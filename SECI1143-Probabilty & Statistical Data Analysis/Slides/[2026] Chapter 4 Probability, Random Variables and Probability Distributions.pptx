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jpg" ContentType="image/jpg"/>
  <Default Extension="jpeg" ContentType="image/jpeg"/>
  <Default Extension="emf" ContentType="image/emf"/>
  <Default Extension="wmf" ContentType="image/wmf"/>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1.xml" ContentType="application/vnd.openxmlformats-officedocument.theme+xml"/>
  <Override PartName="/ppt/slideMasters/slideMaster1.xml" ContentType="application/vnd.openxmlformats-officedocument.presentationml.slideMaster+xml"/>
  <Override PartName="/ppt/theme/theme2.xml" ContentType="application/vnd.openxmlformats-officedocument.theme+xml"/>
  <Override PartName="/ppt/notesMasters/notesMaster1.xml" ContentType="application/vnd.openxmlformats-officedocument.presentationml.notesMaster+xml"/>
  <Override PartName="/ppt/theme/theme3.xml" ContentType="application/vnd.openxmlformats-officedocument.theme+xml"/>
  <Override PartName="/ppt/handoutMasters/handoutMaster1.xml" ContentType="application/vnd.openxmlformats-officedocument.presentationml.handoutMaster+xml"/>
  <Override PartName="/ppt/notesSlides/notesSlide1.xml" ContentType="application/vnd.openxmlformats-officedocument.presentationml.notesSlide+xml"/>
  <Override PartName="/ppt/slides/slide1.xml" ContentType="application/vnd.openxmlformats-officedocument.presentationml.slide+xml"/>
  <Override PartName="/ppt/notesSlides/notesSlide2.xml" ContentType="application/vnd.openxmlformats-officedocument.presentationml.notesSlide+xml"/>
  <Override PartName="/ppt/slides/slide2.xml" ContentType="application/vnd.openxmlformats-officedocument.presentationml.slide+xml"/>
  <Override PartName="/ppt/notesSlides/notesSlide3.xml" ContentType="application/vnd.openxmlformats-officedocument.presentationml.notesSlide+xml"/>
  <Override PartName="/ppt/slides/slide3.xml" ContentType="application/vnd.openxmlformats-officedocument.presentationml.slide+xml"/>
  <Override PartName="/ppt/notesSlides/notesSlide4.xml" ContentType="application/vnd.openxmlformats-officedocument.presentationml.notesSlide+xml"/>
  <Override PartName="/ppt/slides/slide4.xml" ContentType="application/vnd.openxmlformats-officedocument.presentationml.slide+xml"/>
  <Override PartName="/ppt/notesSlides/notesSlide5.xml" ContentType="application/vnd.openxmlformats-officedocument.presentationml.notesSlide+xml"/>
  <Override PartName="/ppt/slides/slide5.xml" ContentType="application/vnd.openxmlformats-officedocument.presentationml.slide+xml"/>
  <Override PartName="/ppt/notesSlides/notesSlide6.xml" ContentType="application/vnd.openxmlformats-officedocument.presentationml.notesSlide+xml"/>
  <Override PartName="/ppt/slides/slide6.xml" ContentType="application/vnd.openxmlformats-officedocument.presentationml.slide+xml"/>
  <Override PartName="/ppt/notesSlides/notesSlide7.xml" ContentType="application/vnd.openxmlformats-officedocument.presentationml.notesSlide+xml"/>
  <Override PartName="/ppt/slides/slide7.xml" ContentType="application/vnd.openxmlformats-officedocument.presentationml.slide+xml"/>
  <Override PartName="/ppt/notesSlides/notesSlide8.xml" ContentType="application/vnd.openxmlformats-officedocument.presentationml.notesSlide+xml"/>
  <Override PartName="/ppt/slides/slide8.xml" ContentType="application/vnd.openxmlformats-officedocument.presentationml.slide+xml"/>
  <Override PartName="/ppt/notesSlides/notesSlide9.xml" ContentType="application/vnd.openxmlformats-officedocument.presentationml.notesSlide+xml"/>
  <Override PartName="/ppt/slides/slide9.xml" ContentType="application/vnd.openxmlformats-officedocument.presentationml.slide+xml"/>
  <Override PartName="/ppt/notesSlides/notesSlide10.xml" ContentType="application/vnd.openxmlformats-officedocument.presentationml.notesSlide+xml"/>
  <Override PartName="/ppt/slides/slide10.xml" ContentType="application/vnd.openxmlformats-officedocument.presentationml.slide+xml"/>
  <Override PartName="/ppt/notesSlides/notesSlide11.xml" ContentType="application/vnd.openxmlformats-officedocument.presentationml.notesSlide+xml"/>
  <Override PartName="/ppt/slides/slide11.xml" ContentType="application/vnd.openxmlformats-officedocument.presentationml.slide+xml"/>
  <Override PartName="/ppt/notesSlides/notesSlide12.xml" ContentType="application/vnd.openxmlformats-officedocument.presentationml.notesSlide+xml"/>
  <Override PartName="/ppt/slides/slide12.xml" ContentType="application/vnd.openxmlformats-officedocument.presentationml.slide+xml"/>
  <Override PartName="/ppt/notesSlides/notesSlide13.xml" ContentType="application/vnd.openxmlformats-officedocument.presentationml.notesSlide+xml"/>
  <Override PartName="/ppt/slides/slide13.xml" ContentType="application/vnd.openxmlformats-officedocument.presentationml.slide+xml"/>
  <Override PartName="/ppt/notesSlides/notesSlide14.xml" ContentType="application/vnd.openxmlformats-officedocument.presentationml.notesSlide+xml"/>
  <Override PartName="/ppt/slides/slide14.xml" ContentType="application/vnd.openxmlformats-officedocument.presentationml.slide+xml"/>
  <Override PartName="/ppt/notesSlides/notesSlide15.xml" ContentType="application/vnd.openxmlformats-officedocument.presentationml.notesSlide+xml"/>
  <Override PartName="/ppt/slides/slide15.xml" ContentType="application/vnd.openxmlformats-officedocument.presentationml.slide+xml"/>
  <Override PartName="/ppt/notesSlides/notesSlide16.xml" ContentType="application/vnd.openxmlformats-officedocument.presentationml.notesSlide+xml"/>
  <Override PartName="/ppt/slides/slide16.xml" ContentType="application/vnd.openxmlformats-officedocument.presentationml.slide+xml"/>
  <Override PartName="/ppt/notesSlides/notesSlide17.xml" ContentType="application/vnd.openxmlformats-officedocument.presentationml.notesSlide+xml"/>
  <Override PartName="/ppt/slides/slide17.xml" ContentType="application/vnd.openxmlformats-officedocument.presentationml.slide+xml"/>
  <Override PartName="/ppt/notesSlides/notesSlide18.xml" ContentType="application/vnd.openxmlformats-officedocument.presentationml.notesSlide+xml"/>
  <Override PartName="/ppt/slides/slide18.xml" ContentType="application/vnd.openxmlformats-officedocument.presentationml.slide+xml"/>
  <Override PartName="/ppt/notesSlides/notesSlide19.xml" ContentType="application/vnd.openxmlformats-officedocument.presentationml.notesSlide+xml"/>
  <Override PartName="/ppt/slides/slide19.xml" ContentType="application/vnd.openxmlformats-officedocument.presentationml.slide+xml"/>
  <Override PartName="/ppt/notesSlides/notesSlide20.xml" ContentType="application/vnd.openxmlformats-officedocument.presentationml.notesSlide+xml"/>
  <Override PartName="/ppt/slides/slide20.xml" ContentType="application/vnd.openxmlformats-officedocument.presentationml.slide+xml"/>
  <Override PartName="/ppt/notesSlides/notesSlide21.xml" ContentType="application/vnd.openxmlformats-officedocument.presentationml.notesSlide+xml"/>
  <Override PartName="/ppt/slides/slide21.xml" ContentType="application/vnd.openxmlformats-officedocument.presentationml.slide+xml"/>
  <Override PartName="/ppt/notesSlides/notesSlide22.xml" ContentType="application/vnd.openxmlformats-officedocument.presentationml.notesSlide+xml"/>
  <Override PartName="/ppt/slides/slide22.xml" ContentType="application/vnd.openxmlformats-officedocument.presentationml.slide+xml"/>
  <Override PartName="/ppt/notesSlides/notesSlide23.xml" ContentType="application/vnd.openxmlformats-officedocument.presentationml.notesSlide+xml"/>
  <Override PartName="/ppt/slides/slide23.xml" ContentType="application/vnd.openxmlformats-officedocument.presentationml.slide+xml"/>
  <Override PartName="/ppt/notesSlides/notesSlide24.xml" ContentType="application/vnd.openxmlformats-officedocument.presentationml.notesSlide+xml"/>
  <Override PartName="/ppt/slides/slide24.xml" ContentType="application/vnd.openxmlformats-officedocument.presentationml.slide+xml"/>
  <Override PartName="/ppt/notesSlides/notesSlide25.xml" ContentType="application/vnd.openxmlformats-officedocument.presentationml.notesSlide+xml"/>
  <Override PartName="/ppt/slides/slide25.xml" ContentType="application/vnd.openxmlformats-officedocument.presentationml.slide+xml"/>
  <Override PartName="/ppt/notesSlides/notesSlide26.xml" ContentType="application/vnd.openxmlformats-officedocument.presentationml.notesSlide+xml"/>
  <Override PartName="/ppt/slides/slide26.xml" ContentType="application/vnd.openxmlformats-officedocument.presentationml.slide+xml"/>
  <Override PartName="/ppt/notesSlides/notesSlide27.xml" ContentType="application/vnd.openxmlformats-officedocument.presentationml.notesSlide+xml"/>
  <Override PartName="/ppt/slides/slide27.xml" ContentType="application/vnd.openxmlformats-officedocument.presentationml.slide+xml"/>
  <Override PartName="/ppt/notesSlides/notesSlide28.xml" ContentType="application/vnd.openxmlformats-officedocument.presentationml.notesSlide+xml"/>
  <Override PartName="/ppt/slides/slide28.xml" ContentType="application/vnd.openxmlformats-officedocument.presentationml.slide+xml"/>
  <Override PartName="/ppt/notesSlides/notesSlide29.xml" ContentType="application/vnd.openxmlformats-officedocument.presentationml.notesSlide+xml"/>
  <Override PartName="/ppt/slides/slide29.xml" ContentType="application/vnd.openxmlformats-officedocument.presentationml.slide+xml"/>
  <Override PartName="/ppt/notesSlides/notesSlide30.xml" ContentType="application/vnd.openxmlformats-officedocument.presentationml.notesSlide+xml"/>
  <Override PartName="/ppt/slides/slide30.xml" ContentType="application/vnd.openxmlformats-officedocument.presentationml.slide+xml"/>
  <Override PartName="/ppt/notesSlides/notesSlide31.xml" ContentType="application/vnd.openxmlformats-officedocument.presentationml.notesSlide+xml"/>
  <Override PartName="/ppt/slides/slide31.xml" ContentType="application/vnd.openxmlformats-officedocument.presentationml.slide+xml"/>
  <Override PartName="/ppt/notesSlides/notesSlide32.xml" ContentType="application/vnd.openxmlformats-officedocument.presentationml.notesSlide+xml"/>
  <Override PartName="/ppt/slides/slide32.xml" ContentType="application/vnd.openxmlformats-officedocument.presentationml.slide+xml"/>
  <Override PartName="/ppt/notesSlides/notesSlide33.xml" ContentType="application/vnd.openxmlformats-officedocument.presentationml.notesSlide+xml"/>
  <Override PartName="/ppt/slides/slide33.xml" ContentType="application/vnd.openxmlformats-officedocument.presentationml.slide+xml"/>
  <Override PartName="/ppt/notesSlides/notesSlide34.xml" ContentType="application/vnd.openxmlformats-officedocument.presentationml.notesSlide+xml"/>
  <Override PartName="/ppt/slides/slide34.xml" ContentType="application/vnd.openxmlformats-officedocument.presentationml.slide+xml"/>
  <Override PartName="/ppt/notesSlides/notesSlide35.xml" ContentType="application/vnd.openxmlformats-officedocument.presentationml.notesSlide+xml"/>
  <Override PartName="/ppt/slides/slide35.xml" ContentType="application/vnd.openxmlformats-officedocument.presentationml.slide+xml"/>
  <Override PartName="/ppt/notesSlides/notesSlide36.xml" ContentType="application/vnd.openxmlformats-officedocument.presentationml.notesSlide+xml"/>
  <Override PartName="/ppt/slides/slide36.xml" ContentType="application/vnd.openxmlformats-officedocument.presentationml.slide+xml"/>
  <Override PartName="/ppt/notesSlides/notesSlide37.xml" ContentType="application/vnd.openxmlformats-officedocument.presentationml.notesSlide+xml"/>
  <Override PartName="/ppt/slides/slide37.xml" ContentType="application/vnd.openxmlformats-officedocument.presentationml.slide+xml"/>
  <Override PartName="/ppt/notesSlides/notesSlide38.xml" ContentType="application/vnd.openxmlformats-officedocument.presentationml.notesSlide+xml"/>
  <Override PartName="/ppt/slides/slide38.xml" ContentType="application/vnd.openxmlformats-officedocument.presentationml.slide+xml"/>
  <Override PartName="/ppt/notesSlides/notesSlide39.xml" ContentType="application/vnd.openxmlformats-officedocument.presentationml.notesSlide+xml"/>
  <Override PartName="/ppt/slides/slide39.xml" ContentType="application/vnd.openxmlformats-officedocument.presentationml.slide+xml"/>
  <Override PartName="/ppt/notesSlides/notesSlide40.xml" ContentType="application/vnd.openxmlformats-officedocument.presentationml.notesSlide+xml"/>
  <Override PartName="/ppt/slides/slide40.xml" ContentType="application/vnd.openxmlformats-officedocument.presentationml.slide+xml"/>
  <Override PartName="/ppt/notesSlides/notesSlide41.xml" ContentType="application/vnd.openxmlformats-officedocument.presentationml.notesSlide+xml"/>
  <Override PartName="/ppt/slides/slide41.xml" ContentType="application/vnd.openxmlformats-officedocument.presentationml.slide+xml"/>
  <Override PartName="/ppt/notesSlides/notesSlide42.xml" ContentType="application/vnd.openxmlformats-officedocument.presentationml.notesSlide+xml"/>
  <Override PartName="/ppt/slides/slide42.xml" ContentType="application/vnd.openxmlformats-officedocument.presentationml.slide+xml"/>
  <Override PartName="/ppt/notesSlides/notesSlide43.xml" ContentType="application/vnd.openxmlformats-officedocument.presentationml.notesSlide+xml"/>
  <Override PartName="/ppt/slides/slide43.xml" ContentType="application/vnd.openxmlformats-officedocument.presentationml.slide+xml"/>
  <Override PartName="/ppt/notesSlides/notesSlide44.xml" ContentType="application/vnd.openxmlformats-officedocument.presentationml.notesSlide+xml"/>
  <Override PartName="/ppt/slides/slide44.xml" ContentType="application/vnd.openxmlformats-officedocument.presentationml.slide+xml"/>
  <Override PartName="/ppt/notesSlides/notesSlide45.xml" ContentType="application/vnd.openxmlformats-officedocument.presentationml.notesSlide+xml"/>
  <Override PartName="/ppt/slides/slide45.xml" ContentType="application/vnd.openxmlformats-officedocument.presentationml.slide+xml"/>
  <Override PartName="/ppt/notesSlides/notesSlide46.xml" ContentType="application/vnd.openxmlformats-officedocument.presentationml.notesSlide+xml"/>
  <Override PartName="/ppt/slides/slide46.xml" ContentType="application/vnd.openxmlformats-officedocument.presentationml.slide+xml"/>
  <Override PartName="/ppt/notesSlides/notesSlide47.xml" ContentType="application/vnd.openxmlformats-officedocument.presentationml.notesSlide+xml"/>
  <Override PartName="/ppt/slides/slide47.xml" ContentType="application/vnd.openxmlformats-officedocument.presentationml.slide+xml"/>
  <Override PartName="/ppt/notesSlides/notesSlide48.xml" ContentType="application/vnd.openxmlformats-officedocument.presentationml.notesSlide+xml"/>
  <Override PartName="/ppt/slides/slide48.xml" ContentType="application/vnd.openxmlformats-officedocument.presentationml.slide+xml"/>
  <Override PartName="/ppt/notesSlides/notesSlide49.xml" ContentType="application/vnd.openxmlformats-officedocument.presentationml.notesSlide+xml"/>
  <Override PartName="/ppt/slides/slide49.xml" ContentType="application/vnd.openxmlformats-officedocument.presentationml.slide+xml"/>
  <Override PartName="/ppt/notesSlides/notesSlide50.xml" ContentType="application/vnd.openxmlformats-officedocument.presentationml.notesSlide+xml"/>
  <Override PartName="/ppt/slides/slide50.xml" ContentType="application/vnd.openxmlformats-officedocument.presentationml.slide+xml"/>
  <Override PartName="/ppt/notesSlides/notesSlide51.xml" ContentType="application/vnd.openxmlformats-officedocument.presentationml.notesSlide+xml"/>
  <Override PartName="/ppt/slides/slide51.xml" ContentType="application/vnd.openxmlformats-officedocument.presentationml.slide+xml"/>
  <Override PartName="/ppt/notesSlides/notesSlide52.xml" ContentType="application/vnd.openxmlformats-officedocument.presentationml.notesSlide+xml"/>
  <Override PartName="/ppt/slides/slide52.xml" ContentType="application/vnd.openxmlformats-officedocument.presentationml.slide+xml"/>
  <Override PartName="/ppt/notesSlides/notesSlide53.xml" ContentType="application/vnd.openxmlformats-officedocument.presentationml.notesSlide+xml"/>
  <Override PartName="/ppt/slides/slide53.xml" ContentType="application/vnd.openxmlformats-officedocument.presentationml.slide+xml"/>
  <Override PartName="/ppt/notesSlides/notesSlide54.xml" ContentType="application/vnd.openxmlformats-officedocument.presentationml.notesSlide+xml"/>
  <Override PartName="/ppt/slides/slide54.xml" ContentType="application/vnd.openxmlformats-officedocument.presentationml.slide+xml"/>
  <Override PartName="/ppt/notesSlides/notesSlide55.xml" ContentType="application/vnd.openxmlformats-officedocument.presentationml.notesSlide+xml"/>
  <Override PartName="/ppt/slides/slide55.xml" ContentType="application/vnd.openxmlformats-officedocument.presentationml.slide+xml"/>
  <Override PartName="/ppt/notesSlides/notesSlide56.xml" ContentType="application/vnd.openxmlformats-officedocument.presentationml.notesSlide+xml"/>
  <Override PartName="/ppt/slides/slide56.xml" ContentType="application/vnd.openxmlformats-officedocument.presentationml.slide+xml"/>
  <Override PartName="/ppt/notesSlides/notesSlide57.xml" ContentType="application/vnd.openxmlformats-officedocument.presentationml.notesSlide+xml"/>
  <Override PartName="/ppt/slides/slide57.xml" ContentType="application/vnd.openxmlformats-officedocument.presentationml.slide+xml"/>
  <Override PartName="/ppt/notesSlides/notesSlide58.xml" ContentType="application/vnd.openxmlformats-officedocument.presentationml.notesSlide+xml"/>
  <Override PartName="/ppt/slides/slide58.xml" ContentType="application/vnd.openxmlformats-officedocument.presentationml.slide+xml"/>
  <Override PartName="/ppt/notesSlides/notesSlide59.xml" ContentType="application/vnd.openxmlformats-officedocument.presentationml.notesSlide+xml"/>
  <Override PartName="/ppt/slides/slide59.xml" ContentType="application/vnd.openxmlformats-officedocument.presentationml.slide+xml"/>
  <Override PartName="/ppt/notesSlides/notesSlide60.xml" ContentType="application/vnd.openxmlformats-officedocument.presentationml.notesSlide+xml"/>
  <Override PartName="/ppt/slides/slide60.xml" ContentType="application/vnd.openxmlformats-officedocument.presentationml.slide+xml"/>
  <Override PartName="/ppt/notesSlides/notesSlide61.xml" ContentType="application/vnd.openxmlformats-officedocument.presentationml.notesSlide+xml"/>
  <Override PartName="/ppt/slides/slide61.xml" ContentType="application/vnd.openxmlformats-officedocument.presentationml.slide+xml"/>
  <Override PartName="/ppt/notesSlides/notesSlide62.xml" ContentType="application/vnd.openxmlformats-officedocument.presentationml.notesSlide+xml"/>
  <Override PartName="/ppt/slides/slide62.xml" ContentType="application/vnd.openxmlformats-officedocument.presentationml.slide+xml"/>
  <Override PartName="/ppt/notesSlides/notesSlide63.xml" ContentType="application/vnd.openxmlformats-officedocument.presentationml.notesSlide+xml"/>
  <Override PartName="/ppt/slides/slide63.xml" ContentType="application/vnd.openxmlformats-officedocument.presentationml.slide+xml"/>
  <Override PartName="/ppt/notesSlides/notesSlide64.xml" ContentType="application/vnd.openxmlformats-officedocument.presentationml.notesSlide+xml"/>
  <Override PartName="/ppt/slides/slide64.xml" ContentType="application/vnd.openxmlformats-officedocument.presentationml.slide+xml"/>
  <Override PartName="/ppt/notesSlides/notesSlide65.xml" ContentType="application/vnd.openxmlformats-officedocument.presentationml.notesSlide+xml"/>
  <Override PartName="/ppt/slides/slide65.xml" ContentType="application/vnd.openxmlformats-officedocument.presentationml.slide+xml"/>
  <Override PartName="/ppt/notesSlides/notesSlide66.xml" ContentType="application/vnd.openxmlformats-officedocument.presentationml.notesSlide+xml"/>
  <Override PartName="/ppt/slides/slide66.xml" ContentType="application/vnd.openxmlformats-officedocument.presentationml.slide+xml"/>
  <Override PartName="/ppt/notesSlides/notesSlide67.xml" ContentType="application/vnd.openxmlformats-officedocument.presentationml.notesSlide+xml"/>
  <Override PartName="/ppt/slides/slide67.xml" ContentType="application/vnd.openxmlformats-officedocument.presentationml.slide+xml"/>
  <Override PartName="/ppt/notesSlides/notesSlide68.xml" ContentType="application/vnd.openxmlformats-officedocument.presentationml.notesSlide+xml"/>
  <Override PartName="/ppt/slides/slide68.xml" ContentType="application/vnd.openxmlformats-officedocument.presentationml.slide+xml"/>
  <Override PartName="/ppt/notesSlides/notesSlide69.xml" ContentType="application/vnd.openxmlformats-officedocument.presentationml.notesSlide+xml"/>
  <Override PartName="/ppt/slides/slide69.xml" ContentType="application/vnd.openxmlformats-officedocument.presentationml.slide+xml"/>
  <Override PartName="/ppt/notesSlides/notesSlide70.xml" ContentType="application/vnd.openxmlformats-officedocument.presentationml.notesSlide+xml"/>
  <Override PartName="/ppt/slides/slide70.xml" ContentType="application/vnd.openxmlformats-officedocument.presentationml.slide+xml"/>
  <Override PartName="/ppt/notesSlides/notesSlide71.xml" ContentType="application/vnd.openxmlformats-officedocument.presentationml.notesSlide+xml"/>
  <Override PartName="/ppt/slides/slide71.xml" ContentType="application/vnd.openxmlformats-officedocument.presentationml.slide+xml"/>
  <Override PartName="/ppt/notesSlides/notesSlide72.xml" ContentType="application/vnd.openxmlformats-officedocument.presentationml.notesSlide+xml"/>
  <Override PartName="/ppt/slides/slide72.xml" ContentType="application/vnd.openxmlformats-officedocument.presentationml.slide+xml"/>
  <Override PartName="/ppt/notesSlides/notesSlide73.xml" ContentType="application/vnd.openxmlformats-officedocument.presentationml.notesSlide+xml"/>
  <Override PartName="/ppt/slides/slide73.xml" ContentType="application/vnd.openxmlformats-officedocument.presentationml.slide+xml"/>
  <Override PartName="/ppt/notesSlides/notesSlide74.xml" ContentType="application/vnd.openxmlformats-officedocument.presentationml.notesSlide+xml"/>
  <Override PartName="/ppt/slides/slide74.xml" ContentType="application/vnd.openxmlformats-officedocument.presentationml.slide+xml"/>
  <Override PartName="/ppt/notesSlides/notesSlide75.xml" ContentType="application/vnd.openxmlformats-officedocument.presentationml.notesSlide+xml"/>
  <Override PartName="/ppt/slides/slide75.xml" ContentType="application/vnd.openxmlformats-officedocument.presentationml.slide+xml"/>
  <Override PartName="/ppt/notesSlides/notesSlide76.xml" ContentType="application/vnd.openxmlformats-officedocument.presentationml.notesSlide+xml"/>
  <Override PartName="/ppt/slides/slide76.xml" ContentType="application/vnd.openxmlformats-officedocument.presentationml.slide+xml"/>
  <Override PartName="/ppt/notesSlides/notesSlide77.xml" ContentType="application/vnd.openxmlformats-officedocument.presentationml.notesSlide+xml"/>
  <Override PartName="/ppt/slides/slide77.xml" ContentType="application/vnd.openxmlformats-officedocument.presentationml.slide+xml"/>
  <Override PartName="/ppt/notesSlides/notesSlide78.xml" ContentType="application/vnd.openxmlformats-officedocument.presentationml.notesSlide+xml"/>
  <Override PartName="/ppt/slides/slide78.xml" ContentType="application/vnd.openxmlformats-officedocument.presentationml.slide+xml"/>
  <Override PartName="/ppt/notesSlides/notesSlide79.xml" ContentType="application/vnd.openxmlformats-officedocument.presentationml.notesSlide+xml"/>
  <Override PartName="/ppt/slides/slide79.xml" ContentType="application/vnd.openxmlformats-officedocument.presentationml.slide+xml"/>
  <Override PartName="/ppt/notesSlides/notesSlide80.xml" ContentType="application/vnd.openxmlformats-officedocument.presentationml.notesSlide+xml"/>
  <Override PartName="/ppt/slides/slide80.xml" ContentType="application/vnd.openxmlformats-officedocument.presentationml.slide+xml"/>
  <Override PartName="/ppt/notesSlides/notesSlide81.xml" ContentType="application/vnd.openxmlformats-officedocument.presentationml.notesSlide+xml"/>
  <Override PartName="/ppt/slides/slide81.xml" ContentType="application/vnd.openxmlformats-officedocument.presentationml.slide+xml"/>
  <Override PartName="/ppt/notesSlides/notesSlide82.xml" ContentType="application/vnd.openxmlformats-officedocument.presentationml.notesSlide+xml"/>
  <Override PartName="/ppt/slides/slide82.xml" ContentType="application/vnd.openxmlformats-officedocument.presentationml.slide+xml"/>
  <Override PartName="/ppt/notesSlides/notesSlide83.xml" ContentType="application/vnd.openxmlformats-officedocument.presentationml.notesSlide+xml"/>
  <Override PartName="/ppt/slides/slide83.xml" ContentType="application/vnd.openxmlformats-officedocument.presentationml.slide+xml"/>
  <Override PartName="/ppt/notesSlides/notesSlide84.xml" ContentType="application/vnd.openxmlformats-officedocument.presentationml.notesSlide+xml"/>
  <Override PartName="/ppt/slides/slide84.xml" ContentType="application/vnd.openxmlformats-officedocument.presentationml.slide+xml"/>
  <Override PartName="/ppt/notesSlides/notesSlide85.xml" ContentType="application/vnd.openxmlformats-officedocument.presentationml.notesSlide+xml"/>
  <Override PartName="/ppt/slides/slide85.xml" ContentType="application/vnd.openxmlformats-officedocument.presentationml.slide+xml"/>
  <Override PartName="/ppt/notesSlides/notesSlide86.xml" ContentType="application/vnd.openxmlformats-officedocument.presentationml.notesSlide+xml"/>
  <Override PartName="/ppt/slides/slide86.xml" ContentType="application/vnd.openxmlformats-officedocument.presentationml.slide+xml"/>
  <Override PartName="/ppt/notesSlides/notesSlide87.xml" ContentType="application/vnd.openxmlformats-officedocument.presentationml.notesSlide+xml"/>
  <Override PartName="/ppt/slides/slide87.xml" ContentType="application/vnd.openxmlformats-officedocument.presentationml.slide+xml"/>
  <Override PartName="/ppt/notesSlides/notesSlide88.xml" ContentType="application/vnd.openxmlformats-officedocument.presentationml.notesSlide+xml"/>
  <Override PartName="/ppt/slides/slide88.xml" ContentType="application/vnd.openxmlformats-officedocument.presentationml.slide+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package/2006/relationships/metadata/thumbnail" Target="docProps/thumbnail.jpeg"/></Relationships>
</file>

<file path=ppt/presentation.xml><?xml version="1.0" encoding="utf-8"?>
<p:presentation xmlns:p="http://schemas.openxmlformats.org/presentationml/2006/main" xmlns:r="http://schemas.openxmlformats.org/officeDocument/2006/relationships" xmlns:a="http://schemas.openxmlformats.org/drawingml/2006/main">
  <p:sldMasterIdLst>
    <p:sldMasterId id="2147483665" r:id="rId1"/>
  </p:sldMasterIdLst>
  <p:notesMasterIdLst>
    <p:notesMasterId r:id="rId2"/>
  </p:notesMasterIdLst>
  <p:handoutMasterIdLst>
    <p:handoutMasterId r:id="rId3"/>
  </p:handout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 id="312" r:id="rId61"/>
    <p:sldId id="313" r:id="rId62"/>
    <p:sldId id="314" r:id="rId63"/>
    <p:sldId id="315" r:id="rId64"/>
    <p:sldId id="316" r:id="rId65"/>
    <p:sldId id="317" r:id="rId66"/>
    <p:sldId id="318" r:id="rId67"/>
    <p:sldId id="319" r:id="rId68"/>
    <p:sldId id="320" r:id="rId69"/>
    <p:sldId id="321" r:id="rId70"/>
    <p:sldId id="322" r:id="rId71"/>
    <p:sldId id="323" r:id="rId72"/>
    <p:sldId id="324" r:id="rId73"/>
    <p:sldId id="325" r:id="rId74"/>
    <p:sldId id="326" r:id="rId75"/>
    <p:sldId id="327" r:id="rId76"/>
    <p:sldId id="328" r:id="rId77"/>
    <p:sldId id="329" r:id="rId78"/>
    <p:sldId id="330" r:id="rId79"/>
    <p:sldId id="331" r:id="rId80"/>
    <p:sldId id="332" r:id="rId81"/>
    <p:sldId id="333" r:id="rId82"/>
    <p:sldId id="334" r:id="rId83"/>
    <p:sldId id="335" r:id="rId84"/>
    <p:sldId id="336" r:id="rId85"/>
    <p:sldId id="337" r:id="rId86"/>
    <p:sldId id="338" r:id="rId87"/>
    <p:sldId id="339" r:id="rId88"/>
    <p:sldId id="340" r:id="rId89"/>
    <p:sldId id="341" r:id="rId90"/>
    <p:sldId id="342" r:id="rId91"/>
    <p:sldId id="343" r:id="rId92"/>
  </p:sldIdLst>
  <p:sldSz cx="12192000" cy="6858000"/>
  <p:notesSz cx="6857895" cy="9143861"/>
  <p:kinsoku lang="zh-CN" invalStChars="!%),.:;?]}¨·ˇˉ་―‖’”…‰∶、。〃々〉》」』】〕〗！＂＇％），．：；？］｀｜｝～￠" invalEndChars="([{·‘“〈《「『【〔〖（．［｛￡￥"/>
  <p:defaultTextStyle>
    <a:defPPr>
      <a:defRPr lang="zh-CN"/>
    </a:defPPr>
    <a:lvl1pPr algn="l" defTabSz="914400" fontAlgn="base" hangingPunct="1">
      <a:spcBef>
        <a:spcPts val="0"/>
      </a:spcBef>
      <a:spcAft>
        <a:spcPts val="0"/>
      </a:spcAft>
      <a:buNone/>
      <a:defRPr sz="1800" kern="1200">
        <a:solidFill>
          <a:schemeClr val="tx1"/>
        </a:solidFill>
        <a:latin typeface="Calibri" pitchFamily="34" charset="0"/>
        <a:ea typeface="MS PGothic" pitchFamily="34" charset="-128"/>
        <a:cs typeface="Droid Sans" pitchFamily="0" charset="0"/>
      </a:defRPr>
    </a:lvl1pPr>
    <a:lvl2pPr marL="457200" indent="0" algn="l" defTabSz="914400" fontAlgn="base" hangingPunct="1">
      <a:spcBef>
        <a:spcPts val="0"/>
      </a:spcBef>
      <a:spcAft>
        <a:spcPts val="0"/>
      </a:spcAft>
      <a:buNone/>
      <a:defRPr sz="1800" kern="1200">
        <a:solidFill>
          <a:schemeClr val="tx1"/>
        </a:solidFill>
        <a:latin typeface="Calibri" pitchFamily="34" charset="0"/>
        <a:ea typeface="MS PGothic" pitchFamily="34" charset="-128"/>
        <a:cs typeface="Droid Sans" pitchFamily="0" charset="0"/>
      </a:defRPr>
    </a:lvl2pPr>
    <a:lvl3pPr marL="914400" indent="0" algn="l" defTabSz="914400" fontAlgn="base" hangingPunct="1">
      <a:spcBef>
        <a:spcPts val="0"/>
      </a:spcBef>
      <a:spcAft>
        <a:spcPts val="0"/>
      </a:spcAft>
      <a:buNone/>
      <a:defRPr sz="1800" kern="1200">
        <a:solidFill>
          <a:schemeClr val="tx1"/>
        </a:solidFill>
        <a:latin typeface="Calibri" pitchFamily="34" charset="0"/>
        <a:ea typeface="MS PGothic" pitchFamily="34" charset="-128"/>
        <a:cs typeface="Droid Sans" pitchFamily="0" charset="0"/>
      </a:defRPr>
    </a:lvl3pPr>
    <a:lvl4pPr marL="1371600" indent="0" algn="l" defTabSz="914400" fontAlgn="base" hangingPunct="1">
      <a:spcBef>
        <a:spcPts val="0"/>
      </a:spcBef>
      <a:spcAft>
        <a:spcPts val="0"/>
      </a:spcAft>
      <a:buNone/>
      <a:defRPr sz="1800" kern="1200">
        <a:solidFill>
          <a:schemeClr val="tx1"/>
        </a:solidFill>
        <a:latin typeface="Calibri" pitchFamily="34" charset="0"/>
        <a:ea typeface="MS PGothic" pitchFamily="34" charset="-128"/>
        <a:cs typeface="Droid Sans" pitchFamily="0" charset="0"/>
      </a:defRPr>
    </a:lvl4pPr>
    <a:lvl5pPr marL="1828800" indent="0" algn="l" defTabSz="914400" fontAlgn="base" hangingPunct="1">
      <a:spcBef>
        <a:spcPts val="0"/>
      </a:spcBef>
      <a:spcAft>
        <a:spcPts val="0"/>
      </a:spcAft>
      <a:buNone/>
      <a:defRPr sz="1800" kern="1200">
        <a:solidFill>
          <a:schemeClr val="tx1"/>
        </a:solidFill>
        <a:latin typeface="Calibri" pitchFamily="34" charset="0"/>
        <a:ea typeface="MS PGothic" pitchFamily="34" charset="-128"/>
        <a:cs typeface="Droid Sans" pitchFamily="0" charset="0"/>
      </a:defRPr>
    </a:lvl5pPr>
    <a:lvl6pPr marL="2286000" indent="0" algn="l" defTabSz="914400" eaLnBrk="1" fontAlgn="auto" latinLnBrk="0" hangingPunct="1">
      <a:buNone/>
      <a:defRPr sz="1800" kern="1200">
        <a:solidFill>
          <a:schemeClr val="tx1"/>
        </a:solidFill>
        <a:latin typeface="Calibri" pitchFamily="34" charset="0"/>
        <a:ea typeface="MS PGothic" pitchFamily="34" charset="-128"/>
        <a:cs typeface="Droid Sans" pitchFamily="0" charset="0"/>
      </a:defRPr>
    </a:lvl6pPr>
    <a:lvl7pPr marL="2743200" indent="0" algn="l" defTabSz="914400" eaLnBrk="1" fontAlgn="auto" latinLnBrk="0" hangingPunct="1">
      <a:buNone/>
      <a:defRPr sz="1800" kern="1200">
        <a:solidFill>
          <a:schemeClr val="tx1"/>
        </a:solidFill>
        <a:latin typeface="Calibri" pitchFamily="34" charset="0"/>
        <a:ea typeface="MS PGothic" pitchFamily="34" charset="-128"/>
        <a:cs typeface="Droid Sans" pitchFamily="0" charset="0"/>
      </a:defRPr>
    </a:lvl7pPr>
    <a:lvl8pPr marL="3200400" indent="0" algn="l" defTabSz="914400" eaLnBrk="1" fontAlgn="auto" latinLnBrk="0" hangingPunct="1">
      <a:buNone/>
      <a:defRPr sz="1800" kern="1200">
        <a:solidFill>
          <a:schemeClr val="tx1"/>
        </a:solidFill>
        <a:latin typeface="Calibri" pitchFamily="34" charset="0"/>
        <a:ea typeface="MS PGothic" pitchFamily="34" charset="-128"/>
        <a:cs typeface="Droid Sans" pitchFamily="0" charset="0"/>
      </a:defRPr>
    </a:lvl8pPr>
    <a:lvl9pPr marL="3200400" indent="0" algn="l" defTabSz="914400" eaLnBrk="1" fontAlgn="auto" latinLnBrk="0" hangingPunct="1">
      <a:buNone/>
      <a:defRPr sz="1800" kern="1200">
        <a:solidFill>
          <a:schemeClr val="tx1"/>
        </a:solidFill>
        <a:latin typeface="Calibri" pitchFamily="34" charset="0"/>
        <a:ea typeface="MS PGothic" pitchFamily="34" charset="-128"/>
        <a:cs typeface="Droid Sans" pitchFamily="0" charset="0"/>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p:showPr showNarration="1">
    <p:penClr>
      <a:srgbClr val="FF0000"/>
    </p:penClr>
    <p:extLst>
      <p:ext uri="{EC167BDD-8182-4AB7-AECC-EB403E3ABB37}">
        <p14:laserClr xmlns:p14="http://schemas.microsoft.com/office/powerpoint/2010/main">
          <a:srgbClr val="FF0000"/>
        </p14:laserClr>
      </p:ext>
    </p:extLst>
  </p:showPr>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r="http://schemas.openxmlformats.org/officeDocument/2006/relationships" xmlns:a="http://schemas.openxmlformats.org/drawingml/2006/main">
  <p:normalViewPr>
    <p:restoredLeft sz="15621" autoAdjust="0"/>
    <p:restoredTop sz="94694" autoAdjust="0"/>
  </p:normalViewPr>
  <p:slideViewPr>
    <p:cSldViewPr>
      <p:cViewPr varScale="1">
        <p:scale>
          <a:sx n="179" d="100"/>
          <a:sy n="179" d="100"/>
        </p:scale>
        <p:origin x="0" y="0"/>
      </p:cViewPr>
      <p:guideLst>
        <p:guide orient="horz" pos="2160"/>
        <p:guide pos="3840"/>
      </p:guideLst>
    </p:cSldViewPr>
  </p:slideViewPr>
  <p:outlineViewPr>
    <p:cViewPr>
      <p:scale>
        <a:sx n="33" d="100"/>
        <a:sy n="33" d="100"/>
      </p:scale>
      <p:origin x="0" y="0"/>
    </p:cViewPr>
    <p:sldLst/>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57" d="100"/>
          <a:sy n="57" d="100"/>
        </p:scale>
        <p:origin x="0" y="0"/>
      </p:cViewPr>
      <p:guideLst/>
    </p:cSldViewPr>
  </p:notesViewPr>
  <p:gridSpacing cx="72009" cy="72009"/>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handoutMaster" Target="handoutMasters/handoutMaster1.xml"/><Relationship Id="rId4" Type="http://schemas.openxmlformats.org/officeDocument/2006/relationships/theme" Target="theme/theme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slide" Target="slides/slide26.xml"/><Relationship Id="rId31" Type="http://schemas.openxmlformats.org/officeDocument/2006/relationships/slide" Target="slides/slide27.xml"/><Relationship Id="rId32" Type="http://schemas.openxmlformats.org/officeDocument/2006/relationships/slide" Target="slides/slide28.xml"/><Relationship Id="rId33" Type="http://schemas.openxmlformats.org/officeDocument/2006/relationships/slide" Target="slides/slide29.xml"/><Relationship Id="rId34" Type="http://schemas.openxmlformats.org/officeDocument/2006/relationships/slide" Target="slides/slide30.xml"/><Relationship Id="rId35" Type="http://schemas.openxmlformats.org/officeDocument/2006/relationships/slide" Target="slides/slide31.xml"/><Relationship Id="rId36" Type="http://schemas.openxmlformats.org/officeDocument/2006/relationships/slide" Target="slides/slide32.xml"/><Relationship Id="rId37" Type="http://schemas.openxmlformats.org/officeDocument/2006/relationships/slide" Target="slides/slide33.xml"/><Relationship Id="rId38" Type="http://schemas.openxmlformats.org/officeDocument/2006/relationships/slide" Target="slides/slide34.xml"/><Relationship Id="rId39" Type="http://schemas.openxmlformats.org/officeDocument/2006/relationships/slide" Target="slides/slide35.xml"/><Relationship Id="rId40" Type="http://schemas.openxmlformats.org/officeDocument/2006/relationships/slide" Target="slides/slide36.xml"/><Relationship Id="rId41" Type="http://schemas.openxmlformats.org/officeDocument/2006/relationships/slide" Target="slides/slide37.xml"/><Relationship Id="rId42" Type="http://schemas.openxmlformats.org/officeDocument/2006/relationships/slide" Target="slides/slide38.xml"/><Relationship Id="rId43" Type="http://schemas.openxmlformats.org/officeDocument/2006/relationships/slide" Target="slides/slide39.xml"/><Relationship Id="rId44" Type="http://schemas.openxmlformats.org/officeDocument/2006/relationships/slide" Target="slides/slide40.xml"/><Relationship Id="rId45" Type="http://schemas.openxmlformats.org/officeDocument/2006/relationships/slide" Target="slides/slide41.xml"/><Relationship Id="rId46" Type="http://schemas.openxmlformats.org/officeDocument/2006/relationships/slide" Target="slides/slide42.xml"/><Relationship Id="rId47" Type="http://schemas.openxmlformats.org/officeDocument/2006/relationships/slide" Target="slides/slide43.xml"/><Relationship Id="rId48" Type="http://schemas.openxmlformats.org/officeDocument/2006/relationships/slide" Target="slides/slide44.xml"/><Relationship Id="rId49" Type="http://schemas.openxmlformats.org/officeDocument/2006/relationships/slide" Target="slides/slide45.xml"/><Relationship Id="rId50" Type="http://schemas.openxmlformats.org/officeDocument/2006/relationships/slide" Target="slides/slide46.xml"/><Relationship Id="rId51" Type="http://schemas.openxmlformats.org/officeDocument/2006/relationships/slide" Target="slides/slide47.xml"/><Relationship Id="rId52" Type="http://schemas.openxmlformats.org/officeDocument/2006/relationships/slide" Target="slides/slide48.xml"/><Relationship Id="rId53" Type="http://schemas.openxmlformats.org/officeDocument/2006/relationships/slide" Target="slides/slide49.xml"/><Relationship Id="rId54" Type="http://schemas.openxmlformats.org/officeDocument/2006/relationships/slide" Target="slides/slide50.xml"/><Relationship Id="rId55" Type="http://schemas.openxmlformats.org/officeDocument/2006/relationships/slide" Target="slides/slide51.xml"/><Relationship Id="rId56" Type="http://schemas.openxmlformats.org/officeDocument/2006/relationships/slide" Target="slides/slide52.xml"/><Relationship Id="rId57" Type="http://schemas.openxmlformats.org/officeDocument/2006/relationships/slide" Target="slides/slide53.xml"/><Relationship Id="rId58" Type="http://schemas.openxmlformats.org/officeDocument/2006/relationships/slide" Target="slides/slide54.xml"/><Relationship Id="rId59" Type="http://schemas.openxmlformats.org/officeDocument/2006/relationships/slide" Target="slides/slide55.xml"/><Relationship Id="rId60" Type="http://schemas.openxmlformats.org/officeDocument/2006/relationships/slide" Target="slides/slide56.xml"/><Relationship Id="rId61" Type="http://schemas.openxmlformats.org/officeDocument/2006/relationships/slide" Target="slides/slide57.xml"/><Relationship Id="rId62" Type="http://schemas.openxmlformats.org/officeDocument/2006/relationships/slide" Target="slides/slide58.xml"/><Relationship Id="rId63" Type="http://schemas.openxmlformats.org/officeDocument/2006/relationships/slide" Target="slides/slide59.xml"/><Relationship Id="rId64" Type="http://schemas.openxmlformats.org/officeDocument/2006/relationships/slide" Target="slides/slide60.xml"/><Relationship Id="rId65" Type="http://schemas.openxmlformats.org/officeDocument/2006/relationships/slide" Target="slides/slide61.xml"/><Relationship Id="rId66" Type="http://schemas.openxmlformats.org/officeDocument/2006/relationships/slide" Target="slides/slide62.xml"/><Relationship Id="rId67" Type="http://schemas.openxmlformats.org/officeDocument/2006/relationships/slide" Target="slides/slide63.xml"/><Relationship Id="rId68" Type="http://schemas.openxmlformats.org/officeDocument/2006/relationships/slide" Target="slides/slide64.xml"/><Relationship Id="rId69" Type="http://schemas.openxmlformats.org/officeDocument/2006/relationships/slide" Target="slides/slide65.xml"/><Relationship Id="rId70" Type="http://schemas.openxmlformats.org/officeDocument/2006/relationships/slide" Target="slides/slide66.xml"/><Relationship Id="rId71" Type="http://schemas.openxmlformats.org/officeDocument/2006/relationships/slide" Target="slides/slide67.xml"/><Relationship Id="rId72" Type="http://schemas.openxmlformats.org/officeDocument/2006/relationships/slide" Target="slides/slide68.xml"/><Relationship Id="rId73" Type="http://schemas.openxmlformats.org/officeDocument/2006/relationships/slide" Target="slides/slide69.xml"/><Relationship Id="rId74" Type="http://schemas.openxmlformats.org/officeDocument/2006/relationships/slide" Target="slides/slide70.xml"/><Relationship Id="rId75" Type="http://schemas.openxmlformats.org/officeDocument/2006/relationships/slide" Target="slides/slide71.xml"/><Relationship Id="rId76" Type="http://schemas.openxmlformats.org/officeDocument/2006/relationships/slide" Target="slides/slide72.xml"/><Relationship Id="rId77" Type="http://schemas.openxmlformats.org/officeDocument/2006/relationships/slide" Target="slides/slide73.xml"/><Relationship Id="rId78" Type="http://schemas.openxmlformats.org/officeDocument/2006/relationships/slide" Target="slides/slide74.xml"/><Relationship Id="rId79" Type="http://schemas.openxmlformats.org/officeDocument/2006/relationships/slide" Target="slides/slide75.xml"/><Relationship Id="rId80" Type="http://schemas.openxmlformats.org/officeDocument/2006/relationships/slide" Target="slides/slide76.xml"/><Relationship Id="rId81" Type="http://schemas.openxmlformats.org/officeDocument/2006/relationships/slide" Target="slides/slide77.xml"/><Relationship Id="rId82" Type="http://schemas.openxmlformats.org/officeDocument/2006/relationships/slide" Target="slides/slide78.xml"/><Relationship Id="rId83" Type="http://schemas.openxmlformats.org/officeDocument/2006/relationships/slide" Target="slides/slide79.xml"/><Relationship Id="rId84" Type="http://schemas.openxmlformats.org/officeDocument/2006/relationships/slide" Target="slides/slide80.xml"/><Relationship Id="rId85" Type="http://schemas.openxmlformats.org/officeDocument/2006/relationships/slide" Target="slides/slide81.xml"/><Relationship Id="rId86" Type="http://schemas.openxmlformats.org/officeDocument/2006/relationships/slide" Target="slides/slide82.xml"/><Relationship Id="rId87" Type="http://schemas.openxmlformats.org/officeDocument/2006/relationships/slide" Target="slides/slide83.xml"/><Relationship Id="rId88" Type="http://schemas.openxmlformats.org/officeDocument/2006/relationships/slide" Target="slides/slide84.xml"/><Relationship Id="rId89" Type="http://schemas.openxmlformats.org/officeDocument/2006/relationships/slide" Target="slides/slide85.xml"/><Relationship Id="rId90" Type="http://schemas.openxmlformats.org/officeDocument/2006/relationships/slide" Target="slides/slide86.xml"/><Relationship Id="rId91" Type="http://schemas.openxmlformats.org/officeDocument/2006/relationships/slide" Target="slides/slide87.xml"/><Relationship Id="rId92" Type="http://schemas.openxmlformats.org/officeDocument/2006/relationships/slide" Target="slides/slide88.xml"/><Relationship Id="rId93" Type="http://schemas.openxmlformats.org/officeDocument/2006/relationships/presProps" Target="presProps.xml"/><Relationship Id="rId94" Type="http://schemas.openxmlformats.org/officeDocument/2006/relationships/viewProps" Target="viewProps.xml"/><Relationship Id="rId95"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8" name="Text box"/>
          <p:cNvSpPr>
            <a:spLocks noGrp="1"/>
          </p:cNvSpPr>
          <p:nvPr>
            <p:ph type="hdr"/>
          </p:nvPr>
        </p:nvSpPr>
        <p:spPr>
          <a:xfrm rot="0">
            <a:off x="0" y="0"/>
            <a:ext cx="2971799" cy="457200"/>
          </a:xfrm>
          <a:prstGeom prst="rect"/>
          <a:noFill/>
          <a:ln w="12700" cmpd="sng" cap="flat">
            <a:noFill/>
            <a:prstDash val="solid"/>
            <a:miter/>
          </a:ln>
        </p:spPr>
        <p:txBody>
          <a:bodyPr vert="horz" wrap="square" lIns="91440" tIns="45720" rIns="91440" bIns="45720" anchor="t" anchorCtr="0">
            <a:prstTxWarp prst="textNoShape"/>
          </a:bodyPr>
          <a:lstStyle/>
          <a:p>
            <a:pPr algn="l"/>
            <a:endParaRPr lang="zh-CN" altLang="en-US" sz="1200">
              <a:latin typeface="Calibri" pitchFamily="34" charset="0"/>
              <a:ea typeface="MS PGothic" pitchFamily="34" charset="-128"/>
              <a:cs typeface="ＭＳ Ｐゴシック" pitchFamily="0" charset="0"/>
            </a:endParaRPr>
          </a:p>
        </p:txBody>
      </p:sp>
      <p:sp>
        <p:nvSpPr>
          <p:cNvPr id="19" name="Text box"/>
          <p:cNvSpPr>
            <a:spLocks noGrp="1"/>
          </p:cNvSpPr>
          <p:nvPr>
            <p:ph type="dt" idx="1"/>
          </p:nvPr>
        </p:nvSpPr>
        <p:spPr>
          <a:xfrm rot="0">
            <a:off x="3884613" y="0"/>
            <a:ext cx="2971800" cy="457200"/>
          </a:xfrm>
          <a:prstGeom prst="rect"/>
          <a:noFill/>
          <a:ln w="12700" cmpd="sng" cap="flat">
            <a:noFill/>
            <a:prstDash val="solid"/>
            <a:miter/>
          </a:ln>
        </p:spPr>
        <p:txBody>
          <a:bodyPr vert="horz" wrap="square" lIns="91440" tIns="45720" rIns="91440" bIns="45720" anchor="t" anchorCtr="0">
            <a:prstTxWarp prst="textNoShape"/>
          </a:bodyPr>
          <a:lstStyle/>
          <a:p>
            <a:pPr algn="r"/>
            <a:fld id="{CAD2D6BD-DE1B-4B5F-8B41-2702339687B9}" type="datetime1">
              <a:rPr lang="en-US" altLang="zh-CN" sz="1200">
                <a:latin typeface="Calibri" pitchFamily="34" charset="0"/>
                <a:ea typeface="MS PGothic" pitchFamily="34" charset="-128"/>
                <a:cs typeface="Calibri" pitchFamily="34" charset="0"/>
              </a:rPr>
              <a:t>4/16/2026</a:t>
            </a:fld>
            <a:endParaRPr lang="zh-CN" altLang="en-US" sz="1200">
              <a:latin typeface="Calibri" pitchFamily="34" charset="0"/>
              <a:ea typeface="MS PGothic" pitchFamily="34" charset="-128"/>
              <a:cs typeface="Calibri" pitchFamily="34" charset="0"/>
            </a:endParaRPr>
          </a:p>
        </p:txBody>
      </p:sp>
      <p:sp>
        <p:nvSpPr>
          <p:cNvPr id="20" name="Text box"/>
          <p:cNvSpPr>
            <a:spLocks noGrp="1"/>
          </p:cNvSpPr>
          <p:nvPr>
            <p:ph type="ftr" idx="2"/>
          </p:nvPr>
        </p:nvSpPr>
        <p:spPr>
          <a:xfrm rot="0">
            <a:off x="0" y="8685213"/>
            <a:ext cx="2971799" cy="457200"/>
          </a:xfrm>
          <a:prstGeom prst="rect"/>
          <a:noFill/>
          <a:ln w="12700" cmpd="sng" cap="flat">
            <a:noFill/>
            <a:prstDash val="solid"/>
            <a:miter/>
          </a:ln>
        </p:spPr>
        <p:txBody>
          <a:bodyPr vert="horz" wrap="square" lIns="91440" tIns="45720" rIns="91440" bIns="45720" anchor="b" anchorCtr="0">
            <a:prstTxWarp prst="textNoShape"/>
          </a:bodyPr>
          <a:lstStyle/>
          <a:p>
            <a:pPr algn="l"/>
            <a:endParaRPr lang="zh-CN" altLang="en-US" sz="1200">
              <a:latin typeface="Calibri" pitchFamily="34" charset="0"/>
              <a:ea typeface="MS PGothic" pitchFamily="34" charset="-128"/>
              <a:cs typeface="ＭＳ Ｐゴシック" pitchFamily="0" charset="0"/>
            </a:endParaRPr>
          </a:p>
        </p:txBody>
      </p:sp>
      <p:sp>
        <p:nvSpPr>
          <p:cNvPr id="21" name="Text box"/>
          <p:cNvSpPr>
            <a:spLocks noGrp="1"/>
          </p:cNvSpPr>
          <p:nvPr>
            <p:ph type="sldNum" idx="3"/>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&lt;#&gt;</a:t>
            </a:fld>
            <a:endParaRPr lang="zh-CN" altLang="en-US" sz="1200">
              <a:latin typeface="Calibri" pitchFamily="34" charset="0"/>
              <a:ea typeface="MS PGothic" pitchFamily="34" charset="-128"/>
              <a:cs typeface="Calibri" pitchFamily="34" charset="0"/>
            </a:endParaRPr>
          </a:p>
        </p:txBody>
      </p:sp>
    </p:spTree>
    <p:extLst>
      <p:ext uri="{BB962C8B-B14F-4D97-AF65-F5344CB8AC3E}">
        <p14:creationId xmlns:p14="http://schemas.microsoft.com/office/powerpoint/2010/main" val="1915291221"/>
      </p:ext>
    </p:extLst>
  </p:cSld>
  <p:clrMap bg1="lt1" tx1="dk1" bg2="lt2" tx2="dk2" accent1="accent1" accent2="accent2" accent3="accent3" accent4="accent4" accent5="accent5" accent6="accent6" hlink="hlink" folHlink="folHlink"/>
  <p:hf sldNum="1"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2"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&lt;#&gt;</a:t>
            </a:fld>
            <a:endParaRPr lang="zh-CN" altLang="en-US" sz="1200">
              <a:latin typeface="Calibri" pitchFamily="34" charset="0"/>
              <a:ea typeface="MS PGothic" pitchFamily="34" charset="-128"/>
              <a:cs typeface="Calibri" pitchFamily="34" charset="0"/>
            </a:endParaRPr>
          </a:p>
        </p:txBody>
      </p:sp>
      <p:sp>
        <p:nvSpPr>
          <p:cNvPr id="13" name="Text box"/>
          <p:cNvSpPr>
            <a:spLocks noGrp="1"/>
          </p:cNvSpPr>
          <p:nvPr>
            <p:ph type="hdr"/>
          </p:nvPr>
        </p:nvSpPr>
        <p:spPr>
          <a:xfrm rot="0">
            <a:off x="0" y="0"/>
            <a:ext cx="2971799" cy="457200"/>
          </a:xfrm>
          <a:prstGeom prst="rect"/>
          <a:noFill/>
          <a:ln w="12700" cmpd="sng" cap="flat">
            <a:noFill/>
            <a:prstDash val="solid"/>
            <a:miter/>
          </a:ln>
        </p:spPr>
        <p:txBody>
          <a:bodyPr vert="horz" wrap="square" lIns="91440" tIns="45720" rIns="91440" bIns="45720" anchor="t" anchorCtr="0">
            <a:prstTxWarp prst="textNoShape"/>
          </a:bodyPr>
          <a:lstStyle/>
          <a:p>
            <a:pPr algn="l"/>
            <a:endParaRPr lang="zh-CN" altLang="en-US" sz="1200">
              <a:latin typeface="Calibri" pitchFamily="34" charset="0"/>
              <a:ea typeface="MS PGothic" pitchFamily="34" charset="-128"/>
              <a:cs typeface="ＭＳ Ｐゴシック" pitchFamily="0" charset="0"/>
            </a:endParaRPr>
          </a:p>
        </p:txBody>
      </p:sp>
      <p:sp>
        <p:nvSpPr>
          <p:cNvPr id="14" name="Text box"/>
          <p:cNvSpPr>
            <a:spLocks noGrp="1"/>
          </p:cNvSpPr>
          <p:nvPr>
            <p:ph type="dt" idx="1"/>
          </p:nvPr>
        </p:nvSpPr>
        <p:spPr>
          <a:xfrm rot="0">
            <a:off x="3884613" y="0"/>
            <a:ext cx="2971800" cy="457200"/>
          </a:xfrm>
          <a:prstGeom prst="rect"/>
          <a:noFill/>
          <a:ln w="12700" cmpd="sng" cap="flat">
            <a:noFill/>
            <a:prstDash val="solid"/>
            <a:miter/>
          </a:ln>
        </p:spPr>
        <p:txBody>
          <a:bodyPr vert="horz" wrap="square" lIns="91440" tIns="45720" rIns="91440" bIns="45720" anchor="t" anchorCtr="0">
            <a:prstTxWarp prst="textNoShape"/>
          </a:bodyPr>
          <a:lstStyle/>
          <a:p>
            <a:pPr algn="r"/>
            <a:fld id="{CAD2D6BD-DE1B-4B5F-8B41-2702339687B9}" type="datetime1">
              <a:rPr lang="en-US" altLang="zh-CN" sz="1200">
                <a:latin typeface="Calibri" pitchFamily="34" charset="0"/>
                <a:ea typeface="MS PGothic" pitchFamily="34" charset="-128"/>
                <a:cs typeface="Calibri" pitchFamily="34" charset="0"/>
              </a:rPr>
              <a:t>4/16/2026</a:t>
            </a:fld>
            <a:endParaRPr lang="zh-CN" altLang="en-US" sz="1200">
              <a:latin typeface="Calibri" pitchFamily="34" charset="0"/>
              <a:ea typeface="MS PGothic" pitchFamily="34" charset="-128"/>
              <a:cs typeface="Calibri" pitchFamily="34" charset="0"/>
            </a:endParaRPr>
          </a:p>
        </p:txBody>
      </p:sp>
      <p:sp>
        <p:nvSpPr>
          <p:cNvPr id="15" name="Object"/>
          <p:cNvSpPr>
            <a:spLocks noGrp="1" noChangeAspect="1"/>
          </p:cNvSpPr>
          <p:nvPr>
            <p:ph type="sldImg" idx="2"/>
          </p:nvPr>
        </p:nvSpPr>
        <p:spPr>
          <a:xfrm rot="0">
            <a:off x="381000" y="685800"/>
            <a:ext cx="6096000" cy="3429000"/>
          </a:xfrm>
          <a:prstGeom prst="rect"/>
          <a:noFill/>
          <a:ln w="12700" cmpd="sng" cap="flat">
            <a:solidFill>
              <a:srgbClr val="000000"/>
            </a:solidFill>
            <a:prstDash val="solid"/>
            <a:round/>
          </a:ln>
        </p:spPr>
      </p:sp>
      <p:sp>
        <p:nvSpPr>
          <p:cNvPr id="16" name="Text box"/>
          <p:cNvSpPr>
            <a:spLocks noGrp="1"/>
          </p:cNvSpPr>
          <p:nvPr>
            <p:ph type="body" idx="3"/>
          </p:nvPr>
        </p:nvSpPr>
        <p:spPr>
          <a:xfrm rot="0">
            <a:off x="685800" y="4343400"/>
            <a:ext cx="5486400" cy="4114800"/>
          </a:xfrm>
          <a:prstGeom prst="rect"/>
          <a:noFill/>
          <a:ln w="12700" cmpd="sng" cap="flat">
            <a:noFill/>
            <a:prstDash val="solid"/>
            <a:miter/>
          </a:ln>
        </p:spPr>
        <p:txBody>
          <a:bodyPr vert="horz" wrap="square" lIns="91440" tIns="45720" rIns="91440" bIns="45720" anchor="t" anchorCtr="0">
            <a:prstTxWarp prst="textNoShape"/>
          </a:bodyPr>
          <a:lstStyle/>
          <a:p>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17" name="Text box"/>
          <p:cNvSpPr>
            <a:spLocks noGrp="1"/>
          </p:cNvSpPr>
          <p:nvPr>
            <p:ph type="ftr" idx="4"/>
          </p:nvPr>
        </p:nvSpPr>
        <p:spPr>
          <a:xfrm rot="0">
            <a:off x="0" y="8685213"/>
            <a:ext cx="2971799" cy="457200"/>
          </a:xfrm>
          <a:prstGeom prst="rect"/>
          <a:noFill/>
          <a:ln w="12700" cmpd="sng" cap="flat">
            <a:noFill/>
            <a:prstDash val="solid"/>
            <a:miter/>
          </a:ln>
        </p:spPr>
        <p:txBody>
          <a:bodyPr vert="horz" wrap="square" lIns="91440" tIns="45720" rIns="91440" bIns="45720" anchor="b" anchorCtr="0">
            <a:prstTxWarp prst="textNoShape"/>
          </a:bodyPr>
          <a:lstStyle/>
          <a:p>
            <a:pPr algn="l"/>
            <a:endParaRPr lang="zh-CN" altLang="en-US" sz="1200">
              <a:latin typeface="Calibri" pitchFamily="34" charset="0"/>
              <a:ea typeface="MS PGothic" pitchFamily="34" charset="-128"/>
              <a:cs typeface="ＭＳ Ｐゴシック" pitchFamily="0" charset="0"/>
            </a:endParaRPr>
          </a:p>
        </p:txBody>
      </p:sp>
    </p:spTree>
    <p:extLst>
      <p:ext uri="{BB962C8B-B14F-4D97-AF65-F5344CB8AC3E}">
        <p14:creationId xmlns:p14="http://schemas.microsoft.com/office/powerpoint/2010/main" val="911080192"/>
      </p:ext>
    </p:extLst>
  </p:cSld>
  <p:clrMap bg1="lt1" tx1="dk1" bg2="lt2" tx2="dk2" accent1="accent1" accent2="accent2" accent3="accent3" accent4="accent4" accent5="accent5" accent6="accent6" hlink="hlink" folHlink="folHlink"/>
  <p:hf sldNum="1" hdr="0" ftr="0" dt="0"/>
  <p:notesStyle>
    <a:lvl1pPr marL="0" indent="0" algn="l" defTabSz="914400" eaLnBrk="0" fontAlgn="base" hangingPunct="0">
      <a:lnSpc>
        <a:spcPct val="100000"/>
      </a:lnSpc>
      <a:spcBef>
        <a:spcPct val="30000"/>
      </a:spcBef>
      <a:spcAft>
        <a:spcPts val="0"/>
      </a:spcAft>
      <a:buNone/>
      <a:defRPr sz="1200" b="0" i="0" u="none" strike="noStrike" kern="1200" cap="none" spc="0" baseline="0">
        <a:solidFill>
          <a:schemeClr val="tx1"/>
        </a:solidFill>
        <a:latin typeface="Calibri" pitchFamily="34" charset="0"/>
        <a:ea typeface="MS PGothic" pitchFamily="34" charset="-128"/>
        <a:cs typeface="ＭＳ Ｐゴシック" pitchFamily="0" charset="0"/>
      </a:defRPr>
    </a:lvl1pPr>
    <a:lvl2pPr marL="457200" indent="0" algn="l" defTabSz="914400" eaLnBrk="0" fontAlgn="base" hangingPunct="0">
      <a:lnSpc>
        <a:spcPct val="100000"/>
      </a:lnSpc>
      <a:spcBef>
        <a:spcPct val="30000"/>
      </a:spcBef>
      <a:spcAft>
        <a:spcPts val="0"/>
      </a:spcAft>
      <a:buNone/>
      <a:defRPr sz="1200" b="0" i="0" u="none" strike="noStrike" kern="1200" cap="none" spc="0" baseline="0">
        <a:solidFill>
          <a:schemeClr val="tx1"/>
        </a:solidFill>
        <a:latin typeface="Calibri" pitchFamily="34" charset="0"/>
        <a:ea typeface="MS PGothic" pitchFamily="34" charset="-128"/>
        <a:cs typeface="Calibri" pitchFamily="34" charset="0"/>
      </a:defRPr>
    </a:lvl2pPr>
    <a:lvl3pPr marL="914400" indent="0" algn="l" defTabSz="914400" eaLnBrk="0" fontAlgn="base" hangingPunct="0">
      <a:lnSpc>
        <a:spcPct val="100000"/>
      </a:lnSpc>
      <a:spcBef>
        <a:spcPct val="30000"/>
      </a:spcBef>
      <a:spcAft>
        <a:spcPts val="0"/>
      </a:spcAft>
      <a:buNone/>
      <a:defRPr sz="1200" b="0" i="0" u="none" strike="noStrike" kern="1200" cap="none" spc="0" baseline="0">
        <a:solidFill>
          <a:schemeClr val="tx1"/>
        </a:solidFill>
        <a:latin typeface="Calibri" pitchFamily="34" charset="0"/>
        <a:ea typeface="MS PGothic" pitchFamily="34" charset="-128"/>
        <a:cs typeface="Calibri" pitchFamily="34" charset="0"/>
      </a:defRPr>
    </a:lvl3pPr>
    <a:lvl4pPr marL="1371600" indent="0" algn="l" defTabSz="914400" eaLnBrk="0" fontAlgn="base" hangingPunct="0">
      <a:lnSpc>
        <a:spcPct val="100000"/>
      </a:lnSpc>
      <a:spcBef>
        <a:spcPct val="30000"/>
      </a:spcBef>
      <a:spcAft>
        <a:spcPts val="0"/>
      </a:spcAft>
      <a:buNone/>
      <a:defRPr sz="1200" b="0" i="0" u="none" strike="noStrike" kern="1200" cap="none" spc="0" baseline="0">
        <a:solidFill>
          <a:schemeClr val="tx1"/>
        </a:solidFill>
        <a:latin typeface="Calibri" pitchFamily="34" charset="0"/>
        <a:ea typeface="MS PGothic" pitchFamily="34" charset="-128"/>
        <a:cs typeface="Calibri" pitchFamily="34" charset="0"/>
      </a:defRPr>
    </a:lvl4pPr>
    <a:lvl5pPr marL="1828800" indent="0" algn="l" defTabSz="914400" eaLnBrk="0" fontAlgn="base" hangingPunct="0">
      <a:lnSpc>
        <a:spcPct val="100000"/>
      </a:lnSpc>
      <a:spcBef>
        <a:spcPct val="30000"/>
      </a:spcBef>
      <a:spcAft>
        <a:spcPts val="0"/>
      </a:spcAft>
      <a:buNone/>
      <a:defRPr sz="1200" b="0" i="0" u="none" strike="noStrike" kern="1200" cap="none" spc="0" baseline="0">
        <a:solidFill>
          <a:schemeClr val="tx1"/>
        </a:solidFill>
        <a:latin typeface="Calibri" pitchFamily="34" charset="0"/>
        <a:ea typeface="MS PGothic" pitchFamily="34" charset="-128"/>
        <a:cs typeface="Calibri" pitchFamily="34" charset="0"/>
      </a:defRPr>
    </a:lvl5pPr>
    <a:lvl6pPr marL="22860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pitchFamily="34" charset="0"/>
        <a:ea typeface="宋体" pitchFamily="0" charset="0"/>
        <a:cs typeface="Calibri" pitchFamily="34" charset="0"/>
      </a:defRPr>
    </a:lvl6pPr>
    <a:lvl7pPr marL="27432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pitchFamily="34" charset="0"/>
        <a:ea typeface="宋体" pitchFamily="0" charset="0"/>
        <a:cs typeface="Calibri" pitchFamily="34" charset="0"/>
      </a:defRPr>
    </a:lvl7pPr>
    <a:lvl8pPr marL="32004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pitchFamily="34" charset="0"/>
        <a:ea typeface="宋体" pitchFamily="0" charset="0"/>
        <a:cs typeface="Calibri" pitchFamily="34" charset="0"/>
      </a:defRPr>
    </a:lvl8pPr>
    <a:lvl9pPr marL="32004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pitchFamily="34" charset="0"/>
        <a:ea typeface="宋体" pitchFamily="0" charset="0"/>
        <a:cs typeface="Calibri" pitchFamily="34" charset="0"/>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notesSlide1.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2"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1</a:t>
            </a:fld>
            <a:endParaRPr lang="zh-CN" altLang="en-US" sz="1200">
              <a:latin typeface="Calibri" pitchFamily="34" charset="0"/>
              <a:ea typeface="MS PGothic" pitchFamily="34" charset="-128"/>
              <a:cs typeface="Calibri" pitchFamily="34" charset="0"/>
            </a:endParaRPr>
          </a:p>
        </p:txBody>
      </p:sp>
      <p:sp>
        <p:nvSpPr>
          <p:cNvPr id="44" name="Rectangles"/>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1</a:t>
            </a:fld>
            <a:endParaRPr lang="zh-CN" altLang="en-US" sz="1200">
              <a:latin typeface="Calibri" pitchFamily="34" charset="0"/>
              <a:ea typeface="MS PGothic" pitchFamily="34" charset="-128"/>
              <a:cs typeface="Calibri" pitchFamily="34" charset="0"/>
            </a:endParaRPr>
          </a:p>
        </p:txBody>
      </p:sp>
      <p:sp>
        <p:nvSpPr>
          <p:cNvPr id="45" name="Object"/>
          <p:cNvSpPr>
            <a:spLocks noGrp="1" noChangeAspect="1"/>
          </p:cNvSpPr>
          <p:nvPr>
            <p:ph type="sldImg"/>
          </p:nvPr>
        </p:nvSpPr>
        <p:spPr>
          <a:xfrm rot="0">
            <a:off x="381000" y="685800"/>
            <a:ext cx="6096000" cy="3429000"/>
          </a:xfrm>
          <a:prstGeom prst="rect"/>
          <a:noFill/>
          <a:ln w="12700" cmpd="sng" cap="flat">
            <a:noFill/>
            <a:prstDash val="solid"/>
            <a:miter/>
          </a:ln>
        </p:spPr>
      </p:sp>
      <p:sp>
        <p:nvSpPr>
          <p:cNvPr id="46" name="Text box"/>
          <p:cNvSpPr>
            <a:spLocks noGrp="1"/>
          </p:cNvSpPr>
          <p:nvPr>
            <p:ph type="body" idx="1"/>
          </p:nvPr>
        </p:nvSpPr>
        <p:spPr>
          <a:xfrm rot="0">
            <a:off x="685800" y="4343400"/>
            <a:ext cx="5486400" cy="411480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47" name="Rectangles"/>
          <p:cNvSpPr>
            <a:spLocks/>
          </p:cNvSpPr>
          <p:nvPr/>
        </p:nvSpPr>
        <p:spPr>
          <a:xfrm rot="0">
            <a:off x="0" y="0"/>
            <a:ext cx="0" cy="0"/>
          </a:xfrm>
          <a:prstGeom prst="rect"/>
          <a:noFill/>
          <a:ln w="12700" cmpd="sng" cap="flat">
            <a:noFill/>
            <a:prstDash val="solid"/>
            <a:miter/>
          </a:ln>
        </p:spPr>
        <p:txBody>
          <a:bodyPr vert="horz" wrap="square" lIns="91440" tIns="45720" rIns="91440" bIns="45720" anchor="t" anchorCtr="0">
            <a:prstTxWarp prst="textNoShape"/>
          </a:bodyPr>
          <a:lstStyle/>
          <a:p>
            <a:pPr marL="0" indent="0" algn="l" defTabSz="892175">
              <a:lnSpc>
                <a:spcPct val="100000"/>
              </a:lnSpc>
              <a:spcBef>
                <a:spcPts val="0"/>
              </a:spcBef>
              <a:spcAft>
                <a:spcPts val="0"/>
              </a:spcAft>
              <a:buNone/>
            </a:pPr>
            <a:r>
              <a:rPr lang="en-US" altLang="zh-CN" sz="1200" b="0" i="0" u="none" strike="noStrike" kern="1200" cap="none" spc="0" baseline="0">
                <a:solidFill>
                  <a:schemeClr val="tx1"/>
                </a:solidFill>
                <a:latin typeface="Arial" pitchFamily="34" charset="0"/>
                <a:ea typeface="ＭＳ Ｐゴシック" pitchFamily="0" charset="0"/>
                <a:cs typeface="Calibri" pitchFamily="34" charset="0"/>
              </a:rPr>
              <a:t>prepared by Razana Alwee / edited by Suhaila Mohamad Yusuf</a:t>
            </a:r>
            <a:endParaRPr lang="zh-CN" altLang="en-US" sz="1200" b="0" i="0" u="none" strike="noStrike" kern="1200" cap="none" spc="0" baseline="0">
              <a:solidFill>
                <a:schemeClr val="tx1"/>
              </a:solidFill>
              <a:latin typeface="Arial" pitchFamily="34" charset="0"/>
              <a:ea typeface="ＭＳ Ｐゴシック" pitchFamily="0" charset="0"/>
              <a:cs typeface="Calibri" pitchFamily="34" charset="0"/>
            </a:endParaRPr>
          </a:p>
        </p:txBody>
      </p:sp>
      <p:sp>
        <p:nvSpPr>
          <p:cNvPr id="48" name="Rectangles"/>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t" anchorCtr="0">
            <a:prstTxWarp prst="textNoShape"/>
          </a:bodyPr>
          <a:lstStyle/>
          <a:p>
            <a:pPr defTabSz="892175"/>
            <a:fld id="{CAD2D6BD-DE1B-4B5F-8B41-2702339687B9}" type="slidenum">
              <a:rPr lang="en-US" altLang="zh-CN" sz="1200" b="0" i="0" u="none" strike="noStrike" kern="1200" cap="none" spc="0" baseline="0">
                <a:solidFill>
                  <a:schemeClr val="tx1"/>
                </a:solidFill>
                <a:latin typeface="Arial" pitchFamily="34" charset="0"/>
                <a:ea typeface="ＭＳ Ｐゴシック" pitchFamily="0" charset="0"/>
                <a:cs typeface="Lucida Sans" pitchFamily="0" charset="0"/>
              </a:rPr>
              <a:t>1</a:t>
            </a:fld>
            <a:endParaRPr lang="zh-CN" altLang="en-US" sz="1200" b="0">
              <a:solidFill>
                <a:schemeClr val="tx1"/>
              </a:solidFill>
              <a:latin typeface="Arial" pitchFamily="34" charset="0"/>
              <a:ea typeface="ＭＳ Ｐゴシック" pitchFamily="0" charset="0"/>
            </a:endParaRPr>
          </a:p>
        </p:txBody>
      </p:sp>
    </p:spTree>
    <p:extLst>
      <p:ext uri="{BB962C8B-B14F-4D97-AF65-F5344CB8AC3E}">
        <p14:creationId xmlns:p14="http://schemas.microsoft.com/office/powerpoint/2010/main" val="1790561874"/>
      </p:ext>
    </p:extLst>
  </p:cSld>
  <p:clrMapOvr>
    <a:masterClrMapping/>
  </p:clrMapOvr>
</p:notes>
</file>

<file path=ppt/notesSlides/notesSlide2.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2"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2</a:t>
            </a:fld>
            <a:endParaRPr lang="zh-CN" altLang="en-US" sz="1200">
              <a:latin typeface="Calibri" pitchFamily="34" charset="0"/>
              <a:ea typeface="MS PGothic" pitchFamily="34" charset="-128"/>
              <a:cs typeface="Calibri" pitchFamily="34" charset="0"/>
            </a:endParaRPr>
          </a:p>
        </p:txBody>
      </p:sp>
      <p:sp>
        <p:nvSpPr>
          <p:cNvPr id="62" name="Object"/>
          <p:cNvSpPr>
            <a:spLocks noGrp="1"/>
          </p:cNvSpPr>
          <p:nvPr>
            <p:ph type="sldImg"/>
          </p:nvPr>
        </p:nvSpPr>
        <p:spPr>
          <a:xfrm rot="0">
            <a:off x="381000" y="685800"/>
            <a:ext cx="6096000" cy="3429000"/>
          </a:xfrm>
          <a:prstGeom prst="rect"/>
          <a:noFill/>
          <a:ln w="12700" cmpd="sng" cap="flat">
            <a:noFill/>
            <a:prstDash val="solid"/>
            <a:miter/>
          </a:ln>
        </p:spPr>
      </p:sp>
      <p:sp>
        <p:nvSpPr>
          <p:cNvPr id="63" name="Text box"/>
          <p:cNvSpPr>
            <a:spLocks noGrp="1"/>
          </p:cNvSpPr>
          <p:nvPr>
            <p:ph type="body" idx="1"/>
          </p:nvPr>
        </p:nvSpPr>
        <p:spPr>
          <a:xfrm rot="0">
            <a:off x="685800" y="4343400"/>
            <a:ext cx="5486400" cy="411480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64" name="Rectangles"/>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2</a:t>
            </a:fld>
            <a:endParaRPr lang="zh-CN" altLang="en-US" sz="1200">
              <a:latin typeface="Calibri" pitchFamily="34" charset="0"/>
              <a:ea typeface="MS PGothic" pitchFamily="34" charset="-128"/>
              <a:cs typeface="Calibri" pitchFamily="34" charset="0"/>
            </a:endParaRPr>
          </a:p>
        </p:txBody>
      </p:sp>
    </p:spTree>
    <p:extLst>
      <p:ext uri="{BB962C8B-B14F-4D97-AF65-F5344CB8AC3E}">
        <p14:creationId xmlns:p14="http://schemas.microsoft.com/office/powerpoint/2010/main" val="1424281504"/>
      </p:ext>
    </p:extLst>
  </p:cSld>
  <p:clrMapOvr>
    <a:masterClrMapping/>
  </p:clrMapOvr>
</p:notes>
</file>

<file path=ppt/notesSlides/notesSlide3.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2"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3</a:t>
            </a:fld>
            <a:endParaRPr lang="zh-CN" altLang="en-US" sz="1200">
              <a:latin typeface="Calibri" pitchFamily="34" charset="0"/>
              <a:ea typeface="MS PGothic" pitchFamily="34" charset="-128"/>
              <a:cs typeface="Calibri" pitchFamily="34" charset="0"/>
            </a:endParaRPr>
          </a:p>
        </p:txBody>
      </p:sp>
      <p:sp>
        <p:nvSpPr>
          <p:cNvPr id="67" name="Object"/>
          <p:cNvSpPr>
            <a:spLocks noGrp="1"/>
          </p:cNvSpPr>
          <p:nvPr>
            <p:ph type="sldImg"/>
          </p:nvPr>
        </p:nvSpPr>
        <p:spPr>
          <a:xfrm rot="0">
            <a:off x="381000" y="685800"/>
            <a:ext cx="6096000" cy="3429000"/>
          </a:xfrm>
          <a:prstGeom prst="rect"/>
          <a:noFill/>
          <a:ln w="12700" cmpd="sng" cap="flat">
            <a:noFill/>
            <a:prstDash val="solid"/>
            <a:miter/>
          </a:ln>
        </p:spPr>
      </p:sp>
      <p:sp>
        <p:nvSpPr>
          <p:cNvPr id="68" name="Text box"/>
          <p:cNvSpPr>
            <a:spLocks noGrp="1"/>
          </p:cNvSpPr>
          <p:nvPr>
            <p:ph type="body" idx="1"/>
          </p:nvPr>
        </p:nvSpPr>
        <p:spPr>
          <a:xfrm rot="0">
            <a:off x="685800" y="4343400"/>
            <a:ext cx="5486400" cy="411480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69" name="Rectangles"/>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3</a:t>
            </a:fld>
            <a:endParaRPr lang="zh-CN" altLang="en-US" sz="1200">
              <a:latin typeface="Calibri" pitchFamily="34" charset="0"/>
              <a:ea typeface="MS PGothic" pitchFamily="34" charset="-128"/>
              <a:cs typeface="Calibri" pitchFamily="34" charset="0"/>
            </a:endParaRPr>
          </a:p>
        </p:txBody>
      </p:sp>
    </p:spTree>
    <p:extLst>
      <p:ext uri="{BB962C8B-B14F-4D97-AF65-F5344CB8AC3E}">
        <p14:creationId xmlns:p14="http://schemas.microsoft.com/office/powerpoint/2010/main" val="522076166"/>
      </p:ext>
    </p:extLst>
  </p:cSld>
  <p:clrMapOvr>
    <a:masterClrMapping/>
  </p:clrMapOvr>
</p:notes>
</file>

<file path=ppt/notesSlides/notesSlide4.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2"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4</a:t>
            </a:fld>
            <a:endParaRPr lang="zh-CN" altLang="en-US" sz="1200">
              <a:latin typeface="Calibri" pitchFamily="34" charset="0"/>
              <a:ea typeface="MS PGothic" pitchFamily="34" charset="-128"/>
              <a:cs typeface="Calibri" pitchFamily="34" charset="0"/>
            </a:endParaRPr>
          </a:p>
        </p:txBody>
      </p:sp>
      <p:sp>
        <p:nvSpPr>
          <p:cNvPr id="82" name="Rectangles"/>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4</a:t>
            </a:fld>
            <a:endParaRPr lang="zh-CN" altLang="en-US" sz="1200">
              <a:latin typeface="Calibri" pitchFamily="34" charset="0"/>
              <a:ea typeface="MS PGothic" pitchFamily="34" charset="-128"/>
              <a:cs typeface="Calibri" pitchFamily="34" charset="0"/>
            </a:endParaRPr>
          </a:p>
        </p:txBody>
      </p:sp>
      <p:sp>
        <p:nvSpPr>
          <p:cNvPr id="83" name="Object"/>
          <p:cNvSpPr>
            <a:spLocks noGrp="1" noChangeAspect="1"/>
          </p:cNvSpPr>
          <p:nvPr>
            <p:ph type="sldImg"/>
          </p:nvPr>
        </p:nvSpPr>
        <p:spPr>
          <a:xfrm rot="0">
            <a:off x="381000" y="685800"/>
            <a:ext cx="6096000" cy="3429000"/>
          </a:xfrm>
          <a:prstGeom prst="rect"/>
          <a:noFill/>
          <a:ln w="12700" cmpd="sng" cap="flat">
            <a:solidFill>
              <a:srgbClr val="000000"/>
            </a:solidFill>
            <a:prstDash val="solid"/>
            <a:miter/>
          </a:ln>
        </p:spPr>
      </p:sp>
      <p:sp>
        <p:nvSpPr>
          <p:cNvPr id="84" name="Text box"/>
          <p:cNvSpPr>
            <a:spLocks noGrp="1"/>
          </p:cNvSpPr>
          <p:nvPr>
            <p:ph type="body" idx="1"/>
          </p:nvPr>
        </p:nvSpPr>
        <p:spPr>
          <a:xfrm rot="0">
            <a:off x="685800" y="4343400"/>
            <a:ext cx="5486400" cy="411480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85" name="Rectangles"/>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t" anchorCtr="0">
            <a:prstTxWarp prst="textNoShape"/>
          </a:bodyPr>
          <a:lstStyle/>
          <a:p>
            <a:pPr eaLnBrk="1" hangingPunct="1"/>
            <a:fld id="{CAD2D6BD-DE1B-4B5F-8B41-2702339687B9}" type="slidenum">
              <a:rPr lang="en-US" altLang="zh-CN" sz="1800" b="0" i="0" u="none" strike="noStrike" kern="1200" cap="none" spc="0" baseline="0">
                <a:solidFill>
                  <a:schemeClr val="tx1"/>
                </a:solidFill>
                <a:latin typeface="Calibri" pitchFamily="34" charset="0"/>
                <a:ea typeface="MS PGothic" pitchFamily="34" charset="-128"/>
                <a:cs typeface="Lucida Sans" pitchFamily="0" charset="0"/>
              </a:rPr>
              <a:t>4</a:t>
            </a:fld>
            <a:endParaRPr lang="zh-CN" altLang="en-US">
              <a:solidFill>
                <a:schemeClr val="tx1"/>
              </a:solidFill>
              <a:latin typeface="Calibri" pitchFamily="34" charset="0"/>
              <a:ea typeface="MS PGothic" pitchFamily="34" charset="-128"/>
            </a:endParaRPr>
          </a:p>
        </p:txBody>
      </p:sp>
    </p:spTree>
    <p:extLst>
      <p:ext uri="{BB962C8B-B14F-4D97-AF65-F5344CB8AC3E}">
        <p14:creationId xmlns:p14="http://schemas.microsoft.com/office/powerpoint/2010/main" val="128148600"/>
      </p:ext>
    </p:extLst>
  </p:cSld>
  <p:clrMapOvr>
    <a:masterClrMapping/>
  </p:clrMapOvr>
</p:notes>
</file>

<file path=ppt/notesSlides/notesSlide5.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2"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5</a:t>
            </a:fld>
            <a:endParaRPr lang="zh-CN" altLang="en-US" sz="1200">
              <a:latin typeface="Calibri" pitchFamily="34" charset="0"/>
              <a:ea typeface="MS PGothic" pitchFamily="34" charset="-128"/>
              <a:cs typeface="Calibri" pitchFamily="34" charset="0"/>
            </a:endParaRPr>
          </a:p>
        </p:txBody>
      </p:sp>
      <p:sp>
        <p:nvSpPr>
          <p:cNvPr id="90" name="Object"/>
          <p:cNvSpPr>
            <a:spLocks noGrp="1"/>
          </p:cNvSpPr>
          <p:nvPr>
            <p:ph type="sldImg"/>
          </p:nvPr>
        </p:nvSpPr>
        <p:spPr>
          <a:xfrm rot="0">
            <a:off x="381000" y="685800"/>
            <a:ext cx="6096000" cy="3429000"/>
          </a:xfrm>
          <a:prstGeom prst="rect"/>
          <a:noFill/>
          <a:ln w="12700" cmpd="sng" cap="flat">
            <a:noFill/>
            <a:prstDash val="solid"/>
            <a:miter/>
          </a:ln>
        </p:spPr>
      </p:sp>
      <p:sp>
        <p:nvSpPr>
          <p:cNvPr id="91" name="Text box"/>
          <p:cNvSpPr>
            <a:spLocks noGrp="1"/>
          </p:cNvSpPr>
          <p:nvPr>
            <p:ph type="body" idx="1"/>
          </p:nvPr>
        </p:nvSpPr>
        <p:spPr>
          <a:xfrm rot="0">
            <a:off x="685800" y="4343400"/>
            <a:ext cx="5486400" cy="411480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92" name="Rectangles"/>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5</a:t>
            </a:fld>
            <a:endParaRPr lang="zh-CN" altLang="en-US" sz="1200">
              <a:latin typeface="Calibri" pitchFamily="34" charset="0"/>
              <a:ea typeface="MS PGothic" pitchFamily="34" charset="-128"/>
              <a:cs typeface="Calibri" pitchFamily="34" charset="0"/>
            </a:endParaRPr>
          </a:p>
        </p:txBody>
      </p:sp>
    </p:spTree>
    <p:extLst>
      <p:ext uri="{BB962C8B-B14F-4D97-AF65-F5344CB8AC3E}">
        <p14:creationId xmlns:p14="http://schemas.microsoft.com/office/powerpoint/2010/main" val="247393250"/>
      </p:ext>
    </p:extLst>
  </p:cSld>
  <p:clrMapOvr>
    <a:masterClrMapping/>
  </p:clrMapOvr>
</p:notes>
</file>

<file path=ppt/notesSlides/notesSlide6.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2"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6</a:t>
            </a:fld>
            <a:endParaRPr lang="zh-CN" altLang="en-US" sz="1200">
              <a:latin typeface="Calibri" pitchFamily="34" charset="0"/>
              <a:ea typeface="MS PGothic" pitchFamily="34" charset="-128"/>
              <a:cs typeface="Calibri" pitchFamily="34" charset="0"/>
            </a:endParaRPr>
          </a:p>
        </p:txBody>
      </p:sp>
      <p:sp>
        <p:nvSpPr>
          <p:cNvPr id="120" name="Object"/>
          <p:cNvSpPr>
            <a:spLocks noGrp="1"/>
          </p:cNvSpPr>
          <p:nvPr>
            <p:ph type="sldImg"/>
          </p:nvPr>
        </p:nvSpPr>
        <p:spPr>
          <a:xfrm rot="0">
            <a:off x="381000" y="685800"/>
            <a:ext cx="6096000" cy="3429000"/>
          </a:xfrm>
          <a:prstGeom prst="rect"/>
          <a:noFill/>
          <a:ln w="12700" cmpd="sng" cap="flat">
            <a:noFill/>
            <a:prstDash val="solid"/>
            <a:miter/>
          </a:ln>
        </p:spPr>
      </p:sp>
      <p:sp>
        <p:nvSpPr>
          <p:cNvPr id="121" name="Text box"/>
          <p:cNvSpPr>
            <a:spLocks noGrp="1"/>
          </p:cNvSpPr>
          <p:nvPr>
            <p:ph type="body" idx="1"/>
          </p:nvPr>
        </p:nvSpPr>
        <p:spPr>
          <a:xfrm rot="0">
            <a:off x="685800" y="4343400"/>
            <a:ext cx="5486400" cy="411480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122" name="Rectangles"/>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6</a:t>
            </a:fld>
            <a:endParaRPr lang="zh-CN" altLang="en-US" sz="1200">
              <a:latin typeface="Calibri" pitchFamily="34" charset="0"/>
              <a:ea typeface="MS PGothic" pitchFamily="34" charset="-128"/>
              <a:cs typeface="Calibri" pitchFamily="34" charset="0"/>
            </a:endParaRPr>
          </a:p>
        </p:txBody>
      </p:sp>
    </p:spTree>
    <p:extLst>
      <p:ext uri="{BB962C8B-B14F-4D97-AF65-F5344CB8AC3E}">
        <p14:creationId xmlns:p14="http://schemas.microsoft.com/office/powerpoint/2010/main" val="2096711323"/>
      </p:ext>
    </p:extLst>
  </p:cSld>
  <p:clrMapOvr>
    <a:masterClrMapping/>
  </p:clrMapOvr>
</p:notes>
</file>

<file path=ppt/notesSlides/notesSlide7.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2"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7</a:t>
            </a:fld>
            <a:endParaRPr lang="zh-CN" altLang="en-US" sz="1200">
              <a:latin typeface="Calibri" pitchFamily="34" charset="0"/>
              <a:ea typeface="MS PGothic" pitchFamily="34" charset="-128"/>
              <a:cs typeface="Calibri" pitchFamily="34" charset="0"/>
            </a:endParaRPr>
          </a:p>
        </p:txBody>
      </p:sp>
      <p:sp>
        <p:nvSpPr>
          <p:cNvPr id="127" name="Object"/>
          <p:cNvSpPr>
            <a:spLocks noGrp="1"/>
          </p:cNvSpPr>
          <p:nvPr>
            <p:ph type="sldImg"/>
          </p:nvPr>
        </p:nvSpPr>
        <p:spPr>
          <a:xfrm rot="0">
            <a:off x="381000" y="685800"/>
            <a:ext cx="6096000" cy="3429000"/>
          </a:xfrm>
          <a:prstGeom prst="rect"/>
          <a:noFill/>
          <a:ln w="12700" cmpd="sng" cap="flat">
            <a:noFill/>
            <a:prstDash val="solid"/>
            <a:miter/>
          </a:ln>
        </p:spPr>
      </p:sp>
      <p:sp>
        <p:nvSpPr>
          <p:cNvPr id="128" name="Text box"/>
          <p:cNvSpPr>
            <a:spLocks noGrp="1"/>
          </p:cNvSpPr>
          <p:nvPr>
            <p:ph type="body" idx="1"/>
          </p:nvPr>
        </p:nvSpPr>
        <p:spPr>
          <a:xfrm rot="0">
            <a:off x="685800" y="4343400"/>
            <a:ext cx="5486400" cy="411480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129" name="Rectangles"/>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7</a:t>
            </a:fld>
            <a:endParaRPr lang="zh-CN" altLang="en-US" sz="1200">
              <a:latin typeface="Calibri" pitchFamily="34" charset="0"/>
              <a:ea typeface="MS PGothic" pitchFamily="34" charset="-128"/>
              <a:cs typeface="Calibri" pitchFamily="34" charset="0"/>
            </a:endParaRPr>
          </a:p>
        </p:txBody>
      </p:sp>
    </p:spTree>
    <p:extLst>
      <p:ext uri="{BB962C8B-B14F-4D97-AF65-F5344CB8AC3E}">
        <p14:creationId xmlns:p14="http://schemas.microsoft.com/office/powerpoint/2010/main" val="2125232671"/>
      </p:ext>
    </p:extLst>
  </p:cSld>
  <p:clrMapOvr>
    <a:masterClrMapping/>
  </p:clrMapOvr>
</p:notes>
</file>

<file path=ppt/notesSlides/notesSlide8.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2"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8</a:t>
            </a:fld>
            <a:endParaRPr lang="zh-CN" altLang="en-US" sz="1200">
              <a:latin typeface="Calibri" pitchFamily="34" charset="0"/>
              <a:ea typeface="MS PGothic" pitchFamily="34" charset="-128"/>
              <a:cs typeface="Calibri" pitchFamily="34" charset="0"/>
            </a:endParaRPr>
          </a:p>
        </p:txBody>
      </p:sp>
      <p:sp>
        <p:nvSpPr>
          <p:cNvPr id="134" name="Object"/>
          <p:cNvSpPr>
            <a:spLocks noGrp="1"/>
          </p:cNvSpPr>
          <p:nvPr>
            <p:ph type="sldImg"/>
          </p:nvPr>
        </p:nvSpPr>
        <p:spPr>
          <a:xfrm rot="0">
            <a:off x="381000" y="685800"/>
            <a:ext cx="6096000" cy="3429000"/>
          </a:xfrm>
          <a:prstGeom prst="rect"/>
          <a:noFill/>
          <a:ln w="12700" cmpd="sng" cap="flat">
            <a:noFill/>
            <a:prstDash val="solid"/>
            <a:miter/>
          </a:ln>
        </p:spPr>
      </p:sp>
      <p:sp>
        <p:nvSpPr>
          <p:cNvPr id="135" name="Text box"/>
          <p:cNvSpPr>
            <a:spLocks noGrp="1"/>
          </p:cNvSpPr>
          <p:nvPr>
            <p:ph type="body" idx="1"/>
          </p:nvPr>
        </p:nvSpPr>
        <p:spPr>
          <a:xfrm rot="0">
            <a:off x="685800" y="4343400"/>
            <a:ext cx="5486400" cy="411480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136" name="Rectangles"/>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8</a:t>
            </a:fld>
            <a:endParaRPr lang="zh-CN" altLang="en-US" sz="1200">
              <a:latin typeface="Calibri" pitchFamily="34" charset="0"/>
              <a:ea typeface="MS PGothic" pitchFamily="34" charset="-128"/>
              <a:cs typeface="Calibri" pitchFamily="34" charset="0"/>
            </a:endParaRPr>
          </a:p>
        </p:txBody>
      </p:sp>
    </p:spTree>
    <p:extLst>
      <p:ext uri="{BB962C8B-B14F-4D97-AF65-F5344CB8AC3E}">
        <p14:creationId xmlns:p14="http://schemas.microsoft.com/office/powerpoint/2010/main" val="893018165"/>
      </p:ext>
    </p:extLst>
  </p:cSld>
  <p:clrMapOvr>
    <a:masterClrMapping/>
  </p:clrMapOvr>
</p:notes>
</file>

<file path=ppt/notesSlides/notesSlide9.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2"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9</a:t>
            </a:fld>
            <a:endParaRPr lang="zh-CN" altLang="en-US" sz="1200">
              <a:latin typeface="Calibri" pitchFamily="34" charset="0"/>
              <a:ea typeface="MS PGothic" pitchFamily="34" charset="-128"/>
              <a:cs typeface="Calibri" pitchFamily="34" charset="0"/>
            </a:endParaRPr>
          </a:p>
        </p:txBody>
      </p:sp>
      <p:sp>
        <p:nvSpPr>
          <p:cNvPr id="141" name="Object"/>
          <p:cNvSpPr>
            <a:spLocks noGrp="1"/>
          </p:cNvSpPr>
          <p:nvPr>
            <p:ph type="sldImg"/>
          </p:nvPr>
        </p:nvSpPr>
        <p:spPr>
          <a:xfrm rot="0">
            <a:off x="381000" y="685800"/>
            <a:ext cx="6096000" cy="3429000"/>
          </a:xfrm>
          <a:prstGeom prst="rect"/>
          <a:noFill/>
          <a:ln w="12700" cmpd="sng" cap="flat">
            <a:noFill/>
            <a:prstDash val="solid"/>
            <a:miter/>
          </a:ln>
        </p:spPr>
      </p:sp>
      <p:sp>
        <p:nvSpPr>
          <p:cNvPr id="142" name="Text box"/>
          <p:cNvSpPr>
            <a:spLocks noGrp="1"/>
          </p:cNvSpPr>
          <p:nvPr>
            <p:ph type="body" idx="1"/>
          </p:nvPr>
        </p:nvSpPr>
        <p:spPr>
          <a:xfrm rot="0">
            <a:off x="685800" y="4343400"/>
            <a:ext cx="5486400" cy="411480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143" name="Rectangles"/>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9</a:t>
            </a:fld>
            <a:endParaRPr lang="zh-CN" altLang="en-US" sz="1200">
              <a:latin typeface="Calibri" pitchFamily="34" charset="0"/>
              <a:ea typeface="MS PGothic" pitchFamily="34" charset="-128"/>
              <a:cs typeface="Calibri" pitchFamily="34" charset="0"/>
            </a:endParaRPr>
          </a:p>
        </p:txBody>
      </p:sp>
    </p:spTree>
    <p:extLst>
      <p:ext uri="{BB962C8B-B14F-4D97-AF65-F5344CB8AC3E}">
        <p14:creationId xmlns:p14="http://schemas.microsoft.com/office/powerpoint/2010/main" val="587280149"/>
      </p:ext>
    </p:extLst>
  </p:cSld>
  <p:clrMapOvr>
    <a:masterClrMapping/>
  </p:clrMapOvr>
</p:notes>
</file>

<file path=ppt/notesSlides/notesSlide10.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2"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10</a:t>
            </a:fld>
            <a:endParaRPr lang="zh-CN" altLang="en-US" sz="1200">
              <a:latin typeface="Calibri" pitchFamily="34" charset="0"/>
              <a:ea typeface="MS PGothic" pitchFamily="34" charset="-128"/>
              <a:cs typeface="Calibri" pitchFamily="34" charset="0"/>
            </a:endParaRPr>
          </a:p>
        </p:txBody>
      </p:sp>
      <p:sp>
        <p:nvSpPr>
          <p:cNvPr id="152" name="Object"/>
          <p:cNvSpPr>
            <a:spLocks noGrp="1"/>
          </p:cNvSpPr>
          <p:nvPr>
            <p:ph type="sldImg"/>
          </p:nvPr>
        </p:nvSpPr>
        <p:spPr>
          <a:xfrm rot="0">
            <a:off x="381000" y="685800"/>
            <a:ext cx="6096000" cy="3429000"/>
          </a:xfrm>
          <a:prstGeom prst="rect"/>
          <a:noFill/>
          <a:ln w="12700" cmpd="sng" cap="flat">
            <a:noFill/>
            <a:prstDash val="solid"/>
            <a:miter/>
          </a:ln>
        </p:spPr>
      </p:sp>
      <p:sp>
        <p:nvSpPr>
          <p:cNvPr id="153" name="Text box"/>
          <p:cNvSpPr>
            <a:spLocks noGrp="1"/>
          </p:cNvSpPr>
          <p:nvPr>
            <p:ph type="body" idx="1"/>
          </p:nvPr>
        </p:nvSpPr>
        <p:spPr>
          <a:xfrm rot="0">
            <a:off x="685800" y="4343400"/>
            <a:ext cx="5486400" cy="411480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154" name="Rectangles"/>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10</a:t>
            </a:fld>
            <a:endParaRPr lang="zh-CN" altLang="en-US" sz="1200">
              <a:latin typeface="Calibri" pitchFamily="34" charset="0"/>
              <a:ea typeface="MS PGothic" pitchFamily="34" charset="-128"/>
              <a:cs typeface="Calibri" pitchFamily="34" charset="0"/>
            </a:endParaRPr>
          </a:p>
        </p:txBody>
      </p:sp>
    </p:spTree>
    <p:extLst>
      <p:ext uri="{BB962C8B-B14F-4D97-AF65-F5344CB8AC3E}">
        <p14:creationId xmlns:p14="http://schemas.microsoft.com/office/powerpoint/2010/main" val="1300516937"/>
      </p:ext>
    </p:extLst>
  </p:cSld>
  <p:clrMapOvr>
    <a:masterClrMapping/>
  </p:clrMapOvr>
</p:notes>
</file>

<file path=ppt/notesSlides/notesSlide11.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2"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11</a:t>
            </a:fld>
            <a:endParaRPr lang="zh-CN" altLang="en-US" sz="1200">
              <a:latin typeface="Calibri" pitchFamily="34" charset="0"/>
              <a:ea typeface="MS PGothic" pitchFamily="34" charset="-128"/>
              <a:cs typeface="Calibri" pitchFamily="34" charset="0"/>
            </a:endParaRPr>
          </a:p>
        </p:txBody>
      </p:sp>
      <p:sp>
        <p:nvSpPr>
          <p:cNvPr id="169" name="Object"/>
          <p:cNvSpPr>
            <a:spLocks noGrp="1"/>
          </p:cNvSpPr>
          <p:nvPr>
            <p:ph type="sldImg"/>
          </p:nvPr>
        </p:nvSpPr>
        <p:spPr>
          <a:xfrm rot="0">
            <a:off x="381000" y="685800"/>
            <a:ext cx="6096000" cy="3429000"/>
          </a:xfrm>
          <a:prstGeom prst="rect"/>
          <a:noFill/>
          <a:ln w="12700" cmpd="sng" cap="flat">
            <a:noFill/>
            <a:prstDash val="solid"/>
            <a:miter/>
          </a:ln>
        </p:spPr>
      </p:sp>
      <p:sp>
        <p:nvSpPr>
          <p:cNvPr id="170" name="Text box"/>
          <p:cNvSpPr>
            <a:spLocks noGrp="1"/>
          </p:cNvSpPr>
          <p:nvPr>
            <p:ph type="body" idx="1"/>
          </p:nvPr>
        </p:nvSpPr>
        <p:spPr>
          <a:xfrm rot="0">
            <a:off x="685800" y="4343400"/>
            <a:ext cx="5486400" cy="411480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171" name="Rectangles"/>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11</a:t>
            </a:fld>
            <a:endParaRPr lang="zh-CN" altLang="en-US" sz="1200">
              <a:latin typeface="Calibri" pitchFamily="34" charset="0"/>
              <a:ea typeface="MS PGothic" pitchFamily="34" charset="-128"/>
              <a:cs typeface="Calibri" pitchFamily="34" charset="0"/>
            </a:endParaRPr>
          </a:p>
        </p:txBody>
      </p:sp>
    </p:spTree>
    <p:extLst>
      <p:ext uri="{BB962C8B-B14F-4D97-AF65-F5344CB8AC3E}">
        <p14:creationId xmlns:p14="http://schemas.microsoft.com/office/powerpoint/2010/main" val="126435003"/>
      </p:ext>
    </p:extLst>
  </p:cSld>
  <p:clrMapOvr>
    <a:masterClrMapping/>
  </p:clrMapOvr>
</p:notes>
</file>

<file path=ppt/notesSlides/notesSlide12.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2"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12</a:t>
            </a:fld>
            <a:endParaRPr lang="zh-CN" altLang="en-US" sz="1200">
              <a:latin typeface="Calibri" pitchFamily="34" charset="0"/>
              <a:ea typeface="MS PGothic" pitchFamily="34" charset="-128"/>
              <a:cs typeface="Calibri" pitchFamily="34" charset="0"/>
            </a:endParaRPr>
          </a:p>
        </p:txBody>
      </p:sp>
      <p:sp>
        <p:nvSpPr>
          <p:cNvPr id="175" name="Object"/>
          <p:cNvSpPr>
            <a:spLocks noGrp="1"/>
          </p:cNvSpPr>
          <p:nvPr>
            <p:ph type="sldImg"/>
          </p:nvPr>
        </p:nvSpPr>
        <p:spPr>
          <a:xfrm rot="0">
            <a:off x="381000" y="685800"/>
            <a:ext cx="6096000" cy="3429000"/>
          </a:xfrm>
          <a:prstGeom prst="rect"/>
          <a:noFill/>
          <a:ln w="12700" cmpd="sng" cap="flat">
            <a:noFill/>
            <a:prstDash val="solid"/>
            <a:miter/>
          </a:ln>
        </p:spPr>
      </p:sp>
      <p:sp>
        <p:nvSpPr>
          <p:cNvPr id="176" name="Text box"/>
          <p:cNvSpPr>
            <a:spLocks noGrp="1"/>
          </p:cNvSpPr>
          <p:nvPr>
            <p:ph type="body" idx="1"/>
          </p:nvPr>
        </p:nvSpPr>
        <p:spPr>
          <a:xfrm rot="0">
            <a:off x="685800" y="4343400"/>
            <a:ext cx="5486400" cy="411480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177" name="Rectangles"/>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12</a:t>
            </a:fld>
            <a:endParaRPr lang="zh-CN" altLang="en-US" sz="1200">
              <a:latin typeface="Calibri" pitchFamily="34" charset="0"/>
              <a:ea typeface="MS PGothic" pitchFamily="34" charset="-128"/>
              <a:cs typeface="Calibri" pitchFamily="34" charset="0"/>
            </a:endParaRPr>
          </a:p>
        </p:txBody>
      </p:sp>
    </p:spTree>
    <p:extLst>
      <p:ext uri="{BB962C8B-B14F-4D97-AF65-F5344CB8AC3E}">
        <p14:creationId xmlns:p14="http://schemas.microsoft.com/office/powerpoint/2010/main" val="136165688"/>
      </p:ext>
    </p:extLst>
  </p:cSld>
  <p:clrMapOvr>
    <a:masterClrMapping/>
  </p:clrMapOvr>
</p:notes>
</file>

<file path=ppt/notesSlides/notesSlide13.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2"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13</a:t>
            </a:fld>
            <a:endParaRPr lang="zh-CN" altLang="en-US" sz="1200">
              <a:latin typeface="Calibri" pitchFamily="34" charset="0"/>
              <a:ea typeface="MS PGothic" pitchFamily="34" charset="-128"/>
              <a:cs typeface="Calibri" pitchFamily="34" charset="0"/>
            </a:endParaRPr>
          </a:p>
        </p:txBody>
      </p:sp>
      <p:sp>
        <p:nvSpPr>
          <p:cNvPr id="196" name="Object"/>
          <p:cNvSpPr>
            <a:spLocks noGrp="1"/>
          </p:cNvSpPr>
          <p:nvPr>
            <p:ph type="sldImg"/>
          </p:nvPr>
        </p:nvSpPr>
        <p:spPr>
          <a:xfrm rot="0">
            <a:off x="381000" y="685800"/>
            <a:ext cx="6096000" cy="3429000"/>
          </a:xfrm>
          <a:prstGeom prst="rect"/>
          <a:noFill/>
          <a:ln w="12700" cmpd="sng" cap="flat">
            <a:noFill/>
            <a:prstDash val="solid"/>
            <a:miter/>
          </a:ln>
        </p:spPr>
      </p:sp>
      <p:sp>
        <p:nvSpPr>
          <p:cNvPr id="197" name="Text box"/>
          <p:cNvSpPr>
            <a:spLocks noGrp="1"/>
          </p:cNvSpPr>
          <p:nvPr>
            <p:ph type="body" idx="1"/>
          </p:nvPr>
        </p:nvSpPr>
        <p:spPr>
          <a:xfrm rot="0">
            <a:off x="685800" y="4343400"/>
            <a:ext cx="5486400" cy="411480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198" name="Rectangles"/>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13</a:t>
            </a:fld>
            <a:endParaRPr lang="zh-CN" altLang="en-US" sz="1200">
              <a:latin typeface="Calibri" pitchFamily="34" charset="0"/>
              <a:ea typeface="MS PGothic" pitchFamily="34" charset="-128"/>
              <a:cs typeface="Calibri" pitchFamily="34" charset="0"/>
            </a:endParaRPr>
          </a:p>
        </p:txBody>
      </p:sp>
    </p:spTree>
    <p:extLst>
      <p:ext uri="{BB962C8B-B14F-4D97-AF65-F5344CB8AC3E}">
        <p14:creationId xmlns:p14="http://schemas.microsoft.com/office/powerpoint/2010/main" val="904488469"/>
      </p:ext>
    </p:extLst>
  </p:cSld>
  <p:clrMapOvr>
    <a:masterClrMapping/>
  </p:clrMapOvr>
</p:notes>
</file>

<file path=ppt/notesSlides/notesSlide14.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2"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14</a:t>
            </a:fld>
            <a:endParaRPr lang="zh-CN" altLang="en-US" sz="1200">
              <a:latin typeface="Calibri" pitchFamily="34" charset="0"/>
              <a:ea typeface="MS PGothic" pitchFamily="34" charset="-128"/>
              <a:cs typeface="Calibri" pitchFamily="34" charset="0"/>
            </a:endParaRPr>
          </a:p>
        </p:txBody>
      </p:sp>
      <p:sp>
        <p:nvSpPr>
          <p:cNvPr id="204" name="Object"/>
          <p:cNvSpPr>
            <a:spLocks noGrp="1"/>
          </p:cNvSpPr>
          <p:nvPr>
            <p:ph type="sldImg"/>
          </p:nvPr>
        </p:nvSpPr>
        <p:spPr>
          <a:xfrm rot="0">
            <a:off x="381000" y="685800"/>
            <a:ext cx="6096000" cy="3429000"/>
          </a:xfrm>
          <a:prstGeom prst="rect"/>
          <a:noFill/>
          <a:ln w="12700" cmpd="sng" cap="flat">
            <a:noFill/>
            <a:prstDash val="solid"/>
            <a:miter/>
          </a:ln>
        </p:spPr>
      </p:sp>
      <p:sp>
        <p:nvSpPr>
          <p:cNvPr id="205" name="Text box"/>
          <p:cNvSpPr>
            <a:spLocks noGrp="1"/>
          </p:cNvSpPr>
          <p:nvPr>
            <p:ph type="body" idx="1"/>
          </p:nvPr>
        </p:nvSpPr>
        <p:spPr>
          <a:xfrm rot="0">
            <a:off x="685800" y="4343400"/>
            <a:ext cx="5486400" cy="411480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206" name="Rectangles"/>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14</a:t>
            </a:fld>
            <a:endParaRPr lang="zh-CN" altLang="en-US" sz="1200">
              <a:latin typeface="Calibri" pitchFamily="34" charset="0"/>
              <a:ea typeface="MS PGothic" pitchFamily="34" charset="-128"/>
              <a:cs typeface="Calibri" pitchFamily="34" charset="0"/>
            </a:endParaRPr>
          </a:p>
        </p:txBody>
      </p:sp>
    </p:spTree>
    <p:extLst>
      <p:ext uri="{BB962C8B-B14F-4D97-AF65-F5344CB8AC3E}">
        <p14:creationId xmlns:p14="http://schemas.microsoft.com/office/powerpoint/2010/main" val="1587635147"/>
      </p:ext>
    </p:extLst>
  </p:cSld>
  <p:clrMapOvr>
    <a:masterClrMapping/>
  </p:clrMapOvr>
</p:notes>
</file>

<file path=ppt/notesSlides/notesSlide15.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2"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15</a:t>
            </a:fld>
            <a:endParaRPr lang="zh-CN" altLang="en-US" sz="1200">
              <a:latin typeface="Calibri" pitchFamily="34" charset="0"/>
              <a:ea typeface="MS PGothic" pitchFamily="34" charset="-128"/>
              <a:cs typeface="Calibri" pitchFamily="34" charset="0"/>
            </a:endParaRPr>
          </a:p>
        </p:txBody>
      </p:sp>
      <p:sp>
        <p:nvSpPr>
          <p:cNvPr id="211" name="Object"/>
          <p:cNvSpPr>
            <a:spLocks noGrp="1"/>
          </p:cNvSpPr>
          <p:nvPr>
            <p:ph type="sldImg"/>
          </p:nvPr>
        </p:nvSpPr>
        <p:spPr>
          <a:xfrm rot="0">
            <a:off x="381000" y="685800"/>
            <a:ext cx="6096000" cy="3429000"/>
          </a:xfrm>
          <a:prstGeom prst="rect"/>
          <a:noFill/>
          <a:ln w="12700" cmpd="sng" cap="flat">
            <a:noFill/>
            <a:prstDash val="solid"/>
            <a:miter/>
          </a:ln>
        </p:spPr>
      </p:sp>
      <p:sp>
        <p:nvSpPr>
          <p:cNvPr id="212" name="Text box"/>
          <p:cNvSpPr>
            <a:spLocks noGrp="1"/>
          </p:cNvSpPr>
          <p:nvPr>
            <p:ph type="body" idx="1"/>
          </p:nvPr>
        </p:nvSpPr>
        <p:spPr>
          <a:xfrm rot="0">
            <a:off x="685800" y="4343400"/>
            <a:ext cx="5486400" cy="411480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213" name="Rectangles"/>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15</a:t>
            </a:fld>
            <a:endParaRPr lang="zh-CN" altLang="en-US" sz="1200">
              <a:latin typeface="Calibri" pitchFamily="34" charset="0"/>
              <a:ea typeface="MS PGothic" pitchFamily="34" charset="-128"/>
              <a:cs typeface="Calibri" pitchFamily="34" charset="0"/>
            </a:endParaRPr>
          </a:p>
        </p:txBody>
      </p:sp>
    </p:spTree>
    <p:extLst>
      <p:ext uri="{BB962C8B-B14F-4D97-AF65-F5344CB8AC3E}">
        <p14:creationId xmlns:p14="http://schemas.microsoft.com/office/powerpoint/2010/main" val="1250348352"/>
      </p:ext>
    </p:extLst>
  </p:cSld>
  <p:clrMapOvr>
    <a:masterClrMapping/>
  </p:clrMapOvr>
</p:notes>
</file>

<file path=ppt/notesSlides/notesSlide16.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2"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16</a:t>
            </a:fld>
            <a:endParaRPr lang="zh-CN" altLang="en-US" sz="1200">
              <a:latin typeface="Calibri" pitchFamily="34" charset="0"/>
              <a:ea typeface="MS PGothic" pitchFamily="34" charset="-128"/>
              <a:cs typeface="Calibri" pitchFamily="34" charset="0"/>
            </a:endParaRPr>
          </a:p>
        </p:txBody>
      </p:sp>
      <p:sp>
        <p:nvSpPr>
          <p:cNvPr id="216" name="Object"/>
          <p:cNvSpPr>
            <a:spLocks noGrp="1"/>
          </p:cNvSpPr>
          <p:nvPr>
            <p:ph type="sldImg"/>
          </p:nvPr>
        </p:nvSpPr>
        <p:spPr>
          <a:xfrm rot="0">
            <a:off x="381000" y="685800"/>
            <a:ext cx="6096000" cy="3429000"/>
          </a:xfrm>
          <a:prstGeom prst="rect"/>
          <a:noFill/>
          <a:ln w="12700" cmpd="sng" cap="flat">
            <a:noFill/>
            <a:prstDash val="solid"/>
            <a:miter/>
          </a:ln>
        </p:spPr>
      </p:sp>
      <p:sp>
        <p:nvSpPr>
          <p:cNvPr id="217" name="Text box"/>
          <p:cNvSpPr>
            <a:spLocks noGrp="1"/>
          </p:cNvSpPr>
          <p:nvPr>
            <p:ph type="body" idx="1"/>
          </p:nvPr>
        </p:nvSpPr>
        <p:spPr>
          <a:xfrm rot="0">
            <a:off x="685800" y="4343400"/>
            <a:ext cx="5486400" cy="411480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218" name="Rectangles"/>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16</a:t>
            </a:fld>
            <a:endParaRPr lang="zh-CN" altLang="en-US" sz="1200">
              <a:latin typeface="Calibri" pitchFamily="34" charset="0"/>
              <a:ea typeface="MS PGothic" pitchFamily="34" charset="-128"/>
              <a:cs typeface="Calibri" pitchFamily="34" charset="0"/>
            </a:endParaRPr>
          </a:p>
        </p:txBody>
      </p:sp>
    </p:spTree>
    <p:extLst>
      <p:ext uri="{BB962C8B-B14F-4D97-AF65-F5344CB8AC3E}">
        <p14:creationId xmlns:p14="http://schemas.microsoft.com/office/powerpoint/2010/main" val="423897797"/>
      </p:ext>
    </p:extLst>
  </p:cSld>
  <p:clrMapOvr>
    <a:masterClrMapping/>
  </p:clrMapOvr>
</p:notes>
</file>

<file path=ppt/notesSlides/notesSlide17.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2"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17</a:t>
            </a:fld>
            <a:endParaRPr lang="zh-CN" altLang="en-US" sz="1200">
              <a:latin typeface="Calibri" pitchFamily="34" charset="0"/>
              <a:ea typeface="MS PGothic" pitchFamily="34" charset="-128"/>
              <a:cs typeface="Calibri" pitchFamily="34" charset="0"/>
            </a:endParaRPr>
          </a:p>
        </p:txBody>
      </p:sp>
      <p:sp>
        <p:nvSpPr>
          <p:cNvPr id="222" name="Object"/>
          <p:cNvSpPr>
            <a:spLocks noGrp="1"/>
          </p:cNvSpPr>
          <p:nvPr>
            <p:ph type="sldImg"/>
          </p:nvPr>
        </p:nvSpPr>
        <p:spPr>
          <a:xfrm rot="0">
            <a:off x="381000" y="685800"/>
            <a:ext cx="6096000" cy="3429000"/>
          </a:xfrm>
          <a:prstGeom prst="rect"/>
          <a:noFill/>
          <a:ln w="12700" cmpd="sng" cap="flat">
            <a:noFill/>
            <a:prstDash val="solid"/>
            <a:miter/>
          </a:ln>
        </p:spPr>
      </p:sp>
      <p:sp>
        <p:nvSpPr>
          <p:cNvPr id="223" name="Text box"/>
          <p:cNvSpPr>
            <a:spLocks noGrp="1"/>
          </p:cNvSpPr>
          <p:nvPr>
            <p:ph type="body" idx="1"/>
          </p:nvPr>
        </p:nvSpPr>
        <p:spPr>
          <a:xfrm rot="0">
            <a:off x="685800" y="4343400"/>
            <a:ext cx="5486400" cy="411480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224" name="Rectangles"/>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17</a:t>
            </a:fld>
            <a:endParaRPr lang="zh-CN" altLang="en-US" sz="1200">
              <a:latin typeface="Calibri" pitchFamily="34" charset="0"/>
              <a:ea typeface="MS PGothic" pitchFamily="34" charset="-128"/>
              <a:cs typeface="Calibri" pitchFamily="34" charset="0"/>
            </a:endParaRPr>
          </a:p>
        </p:txBody>
      </p:sp>
    </p:spTree>
    <p:extLst>
      <p:ext uri="{BB962C8B-B14F-4D97-AF65-F5344CB8AC3E}">
        <p14:creationId xmlns:p14="http://schemas.microsoft.com/office/powerpoint/2010/main" val="750550628"/>
      </p:ext>
    </p:extLst>
  </p:cSld>
  <p:clrMapOvr>
    <a:masterClrMapping/>
  </p:clrMapOvr>
</p:notes>
</file>

<file path=ppt/notesSlides/notesSlide18.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2"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18</a:t>
            </a:fld>
            <a:endParaRPr lang="zh-CN" altLang="en-US" sz="1200">
              <a:latin typeface="Calibri" pitchFamily="34" charset="0"/>
              <a:ea typeface="MS PGothic" pitchFamily="34" charset="-128"/>
              <a:cs typeface="Calibri" pitchFamily="34" charset="0"/>
            </a:endParaRPr>
          </a:p>
        </p:txBody>
      </p:sp>
      <p:sp>
        <p:nvSpPr>
          <p:cNvPr id="228" name="Object"/>
          <p:cNvSpPr>
            <a:spLocks noGrp="1"/>
          </p:cNvSpPr>
          <p:nvPr>
            <p:ph type="sldImg"/>
          </p:nvPr>
        </p:nvSpPr>
        <p:spPr>
          <a:xfrm rot="0">
            <a:off x="381000" y="685800"/>
            <a:ext cx="6096000" cy="3429000"/>
          </a:xfrm>
          <a:prstGeom prst="rect"/>
          <a:noFill/>
          <a:ln w="12700" cmpd="sng" cap="flat">
            <a:noFill/>
            <a:prstDash val="solid"/>
            <a:miter/>
          </a:ln>
        </p:spPr>
      </p:sp>
      <p:sp>
        <p:nvSpPr>
          <p:cNvPr id="229" name="Text box"/>
          <p:cNvSpPr>
            <a:spLocks noGrp="1"/>
          </p:cNvSpPr>
          <p:nvPr>
            <p:ph type="body" idx="1"/>
          </p:nvPr>
        </p:nvSpPr>
        <p:spPr>
          <a:xfrm rot="0">
            <a:off x="685800" y="4343400"/>
            <a:ext cx="5486400" cy="411480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230" name="Rectangles"/>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18</a:t>
            </a:fld>
            <a:endParaRPr lang="zh-CN" altLang="en-US" sz="1200">
              <a:latin typeface="Calibri" pitchFamily="34" charset="0"/>
              <a:ea typeface="MS PGothic" pitchFamily="34" charset="-128"/>
              <a:cs typeface="Calibri" pitchFamily="34" charset="0"/>
            </a:endParaRPr>
          </a:p>
        </p:txBody>
      </p:sp>
    </p:spTree>
    <p:extLst>
      <p:ext uri="{BB962C8B-B14F-4D97-AF65-F5344CB8AC3E}">
        <p14:creationId xmlns:p14="http://schemas.microsoft.com/office/powerpoint/2010/main" val="324786082"/>
      </p:ext>
    </p:extLst>
  </p:cSld>
  <p:clrMapOvr>
    <a:masterClrMapping/>
  </p:clrMapOvr>
</p:notes>
</file>

<file path=ppt/notesSlides/notesSlide19.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2"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19</a:t>
            </a:fld>
            <a:endParaRPr lang="zh-CN" altLang="en-US" sz="1200">
              <a:latin typeface="Calibri" pitchFamily="34" charset="0"/>
              <a:ea typeface="MS PGothic" pitchFamily="34" charset="-128"/>
              <a:cs typeface="Calibri" pitchFamily="34" charset="0"/>
            </a:endParaRPr>
          </a:p>
        </p:txBody>
      </p:sp>
      <p:sp>
        <p:nvSpPr>
          <p:cNvPr id="244" name="Object"/>
          <p:cNvSpPr>
            <a:spLocks noGrp="1"/>
          </p:cNvSpPr>
          <p:nvPr>
            <p:ph type="sldImg"/>
          </p:nvPr>
        </p:nvSpPr>
        <p:spPr>
          <a:xfrm rot="0">
            <a:off x="381000" y="685800"/>
            <a:ext cx="6096000" cy="3429000"/>
          </a:xfrm>
          <a:prstGeom prst="rect"/>
          <a:noFill/>
          <a:ln w="12700" cmpd="sng" cap="flat">
            <a:noFill/>
            <a:prstDash val="solid"/>
            <a:miter/>
          </a:ln>
        </p:spPr>
      </p:sp>
      <p:sp>
        <p:nvSpPr>
          <p:cNvPr id="245" name="Text box"/>
          <p:cNvSpPr>
            <a:spLocks noGrp="1"/>
          </p:cNvSpPr>
          <p:nvPr>
            <p:ph type="body" idx="1"/>
          </p:nvPr>
        </p:nvSpPr>
        <p:spPr>
          <a:xfrm rot="0">
            <a:off x="685800" y="4343400"/>
            <a:ext cx="5486400" cy="411480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246" name="Rectangles"/>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19</a:t>
            </a:fld>
            <a:endParaRPr lang="zh-CN" altLang="en-US" sz="1200">
              <a:latin typeface="Calibri" pitchFamily="34" charset="0"/>
              <a:ea typeface="MS PGothic" pitchFamily="34" charset="-128"/>
              <a:cs typeface="Calibri" pitchFamily="34" charset="0"/>
            </a:endParaRPr>
          </a:p>
        </p:txBody>
      </p:sp>
    </p:spTree>
    <p:extLst>
      <p:ext uri="{BB962C8B-B14F-4D97-AF65-F5344CB8AC3E}">
        <p14:creationId xmlns:p14="http://schemas.microsoft.com/office/powerpoint/2010/main" val="1513143445"/>
      </p:ext>
    </p:extLst>
  </p:cSld>
  <p:clrMapOvr>
    <a:masterClrMapping/>
  </p:clrMapOvr>
</p:notes>
</file>

<file path=ppt/notesSlides/notesSlide20.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2"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20</a:t>
            </a:fld>
            <a:endParaRPr lang="zh-CN" altLang="en-US" sz="1200">
              <a:latin typeface="Calibri" pitchFamily="34" charset="0"/>
              <a:ea typeface="MS PGothic" pitchFamily="34" charset="-128"/>
              <a:cs typeface="Calibri" pitchFamily="34" charset="0"/>
            </a:endParaRPr>
          </a:p>
        </p:txBody>
      </p:sp>
      <p:sp>
        <p:nvSpPr>
          <p:cNvPr id="250" name="Object"/>
          <p:cNvSpPr>
            <a:spLocks noGrp="1"/>
          </p:cNvSpPr>
          <p:nvPr>
            <p:ph type="sldImg"/>
          </p:nvPr>
        </p:nvSpPr>
        <p:spPr>
          <a:xfrm rot="0">
            <a:off x="381000" y="685800"/>
            <a:ext cx="6096000" cy="3429000"/>
          </a:xfrm>
          <a:prstGeom prst="rect"/>
          <a:noFill/>
          <a:ln w="12700" cmpd="sng" cap="flat">
            <a:noFill/>
            <a:prstDash val="solid"/>
            <a:miter/>
          </a:ln>
        </p:spPr>
      </p:sp>
      <p:sp>
        <p:nvSpPr>
          <p:cNvPr id="251" name="Text box"/>
          <p:cNvSpPr>
            <a:spLocks noGrp="1"/>
          </p:cNvSpPr>
          <p:nvPr>
            <p:ph type="body" idx="1"/>
          </p:nvPr>
        </p:nvSpPr>
        <p:spPr>
          <a:xfrm rot="0">
            <a:off x="685800" y="4343400"/>
            <a:ext cx="5486400" cy="411480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252" name="Rectangles"/>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20</a:t>
            </a:fld>
            <a:endParaRPr lang="zh-CN" altLang="en-US" sz="1200">
              <a:latin typeface="Calibri" pitchFamily="34" charset="0"/>
              <a:ea typeface="MS PGothic" pitchFamily="34" charset="-128"/>
              <a:cs typeface="Calibri" pitchFamily="34" charset="0"/>
            </a:endParaRPr>
          </a:p>
        </p:txBody>
      </p:sp>
    </p:spTree>
    <p:extLst>
      <p:ext uri="{BB962C8B-B14F-4D97-AF65-F5344CB8AC3E}">
        <p14:creationId xmlns:p14="http://schemas.microsoft.com/office/powerpoint/2010/main" val="1110086490"/>
      </p:ext>
    </p:extLst>
  </p:cSld>
  <p:clrMapOvr>
    <a:masterClrMapping/>
  </p:clrMapOvr>
</p:notes>
</file>

<file path=ppt/notesSlides/notesSlide21.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2"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21</a:t>
            </a:fld>
            <a:endParaRPr lang="zh-CN" altLang="en-US" sz="1200">
              <a:latin typeface="Calibri" pitchFamily="34" charset="0"/>
              <a:ea typeface="MS PGothic" pitchFamily="34" charset="-128"/>
              <a:cs typeface="Calibri" pitchFamily="34" charset="0"/>
            </a:endParaRPr>
          </a:p>
        </p:txBody>
      </p:sp>
      <p:sp>
        <p:nvSpPr>
          <p:cNvPr id="279" name="Object"/>
          <p:cNvSpPr>
            <a:spLocks noGrp="1"/>
          </p:cNvSpPr>
          <p:nvPr>
            <p:ph type="sldImg"/>
          </p:nvPr>
        </p:nvSpPr>
        <p:spPr>
          <a:xfrm rot="0">
            <a:off x="381000" y="685800"/>
            <a:ext cx="6096000" cy="3429000"/>
          </a:xfrm>
          <a:prstGeom prst="rect"/>
          <a:noFill/>
          <a:ln w="12700" cmpd="sng" cap="flat">
            <a:noFill/>
            <a:prstDash val="solid"/>
            <a:miter/>
          </a:ln>
        </p:spPr>
      </p:sp>
      <p:sp>
        <p:nvSpPr>
          <p:cNvPr id="280" name="Text box"/>
          <p:cNvSpPr>
            <a:spLocks noGrp="1"/>
          </p:cNvSpPr>
          <p:nvPr>
            <p:ph type="body" idx="1"/>
          </p:nvPr>
        </p:nvSpPr>
        <p:spPr>
          <a:xfrm rot="0">
            <a:off x="685800" y="4343400"/>
            <a:ext cx="5486400" cy="411480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281" name="Rectangles"/>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21</a:t>
            </a:fld>
            <a:endParaRPr lang="zh-CN" altLang="en-US" sz="1200">
              <a:latin typeface="Calibri" pitchFamily="34" charset="0"/>
              <a:ea typeface="MS PGothic" pitchFamily="34" charset="-128"/>
              <a:cs typeface="Calibri" pitchFamily="34" charset="0"/>
            </a:endParaRPr>
          </a:p>
        </p:txBody>
      </p:sp>
    </p:spTree>
    <p:extLst>
      <p:ext uri="{BB962C8B-B14F-4D97-AF65-F5344CB8AC3E}">
        <p14:creationId xmlns:p14="http://schemas.microsoft.com/office/powerpoint/2010/main" val="727487711"/>
      </p:ext>
    </p:extLst>
  </p:cSld>
  <p:clrMapOvr>
    <a:masterClrMapping/>
  </p:clrMapOvr>
</p:notes>
</file>

<file path=ppt/notesSlides/notesSlide22.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2"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22</a:t>
            </a:fld>
            <a:endParaRPr lang="zh-CN" altLang="en-US" sz="1200">
              <a:latin typeface="Calibri" pitchFamily="34" charset="0"/>
              <a:ea typeface="MS PGothic" pitchFamily="34" charset="-128"/>
              <a:cs typeface="Calibri" pitchFamily="34" charset="0"/>
            </a:endParaRPr>
          </a:p>
        </p:txBody>
      </p:sp>
      <p:sp>
        <p:nvSpPr>
          <p:cNvPr id="286" name="Object"/>
          <p:cNvSpPr>
            <a:spLocks noGrp="1"/>
          </p:cNvSpPr>
          <p:nvPr>
            <p:ph type="sldImg"/>
          </p:nvPr>
        </p:nvSpPr>
        <p:spPr>
          <a:xfrm rot="0">
            <a:off x="381000" y="685800"/>
            <a:ext cx="6096000" cy="3429000"/>
          </a:xfrm>
          <a:prstGeom prst="rect"/>
          <a:noFill/>
          <a:ln w="12700" cmpd="sng" cap="flat">
            <a:noFill/>
            <a:prstDash val="solid"/>
            <a:miter/>
          </a:ln>
        </p:spPr>
      </p:sp>
      <p:sp>
        <p:nvSpPr>
          <p:cNvPr id="287" name="Text box"/>
          <p:cNvSpPr>
            <a:spLocks noGrp="1"/>
          </p:cNvSpPr>
          <p:nvPr>
            <p:ph type="body" idx="1"/>
          </p:nvPr>
        </p:nvSpPr>
        <p:spPr>
          <a:xfrm rot="0">
            <a:off x="685800" y="4343400"/>
            <a:ext cx="5486400" cy="411480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288" name="Rectangles"/>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22</a:t>
            </a:fld>
            <a:endParaRPr lang="zh-CN" altLang="en-US" sz="1200">
              <a:latin typeface="Calibri" pitchFamily="34" charset="0"/>
              <a:ea typeface="MS PGothic" pitchFamily="34" charset="-128"/>
              <a:cs typeface="Calibri" pitchFamily="34" charset="0"/>
            </a:endParaRPr>
          </a:p>
        </p:txBody>
      </p:sp>
    </p:spTree>
    <p:extLst>
      <p:ext uri="{BB962C8B-B14F-4D97-AF65-F5344CB8AC3E}">
        <p14:creationId xmlns:p14="http://schemas.microsoft.com/office/powerpoint/2010/main" val="1898884491"/>
      </p:ext>
    </p:extLst>
  </p:cSld>
  <p:clrMapOvr>
    <a:masterClrMapping/>
  </p:clrMapOvr>
</p:notes>
</file>

<file path=ppt/notesSlides/notesSlide23.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2"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23</a:t>
            </a:fld>
            <a:endParaRPr lang="zh-CN" altLang="en-US" sz="1200">
              <a:latin typeface="Calibri" pitchFamily="34" charset="0"/>
              <a:ea typeface="MS PGothic" pitchFamily="34" charset="-128"/>
              <a:cs typeface="Calibri" pitchFamily="34" charset="0"/>
            </a:endParaRPr>
          </a:p>
        </p:txBody>
      </p:sp>
      <p:sp>
        <p:nvSpPr>
          <p:cNvPr id="293" name="Object"/>
          <p:cNvSpPr>
            <a:spLocks noGrp="1"/>
          </p:cNvSpPr>
          <p:nvPr>
            <p:ph type="sldImg"/>
          </p:nvPr>
        </p:nvSpPr>
        <p:spPr>
          <a:xfrm rot="0">
            <a:off x="381000" y="685800"/>
            <a:ext cx="6096000" cy="3429000"/>
          </a:xfrm>
          <a:prstGeom prst="rect"/>
          <a:noFill/>
          <a:ln w="12700" cmpd="sng" cap="flat">
            <a:noFill/>
            <a:prstDash val="solid"/>
            <a:miter/>
          </a:ln>
        </p:spPr>
      </p:sp>
      <p:sp>
        <p:nvSpPr>
          <p:cNvPr id="294" name="Text box"/>
          <p:cNvSpPr>
            <a:spLocks noGrp="1"/>
          </p:cNvSpPr>
          <p:nvPr>
            <p:ph type="body" idx="1"/>
          </p:nvPr>
        </p:nvSpPr>
        <p:spPr>
          <a:xfrm rot="0">
            <a:off x="685800" y="4343400"/>
            <a:ext cx="5486400" cy="411480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295" name="Rectangles"/>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23</a:t>
            </a:fld>
            <a:endParaRPr lang="zh-CN" altLang="en-US" sz="1200">
              <a:latin typeface="Calibri" pitchFamily="34" charset="0"/>
              <a:ea typeface="MS PGothic" pitchFamily="34" charset="-128"/>
              <a:cs typeface="Calibri" pitchFamily="34" charset="0"/>
            </a:endParaRPr>
          </a:p>
        </p:txBody>
      </p:sp>
    </p:spTree>
    <p:extLst>
      <p:ext uri="{BB962C8B-B14F-4D97-AF65-F5344CB8AC3E}">
        <p14:creationId xmlns:p14="http://schemas.microsoft.com/office/powerpoint/2010/main" val="97334979"/>
      </p:ext>
    </p:extLst>
  </p:cSld>
  <p:clrMapOvr>
    <a:masterClrMapping/>
  </p:clrMapOvr>
</p:notes>
</file>

<file path=ppt/notesSlides/notesSlide24.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2"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24</a:t>
            </a:fld>
            <a:endParaRPr lang="zh-CN" altLang="en-US" sz="1200">
              <a:latin typeface="Calibri" pitchFamily="34" charset="0"/>
              <a:ea typeface="MS PGothic" pitchFamily="34" charset="-128"/>
              <a:cs typeface="Calibri" pitchFamily="34" charset="0"/>
            </a:endParaRPr>
          </a:p>
        </p:txBody>
      </p:sp>
      <p:sp>
        <p:nvSpPr>
          <p:cNvPr id="301" name="Object"/>
          <p:cNvSpPr>
            <a:spLocks noGrp="1"/>
          </p:cNvSpPr>
          <p:nvPr>
            <p:ph type="sldImg"/>
          </p:nvPr>
        </p:nvSpPr>
        <p:spPr>
          <a:xfrm rot="0">
            <a:off x="381000" y="685800"/>
            <a:ext cx="6096000" cy="3429000"/>
          </a:xfrm>
          <a:prstGeom prst="rect"/>
          <a:noFill/>
          <a:ln w="12700" cmpd="sng" cap="flat">
            <a:noFill/>
            <a:prstDash val="solid"/>
            <a:miter/>
          </a:ln>
        </p:spPr>
      </p:sp>
      <p:sp>
        <p:nvSpPr>
          <p:cNvPr id="302" name="Text box"/>
          <p:cNvSpPr>
            <a:spLocks noGrp="1"/>
          </p:cNvSpPr>
          <p:nvPr>
            <p:ph type="body" idx="1"/>
          </p:nvPr>
        </p:nvSpPr>
        <p:spPr>
          <a:xfrm rot="0">
            <a:off x="685800" y="4343400"/>
            <a:ext cx="5486400" cy="411480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303" name="Rectangles"/>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24</a:t>
            </a:fld>
            <a:endParaRPr lang="zh-CN" altLang="en-US" sz="1200">
              <a:latin typeface="Calibri" pitchFamily="34" charset="0"/>
              <a:ea typeface="MS PGothic" pitchFamily="34" charset="-128"/>
              <a:cs typeface="Calibri" pitchFamily="34" charset="0"/>
            </a:endParaRPr>
          </a:p>
        </p:txBody>
      </p:sp>
    </p:spTree>
    <p:extLst>
      <p:ext uri="{BB962C8B-B14F-4D97-AF65-F5344CB8AC3E}">
        <p14:creationId xmlns:p14="http://schemas.microsoft.com/office/powerpoint/2010/main" val="1749904668"/>
      </p:ext>
    </p:extLst>
  </p:cSld>
  <p:clrMapOvr>
    <a:masterClrMapping/>
  </p:clrMapOvr>
</p:notes>
</file>

<file path=ppt/notesSlides/notesSlide25.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2"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25</a:t>
            </a:fld>
            <a:endParaRPr lang="zh-CN" altLang="en-US" sz="1200">
              <a:latin typeface="Calibri" pitchFamily="34" charset="0"/>
              <a:ea typeface="MS PGothic" pitchFamily="34" charset="-128"/>
              <a:cs typeface="Calibri" pitchFamily="34" charset="0"/>
            </a:endParaRPr>
          </a:p>
        </p:txBody>
      </p:sp>
      <p:sp>
        <p:nvSpPr>
          <p:cNvPr id="316" name="Object"/>
          <p:cNvSpPr>
            <a:spLocks noGrp="1"/>
          </p:cNvSpPr>
          <p:nvPr>
            <p:ph type="sldImg"/>
          </p:nvPr>
        </p:nvSpPr>
        <p:spPr>
          <a:xfrm rot="0">
            <a:off x="381000" y="685800"/>
            <a:ext cx="6096000" cy="3429000"/>
          </a:xfrm>
          <a:prstGeom prst="rect"/>
          <a:noFill/>
          <a:ln w="12700" cmpd="sng" cap="flat">
            <a:noFill/>
            <a:prstDash val="solid"/>
            <a:miter/>
          </a:ln>
        </p:spPr>
      </p:sp>
      <p:sp>
        <p:nvSpPr>
          <p:cNvPr id="317" name="Text box"/>
          <p:cNvSpPr>
            <a:spLocks noGrp="1"/>
          </p:cNvSpPr>
          <p:nvPr>
            <p:ph type="body" idx="1"/>
          </p:nvPr>
        </p:nvSpPr>
        <p:spPr>
          <a:xfrm rot="0">
            <a:off x="685800" y="4343400"/>
            <a:ext cx="5486400" cy="411480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318" name="Rectangles"/>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25</a:t>
            </a:fld>
            <a:endParaRPr lang="zh-CN" altLang="en-US" sz="1200">
              <a:latin typeface="Calibri" pitchFamily="34" charset="0"/>
              <a:ea typeface="MS PGothic" pitchFamily="34" charset="-128"/>
              <a:cs typeface="Calibri" pitchFamily="34" charset="0"/>
            </a:endParaRPr>
          </a:p>
        </p:txBody>
      </p:sp>
    </p:spTree>
    <p:extLst>
      <p:ext uri="{BB962C8B-B14F-4D97-AF65-F5344CB8AC3E}">
        <p14:creationId xmlns:p14="http://schemas.microsoft.com/office/powerpoint/2010/main" val="1866719816"/>
      </p:ext>
    </p:extLst>
  </p:cSld>
  <p:clrMapOvr>
    <a:masterClrMapping/>
  </p:clrMapOvr>
</p:notes>
</file>

<file path=ppt/notesSlides/notesSlide26.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2"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26</a:t>
            </a:fld>
            <a:endParaRPr lang="zh-CN" altLang="en-US" sz="1200">
              <a:latin typeface="Calibri" pitchFamily="34" charset="0"/>
              <a:ea typeface="MS PGothic" pitchFamily="34" charset="-128"/>
              <a:cs typeface="Calibri" pitchFamily="34" charset="0"/>
            </a:endParaRPr>
          </a:p>
        </p:txBody>
      </p:sp>
      <p:sp>
        <p:nvSpPr>
          <p:cNvPr id="322" name="Object"/>
          <p:cNvSpPr>
            <a:spLocks noGrp="1"/>
          </p:cNvSpPr>
          <p:nvPr>
            <p:ph type="sldImg"/>
          </p:nvPr>
        </p:nvSpPr>
        <p:spPr>
          <a:xfrm rot="0">
            <a:off x="381000" y="685800"/>
            <a:ext cx="6096000" cy="3429000"/>
          </a:xfrm>
          <a:prstGeom prst="rect"/>
          <a:noFill/>
          <a:ln w="12700" cmpd="sng" cap="flat">
            <a:noFill/>
            <a:prstDash val="solid"/>
            <a:miter/>
          </a:ln>
        </p:spPr>
      </p:sp>
      <p:sp>
        <p:nvSpPr>
          <p:cNvPr id="323" name="Text box"/>
          <p:cNvSpPr>
            <a:spLocks noGrp="1"/>
          </p:cNvSpPr>
          <p:nvPr>
            <p:ph type="body" idx="1"/>
          </p:nvPr>
        </p:nvSpPr>
        <p:spPr>
          <a:xfrm rot="0">
            <a:off x="685800" y="4343400"/>
            <a:ext cx="5486400" cy="411480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324" name="Rectangles"/>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26</a:t>
            </a:fld>
            <a:endParaRPr lang="zh-CN" altLang="en-US" sz="1200">
              <a:latin typeface="Calibri" pitchFamily="34" charset="0"/>
              <a:ea typeface="MS PGothic" pitchFamily="34" charset="-128"/>
              <a:cs typeface="Calibri" pitchFamily="34" charset="0"/>
            </a:endParaRPr>
          </a:p>
        </p:txBody>
      </p:sp>
    </p:spTree>
    <p:extLst>
      <p:ext uri="{BB962C8B-B14F-4D97-AF65-F5344CB8AC3E}">
        <p14:creationId xmlns:p14="http://schemas.microsoft.com/office/powerpoint/2010/main" val="720651590"/>
      </p:ext>
    </p:extLst>
  </p:cSld>
  <p:clrMapOvr>
    <a:masterClrMapping/>
  </p:clrMapOvr>
</p:notes>
</file>

<file path=ppt/notesSlides/notesSlide27.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2"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27</a:t>
            </a:fld>
            <a:endParaRPr lang="zh-CN" altLang="en-US" sz="1200">
              <a:latin typeface="Calibri" pitchFamily="34" charset="0"/>
              <a:ea typeface="MS PGothic" pitchFamily="34" charset="-128"/>
              <a:cs typeface="Calibri" pitchFamily="34" charset="0"/>
            </a:endParaRPr>
          </a:p>
        </p:txBody>
      </p:sp>
      <p:sp>
        <p:nvSpPr>
          <p:cNvPr id="327" name="Object"/>
          <p:cNvSpPr>
            <a:spLocks noGrp="1"/>
          </p:cNvSpPr>
          <p:nvPr>
            <p:ph type="sldImg"/>
          </p:nvPr>
        </p:nvSpPr>
        <p:spPr>
          <a:xfrm rot="0">
            <a:off x="381000" y="685800"/>
            <a:ext cx="6096000" cy="3429000"/>
          </a:xfrm>
          <a:prstGeom prst="rect"/>
          <a:noFill/>
          <a:ln w="12700" cmpd="sng" cap="flat">
            <a:noFill/>
            <a:prstDash val="solid"/>
            <a:miter/>
          </a:ln>
        </p:spPr>
      </p:sp>
      <p:sp>
        <p:nvSpPr>
          <p:cNvPr id="328" name="Text box"/>
          <p:cNvSpPr>
            <a:spLocks noGrp="1"/>
          </p:cNvSpPr>
          <p:nvPr>
            <p:ph type="body" idx="1"/>
          </p:nvPr>
        </p:nvSpPr>
        <p:spPr>
          <a:xfrm rot="0">
            <a:off x="685800" y="4343400"/>
            <a:ext cx="5486400" cy="411480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329" name="Rectangles"/>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27</a:t>
            </a:fld>
            <a:endParaRPr lang="zh-CN" altLang="en-US" sz="1200">
              <a:latin typeface="Calibri" pitchFamily="34" charset="0"/>
              <a:ea typeface="MS PGothic" pitchFamily="34" charset="-128"/>
              <a:cs typeface="Calibri" pitchFamily="34" charset="0"/>
            </a:endParaRPr>
          </a:p>
        </p:txBody>
      </p:sp>
    </p:spTree>
    <p:extLst>
      <p:ext uri="{BB962C8B-B14F-4D97-AF65-F5344CB8AC3E}">
        <p14:creationId xmlns:p14="http://schemas.microsoft.com/office/powerpoint/2010/main" val="1830078614"/>
      </p:ext>
    </p:extLst>
  </p:cSld>
  <p:clrMapOvr>
    <a:masterClrMapping/>
  </p:clrMapOvr>
</p:notes>
</file>

<file path=ppt/notesSlides/notesSlide28.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2"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28</a:t>
            </a:fld>
            <a:endParaRPr lang="zh-CN" altLang="en-US" sz="1200">
              <a:latin typeface="Calibri" pitchFamily="34" charset="0"/>
              <a:ea typeface="MS PGothic" pitchFamily="34" charset="-128"/>
              <a:cs typeface="Calibri" pitchFamily="34" charset="0"/>
            </a:endParaRPr>
          </a:p>
        </p:txBody>
      </p:sp>
      <p:sp>
        <p:nvSpPr>
          <p:cNvPr id="336" name="Object"/>
          <p:cNvSpPr>
            <a:spLocks noGrp="1"/>
          </p:cNvSpPr>
          <p:nvPr>
            <p:ph type="sldImg"/>
          </p:nvPr>
        </p:nvSpPr>
        <p:spPr>
          <a:xfrm rot="0">
            <a:off x="381000" y="685800"/>
            <a:ext cx="6096000" cy="3429000"/>
          </a:xfrm>
          <a:prstGeom prst="rect"/>
          <a:noFill/>
          <a:ln w="12700" cmpd="sng" cap="flat">
            <a:noFill/>
            <a:prstDash val="solid"/>
            <a:miter/>
          </a:ln>
        </p:spPr>
      </p:sp>
      <p:sp>
        <p:nvSpPr>
          <p:cNvPr id="337" name="Text box"/>
          <p:cNvSpPr>
            <a:spLocks noGrp="1"/>
          </p:cNvSpPr>
          <p:nvPr>
            <p:ph type="body" idx="1"/>
          </p:nvPr>
        </p:nvSpPr>
        <p:spPr>
          <a:xfrm rot="0">
            <a:off x="685800" y="4343400"/>
            <a:ext cx="5486400" cy="411480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338" name="Rectangles"/>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28</a:t>
            </a:fld>
            <a:endParaRPr lang="zh-CN" altLang="en-US" sz="1200">
              <a:latin typeface="Calibri" pitchFamily="34" charset="0"/>
              <a:ea typeface="MS PGothic" pitchFamily="34" charset="-128"/>
              <a:cs typeface="Calibri" pitchFamily="34" charset="0"/>
            </a:endParaRPr>
          </a:p>
        </p:txBody>
      </p:sp>
    </p:spTree>
    <p:extLst>
      <p:ext uri="{BB962C8B-B14F-4D97-AF65-F5344CB8AC3E}">
        <p14:creationId xmlns:p14="http://schemas.microsoft.com/office/powerpoint/2010/main" val="781698475"/>
      </p:ext>
    </p:extLst>
  </p:cSld>
  <p:clrMapOvr>
    <a:masterClrMapping/>
  </p:clrMapOvr>
</p:notes>
</file>

<file path=ppt/notesSlides/notesSlide29.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2"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29</a:t>
            </a:fld>
            <a:endParaRPr lang="zh-CN" altLang="en-US" sz="1200">
              <a:latin typeface="Calibri" pitchFamily="34" charset="0"/>
              <a:ea typeface="MS PGothic" pitchFamily="34" charset="-128"/>
              <a:cs typeface="Calibri" pitchFamily="34" charset="0"/>
            </a:endParaRPr>
          </a:p>
        </p:txBody>
      </p:sp>
      <p:sp>
        <p:nvSpPr>
          <p:cNvPr id="347" name="Object"/>
          <p:cNvSpPr>
            <a:spLocks noGrp="1"/>
          </p:cNvSpPr>
          <p:nvPr>
            <p:ph type="sldImg"/>
          </p:nvPr>
        </p:nvSpPr>
        <p:spPr>
          <a:xfrm rot="0">
            <a:off x="381000" y="685800"/>
            <a:ext cx="6096000" cy="3429000"/>
          </a:xfrm>
          <a:prstGeom prst="rect"/>
          <a:noFill/>
          <a:ln w="12700" cmpd="sng" cap="flat">
            <a:noFill/>
            <a:prstDash val="solid"/>
            <a:miter/>
          </a:ln>
        </p:spPr>
      </p:sp>
      <p:sp>
        <p:nvSpPr>
          <p:cNvPr id="348" name="Text box"/>
          <p:cNvSpPr>
            <a:spLocks noGrp="1"/>
          </p:cNvSpPr>
          <p:nvPr>
            <p:ph type="body" idx="1"/>
          </p:nvPr>
        </p:nvSpPr>
        <p:spPr>
          <a:xfrm rot="0">
            <a:off x="685800" y="4343400"/>
            <a:ext cx="5486400" cy="411480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349" name="Rectangles"/>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29</a:t>
            </a:fld>
            <a:endParaRPr lang="zh-CN" altLang="en-US" sz="1200">
              <a:latin typeface="Calibri" pitchFamily="34" charset="0"/>
              <a:ea typeface="MS PGothic" pitchFamily="34" charset="-128"/>
              <a:cs typeface="Calibri" pitchFamily="34" charset="0"/>
            </a:endParaRPr>
          </a:p>
        </p:txBody>
      </p:sp>
    </p:spTree>
    <p:extLst>
      <p:ext uri="{BB962C8B-B14F-4D97-AF65-F5344CB8AC3E}">
        <p14:creationId xmlns:p14="http://schemas.microsoft.com/office/powerpoint/2010/main" val="1918802582"/>
      </p:ext>
    </p:extLst>
  </p:cSld>
  <p:clrMapOvr>
    <a:masterClrMapping/>
  </p:clrMapOvr>
</p:notes>
</file>

<file path=ppt/notesSlides/notesSlide30.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2"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30</a:t>
            </a:fld>
            <a:endParaRPr lang="zh-CN" altLang="en-US" sz="1200">
              <a:latin typeface="Calibri" pitchFamily="34" charset="0"/>
              <a:ea typeface="MS PGothic" pitchFamily="34" charset="-128"/>
              <a:cs typeface="Calibri" pitchFamily="34" charset="0"/>
            </a:endParaRPr>
          </a:p>
        </p:txBody>
      </p:sp>
      <p:sp>
        <p:nvSpPr>
          <p:cNvPr id="354" name="Object"/>
          <p:cNvSpPr>
            <a:spLocks noGrp="1"/>
          </p:cNvSpPr>
          <p:nvPr>
            <p:ph type="sldImg"/>
          </p:nvPr>
        </p:nvSpPr>
        <p:spPr>
          <a:xfrm rot="0">
            <a:off x="381000" y="685800"/>
            <a:ext cx="6096000" cy="3429000"/>
          </a:xfrm>
          <a:prstGeom prst="rect"/>
          <a:noFill/>
          <a:ln w="12700" cmpd="sng" cap="flat">
            <a:noFill/>
            <a:prstDash val="solid"/>
            <a:miter/>
          </a:ln>
        </p:spPr>
      </p:sp>
      <p:sp>
        <p:nvSpPr>
          <p:cNvPr id="355" name="Text box"/>
          <p:cNvSpPr>
            <a:spLocks noGrp="1"/>
          </p:cNvSpPr>
          <p:nvPr>
            <p:ph type="body" idx="1"/>
          </p:nvPr>
        </p:nvSpPr>
        <p:spPr>
          <a:xfrm rot="0">
            <a:off x="685800" y="4343400"/>
            <a:ext cx="5486400" cy="411480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356" name="Rectangles"/>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30</a:t>
            </a:fld>
            <a:endParaRPr lang="zh-CN" altLang="en-US" sz="1200">
              <a:latin typeface="Calibri" pitchFamily="34" charset="0"/>
              <a:ea typeface="MS PGothic" pitchFamily="34" charset="-128"/>
              <a:cs typeface="Calibri" pitchFamily="34" charset="0"/>
            </a:endParaRPr>
          </a:p>
        </p:txBody>
      </p:sp>
    </p:spTree>
    <p:extLst>
      <p:ext uri="{BB962C8B-B14F-4D97-AF65-F5344CB8AC3E}">
        <p14:creationId xmlns:p14="http://schemas.microsoft.com/office/powerpoint/2010/main" val="1036157211"/>
      </p:ext>
    </p:extLst>
  </p:cSld>
  <p:clrMapOvr>
    <a:masterClrMapping/>
  </p:clrMapOvr>
</p:notes>
</file>

<file path=ppt/notesSlides/notesSlide31.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2"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31</a:t>
            </a:fld>
            <a:endParaRPr lang="zh-CN" altLang="en-US" sz="1200">
              <a:latin typeface="Calibri" pitchFamily="34" charset="0"/>
              <a:ea typeface="MS PGothic" pitchFamily="34" charset="-128"/>
              <a:cs typeface="Calibri" pitchFamily="34" charset="0"/>
            </a:endParaRPr>
          </a:p>
        </p:txBody>
      </p:sp>
      <p:sp>
        <p:nvSpPr>
          <p:cNvPr id="367" name="Object"/>
          <p:cNvSpPr>
            <a:spLocks noGrp="1"/>
          </p:cNvSpPr>
          <p:nvPr>
            <p:ph type="sldImg"/>
          </p:nvPr>
        </p:nvSpPr>
        <p:spPr>
          <a:xfrm rot="0">
            <a:off x="381000" y="685800"/>
            <a:ext cx="6096000" cy="3429000"/>
          </a:xfrm>
          <a:prstGeom prst="rect"/>
          <a:noFill/>
          <a:ln w="12700" cmpd="sng" cap="flat">
            <a:noFill/>
            <a:prstDash val="solid"/>
            <a:miter/>
          </a:ln>
        </p:spPr>
      </p:sp>
      <p:sp>
        <p:nvSpPr>
          <p:cNvPr id="368" name="Text box"/>
          <p:cNvSpPr>
            <a:spLocks noGrp="1"/>
          </p:cNvSpPr>
          <p:nvPr>
            <p:ph type="body" idx="1"/>
          </p:nvPr>
        </p:nvSpPr>
        <p:spPr>
          <a:xfrm rot="0">
            <a:off x="685800" y="4343400"/>
            <a:ext cx="5486400" cy="411480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369" name="Rectangles"/>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31</a:t>
            </a:fld>
            <a:endParaRPr lang="zh-CN" altLang="en-US" sz="1200">
              <a:latin typeface="Calibri" pitchFamily="34" charset="0"/>
              <a:ea typeface="MS PGothic" pitchFamily="34" charset="-128"/>
              <a:cs typeface="Calibri" pitchFamily="34" charset="0"/>
            </a:endParaRPr>
          </a:p>
        </p:txBody>
      </p:sp>
    </p:spTree>
    <p:extLst>
      <p:ext uri="{BB962C8B-B14F-4D97-AF65-F5344CB8AC3E}">
        <p14:creationId xmlns:p14="http://schemas.microsoft.com/office/powerpoint/2010/main" val="2019303199"/>
      </p:ext>
    </p:extLst>
  </p:cSld>
  <p:clrMapOvr>
    <a:masterClrMapping/>
  </p:clrMapOvr>
</p:notes>
</file>

<file path=ppt/notesSlides/notesSlide32.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2"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32</a:t>
            </a:fld>
            <a:endParaRPr lang="zh-CN" altLang="en-US" sz="1200">
              <a:latin typeface="Calibri" pitchFamily="34" charset="0"/>
              <a:ea typeface="MS PGothic" pitchFamily="34" charset="-128"/>
              <a:cs typeface="Calibri" pitchFamily="34" charset="0"/>
            </a:endParaRPr>
          </a:p>
        </p:txBody>
      </p:sp>
      <p:sp>
        <p:nvSpPr>
          <p:cNvPr id="379" name="Object"/>
          <p:cNvSpPr>
            <a:spLocks noGrp="1"/>
          </p:cNvSpPr>
          <p:nvPr>
            <p:ph type="sldImg"/>
          </p:nvPr>
        </p:nvSpPr>
        <p:spPr>
          <a:xfrm rot="0">
            <a:off x="381000" y="685800"/>
            <a:ext cx="6096000" cy="3429000"/>
          </a:xfrm>
          <a:prstGeom prst="rect"/>
          <a:noFill/>
          <a:ln w="12700" cmpd="sng" cap="flat">
            <a:noFill/>
            <a:prstDash val="solid"/>
            <a:miter/>
          </a:ln>
        </p:spPr>
      </p:sp>
      <p:sp>
        <p:nvSpPr>
          <p:cNvPr id="380" name="Text box"/>
          <p:cNvSpPr>
            <a:spLocks noGrp="1"/>
          </p:cNvSpPr>
          <p:nvPr>
            <p:ph type="body" idx="1"/>
          </p:nvPr>
        </p:nvSpPr>
        <p:spPr>
          <a:xfrm rot="0">
            <a:off x="685800" y="4343400"/>
            <a:ext cx="5486400" cy="411480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381" name="Rectangles"/>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32</a:t>
            </a:fld>
            <a:endParaRPr lang="zh-CN" altLang="en-US" sz="1200">
              <a:latin typeface="Calibri" pitchFamily="34" charset="0"/>
              <a:ea typeface="MS PGothic" pitchFamily="34" charset="-128"/>
              <a:cs typeface="Calibri" pitchFamily="34" charset="0"/>
            </a:endParaRPr>
          </a:p>
        </p:txBody>
      </p:sp>
    </p:spTree>
    <p:extLst>
      <p:ext uri="{BB962C8B-B14F-4D97-AF65-F5344CB8AC3E}">
        <p14:creationId xmlns:p14="http://schemas.microsoft.com/office/powerpoint/2010/main" val="1322047719"/>
      </p:ext>
    </p:extLst>
  </p:cSld>
  <p:clrMapOvr>
    <a:masterClrMapping/>
  </p:clrMapOvr>
</p:notes>
</file>

<file path=ppt/notesSlides/notesSlide33.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2"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33</a:t>
            </a:fld>
            <a:endParaRPr lang="zh-CN" altLang="en-US" sz="1200">
              <a:latin typeface="Calibri" pitchFamily="34" charset="0"/>
              <a:ea typeface="MS PGothic" pitchFamily="34" charset="-128"/>
              <a:cs typeface="Calibri" pitchFamily="34" charset="0"/>
            </a:endParaRPr>
          </a:p>
        </p:txBody>
      </p:sp>
      <p:sp>
        <p:nvSpPr>
          <p:cNvPr id="391" name="Object"/>
          <p:cNvSpPr>
            <a:spLocks noGrp="1"/>
          </p:cNvSpPr>
          <p:nvPr>
            <p:ph type="sldImg"/>
          </p:nvPr>
        </p:nvSpPr>
        <p:spPr>
          <a:xfrm rot="0">
            <a:off x="381000" y="685800"/>
            <a:ext cx="6096000" cy="3429000"/>
          </a:xfrm>
          <a:prstGeom prst="rect"/>
          <a:noFill/>
          <a:ln w="12700" cmpd="sng" cap="flat">
            <a:noFill/>
            <a:prstDash val="solid"/>
            <a:miter/>
          </a:ln>
        </p:spPr>
      </p:sp>
      <p:sp>
        <p:nvSpPr>
          <p:cNvPr id="392" name="Text box"/>
          <p:cNvSpPr>
            <a:spLocks noGrp="1"/>
          </p:cNvSpPr>
          <p:nvPr>
            <p:ph type="body" idx="1"/>
          </p:nvPr>
        </p:nvSpPr>
        <p:spPr>
          <a:xfrm rot="0">
            <a:off x="685800" y="4343400"/>
            <a:ext cx="5486400" cy="411480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393" name="Rectangles"/>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33</a:t>
            </a:fld>
            <a:endParaRPr lang="zh-CN" altLang="en-US" sz="1200">
              <a:latin typeface="Calibri" pitchFamily="34" charset="0"/>
              <a:ea typeface="MS PGothic" pitchFamily="34" charset="-128"/>
              <a:cs typeface="Calibri" pitchFamily="34" charset="0"/>
            </a:endParaRPr>
          </a:p>
        </p:txBody>
      </p:sp>
    </p:spTree>
    <p:extLst>
      <p:ext uri="{BB962C8B-B14F-4D97-AF65-F5344CB8AC3E}">
        <p14:creationId xmlns:p14="http://schemas.microsoft.com/office/powerpoint/2010/main" val="589934587"/>
      </p:ext>
    </p:extLst>
  </p:cSld>
  <p:clrMapOvr>
    <a:masterClrMapping/>
  </p:clrMapOvr>
</p:notes>
</file>

<file path=ppt/notesSlides/notesSlide34.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2"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34</a:t>
            </a:fld>
            <a:endParaRPr lang="zh-CN" altLang="en-US" sz="1200">
              <a:latin typeface="Calibri" pitchFamily="34" charset="0"/>
              <a:ea typeface="MS PGothic" pitchFamily="34" charset="-128"/>
              <a:cs typeface="Calibri" pitchFamily="34" charset="0"/>
            </a:endParaRPr>
          </a:p>
        </p:txBody>
      </p:sp>
      <p:sp>
        <p:nvSpPr>
          <p:cNvPr id="396" name="Object"/>
          <p:cNvSpPr>
            <a:spLocks noGrp="1"/>
          </p:cNvSpPr>
          <p:nvPr>
            <p:ph type="sldImg"/>
          </p:nvPr>
        </p:nvSpPr>
        <p:spPr>
          <a:xfrm rot="0">
            <a:off x="381000" y="685800"/>
            <a:ext cx="6096000" cy="3429000"/>
          </a:xfrm>
          <a:prstGeom prst="rect"/>
          <a:noFill/>
          <a:ln w="12700" cmpd="sng" cap="flat">
            <a:noFill/>
            <a:prstDash val="solid"/>
            <a:miter/>
          </a:ln>
        </p:spPr>
      </p:sp>
      <p:sp>
        <p:nvSpPr>
          <p:cNvPr id="397" name="Text box"/>
          <p:cNvSpPr>
            <a:spLocks noGrp="1"/>
          </p:cNvSpPr>
          <p:nvPr>
            <p:ph type="body" idx="1"/>
          </p:nvPr>
        </p:nvSpPr>
        <p:spPr>
          <a:xfrm rot="0">
            <a:off x="685800" y="4343400"/>
            <a:ext cx="5486400" cy="411480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398" name="Rectangles"/>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34</a:t>
            </a:fld>
            <a:endParaRPr lang="zh-CN" altLang="en-US" sz="1200">
              <a:latin typeface="Calibri" pitchFamily="34" charset="0"/>
              <a:ea typeface="MS PGothic" pitchFamily="34" charset="-128"/>
              <a:cs typeface="Calibri" pitchFamily="34" charset="0"/>
            </a:endParaRPr>
          </a:p>
        </p:txBody>
      </p:sp>
    </p:spTree>
    <p:extLst>
      <p:ext uri="{BB962C8B-B14F-4D97-AF65-F5344CB8AC3E}">
        <p14:creationId xmlns:p14="http://schemas.microsoft.com/office/powerpoint/2010/main" val="873372572"/>
      </p:ext>
    </p:extLst>
  </p:cSld>
  <p:clrMapOvr>
    <a:masterClrMapping/>
  </p:clrMapOvr>
</p:notes>
</file>

<file path=ppt/notesSlides/notesSlide35.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2"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35</a:t>
            </a:fld>
            <a:endParaRPr lang="zh-CN" altLang="en-US" sz="1200">
              <a:latin typeface="Calibri" pitchFamily="34" charset="0"/>
              <a:ea typeface="MS PGothic" pitchFamily="34" charset="-128"/>
              <a:cs typeface="Calibri" pitchFamily="34" charset="0"/>
            </a:endParaRPr>
          </a:p>
        </p:txBody>
      </p:sp>
      <p:sp>
        <p:nvSpPr>
          <p:cNvPr id="404" name="Object"/>
          <p:cNvSpPr>
            <a:spLocks noGrp="1"/>
          </p:cNvSpPr>
          <p:nvPr>
            <p:ph type="sldImg"/>
          </p:nvPr>
        </p:nvSpPr>
        <p:spPr>
          <a:xfrm rot="0">
            <a:off x="381000" y="685800"/>
            <a:ext cx="6096000" cy="3429000"/>
          </a:xfrm>
          <a:prstGeom prst="rect"/>
          <a:noFill/>
          <a:ln w="12700" cmpd="sng" cap="flat">
            <a:noFill/>
            <a:prstDash val="solid"/>
            <a:miter/>
          </a:ln>
        </p:spPr>
      </p:sp>
      <p:sp>
        <p:nvSpPr>
          <p:cNvPr id="405" name="Text box"/>
          <p:cNvSpPr>
            <a:spLocks noGrp="1"/>
          </p:cNvSpPr>
          <p:nvPr>
            <p:ph type="body" idx="1"/>
          </p:nvPr>
        </p:nvSpPr>
        <p:spPr>
          <a:xfrm rot="0">
            <a:off x="685800" y="4343400"/>
            <a:ext cx="5486400" cy="411480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406" name="Rectangles"/>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35</a:t>
            </a:fld>
            <a:endParaRPr lang="zh-CN" altLang="en-US" sz="1200">
              <a:latin typeface="Calibri" pitchFamily="34" charset="0"/>
              <a:ea typeface="MS PGothic" pitchFamily="34" charset="-128"/>
              <a:cs typeface="Calibri" pitchFamily="34" charset="0"/>
            </a:endParaRPr>
          </a:p>
        </p:txBody>
      </p:sp>
    </p:spTree>
    <p:extLst>
      <p:ext uri="{BB962C8B-B14F-4D97-AF65-F5344CB8AC3E}">
        <p14:creationId xmlns:p14="http://schemas.microsoft.com/office/powerpoint/2010/main" val="1943783990"/>
      </p:ext>
    </p:extLst>
  </p:cSld>
  <p:clrMapOvr>
    <a:masterClrMapping/>
  </p:clrMapOvr>
</p:notes>
</file>

<file path=ppt/notesSlides/notesSlide36.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2"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36</a:t>
            </a:fld>
            <a:endParaRPr lang="zh-CN" altLang="en-US" sz="1200">
              <a:latin typeface="Calibri" pitchFamily="34" charset="0"/>
              <a:ea typeface="MS PGothic" pitchFamily="34" charset="-128"/>
              <a:cs typeface="Calibri" pitchFamily="34" charset="0"/>
            </a:endParaRPr>
          </a:p>
        </p:txBody>
      </p:sp>
      <p:sp>
        <p:nvSpPr>
          <p:cNvPr id="410" name="Object"/>
          <p:cNvSpPr>
            <a:spLocks noGrp="1"/>
          </p:cNvSpPr>
          <p:nvPr>
            <p:ph type="sldImg"/>
          </p:nvPr>
        </p:nvSpPr>
        <p:spPr>
          <a:xfrm rot="0">
            <a:off x="381000" y="685800"/>
            <a:ext cx="6096000" cy="3429000"/>
          </a:xfrm>
          <a:prstGeom prst="rect"/>
          <a:noFill/>
          <a:ln w="12700" cmpd="sng" cap="flat">
            <a:noFill/>
            <a:prstDash val="solid"/>
            <a:miter/>
          </a:ln>
        </p:spPr>
      </p:sp>
      <p:sp>
        <p:nvSpPr>
          <p:cNvPr id="411" name="Text box"/>
          <p:cNvSpPr>
            <a:spLocks noGrp="1"/>
          </p:cNvSpPr>
          <p:nvPr>
            <p:ph type="body" idx="1"/>
          </p:nvPr>
        </p:nvSpPr>
        <p:spPr>
          <a:xfrm rot="0">
            <a:off x="685800" y="4343400"/>
            <a:ext cx="5486400" cy="411480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412" name="Rectangles"/>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36</a:t>
            </a:fld>
            <a:endParaRPr lang="zh-CN" altLang="en-US" sz="1200">
              <a:latin typeface="Calibri" pitchFamily="34" charset="0"/>
              <a:ea typeface="MS PGothic" pitchFamily="34" charset="-128"/>
              <a:cs typeface="Calibri" pitchFamily="34" charset="0"/>
            </a:endParaRPr>
          </a:p>
        </p:txBody>
      </p:sp>
    </p:spTree>
    <p:extLst>
      <p:ext uri="{BB962C8B-B14F-4D97-AF65-F5344CB8AC3E}">
        <p14:creationId xmlns:p14="http://schemas.microsoft.com/office/powerpoint/2010/main" val="1110383309"/>
      </p:ext>
    </p:extLst>
  </p:cSld>
  <p:clrMapOvr>
    <a:masterClrMapping/>
  </p:clrMapOvr>
</p:notes>
</file>

<file path=ppt/notesSlides/notesSlide37.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2"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37</a:t>
            </a:fld>
            <a:endParaRPr lang="zh-CN" altLang="en-US" sz="1200">
              <a:latin typeface="Calibri" pitchFamily="34" charset="0"/>
              <a:ea typeface="MS PGothic" pitchFamily="34" charset="-128"/>
              <a:cs typeface="Calibri" pitchFamily="34" charset="0"/>
            </a:endParaRPr>
          </a:p>
        </p:txBody>
      </p:sp>
      <p:sp>
        <p:nvSpPr>
          <p:cNvPr id="423" name="Object"/>
          <p:cNvSpPr>
            <a:spLocks noGrp="1"/>
          </p:cNvSpPr>
          <p:nvPr>
            <p:ph type="sldImg"/>
          </p:nvPr>
        </p:nvSpPr>
        <p:spPr>
          <a:xfrm rot="0">
            <a:off x="381000" y="685800"/>
            <a:ext cx="6096000" cy="3429000"/>
          </a:xfrm>
          <a:prstGeom prst="rect"/>
          <a:noFill/>
          <a:ln w="12700" cmpd="sng" cap="flat">
            <a:noFill/>
            <a:prstDash val="solid"/>
            <a:miter/>
          </a:ln>
        </p:spPr>
      </p:sp>
      <p:sp>
        <p:nvSpPr>
          <p:cNvPr id="424" name="Text box"/>
          <p:cNvSpPr>
            <a:spLocks noGrp="1"/>
          </p:cNvSpPr>
          <p:nvPr>
            <p:ph type="body" idx="1"/>
          </p:nvPr>
        </p:nvSpPr>
        <p:spPr>
          <a:xfrm rot="0">
            <a:off x="685800" y="4343400"/>
            <a:ext cx="5486400" cy="411480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425" name="Rectangles"/>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37</a:t>
            </a:fld>
            <a:endParaRPr lang="zh-CN" altLang="en-US" sz="1200">
              <a:latin typeface="Calibri" pitchFamily="34" charset="0"/>
              <a:ea typeface="MS PGothic" pitchFamily="34" charset="-128"/>
              <a:cs typeface="Calibri" pitchFamily="34" charset="0"/>
            </a:endParaRPr>
          </a:p>
        </p:txBody>
      </p:sp>
    </p:spTree>
    <p:extLst>
      <p:ext uri="{BB962C8B-B14F-4D97-AF65-F5344CB8AC3E}">
        <p14:creationId xmlns:p14="http://schemas.microsoft.com/office/powerpoint/2010/main" val="2078762384"/>
      </p:ext>
    </p:extLst>
  </p:cSld>
  <p:clrMapOvr>
    <a:masterClrMapping/>
  </p:clrMapOvr>
</p:notes>
</file>

<file path=ppt/notesSlides/notesSlide38.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2"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38</a:t>
            </a:fld>
            <a:endParaRPr lang="zh-CN" altLang="en-US" sz="1200">
              <a:latin typeface="Calibri" pitchFamily="34" charset="0"/>
              <a:ea typeface="MS PGothic" pitchFamily="34" charset="-128"/>
              <a:cs typeface="Calibri" pitchFamily="34" charset="0"/>
            </a:endParaRPr>
          </a:p>
        </p:txBody>
      </p:sp>
      <p:sp>
        <p:nvSpPr>
          <p:cNvPr id="429" name="Object"/>
          <p:cNvSpPr>
            <a:spLocks noGrp="1"/>
          </p:cNvSpPr>
          <p:nvPr>
            <p:ph type="sldImg"/>
          </p:nvPr>
        </p:nvSpPr>
        <p:spPr>
          <a:xfrm rot="0">
            <a:off x="381000" y="685800"/>
            <a:ext cx="6096000" cy="3429000"/>
          </a:xfrm>
          <a:prstGeom prst="rect"/>
          <a:noFill/>
          <a:ln w="12700" cmpd="sng" cap="flat">
            <a:noFill/>
            <a:prstDash val="solid"/>
            <a:miter/>
          </a:ln>
        </p:spPr>
      </p:sp>
      <p:sp>
        <p:nvSpPr>
          <p:cNvPr id="430" name="Text box"/>
          <p:cNvSpPr>
            <a:spLocks noGrp="1"/>
          </p:cNvSpPr>
          <p:nvPr>
            <p:ph type="body" idx="1"/>
          </p:nvPr>
        </p:nvSpPr>
        <p:spPr>
          <a:xfrm rot="0">
            <a:off x="685800" y="4343400"/>
            <a:ext cx="5486400" cy="411480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431" name="Rectangles"/>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38</a:t>
            </a:fld>
            <a:endParaRPr lang="zh-CN" altLang="en-US" sz="1200">
              <a:latin typeface="Calibri" pitchFamily="34" charset="0"/>
              <a:ea typeface="MS PGothic" pitchFamily="34" charset="-128"/>
              <a:cs typeface="Calibri" pitchFamily="34" charset="0"/>
            </a:endParaRPr>
          </a:p>
        </p:txBody>
      </p:sp>
    </p:spTree>
    <p:extLst>
      <p:ext uri="{BB962C8B-B14F-4D97-AF65-F5344CB8AC3E}">
        <p14:creationId xmlns:p14="http://schemas.microsoft.com/office/powerpoint/2010/main" val="38777595"/>
      </p:ext>
    </p:extLst>
  </p:cSld>
  <p:clrMapOvr>
    <a:masterClrMapping/>
  </p:clrMapOvr>
</p:notes>
</file>

<file path=ppt/notesSlides/notesSlide39.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2"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39</a:t>
            </a:fld>
            <a:endParaRPr lang="zh-CN" altLang="en-US" sz="1200">
              <a:latin typeface="Calibri" pitchFamily="34" charset="0"/>
              <a:ea typeface="MS PGothic" pitchFamily="34" charset="-128"/>
              <a:cs typeface="Calibri" pitchFamily="34" charset="0"/>
            </a:endParaRPr>
          </a:p>
        </p:txBody>
      </p:sp>
      <p:sp>
        <p:nvSpPr>
          <p:cNvPr id="442" name="Object"/>
          <p:cNvSpPr>
            <a:spLocks noGrp="1"/>
          </p:cNvSpPr>
          <p:nvPr>
            <p:ph type="sldImg"/>
          </p:nvPr>
        </p:nvSpPr>
        <p:spPr>
          <a:xfrm rot="0">
            <a:off x="381000" y="685800"/>
            <a:ext cx="6096000" cy="3429000"/>
          </a:xfrm>
          <a:prstGeom prst="rect"/>
          <a:noFill/>
          <a:ln w="12700" cmpd="sng" cap="flat">
            <a:noFill/>
            <a:prstDash val="solid"/>
            <a:miter/>
          </a:ln>
        </p:spPr>
      </p:sp>
      <p:sp>
        <p:nvSpPr>
          <p:cNvPr id="443" name="Text box"/>
          <p:cNvSpPr>
            <a:spLocks noGrp="1"/>
          </p:cNvSpPr>
          <p:nvPr>
            <p:ph type="body" idx="1"/>
          </p:nvPr>
        </p:nvSpPr>
        <p:spPr>
          <a:xfrm rot="0">
            <a:off x="685800" y="4343400"/>
            <a:ext cx="5486400" cy="411480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444" name="Rectangles"/>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39</a:t>
            </a:fld>
            <a:endParaRPr lang="zh-CN" altLang="en-US" sz="1200">
              <a:latin typeface="Calibri" pitchFamily="34" charset="0"/>
              <a:ea typeface="MS PGothic" pitchFamily="34" charset="-128"/>
              <a:cs typeface="Calibri" pitchFamily="34" charset="0"/>
            </a:endParaRPr>
          </a:p>
        </p:txBody>
      </p:sp>
    </p:spTree>
    <p:extLst>
      <p:ext uri="{BB962C8B-B14F-4D97-AF65-F5344CB8AC3E}">
        <p14:creationId xmlns:p14="http://schemas.microsoft.com/office/powerpoint/2010/main" val="897932977"/>
      </p:ext>
    </p:extLst>
  </p:cSld>
  <p:clrMapOvr>
    <a:masterClrMapping/>
  </p:clrMapOvr>
</p:notes>
</file>

<file path=ppt/notesSlides/notesSlide40.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2"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40</a:t>
            </a:fld>
            <a:endParaRPr lang="zh-CN" altLang="en-US" sz="1200">
              <a:latin typeface="Calibri" pitchFamily="34" charset="0"/>
              <a:ea typeface="MS PGothic" pitchFamily="34" charset="-128"/>
              <a:cs typeface="Calibri" pitchFamily="34" charset="0"/>
            </a:endParaRPr>
          </a:p>
        </p:txBody>
      </p:sp>
      <p:sp>
        <p:nvSpPr>
          <p:cNvPr id="458" name="Object"/>
          <p:cNvSpPr>
            <a:spLocks noGrp="1"/>
          </p:cNvSpPr>
          <p:nvPr>
            <p:ph type="sldImg"/>
          </p:nvPr>
        </p:nvSpPr>
        <p:spPr>
          <a:xfrm rot="0">
            <a:off x="381000" y="685800"/>
            <a:ext cx="6096000" cy="3429000"/>
          </a:xfrm>
          <a:prstGeom prst="rect"/>
          <a:noFill/>
          <a:ln w="12700" cmpd="sng" cap="flat">
            <a:noFill/>
            <a:prstDash val="solid"/>
            <a:miter/>
          </a:ln>
        </p:spPr>
      </p:sp>
      <p:sp>
        <p:nvSpPr>
          <p:cNvPr id="459" name="Text box"/>
          <p:cNvSpPr>
            <a:spLocks noGrp="1"/>
          </p:cNvSpPr>
          <p:nvPr>
            <p:ph type="body" idx="1"/>
          </p:nvPr>
        </p:nvSpPr>
        <p:spPr>
          <a:xfrm rot="0">
            <a:off x="685800" y="4343400"/>
            <a:ext cx="5486400" cy="411480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460" name="Rectangles"/>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40</a:t>
            </a:fld>
            <a:endParaRPr lang="zh-CN" altLang="en-US" sz="1200">
              <a:latin typeface="Calibri" pitchFamily="34" charset="0"/>
              <a:ea typeface="MS PGothic" pitchFamily="34" charset="-128"/>
              <a:cs typeface="Calibri" pitchFamily="34" charset="0"/>
            </a:endParaRPr>
          </a:p>
        </p:txBody>
      </p:sp>
    </p:spTree>
    <p:extLst>
      <p:ext uri="{BB962C8B-B14F-4D97-AF65-F5344CB8AC3E}">
        <p14:creationId xmlns:p14="http://schemas.microsoft.com/office/powerpoint/2010/main" val="662423271"/>
      </p:ext>
    </p:extLst>
  </p:cSld>
  <p:clrMapOvr>
    <a:masterClrMapping/>
  </p:clrMapOvr>
</p:notes>
</file>

<file path=ppt/notesSlides/notesSlide41.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2"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41</a:t>
            </a:fld>
            <a:endParaRPr lang="zh-CN" altLang="en-US" sz="1200">
              <a:latin typeface="Calibri" pitchFamily="34" charset="0"/>
              <a:ea typeface="MS PGothic" pitchFamily="34" charset="-128"/>
              <a:cs typeface="Calibri" pitchFamily="34" charset="0"/>
            </a:endParaRPr>
          </a:p>
        </p:txBody>
      </p:sp>
      <p:sp>
        <p:nvSpPr>
          <p:cNvPr id="464" name="Object"/>
          <p:cNvSpPr>
            <a:spLocks noGrp="1"/>
          </p:cNvSpPr>
          <p:nvPr>
            <p:ph type="sldImg"/>
          </p:nvPr>
        </p:nvSpPr>
        <p:spPr>
          <a:xfrm rot="0">
            <a:off x="381000" y="685800"/>
            <a:ext cx="6096000" cy="3429000"/>
          </a:xfrm>
          <a:prstGeom prst="rect"/>
          <a:noFill/>
          <a:ln w="12700" cmpd="sng" cap="flat">
            <a:noFill/>
            <a:prstDash val="solid"/>
            <a:miter/>
          </a:ln>
        </p:spPr>
      </p:sp>
      <p:sp>
        <p:nvSpPr>
          <p:cNvPr id="465" name="Text box"/>
          <p:cNvSpPr>
            <a:spLocks noGrp="1"/>
          </p:cNvSpPr>
          <p:nvPr>
            <p:ph type="body" idx="1"/>
          </p:nvPr>
        </p:nvSpPr>
        <p:spPr>
          <a:xfrm rot="0">
            <a:off x="685800" y="4343400"/>
            <a:ext cx="5486400" cy="411480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466" name="Rectangles"/>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41</a:t>
            </a:fld>
            <a:endParaRPr lang="zh-CN" altLang="en-US" sz="1200">
              <a:latin typeface="Calibri" pitchFamily="34" charset="0"/>
              <a:ea typeface="MS PGothic" pitchFamily="34" charset="-128"/>
              <a:cs typeface="Calibri" pitchFamily="34" charset="0"/>
            </a:endParaRPr>
          </a:p>
        </p:txBody>
      </p:sp>
    </p:spTree>
    <p:extLst>
      <p:ext uri="{BB962C8B-B14F-4D97-AF65-F5344CB8AC3E}">
        <p14:creationId xmlns:p14="http://schemas.microsoft.com/office/powerpoint/2010/main" val="325132595"/>
      </p:ext>
    </p:extLst>
  </p:cSld>
  <p:clrMapOvr>
    <a:masterClrMapping/>
  </p:clrMapOvr>
</p:notes>
</file>

<file path=ppt/notesSlides/notesSlide42.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2"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42</a:t>
            </a:fld>
            <a:endParaRPr lang="zh-CN" altLang="en-US" sz="1200">
              <a:latin typeface="Calibri" pitchFamily="34" charset="0"/>
              <a:ea typeface="MS PGothic" pitchFamily="34" charset="-128"/>
              <a:cs typeface="Calibri" pitchFamily="34" charset="0"/>
            </a:endParaRPr>
          </a:p>
        </p:txBody>
      </p:sp>
      <p:sp>
        <p:nvSpPr>
          <p:cNvPr id="472" name="Object"/>
          <p:cNvSpPr>
            <a:spLocks noGrp="1"/>
          </p:cNvSpPr>
          <p:nvPr>
            <p:ph type="sldImg"/>
          </p:nvPr>
        </p:nvSpPr>
        <p:spPr>
          <a:xfrm rot="0">
            <a:off x="381000" y="685800"/>
            <a:ext cx="6096000" cy="3429000"/>
          </a:xfrm>
          <a:prstGeom prst="rect"/>
          <a:noFill/>
          <a:ln w="12700" cmpd="sng" cap="flat">
            <a:noFill/>
            <a:prstDash val="solid"/>
            <a:miter/>
          </a:ln>
        </p:spPr>
      </p:sp>
      <p:sp>
        <p:nvSpPr>
          <p:cNvPr id="473" name="Text box"/>
          <p:cNvSpPr>
            <a:spLocks noGrp="1"/>
          </p:cNvSpPr>
          <p:nvPr>
            <p:ph type="body" idx="1"/>
          </p:nvPr>
        </p:nvSpPr>
        <p:spPr>
          <a:xfrm rot="0">
            <a:off x="685800" y="4343400"/>
            <a:ext cx="5486400" cy="411480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474" name="Rectangles"/>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42</a:t>
            </a:fld>
            <a:endParaRPr lang="zh-CN" altLang="en-US" sz="1200">
              <a:latin typeface="Calibri" pitchFamily="34" charset="0"/>
              <a:ea typeface="MS PGothic" pitchFamily="34" charset="-128"/>
              <a:cs typeface="Calibri" pitchFamily="34" charset="0"/>
            </a:endParaRPr>
          </a:p>
        </p:txBody>
      </p:sp>
    </p:spTree>
    <p:extLst>
      <p:ext uri="{BB962C8B-B14F-4D97-AF65-F5344CB8AC3E}">
        <p14:creationId xmlns:p14="http://schemas.microsoft.com/office/powerpoint/2010/main" val="1839444652"/>
      </p:ext>
    </p:extLst>
  </p:cSld>
  <p:clrMapOvr>
    <a:masterClrMapping/>
  </p:clrMapOvr>
</p:notes>
</file>

<file path=ppt/notesSlides/notesSlide43.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2"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43</a:t>
            </a:fld>
            <a:endParaRPr lang="zh-CN" altLang="en-US" sz="1200">
              <a:latin typeface="Calibri" pitchFamily="34" charset="0"/>
              <a:ea typeface="MS PGothic" pitchFamily="34" charset="-128"/>
              <a:cs typeface="Calibri" pitchFamily="34" charset="0"/>
            </a:endParaRPr>
          </a:p>
        </p:txBody>
      </p:sp>
      <p:sp>
        <p:nvSpPr>
          <p:cNvPr id="479" name="Object"/>
          <p:cNvSpPr>
            <a:spLocks noGrp="1"/>
          </p:cNvSpPr>
          <p:nvPr>
            <p:ph type="sldImg"/>
          </p:nvPr>
        </p:nvSpPr>
        <p:spPr>
          <a:xfrm rot="0">
            <a:off x="381000" y="685800"/>
            <a:ext cx="6096000" cy="3429000"/>
          </a:xfrm>
          <a:prstGeom prst="rect"/>
          <a:noFill/>
          <a:ln w="12700" cmpd="sng" cap="flat">
            <a:noFill/>
            <a:prstDash val="solid"/>
            <a:miter/>
          </a:ln>
        </p:spPr>
      </p:sp>
      <p:sp>
        <p:nvSpPr>
          <p:cNvPr id="480" name="Text box"/>
          <p:cNvSpPr>
            <a:spLocks noGrp="1"/>
          </p:cNvSpPr>
          <p:nvPr>
            <p:ph type="body" idx="1"/>
          </p:nvPr>
        </p:nvSpPr>
        <p:spPr>
          <a:xfrm rot="0">
            <a:off x="685800" y="4343400"/>
            <a:ext cx="5486400" cy="411480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481" name="Rectangles"/>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43</a:t>
            </a:fld>
            <a:endParaRPr lang="zh-CN" altLang="en-US" sz="1200">
              <a:latin typeface="Calibri" pitchFamily="34" charset="0"/>
              <a:ea typeface="MS PGothic" pitchFamily="34" charset="-128"/>
              <a:cs typeface="Calibri" pitchFamily="34" charset="0"/>
            </a:endParaRPr>
          </a:p>
        </p:txBody>
      </p:sp>
    </p:spTree>
    <p:extLst>
      <p:ext uri="{BB962C8B-B14F-4D97-AF65-F5344CB8AC3E}">
        <p14:creationId xmlns:p14="http://schemas.microsoft.com/office/powerpoint/2010/main" val="1394496992"/>
      </p:ext>
    </p:extLst>
  </p:cSld>
  <p:clrMapOvr>
    <a:masterClrMapping/>
  </p:clrMapOvr>
</p:notes>
</file>

<file path=ppt/notesSlides/notesSlide44.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2"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44</a:t>
            </a:fld>
            <a:endParaRPr lang="zh-CN" altLang="en-US" sz="1200">
              <a:latin typeface="Calibri" pitchFamily="34" charset="0"/>
              <a:ea typeface="MS PGothic" pitchFamily="34" charset="-128"/>
              <a:cs typeface="Calibri" pitchFamily="34" charset="0"/>
            </a:endParaRPr>
          </a:p>
        </p:txBody>
      </p:sp>
      <p:sp>
        <p:nvSpPr>
          <p:cNvPr id="485" name="Object"/>
          <p:cNvSpPr>
            <a:spLocks noGrp="1"/>
          </p:cNvSpPr>
          <p:nvPr>
            <p:ph type="sldImg"/>
          </p:nvPr>
        </p:nvSpPr>
        <p:spPr>
          <a:xfrm rot="0">
            <a:off x="381000" y="685800"/>
            <a:ext cx="6096000" cy="3429000"/>
          </a:xfrm>
          <a:prstGeom prst="rect"/>
          <a:noFill/>
          <a:ln w="12700" cmpd="sng" cap="flat">
            <a:noFill/>
            <a:prstDash val="solid"/>
            <a:miter/>
          </a:ln>
        </p:spPr>
      </p:sp>
      <p:sp>
        <p:nvSpPr>
          <p:cNvPr id="486" name="Text box"/>
          <p:cNvSpPr>
            <a:spLocks noGrp="1"/>
          </p:cNvSpPr>
          <p:nvPr>
            <p:ph type="body" idx="1"/>
          </p:nvPr>
        </p:nvSpPr>
        <p:spPr>
          <a:xfrm rot="0">
            <a:off x="685800" y="4343400"/>
            <a:ext cx="5486400" cy="411480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487" name="Rectangles"/>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44</a:t>
            </a:fld>
            <a:endParaRPr lang="zh-CN" altLang="en-US" sz="1200">
              <a:latin typeface="Calibri" pitchFamily="34" charset="0"/>
              <a:ea typeface="MS PGothic" pitchFamily="34" charset="-128"/>
              <a:cs typeface="Calibri" pitchFamily="34" charset="0"/>
            </a:endParaRPr>
          </a:p>
        </p:txBody>
      </p:sp>
    </p:spTree>
    <p:extLst>
      <p:ext uri="{BB962C8B-B14F-4D97-AF65-F5344CB8AC3E}">
        <p14:creationId xmlns:p14="http://schemas.microsoft.com/office/powerpoint/2010/main" val="2130733298"/>
      </p:ext>
    </p:extLst>
  </p:cSld>
  <p:clrMapOvr>
    <a:masterClrMapping/>
  </p:clrMapOvr>
</p:notes>
</file>

<file path=ppt/notesSlides/notesSlide45.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2"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45</a:t>
            </a:fld>
            <a:endParaRPr lang="zh-CN" altLang="en-US" sz="1200">
              <a:latin typeface="Calibri" pitchFamily="34" charset="0"/>
              <a:ea typeface="MS PGothic" pitchFamily="34" charset="-128"/>
              <a:cs typeface="Calibri" pitchFamily="34" charset="0"/>
            </a:endParaRPr>
          </a:p>
        </p:txBody>
      </p:sp>
      <p:sp>
        <p:nvSpPr>
          <p:cNvPr id="500" name="Object"/>
          <p:cNvSpPr>
            <a:spLocks noGrp="1"/>
          </p:cNvSpPr>
          <p:nvPr>
            <p:ph type="sldImg"/>
          </p:nvPr>
        </p:nvSpPr>
        <p:spPr>
          <a:xfrm rot="0">
            <a:off x="381000" y="685800"/>
            <a:ext cx="6096000" cy="3429000"/>
          </a:xfrm>
          <a:prstGeom prst="rect"/>
          <a:noFill/>
          <a:ln w="12700" cmpd="sng" cap="flat">
            <a:noFill/>
            <a:prstDash val="solid"/>
            <a:miter/>
          </a:ln>
        </p:spPr>
      </p:sp>
      <p:sp>
        <p:nvSpPr>
          <p:cNvPr id="501" name="Text box"/>
          <p:cNvSpPr>
            <a:spLocks noGrp="1"/>
          </p:cNvSpPr>
          <p:nvPr>
            <p:ph type="body" idx="1"/>
          </p:nvPr>
        </p:nvSpPr>
        <p:spPr>
          <a:xfrm rot="0">
            <a:off x="685800" y="4343400"/>
            <a:ext cx="5486400" cy="411480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502" name="Rectangles"/>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45</a:t>
            </a:fld>
            <a:endParaRPr lang="zh-CN" altLang="en-US" sz="1200">
              <a:latin typeface="Calibri" pitchFamily="34" charset="0"/>
              <a:ea typeface="MS PGothic" pitchFamily="34" charset="-128"/>
              <a:cs typeface="Calibri" pitchFamily="34" charset="0"/>
            </a:endParaRPr>
          </a:p>
        </p:txBody>
      </p:sp>
    </p:spTree>
    <p:extLst>
      <p:ext uri="{BB962C8B-B14F-4D97-AF65-F5344CB8AC3E}">
        <p14:creationId xmlns:p14="http://schemas.microsoft.com/office/powerpoint/2010/main" val="756579157"/>
      </p:ext>
    </p:extLst>
  </p:cSld>
  <p:clrMapOvr>
    <a:masterClrMapping/>
  </p:clrMapOvr>
</p:notes>
</file>

<file path=ppt/notesSlides/notesSlide46.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2"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46</a:t>
            </a:fld>
            <a:endParaRPr lang="zh-CN" altLang="en-US" sz="1200">
              <a:latin typeface="Calibri" pitchFamily="34" charset="0"/>
              <a:ea typeface="MS PGothic" pitchFamily="34" charset="-128"/>
              <a:cs typeface="Calibri" pitchFamily="34" charset="0"/>
            </a:endParaRPr>
          </a:p>
        </p:txBody>
      </p:sp>
      <p:sp>
        <p:nvSpPr>
          <p:cNvPr id="505" name="Object"/>
          <p:cNvSpPr>
            <a:spLocks noGrp="1"/>
          </p:cNvSpPr>
          <p:nvPr>
            <p:ph type="sldImg"/>
          </p:nvPr>
        </p:nvSpPr>
        <p:spPr>
          <a:xfrm rot="0">
            <a:off x="381000" y="685800"/>
            <a:ext cx="6096000" cy="3429000"/>
          </a:xfrm>
          <a:prstGeom prst="rect"/>
          <a:noFill/>
          <a:ln w="12700" cmpd="sng" cap="flat">
            <a:noFill/>
            <a:prstDash val="solid"/>
            <a:miter/>
          </a:ln>
        </p:spPr>
      </p:sp>
      <p:sp>
        <p:nvSpPr>
          <p:cNvPr id="506" name="Text box"/>
          <p:cNvSpPr>
            <a:spLocks noGrp="1"/>
          </p:cNvSpPr>
          <p:nvPr>
            <p:ph type="body" idx="1"/>
          </p:nvPr>
        </p:nvSpPr>
        <p:spPr>
          <a:xfrm rot="0">
            <a:off x="685800" y="4343400"/>
            <a:ext cx="5486400" cy="411480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507" name="Rectangles"/>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46</a:t>
            </a:fld>
            <a:endParaRPr lang="zh-CN" altLang="en-US" sz="1200">
              <a:latin typeface="Calibri" pitchFamily="34" charset="0"/>
              <a:ea typeface="MS PGothic" pitchFamily="34" charset="-128"/>
              <a:cs typeface="Calibri" pitchFamily="34" charset="0"/>
            </a:endParaRPr>
          </a:p>
        </p:txBody>
      </p:sp>
    </p:spTree>
    <p:extLst>
      <p:ext uri="{BB962C8B-B14F-4D97-AF65-F5344CB8AC3E}">
        <p14:creationId xmlns:p14="http://schemas.microsoft.com/office/powerpoint/2010/main" val="728676563"/>
      </p:ext>
    </p:extLst>
  </p:cSld>
  <p:clrMapOvr>
    <a:masterClrMapping/>
  </p:clrMapOvr>
</p:notes>
</file>

<file path=ppt/notesSlides/notesSlide47.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2"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47</a:t>
            </a:fld>
            <a:endParaRPr lang="zh-CN" altLang="en-US" sz="1200">
              <a:latin typeface="Calibri" pitchFamily="34" charset="0"/>
              <a:ea typeface="MS PGothic" pitchFamily="34" charset="-128"/>
              <a:cs typeface="Calibri" pitchFamily="34" charset="0"/>
            </a:endParaRPr>
          </a:p>
        </p:txBody>
      </p:sp>
      <p:sp>
        <p:nvSpPr>
          <p:cNvPr id="511" name="Object"/>
          <p:cNvSpPr>
            <a:spLocks noGrp="1"/>
          </p:cNvSpPr>
          <p:nvPr>
            <p:ph type="sldImg"/>
          </p:nvPr>
        </p:nvSpPr>
        <p:spPr>
          <a:xfrm rot="0">
            <a:off x="381000" y="685800"/>
            <a:ext cx="6096000" cy="3429000"/>
          </a:xfrm>
          <a:prstGeom prst="rect"/>
          <a:noFill/>
          <a:ln w="12700" cmpd="sng" cap="flat">
            <a:noFill/>
            <a:prstDash val="solid"/>
            <a:miter/>
          </a:ln>
        </p:spPr>
      </p:sp>
      <p:sp>
        <p:nvSpPr>
          <p:cNvPr id="512" name="Text box"/>
          <p:cNvSpPr>
            <a:spLocks noGrp="1"/>
          </p:cNvSpPr>
          <p:nvPr>
            <p:ph type="body" idx="1"/>
          </p:nvPr>
        </p:nvSpPr>
        <p:spPr>
          <a:xfrm rot="0">
            <a:off x="685800" y="4343400"/>
            <a:ext cx="5486400" cy="411480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513" name="Rectangles"/>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47</a:t>
            </a:fld>
            <a:endParaRPr lang="zh-CN" altLang="en-US" sz="1200">
              <a:latin typeface="Calibri" pitchFamily="34" charset="0"/>
              <a:ea typeface="MS PGothic" pitchFamily="34" charset="-128"/>
              <a:cs typeface="Calibri" pitchFamily="34" charset="0"/>
            </a:endParaRPr>
          </a:p>
        </p:txBody>
      </p:sp>
    </p:spTree>
    <p:extLst>
      <p:ext uri="{BB962C8B-B14F-4D97-AF65-F5344CB8AC3E}">
        <p14:creationId xmlns:p14="http://schemas.microsoft.com/office/powerpoint/2010/main" val="1715954624"/>
      </p:ext>
    </p:extLst>
  </p:cSld>
  <p:clrMapOvr>
    <a:masterClrMapping/>
  </p:clrMapOvr>
</p:notes>
</file>

<file path=ppt/notesSlides/notesSlide48.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2"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48</a:t>
            </a:fld>
            <a:endParaRPr lang="zh-CN" altLang="en-US" sz="1200">
              <a:latin typeface="Calibri" pitchFamily="34" charset="0"/>
              <a:ea typeface="MS PGothic" pitchFamily="34" charset="-128"/>
              <a:cs typeface="Calibri" pitchFamily="34" charset="0"/>
            </a:endParaRPr>
          </a:p>
        </p:txBody>
      </p:sp>
      <p:sp>
        <p:nvSpPr>
          <p:cNvPr id="521" name="Object"/>
          <p:cNvSpPr>
            <a:spLocks noGrp="1"/>
          </p:cNvSpPr>
          <p:nvPr>
            <p:ph type="sldImg"/>
          </p:nvPr>
        </p:nvSpPr>
        <p:spPr>
          <a:xfrm rot="0">
            <a:off x="381000" y="685800"/>
            <a:ext cx="6096000" cy="3429000"/>
          </a:xfrm>
          <a:prstGeom prst="rect"/>
          <a:noFill/>
          <a:ln w="12700" cmpd="sng" cap="flat">
            <a:noFill/>
            <a:prstDash val="solid"/>
            <a:miter/>
          </a:ln>
        </p:spPr>
      </p:sp>
      <p:sp>
        <p:nvSpPr>
          <p:cNvPr id="522" name="Text box"/>
          <p:cNvSpPr>
            <a:spLocks noGrp="1"/>
          </p:cNvSpPr>
          <p:nvPr>
            <p:ph type="body" idx="1"/>
          </p:nvPr>
        </p:nvSpPr>
        <p:spPr>
          <a:xfrm rot="0">
            <a:off x="685800" y="4343400"/>
            <a:ext cx="5486400" cy="411480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523" name="Rectangles"/>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48</a:t>
            </a:fld>
            <a:endParaRPr lang="zh-CN" altLang="en-US" sz="1200">
              <a:latin typeface="Calibri" pitchFamily="34" charset="0"/>
              <a:ea typeface="MS PGothic" pitchFamily="34" charset="-128"/>
              <a:cs typeface="Calibri" pitchFamily="34" charset="0"/>
            </a:endParaRPr>
          </a:p>
        </p:txBody>
      </p:sp>
    </p:spTree>
    <p:extLst>
      <p:ext uri="{BB962C8B-B14F-4D97-AF65-F5344CB8AC3E}">
        <p14:creationId xmlns:p14="http://schemas.microsoft.com/office/powerpoint/2010/main" val="1674220580"/>
      </p:ext>
    </p:extLst>
  </p:cSld>
  <p:clrMapOvr>
    <a:masterClrMapping/>
  </p:clrMapOvr>
</p:notes>
</file>

<file path=ppt/notesSlides/notesSlide49.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2"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49</a:t>
            </a:fld>
            <a:endParaRPr lang="zh-CN" altLang="en-US" sz="1200">
              <a:latin typeface="Calibri" pitchFamily="34" charset="0"/>
              <a:ea typeface="MS PGothic" pitchFamily="34" charset="-128"/>
              <a:cs typeface="Calibri" pitchFamily="34" charset="0"/>
            </a:endParaRPr>
          </a:p>
        </p:txBody>
      </p:sp>
      <p:sp>
        <p:nvSpPr>
          <p:cNvPr id="528" name="Object"/>
          <p:cNvSpPr>
            <a:spLocks noGrp="1"/>
          </p:cNvSpPr>
          <p:nvPr>
            <p:ph type="sldImg"/>
          </p:nvPr>
        </p:nvSpPr>
        <p:spPr>
          <a:xfrm rot="0">
            <a:off x="381000" y="685800"/>
            <a:ext cx="6096000" cy="3429000"/>
          </a:xfrm>
          <a:prstGeom prst="rect"/>
          <a:noFill/>
          <a:ln w="12700" cmpd="sng" cap="flat">
            <a:noFill/>
            <a:prstDash val="solid"/>
            <a:miter/>
          </a:ln>
        </p:spPr>
      </p:sp>
      <p:sp>
        <p:nvSpPr>
          <p:cNvPr id="529" name="Text box"/>
          <p:cNvSpPr>
            <a:spLocks noGrp="1"/>
          </p:cNvSpPr>
          <p:nvPr>
            <p:ph type="body" idx="1"/>
          </p:nvPr>
        </p:nvSpPr>
        <p:spPr>
          <a:xfrm rot="0">
            <a:off x="685800" y="4343400"/>
            <a:ext cx="5486400" cy="411480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530" name="Rectangles"/>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49</a:t>
            </a:fld>
            <a:endParaRPr lang="zh-CN" altLang="en-US" sz="1200">
              <a:latin typeface="Calibri" pitchFamily="34" charset="0"/>
              <a:ea typeface="MS PGothic" pitchFamily="34" charset="-128"/>
              <a:cs typeface="Calibri" pitchFamily="34" charset="0"/>
            </a:endParaRPr>
          </a:p>
        </p:txBody>
      </p:sp>
    </p:spTree>
    <p:extLst>
      <p:ext uri="{BB962C8B-B14F-4D97-AF65-F5344CB8AC3E}">
        <p14:creationId xmlns:p14="http://schemas.microsoft.com/office/powerpoint/2010/main" val="1137254110"/>
      </p:ext>
    </p:extLst>
  </p:cSld>
  <p:clrMapOvr>
    <a:masterClrMapping/>
  </p:clrMapOvr>
</p:notes>
</file>

<file path=ppt/notesSlides/notesSlide50.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2"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50</a:t>
            </a:fld>
            <a:endParaRPr lang="zh-CN" altLang="en-US" sz="1200">
              <a:latin typeface="Calibri" pitchFamily="34" charset="0"/>
              <a:ea typeface="MS PGothic" pitchFamily="34" charset="-128"/>
              <a:cs typeface="Calibri" pitchFamily="34" charset="0"/>
            </a:endParaRPr>
          </a:p>
        </p:txBody>
      </p:sp>
      <p:sp>
        <p:nvSpPr>
          <p:cNvPr id="536" name="Object"/>
          <p:cNvSpPr>
            <a:spLocks noGrp="1"/>
          </p:cNvSpPr>
          <p:nvPr>
            <p:ph type="sldImg"/>
          </p:nvPr>
        </p:nvSpPr>
        <p:spPr>
          <a:xfrm rot="0">
            <a:off x="381000" y="685800"/>
            <a:ext cx="6096000" cy="3429000"/>
          </a:xfrm>
          <a:prstGeom prst="rect"/>
          <a:noFill/>
          <a:ln w="12700" cmpd="sng" cap="flat">
            <a:noFill/>
            <a:prstDash val="solid"/>
            <a:miter/>
          </a:ln>
        </p:spPr>
      </p:sp>
      <p:sp>
        <p:nvSpPr>
          <p:cNvPr id="537" name="Text box"/>
          <p:cNvSpPr>
            <a:spLocks noGrp="1"/>
          </p:cNvSpPr>
          <p:nvPr>
            <p:ph type="body" idx="1"/>
          </p:nvPr>
        </p:nvSpPr>
        <p:spPr>
          <a:xfrm rot="0">
            <a:off x="685800" y="4343400"/>
            <a:ext cx="5486400" cy="411480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538" name="Rectangles"/>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50</a:t>
            </a:fld>
            <a:endParaRPr lang="zh-CN" altLang="en-US" sz="1200">
              <a:latin typeface="Calibri" pitchFamily="34" charset="0"/>
              <a:ea typeface="MS PGothic" pitchFamily="34" charset="-128"/>
              <a:cs typeface="Calibri" pitchFamily="34" charset="0"/>
            </a:endParaRPr>
          </a:p>
        </p:txBody>
      </p:sp>
    </p:spTree>
    <p:extLst>
      <p:ext uri="{BB962C8B-B14F-4D97-AF65-F5344CB8AC3E}">
        <p14:creationId xmlns:p14="http://schemas.microsoft.com/office/powerpoint/2010/main" val="969968446"/>
      </p:ext>
    </p:extLst>
  </p:cSld>
  <p:clrMapOvr>
    <a:masterClrMapping/>
  </p:clrMapOvr>
</p:notes>
</file>

<file path=ppt/notesSlides/notesSlide51.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2"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51</a:t>
            </a:fld>
            <a:endParaRPr lang="zh-CN" altLang="en-US" sz="1200">
              <a:latin typeface="Calibri" pitchFamily="34" charset="0"/>
              <a:ea typeface="MS PGothic" pitchFamily="34" charset="-128"/>
              <a:cs typeface="Calibri" pitchFamily="34" charset="0"/>
            </a:endParaRPr>
          </a:p>
        </p:txBody>
      </p:sp>
      <p:sp>
        <p:nvSpPr>
          <p:cNvPr id="543" name="Object"/>
          <p:cNvSpPr>
            <a:spLocks noGrp="1"/>
          </p:cNvSpPr>
          <p:nvPr>
            <p:ph type="sldImg"/>
          </p:nvPr>
        </p:nvSpPr>
        <p:spPr>
          <a:xfrm rot="0">
            <a:off x="381000" y="685800"/>
            <a:ext cx="6096000" cy="3429000"/>
          </a:xfrm>
          <a:prstGeom prst="rect"/>
          <a:noFill/>
          <a:ln w="12700" cmpd="sng" cap="flat">
            <a:noFill/>
            <a:prstDash val="solid"/>
            <a:miter/>
          </a:ln>
        </p:spPr>
      </p:sp>
      <p:sp>
        <p:nvSpPr>
          <p:cNvPr id="544" name="Text box"/>
          <p:cNvSpPr>
            <a:spLocks noGrp="1"/>
          </p:cNvSpPr>
          <p:nvPr>
            <p:ph type="body" idx="1"/>
          </p:nvPr>
        </p:nvSpPr>
        <p:spPr>
          <a:xfrm rot="0">
            <a:off x="685800" y="4343400"/>
            <a:ext cx="5486400" cy="411480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545" name="Rectangles"/>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51</a:t>
            </a:fld>
            <a:endParaRPr lang="zh-CN" altLang="en-US" sz="1200">
              <a:latin typeface="Calibri" pitchFamily="34" charset="0"/>
              <a:ea typeface="MS PGothic" pitchFamily="34" charset="-128"/>
              <a:cs typeface="Calibri" pitchFamily="34" charset="0"/>
            </a:endParaRPr>
          </a:p>
        </p:txBody>
      </p:sp>
    </p:spTree>
    <p:extLst>
      <p:ext uri="{BB962C8B-B14F-4D97-AF65-F5344CB8AC3E}">
        <p14:creationId xmlns:p14="http://schemas.microsoft.com/office/powerpoint/2010/main" val="2068805161"/>
      </p:ext>
    </p:extLst>
  </p:cSld>
  <p:clrMapOvr>
    <a:masterClrMapping/>
  </p:clrMapOvr>
</p:notes>
</file>

<file path=ppt/notesSlides/notesSlide52.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2"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52</a:t>
            </a:fld>
            <a:endParaRPr lang="zh-CN" altLang="en-US" sz="1200">
              <a:latin typeface="Calibri" pitchFamily="34" charset="0"/>
              <a:ea typeface="MS PGothic" pitchFamily="34" charset="-128"/>
              <a:cs typeface="Calibri" pitchFamily="34" charset="0"/>
            </a:endParaRPr>
          </a:p>
        </p:txBody>
      </p:sp>
      <p:sp>
        <p:nvSpPr>
          <p:cNvPr id="552" name="Object"/>
          <p:cNvSpPr>
            <a:spLocks noGrp="1"/>
          </p:cNvSpPr>
          <p:nvPr>
            <p:ph type="sldImg"/>
          </p:nvPr>
        </p:nvSpPr>
        <p:spPr>
          <a:xfrm rot="0">
            <a:off x="381000" y="685800"/>
            <a:ext cx="6096000" cy="3429000"/>
          </a:xfrm>
          <a:prstGeom prst="rect"/>
          <a:noFill/>
          <a:ln w="12700" cmpd="sng" cap="flat">
            <a:noFill/>
            <a:prstDash val="solid"/>
            <a:miter/>
          </a:ln>
        </p:spPr>
      </p:sp>
      <p:sp>
        <p:nvSpPr>
          <p:cNvPr id="553" name="Text box"/>
          <p:cNvSpPr>
            <a:spLocks noGrp="1"/>
          </p:cNvSpPr>
          <p:nvPr>
            <p:ph type="body" idx="1"/>
          </p:nvPr>
        </p:nvSpPr>
        <p:spPr>
          <a:xfrm rot="0">
            <a:off x="685800" y="4343400"/>
            <a:ext cx="5486400" cy="411480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554" name="Rectangles"/>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52</a:t>
            </a:fld>
            <a:endParaRPr lang="zh-CN" altLang="en-US" sz="1200">
              <a:latin typeface="Calibri" pitchFamily="34" charset="0"/>
              <a:ea typeface="MS PGothic" pitchFamily="34" charset="-128"/>
              <a:cs typeface="Calibri" pitchFamily="34" charset="0"/>
            </a:endParaRPr>
          </a:p>
        </p:txBody>
      </p:sp>
    </p:spTree>
    <p:extLst>
      <p:ext uri="{BB962C8B-B14F-4D97-AF65-F5344CB8AC3E}">
        <p14:creationId xmlns:p14="http://schemas.microsoft.com/office/powerpoint/2010/main" val="1296928210"/>
      </p:ext>
    </p:extLst>
  </p:cSld>
  <p:clrMapOvr>
    <a:masterClrMapping/>
  </p:clrMapOvr>
</p:notes>
</file>

<file path=ppt/notesSlides/notesSlide53.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2"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53</a:t>
            </a:fld>
            <a:endParaRPr lang="zh-CN" altLang="en-US" sz="1200">
              <a:latin typeface="Calibri" pitchFamily="34" charset="0"/>
              <a:ea typeface="MS PGothic" pitchFamily="34" charset="-128"/>
              <a:cs typeface="Calibri" pitchFamily="34" charset="0"/>
            </a:endParaRPr>
          </a:p>
        </p:txBody>
      </p:sp>
      <p:sp>
        <p:nvSpPr>
          <p:cNvPr id="560" name="Rectangles"/>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53</a:t>
            </a:fld>
            <a:endParaRPr lang="zh-CN" altLang="en-US" sz="1200">
              <a:latin typeface="Calibri" pitchFamily="34" charset="0"/>
              <a:ea typeface="MS PGothic" pitchFamily="34" charset="-128"/>
              <a:cs typeface="Calibri" pitchFamily="34" charset="0"/>
            </a:endParaRPr>
          </a:p>
        </p:txBody>
      </p:sp>
      <p:sp>
        <p:nvSpPr>
          <p:cNvPr id="561" name="Object"/>
          <p:cNvSpPr>
            <a:spLocks noGrp="1" noChangeAspect="1"/>
          </p:cNvSpPr>
          <p:nvPr>
            <p:ph type="sldImg"/>
          </p:nvPr>
        </p:nvSpPr>
        <p:spPr>
          <a:xfrm rot="0">
            <a:off x="381000" y="685800"/>
            <a:ext cx="6096000" cy="3429000"/>
          </a:xfrm>
          <a:prstGeom prst="rect"/>
          <a:noFill/>
          <a:ln w="12700" cmpd="sng" cap="flat">
            <a:solidFill>
              <a:srgbClr val="000000"/>
            </a:solidFill>
            <a:prstDash val="solid"/>
            <a:miter/>
          </a:ln>
        </p:spPr>
      </p:sp>
      <p:sp>
        <p:nvSpPr>
          <p:cNvPr id="562" name="Text box"/>
          <p:cNvSpPr>
            <a:spLocks noGrp="1"/>
          </p:cNvSpPr>
          <p:nvPr>
            <p:ph type="body" idx="1"/>
          </p:nvPr>
        </p:nvSpPr>
        <p:spPr>
          <a:xfrm rot="0">
            <a:off x="685800" y="4343400"/>
            <a:ext cx="5486400" cy="411480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563" name="Rectangles"/>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t" anchorCtr="0">
            <a:prstTxWarp prst="textNoShape"/>
          </a:bodyPr>
          <a:lstStyle/>
          <a:p>
            <a:pPr eaLnBrk="1" hangingPunct="1"/>
            <a:fld id="{CAD2D6BD-DE1B-4B5F-8B41-2702339687B9}" type="slidenum">
              <a:rPr lang="en-US" altLang="zh-CN" sz="1200" b="0" i="0" u="none" strike="noStrike" kern="1200" cap="none" spc="0" baseline="0">
                <a:solidFill>
                  <a:schemeClr val="tx1"/>
                </a:solidFill>
                <a:latin typeface="Calibri" pitchFamily="34" charset="0"/>
                <a:ea typeface="ＭＳ Ｐゴシック" pitchFamily="0" charset="0"/>
                <a:cs typeface="Lucida Sans" pitchFamily="0" charset="0"/>
              </a:rPr>
              <a:t>53</a:t>
            </a:fld>
            <a:endParaRPr lang="zh-CN" altLang="en-US" sz="1200">
              <a:solidFill>
                <a:schemeClr val="tx1"/>
              </a:solidFill>
              <a:latin typeface="Calibri" pitchFamily="34" charset="0"/>
              <a:ea typeface="ＭＳ Ｐゴシック" pitchFamily="0" charset="0"/>
            </a:endParaRPr>
          </a:p>
        </p:txBody>
      </p:sp>
    </p:spTree>
    <p:extLst>
      <p:ext uri="{BB962C8B-B14F-4D97-AF65-F5344CB8AC3E}">
        <p14:creationId xmlns:p14="http://schemas.microsoft.com/office/powerpoint/2010/main" val="754906082"/>
      </p:ext>
    </p:extLst>
  </p:cSld>
  <p:clrMapOvr>
    <a:masterClrMapping/>
  </p:clrMapOvr>
</p:notes>
</file>

<file path=ppt/notesSlides/notesSlide54.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2"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54</a:t>
            </a:fld>
            <a:endParaRPr lang="zh-CN" altLang="en-US" sz="1200">
              <a:latin typeface="Calibri" pitchFamily="34" charset="0"/>
              <a:ea typeface="MS PGothic" pitchFamily="34" charset="-128"/>
              <a:cs typeface="Calibri" pitchFamily="34" charset="0"/>
            </a:endParaRPr>
          </a:p>
        </p:txBody>
      </p:sp>
      <p:sp>
        <p:nvSpPr>
          <p:cNvPr id="569" name="Object"/>
          <p:cNvSpPr>
            <a:spLocks noGrp="1"/>
          </p:cNvSpPr>
          <p:nvPr>
            <p:ph type="sldImg"/>
          </p:nvPr>
        </p:nvSpPr>
        <p:spPr>
          <a:xfrm rot="0">
            <a:off x="381000" y="685800"/>
            <a:ext cx="6096000" cy="3429000"/>
          </a:xfrm>
          <a:prstGeom prst="rect"/>
          <a:noFill/>
          <a:ln w="12700" cmpd="sng" cap="flat">
            <a:noFill/>
            <a:prstDash val="solid"/>
            <a:miter/>
          </a:ln>
        </p:spPr>
      </p:sp>
      <p:sp>
        <p:nvSpPr>
          <p:cNvPr id="570" name="Text box"/>
          <p:cNvSpPr>
            <a:spLocks noGrp="1"/>
          </p:cNvSpPr>
          <p:nvPr>
            <p:ph type="body" idx="1"/>
          </p:nvPr>
        </p:nvSpPr>
        <p:spPr>
          <a:xfrm rot="0">
            <a:off x="685800" y="4343400"/>
            <a:ext cx="5486400" cy="411480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571" name="Rectangles"/>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54</a:t>
            </a:fld>
            <a:endParaRPr lang="zh-CN" altLang="en-US" sz="1200">
              <a:latin typeface="Calibri" pitchFamily="34" charset="0"/>
              <a:ea typeface="MS PGothic" pitchFamily="34" charset="-128"/>
              <a:cs typeface="Calibri" pitchFamily="34" charset="0"/>
            </a:endParaRPr>
          </a:p>
        </p:txBody>
      </p:sp>
    </p:spTree>
    <p:extLst>
      <p:ext uri="{BB962C8B-B14F-4D97-AF65-F5344CB8AC3E}">
        <p14:creationId xmlns:p14="http://schemas.microsoft.com/office/powerpoint/2010/main" val="1376757083"/>
      </p:ext>
    </p:extLst>
  </p:cSld>
  <p:clrMapOvr>
    <a:masterClrMapping/>
  </p:clrMapOvr>
</p:notes>
</file>

<file path=ppt/notesSlides/notesSlide55.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2"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55</a:t>
            </a:fld>
            <a:endParaRPr lang="zh-CN" altLang="en-US" sz="1200">
              <a:latin typeface="Calibri" pitchFamily="34" charset="0"/>
              <a:ea typeface="MS PGothic" pitchFamily="34" charset="-128"/>
              <a:cs typeface="Calibri" pitchFamily="34" charset="0"/>
            </a:endParaRPr>
          </a:p>
        </p:txBody>
      </p:sp>
      <p:sp>
        <p:nvSpPr>
          <p:cNvPr id="576" name="Object"/>
          <p:cNvSpPr>
            <a:spLocks noGrp="1"/>
          </p:cNvSpPr>
          <p:nvPr>
            <p:ph type="sldImg"/>
          </p:nvPr>
        </p:nvSpPr>
        <p:spPr>
          <a:xfrm rot="0">
            <a:off x="381000" y="685800"/>
            <a:ext cx="6096000" cy="3429000"/>
          </a:xfrm>
          <a:prstGeom prst="rect"/>
          <a:noFill/>
          <a:ln w="12700" cmpd="sng" cap="flat">
            <a:noFill/>
            <a:prstDash val="solid"/>
            <a:miter/>
          </a:ln>
        </p:spPr>
      </p:sp>
      <p:sp>
        <p:nvSpPr>
          <p:cNvPr id="577" name="Text box"/>
          <p:cNvSpPr>
            <a:spLocks noGrp="1"/>
          </p:cNvSpPr>
          <p:nvPr>
            <p:ph type="body" idx="1"/>
          </p:nvPr>
        </p:nvSpPr>
        <p:spPr>
          <a:xfrm rot="0">
            <a:off x="685800" y="4343400"/>
            <a:ext cx="5486400" cy="411480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578" name="Rectangles"/>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55</a:t>
            </a:fld>
            <a:endParaRPr lang="zh-CN" altLang="en-US" sz="1200">
              <a:latin typeface="Calibri" pitchFamily="34" charset="0"/>
              <a:ea typeface="MS PGothic" pitchFamily="34" charset="-128"/>
              <a:cs typeface="Calibri" pitchFamily="34" charset="0"/>
            </a:endParaRPr>
          </a:p>
        </p:txBody>
      </p:sp>
    </p:spTree>
    <p:extLst>
      <p:ext uri="{BB962C8B-B14F-4D97-AF65-F5344CB8AC3E}">
        <p14:creationId xmlns:p14="http://schemas.microsoft.com/office/powerpoint/2010/main" val="2003038153"/>
      </p:ext>
    </p:extLst>
  </p:cSld>
  <p:clrMapOvr>
    <a:masterClrMapping/>
  </p:clrMapOvr>
</p:notes>
</file>

<file path=ppt/notesSlides/notesSlide56.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2"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56</a:t>
            </a:fld>
            <a:endParaRPr lang="zh-CN" altLang="en-US" sz="1200">
              <a:latin typeface="Calibri" pitchFamily="34" charset="0"/>
              <a:ea typeface="MS PGothic" pitchFamily="34" charset="-128"/>
              <a:cs typeface="Calibri" pitchFamily="34" charset="0"/>
            </a:endParaRPr>
          </a:p>
        </p:txBody>
      </p:sp>
      <p:sp>
        <p:nvSpPr>
          <p:cNvPr id="582" name="Object"/>
          <p:cNvSpPr>
            <a:spLocks noGrp="1"/>
          </p:cNvSpPr>
          <p:nvPr>
            <p:ph type="sldImg"/>
          </p:nvPr>
        </p:nvSpPr>
        <p:spPr>
          <a:xfrm rot="0">
            <a:off x="381000" y="685800"/>
            <a:ext cx="6096000" cy="3429000"/>
          </a:xfrm>
          <a:prstGeom prst="rect"/>
          <a:noFill/>
          <a:ln w="12700" cmpd="sng" cap="flat">
            <a:noFill/>
            <a:prstDash val="solid"/>
            <a:miter/>
          </a:ln>
        </p:spPr>
      </p:sp>
      <p:sp>
        <p:nvSpPr>
          <p:cNvPr id="583" name="Text box"/>
          <p:cNvSpPr>
            <a:spLocks noGrp="1"/>
          </p:cNvSpPr>
          <p:nvPr>
            <p:ph type="body" idx="1"/>
          </p:nvPr>
        </p:nvSpPr>
        <p:spPr>
          <a:xfrm rot="0">
            <a:off x="685800" y="4343400"/>
            <a:ext cx="5486400" cy="411480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584" name="Rectangles"/>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56</a:t>
            </a:fld>
            <a:endParaRPr lang="zh-CN" altLang="en-US" sz="1200">
              <a:latin typeface="Calibri" pitchFamily="34" charset="0"/>
              <a:ea typeface="MS PGothic" pitchFamily="34" charset="-128"/>
              <a:cs typeface="Calibri" pitchFamily="34" charset="0"/>
            </a:endParaRPr>
          </a:p>
        </p:txBody>
      </p:sp>
    </p:spTree>
    <p:extLst>
      <p:ext uri="{BB962C8B-B14F-4D97-AF65-F5344CB8AC3E}">
        <p14:creationId xmlns:p14="http://schemas.microsoft.com/office/powerpoint/2010/main" val="941255539"/>
      </p:ext>
    </p:extLst>
  </p:cSld>
  <p:clrMapOvr>
    <a:masterClrMapping/>
  </p:clrMapOvr>
</p:notes>
</file>

<file path=ppt/notesSlides/notesSlide57.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2"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57</a:t>
            </a:fld>
            <a:endParaRPr lang="zh-CN" altLang="en-US" sz="1200">
              <a:latin typeface="Calibri" pitchFamily="34" charset="0"/>
              <a:ea typeface="MS PGothic" pitchFamily="34" charset="-128"/>
              <a:cs typeface="Calibri" pitchFamily="34" charset="0"/>
            </a:endParaRPr>
          </a:p>
        </p:txBody>
      </p:sp>
      <p:sp>
        <p:nvSpPr>
          <p:cNvPr id="590" name="Rectangles"/>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57</a:t>
            </a:fld>
            <a:endParaRPr lang="zh-CN" altLang="en-US" sz="1200">
              <a:latin typeface="Calibri" pitchFamily="34" charset="0"/>
              <a:ea typeface="MS PGothic" pitchFamily="34" charset="-128"/>
              <a:cs typeface="Calibri" pitchFamily="34" charset="0"/>
            </a:endParaRPr>
          </a:p>
        </p:txBody>
      </p:sp>
      <p:sp>
        <p:nvSpPr>
          <p:cNvPr id="591" name="Object"/>
          <p:cNvSpPr>
            <a:spLocks noGrp="1" noChangeAspect="1"/>
          </p:cNvSpPr>
          <p:nvPr>
            <p:ph type="sldImg"/>
          </p:nvPr>
        </p:nvSpPr>
        <p:spPr>
          <a:xfrm rot="0">
            <a:off x="381000" y="685800"/>
            <a:ext cx="6096000" cy="3429000"/>
          </a:xfrm>
          <a:prstGeom prst="rect"/>
          <a:noFill/>
          <a:ln w="12700" cmpd="sng" cap="flat">
            <a:solidFill>
              <a:srgbClr val="000000"/>
            </a:solidFill>
            <a:prstDash val="solid"/>
            <a:miter/>
          </a:ln>
        </p:spPr>
      </p:sp>
      <p:sp>
        <p:nvSpPr>
          <p:cNvPr id="592" name="Text box"/>
          <p:cNvSpPr>
            <a:spLocks noGrp="1"/>
          </p:cNvSpPr>
          <p:nvPr>
            <p:ph type="body" idx="1"/>
          </p:nvPr>
        </p:nvSpPr>
        <p:spPr>
          <a:xfrm rot="0">
            <a:off x="685800" y="4343400"/>
            <a:ext cx="5486400" cy="411480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593" name="Rectangles"/>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t" anchorCtr="0">
            <a:prstTxWarp prst="textNoShape"/>
          </a:bodyPr>
          <a:lstStyle/>
          <a:p>
            <a:pPr eaLnBrk="1" hangingPunct="1"/>
            <a:fld id="{CAD2D6BD-DE1B-4B5F-8B41-2702339687B9}" type="slidenum">
              <a:rPr lang="en-US" altLang="zh-CN" sz="1800" b="0" i="0" u="none" strike="noStrike" kern="1200" cap="none" spc="0" baseline="0">
                <a:solidFill>
                  <a:schemeClr val="tx1"/>
                </a:solidFill>
                <a:latin typeface="Calibri" pitchFamily="34" charset="0"/>
                <a:ea typeface="MS PGothic" pitchFamily="34" charset="-128"/>
                <a:cs typeface="Lucida Sans" pitchFamily="0" charset="0"/>
              </a:rPr>
              <a:t>57</a:t>
            </a:fld>
            <a:endParaRPr lang="zh-CN" altLang="en-US">
              <a:solidFill>
                <a:schemeClr val="tx1"/>
              </a:solidFill>
              <a:latin typeface="Calibri" pitchFamily="34" charset="0"/>
              <a:ea typeface="MS PGothic" pitchFamily="34" charset="-128"/>
            </a:endParaRPr>
          </a:p>
        </p:txBody>
      </p:sp>
    </p:spTree>
    <p:extLst>
      <p:ext uri="{BB962C8B-B14F-4D97-AF65-F5344CB8AC3E}">
        <p14:creationId xmlns:p14="http://schemas.microsoft.com/office/powerpoint/2010/main" val="1908052594"/>
      </p:ext>
    </p:extLst>
  </p:cSld>
  <p:clrMapOvr>
    <a:masterClrMapping/>
  </p:clrMapOvr>
</p:notes>
</file>

<file path=ppt/notesSlides/notesSlide58.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2"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58</a:t>
            </a:fld>
            <a:endParaRPr lang="zh-CN" altLang="en-US" sz="1200">
              <a:latin typeface="Calibri" pitchFamily="34" charset="0"/>
              <a:ea typeface="MS PGothic" pitchFamily="34" charset="-128"/>
              <a:cs typeface="Calibri" pitchFamily="34" charset="0"/>
            </a:endParaRPr>
          </a:p>
        </p:txBody>
      </p:sp>
      <p:sp>
        <p:nvSpPr>
          <p:cNvPr id="597" name="Object"/>
          <p:cNvSpPr>
            <a:spLocks noGrp="1"/>
          </p:cNvSpPr>
          <p:nvPr>
            <p:ph type="sldImg"/>
          </p:nvPr>
        </p:nvSpPr>
        <p:spPr>
          <a:xfrm rot="0">
            <a:off x="381000" y="685800"/>
            <a:ext cx="6096000" cy="3429000"/>
          </a:xfrm>
          <a:prstGeom prst="rect"/>
          <a:noFill/>
          <a:ln w="12700" cmpd="sng" cap="flat">
            <a:noFill/>
            <a:prstDash val="solid"/>
            <a:miter/>
          </a:ln>
        </p:spPr>
      </p:sp>
      <p:sp>
        <p:nvSpPr>
          <p:cNvPr id="598" name="Text box"/>
          <p:cNvSpPr>
            <a:spLocks noGrp="1"/>
          </p:cNvSpPr>
          <p:nvPr>
            <p:ph type="body" idx="1"/>
          </p:nvPr>
        </p:nvSpPr>
        <p:spPr>
          <a:xfrm rot="0">
            <a:off x="685800" y="4343400"/>
            <a:ext cx="5486400" cy="411480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599" name="Rectangles"/>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58</a:t>
            </a:fld>
            <a:endParaRPr lang="zh-CN" altLang="en-US" sz="1200">
              <a:latin typeface="Calibri" pitchFamily="34" charset="0"/>
              <a:ea typeface="MS PGothic" pitchFamily="34" charset="-128"/>
              <a:cs typeface="Calibri" pitchFamily="34" charset="0"/>
            </a:endParaRPr>
          </a:p>
        </p:txBody>
      </p:sp>
    </p:spTree>
    <p:extLst>
      <p:ext uri="{BB962C8B-B14F-4D97-AF65-F5344CB8AC3E}">
        <p14:creationId xmlns:p14="http://schemas.microsoft.com/office/powerpoint/2010/main" val="5561615"/>
      </p:ext>
    </p:extLst>
  </p:cSld>
  <p:clrMapOvr>
    <a:masterClrMapping/>
  </p:clrMapOvr>
</p:notes>
</file>

<file path=ppt/notesSlides/notesSlide59.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2"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59</a:t>
            </a:fld>
            <a:endParaRPr lang="zh-CN" altLang="en-US" sz="1200">
              <a:latin typeface="Calibri" pitchFamily="34" charset="0"/>
              <a:ea typeface="MS PGothic" pitchFamily="34" charset="-128"/>
              <a:cs typeface="Calibri" pitchFamily="34" charset="0"/>
            </a:endParaRPr>
          </a:p>
        </p:txBody>
      </p:sp>
      <p:sp>
        <p:nvSpPr>
          <p:cNvPr id="605" name="Object"/>
          <p:cNvSpPr>
            <a:spLocks noGrp="1"/>
          </p:cNvSpPr>
          <p:nvPr>
            <p:ph type="sldImg"/>
          </p:nvPr>
        </p:nvSpPr>
        <p:spPr>
          <a:xfrm rot="0">
            <a:off x="381000" y="685800"/>
            <a:ext cx="6096000" cy="3429000"/>
          </a:xfrm>
          <a:prstGeom prst="rect"/>
          <a:noFill/>
          <a:ln w="12700" cmpd="sng" cap="flat">
            <a:noFill/>
            <a:prstDash val="solid"/>
            <a:miter/>
          </a:ln>
        </p:spPr>
      </p:sp>
      <p:sp>
        <p:nvSpPr>
          <p:cNvPr id="606" name="Text box"/>
          <p:cNvSpPr>
            <a:spLocks noGrp="1"/>
          </p:cNvSpPr>
          <p:nvPr>
            <p:ph type="body" idx="1"/>
          </p:nvPr>
        </p:nvSpPr>
        <p:spPr>
          <a:xfrm rot="0">
            <a:off x="685800" y="4343400"/>
            <a:ext cx="5486400" cy="411480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607" name="Rectangles"/>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59</a:t>
            </a:fld>
            <a:endParaRPr lang="zh-CN" altLang="en-US" sz="1200">
              <a:latin typeface="Calibri" pitchFamily="34" charset="0"/>
              <a:ea typeface="MS PGothic" pitchFamily="34" charset="-128"/>
              <a:cs typeface="Calibri" pitchFamily="34" charset="0"/>
            </a:endParaRPr>
          </a:p>
        </p:txBody>
      </p:sp>
    </p:spTree>
    <p:extLst>
      <p:ext uri="{BB962C8B-B14F-4D97-AF65-F5344CB8AC3E}">
        <p14:creationId xmlns:p14="http://schemas.microsoft.com/office/powerpoint/2010/main" val="976797239"/>
      </p:ext>
    </p:extLst>
  </p:cSld>
  <p:clrMapOvr>
    <a:masterClrMapping/>
  </p:clrMapOvr>
</p:notes>
</file>

<file path=ppt/notesSlides/notesSlide60.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2"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60</a:t>
            </a:fld>
            <a:endParaRPr lang="zh-CN" altLang="en-US" sz="1200">
              <a:latin typeface="Calibri" pitchFamily="34" charset="0"/>
              <a:ea typeface="MS PGothic" pitchFamily="34" charset="-128"/>
              <a:cs typeface="Calibri" pitchFamily="34" charset="0"/>
            </a:endParaRPr>
          </a:p>
        </p:txBody>
      </p:sp>
      <p:sp>
        <p:nvSpPr>
          <p:cNvPr id="612" name="Object"/>
          <p:cNvSpPr>
            <a:spLocks noGrp="1"/>
          </p:cNvSpPr>
          <p:nvPr>
            <p:ph type="sldImg"/>
          </p:nvPr>
        </p:nvSpPr>
        <p:spPr>
          <a:xfrm rot="0">
            <a:off x="381000" y="685800"/>
            <a:ext cx="6096000" cy="3429000"/>
          </a:xfrm>
          <a:prstGeom prst="rect"/>
          <a:noFill/>
          <a:ln w="12700" cmpd="sng" cap="flat">
            <a:noFill/>
            <a:prstDash val="solid"/>
            <a:miter/>
          </a:ln>
        </p:spPr>
      </p:sp>
      <p:sp>
        <p:nvSpPr>
          <p:cNvPr id="613" name="Text box"/>
          <p:cNvSpPr>
            <a:spLocks noGrp="1"/>
          </p:cNvSpPr>
          <p:nvPr>
            <p:ph type="body" idx="1"/>
          </p:nvPr>
        </p:nvSpPr>
        <p:spPr>
          <a:xfrm rot="0">
            <a:off x="685800" y="4343400"/>
            <a:ext cx="5486400" cy="411480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614" name="Rectangles"/>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60</a:t>
            </a:fld>
            <a:endParaRPr lang="zh-CN" altLang="en-US" sz="1200">
              <a:latin typeface="Calibri" pitchFamily="34" charset="0"/>
              <a:ea typeface="MS PGothic" pitchFamily="34" charset="-128"/>
              <a:cs typeface="Calibri" pitchFamily="34" charset="0"/>
            </a:endParaRPr>
          </a:p>
        </p:txBody>
      </p:sp>
    </p:spTree>
    <p:extLst>
      <p:ext uri="{BB962C8B-B14F-4D97-AF65-F5344CB8AC3E}">
        <p14:creationId xmlns:p14="http://schemas.microsoft.com/office/powerpoint/2010/main" val="407727970"/>
      </p:ext>
    </p:extLst>
  </p:cSld>
  <p:clrMapOvr>
    <a:masterClrMapping/>
  </p:clrMapOvr>
</p:notes>
</file>

<file path=ppt/notesSlides/notesSlide61.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2"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61</a:t>
            </a:fld>
            <a:endParaRPr lang="zh-CN" altLang="en-US" sz="1200">
              <a:latin typeface="Calibri" pitchFamily="34" charset="0"/>
              <a:ea typeface="MS PGothic" pitchFamily="34" charset="-128"/>
              <a:cs typeface="Calibri" pitchFamily="34" charset="0"/>
            </a:endParaRPr>
          </a:p>
        </p:txBody>
      </p:sp>
      <p:sp>
        <p:nvSpPr>
          <p:cNvPr id="620" name="Object"/>
          <p:cNvSpPr>
            <a:spLocks noGrp="1"/>
          </p:cNvSpPr>
          <p:nvPr>
            <p:ph type="sldImg"/>
          </p:nvPr>
        </p:nvSpPr>
        <p:spPr>
          <a:xfrm rot="0">
            <a:off x="381000" y="685800"/>
            <a:ext cx="6096000" cy="3429000"/>
          </a:xfrm>
          <a:prstGeom prst="rect"/>
          <a:noFill/>
          <a:ln w="12700" cmpd="sng" cap="flat">
            <a:noFill/>
            <a:prstDash val="solid"/>
            <a:miter/>
          </a:ln>
        </p:spPr>
      </p:sp>
      <p:sp>
        <p:nvSpPr>
          <p:cNvPr id="621" name="Text box"/>
          <p:cNvSpPr>
            <a:spLocks noGrp="1"/>
          </p:cNvSpPr>
          <p:nvPr>
            <p:ph type="body" idx="1"/>
          </p:nvPr>
        </p:nvSpPr>
        <p:spPr>
          <a:xfrm rot="0">
            <a:off x="685800" y="4343400"/>
            <a:ext cx="5486400" cy="411480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622" name="Rectangles"/>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61</a:t>
            </a:fld>
            <a:endParaRPr lang="zh-CN" altLang="en-US" sz="1200">
              <a:latin typeface="Calibri" pitchFamily="34" charset="0"/>
              <a:ea typeface="MS PGothic" pitchFamily="34" charset="-128"/>
              <a:cs typeface="Calibri" pitchFamily="34" charset="0"/>
            </a:endParaRPr>
          </a:p>
        </p:txBody>
      </p:sp>
    </p:spTree>
    <p:extLst>
      <p:ext uri="{BB962C8B-B14F-4D97-AF65-F5344CB8AC3E}">
        <p14:creationId xmlns:p14="http://schemas.microsoft.com/office/powerpoint/2010/main" val="162254642"/>
      </p:ext>
    </p:extLst>
  </p:cSld>
  <p:clrMapOvr>
    <a:masterClrMapping/>
  </p:clrMapOvr>
</p:notes>
</file>

<file path=ppt/notesSlides/notesSlide62.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2"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62</a:t>
            </a:fld>
            <a:endParaRPr lang="zh-CN" altLang="en-US" sz="1200">
              <a:latin typeface="Calibri" pitchFamily="34" charset="0"/>
              <a:ea typeface="MS PGothic" pitchFamily="34" charset="-128"/>
              <a:cs typeface="Calibri" pitchFamily="34" charset="0"/>
            </a:endParaRPr>
          </a:p>
        </p:txBody>
      </p:sp>
      <p:sp>
        <p:nvSpPr>
          <p:cNvPr id="626" name="Object"/>
          <p:cNvSpPr>
            <a:spLocks noGrp="1"/>
          </p:cNvSpPr>
          <p:nvPr>
            <p:ph type="sldImg"/>
          </p:nvPr>
        </p:nvSpPr>
        <p:spPr>
          <a:xfrm rot="0">
            <a:off x="381000" y="685800"/>
            <a:ext cx="6096000" cy="3429000"/>
          </a:xfrm>
          <a:prstGeom prst="rect"/>
          <a:noFill/>
          <a:ln w="12700" cmpd="sng" cap="flat">
            <a:noFill/>
            <a:prstDash val="solid"/>
            <a:miter/>
          </a:ln>
        </p:spPr>
      </p:sp>
      <p:sp>
        <p:nvSpPr>
          <p:cNvPr id="627" name="Text box"/>
          <p:cNvSpPr>
            <a:spLocks noGrp="1"/>
          </p:cNvSpPr>
          <p:nvPr>
            <p:ph type="body" idx="1"/>
          </p:nvPr>
        </p:nvSpPr>
        <p:spPr>
          <a:xfrm rot="0">
            <a:off x="685800" y="4343400"/>
            <a:ext cx="5486400" cy="411480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628" name="Rectangles"/>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62</a:t>
            </a:fld>
            <a:endParaRPr lang="zh-CN" altLang="en-US" sz="1200">
              <a:latin typeface="Calibri" pitchFamily="34" charset="0"/>
              <a:ea typeface="MS PGothic" pitchFamily="34" charset="-128"/>
              <a:cs typeface="Calibri" pitchFamily="34" charset="0"/>
            </a:endParaRPr>
          </a:p>
        </p:txBody>
      </p:sp>
    </p:spTree>
    <p:extLst>
      <p:ext uri="{BB962C8B-B14F-4D97-AF65-F5344CB8AC3E}">
        <p14:creationId xmlns:p14="http://schemas.microsoft.com/office/powerpoint/2010/main" val="979626155"/>
      </p:ext>
    </p:extLst>
  </p:cSld>
  <p:clrMapOvr>
    <a:masterClrMapping/>
  </p:clrMapOvr>
</p:notes>
</file>

<file path=ppt/notesSlides/notesSlide63.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2"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63</a:t>
            </a:fld>
            <a:endParaRPr lang="zh-CN" altLang="en-US" sz="1200">
              <a:latin typeface="Calibri" pitchFamily="34" charset="0"/>
              <a:ea typeface="MS PGothic" pitchFamily="34" charset="-128"/>
              <a:cs typeface="Calibri" pitchFamily="34" charset="0"/>
            </a:endParaRPr>
          </a:p>
        </p:txBody>
      </p:sp>
      <p:sp>
        <p:nvSpPr>
          <p:cNvPr id="632" name="Object"/>
          <p:cNvSpPr>
            <a:spLocks noGrp="1"/>
          </p:cNvSpPr>
          <p:nvPr>
            <p:ph type="sldImg"/>
          </p:nvPr>
        </p:nvSpPr>
        <p:spPr>
          <a:xfrm rot="0">
            <a:off x="381000" y="685800"/>
            <a:ext cx="6096000" cy="3429000"/>
          </a:xfrm>
          <a:prstGeom prst="rect"/>
          <a:noFill/>
          <a:ln w="12700" cmpd="sng" cap="flat">
            <a:noFill/>
            <a:prstDash val="solid"/>
            <a:miter/>
          </a:ln>
        </p:spPr>
      </p:sp>
      <p:sp>
        <p:nvSpPr>
          <p:cNvPr id="633" name="Text box"/>
          <p:cNvSpPr>
            <a:spLocks noGrp="1"/>
          </p:cNvSpPr>
          <p:nvPr>
            <p:ph type="body" idx="1"/>
          </p:nvPr>
        </p:nvSpPr>
        <p:spPr>
          <a:xfrm rot="0">
            <a:off x="685800" y="4343400"/>
            <a:ext cx="5486400" cy="411480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634" name="Rectangles"/>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63</a:t>
            </a:fld>
            <a:endParaRPr lang="zh-CN" altLang="en-US" sz="1200">
              <a:latin typeface="Calibri" pitchFamily="34" charset="0"/>
              <a:ea typeface="MS PGothic" pitchFamily="34" charset="-128"/>
              <a:cs typeface="Calibri" pitchFamily="34" charset="0"/>
            </a:endParaRPr>
          </a:p>
        </p:txBody>
      </p:sp>
    </p:spTree>
    <p:extLst>
      <p:ext uri="{BB962C8B-B14F-4D97-AF65-F5344CB8AC3E}">
        <p14:creationId xmlns:p14="http://schemas.microsoft.com/office/powerpoint/2010/main" val="1814111027"/>
      </p:ext>
    </p:extLst>
  </p:cSld>
  <p:clrMapOvr>
    <a:masterClrMapping/>
  </p:clrMapOvr>
</p:notes>
</file>

<file path=ppt/notesSlides/notesSlide64.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2"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64</a:t>
            </a:fld>
            <a:endParaRPr lang="zh-CN" altLang="en-US" sz="1200">
              <a:latin typeface="Calibri" pitchFamily="34" charset="0"/>
              <a:ea typeface="MS PGothic" pitchFamily="34" charset="-128"/>
              <a:cs typeface="Calibri" pitchFamily="34" charset="0"/>
            </a:endParaRPr>
          </a:p>
        </p:txBody>
      </p:sp>
      <p:sp>
        <p:nvSpPr>
          <p:cNvPr id="637" name="Object"/>
          <p:cNvSpPr>
            <a:spLocks noGrp="1"/>
          </p:cNvSpPr>
          <p:nvPr>
            <p:ph type="sldImg"/>
          </p:nvPr>
        </p:nvSpPr>
        <p:spPr>
          <a:xfrm rot="0">
            <a:off x="381000" y="685800"/>
            <a:ext cx="6096000" cy="3429000"/>
          </a:xfrm>
          <a:prstGeom prst="rect"/>
          <a:noFill/>
          <a:ln w="12700" cmpd="sng" cap="flat">
            <a:noFill/>
            <a:prstDash val="solid"/>
            <a:miter/>
          </a:ln>
        </p:spPr>
      </p:sp>
      <p:sp>
        <p:nvSpPr>
          <p:cNvPr id="638" name="Text box"/>
          <p:cNvSpPr>
            <a:spLocks noGrp="1"/>
          </p:cNvSpPr>
          <p:nvPr>
            <p:ph type="body" idx="1"/>
          </p:nvPr>
        </p:nvSpPr>
        <p:spPr>
          <a:xfrm rot="0">
            <a:off x="685800" y="4343400"/>
            <a:ext cx="5486400" cy="411480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639" name="Rectangles"/>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64</a:t>
            </a:fld>
            <a:endParaRPr lang="zh-CN" altLang="en-US" sz="1200">
              <a:latin typeface="Calibri" pitchFamily="34" charset="0"/>
              <a:ea typeface="MS PGothic" pitchFamily="34" charset="-128"/>
              <a:cs typeface="Calibri" pitchFamily="34" charset="0"/>
            </a:endParaRPr>
          </a:p>
        </p:txBody>
      </p:sp>
    </p:spTree>
    <p:extLst>
      <p:ext uri="{BB962C8B-B14F-4D97-AF65-F5344CB8AC3E}">
        <p14:creationId xmlns:p14="http://schemas.microsoft.com/office/powerpoint/2010/main" val="440279662"/>
      </p:ext>
    </p:extLst>
  </p:cSld>
  <p:clrMapOvr>
    <a:masterClrMapping/>
  </p:clrMapOvr>
</p:notes>
</file>

<file path=ppt/notesSlides/notesSlide65.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2"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65</a:t>
            </a:fld>
            <a:endParaRPr lang="zh-CN" altLang="en-US" sz="1200">
              <a:latin typeface="Calibri" pitchFamily="34" charset="0"/>
              <a:ea typeface="MS PGothic" pitchFamily="34" charset="-128"/>
              <a:cs typeface="Calibri" pitchFamily="34" charset="0"/>
            </a:endParaRPr>
          </a:p>
        </p:txBody>
      </p:sp>
      <p:sp>
        <p:nvSpPr>
          <p:cNvPr id="644" name="Object"/>
          <p:cNvSpPr>
            <a:spLocks noGrp="1"/>
          </p:cNvSpPr>
          <p:nvPr>
            <p:ph type="sldImg"/>
          </p:nvPr>
        </p:nvSpPr>
        <p:spPr>
          <a:xfrm rot="0">
            <a:off x="381000" y="685800"/>
            <a:ext cx="6096000" cy="3429000"/>
          </a:xfrm>
          <a:prstGeom prst="rect"/>
          <a:noFill/>
          <a:ln w="12700" cmpd="sng" cap="flat">
            <a:noFill/>
            <a:prstDash val="solid"/>
            <a:miter/>
          </a:ln>
        </p:spPr>
      </p:sp>
      <p:sp>
        <p:nvSpPr>
          <p:cNvPr id="645" name="Text box"/>
          <p:cNvSpPr>
            <a:spLocks noGrp="1"/>
          </p:cNvSpPr>
          <p:nvPr>
            <p:ph type="body" idx="1"/>
          </p:nvPr>
        </p:nvSpPr>
        <p:spPr>
          <a:xfrm rot="0">
            <a:off x="685800" y="4343400"/>
            <a:ext cx="5486400" cy="411480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646" name="Rectangles"/>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65</a:t>
            </a:fld>
            <a:endParaRPr lang="zh-CN" altLang="en-US" sz="1200">
              <a:latin typeface="Calibri" pitchFamily="34" charset="0"/>
              <a:ea typeface="MS PGothic" pitchFamily="34" charset="-128"/>
              <a:cs typeface="Calibri" pitchFamily="34" charset="0"/>
            </a:endParaRPr>
          </a:p>
        </p:txBody>
      </p:sp>
    </p:spTree>
    <p:extLst>
      <p:ext uri="{BB962C8B-B14F-4D97-AF65-F5344CB8AC3E}">
        <p14:creationId xmlns:p14="http://schemas.microsoft.com/office/powerpoint/2010/main" val="1035783949"/>
      </p:ext>
    </p:extLst>
  </p:cSld>
  <p:clrMapOvr>
    <a:masterClrMapping/>
  </p:clrMapOvr>
</p:notes>
</file>

<file path=ppt/notesSlides/notesSlide66.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2"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66</a:t>
            </a:fld>
            <a:endParaRPr lang="zh-CN" altLang="en-US" sz="1200">
              <a:latin typeface="Calibri" pitchFamily="34" charset="0"/>
              <a:ea typeface="MS PGothic" pitchFamily="34" charset="-128"/>
              <a:cs typeface="Calibri" pitchFamily="34" charset="0"/>
            </a:endParaRPr>
          </a:p>
        </p:txBody>
      </p:sp>
      <p:sp>
        <p:nvSpPr>
          <p:cNvPr id="665" name="Object"/>
          <p:cNvSpPr>
            <a:spLocks noGrp="1"/>
          </p:cNvSpPr>
          <p:nvPr>
            <p:ph type="sldImg"/>
          </p:nvPr>
        </p:nvSpPr>
        <p:spPr>
          <a:xfrm rot="0">
            <a:off x="381000" y="685800"/>
            <a:ext cx="6096000" cy="3429000"/>
          </a:xfrm>
          <a:prstGeom prst="rect"/>
          <a:noFill/>
          <a:ln w="12700" cmpd="sng" cap="flat">
            <a:noFill/>
            <a:prstDash val="solid"/>
            <a:miter/>
          </a:ln>
        </p:spPr>
      </p:sp>
      <p:sp>
        <p:nvSpPr>
          <p:cNvPr id="666" name="Text box"/>
          <p:cNvSpPr>
            <a:spLocks noGrp="1"/>
          </p:cNvSpPr>
          <p:nvPr>
            <p:ph type="body" idx="1"/>
          </p:nvPr>
        </p:nvSpPr>
        <p:spPr>
          <a:xfrm rot="0">
            <a:off x="685800" y="4343400"/>
            <a:ext cx="5486400" cy="411480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667" name="Rectangles"/>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66</a:t>
            </a:fld>
            <a:endParaRPr lang="zh-CN" altLang="en-US" sz="1200">
              <a:latin typeface="Calibri" pitchFamily="34" charset="0"/>
              <a:ea typeface="MS PGothic" pitchFamily="34" charset="-128"/>
              <a:cs typeface="Calibri" pitchFamily="34" charset="0"/>
            </a:endParaRPr>
          </a:p>
        </p:txBody>
      </p:sp>
    </p:spTree>
    <p:extLst>
      <p:ext uri="{BB962C8B-B14F-4D97-AF65-F5344CB8AC3E}">
        <p14:creationId xmlns:p14="http://schemas.microsoft.com/office/powerpoint/2010/main" val="770174915"/>
      </p:ext>
    </p:extLst>
  </p:cSld>
  <p:clrMapOvr>
    <a:masterClrMapping/>
  </p:clrMapOvr>
</p:notes>
</file>

<file path=ppt/notesSlides/notesSlide67.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2"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67</a:t>
            </a:fld>
            <a:endParaRPr lang="zh-CN" altLang="en-US" sz="1200">
              <a:latin typeface="Calibri" pitchFamily="34" charset="0"/>
              <a:ea typeface="MS PGothic" pitchFamily="34" charset="-128"/>
              <a:cs typeface="Calibri" pitchFamily="34" charset="0"/>
            </a:endParaRPr>
          </a:p>
        </p:txBody>
      </p:sp>
      <p:sp>
        <p:nvSpPr>
          <p:cNvPr id="671" name="Rectangles"/>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67</a:t>
            </a:fld>
            <a:endParaRPr lang="zh-CN" altLang="en-US" sz="1200">
              <a:latin typeface="Calibri" pitchFamily="34" charset="0"/>
              <a:ea typeface="MS PGothic" pitchFamily="34" charset="-128"/>
              <a:cs typeface="Calibri" pitchFamily="34" charset="0"/>
            </a:endParaRPr>
          </a:p>
        </p:txBody>
      </p:sp>
      <p:sp>
        <p:nvSpPr>
          <p:cNvPr id="672" name="Text box"/>
          <p:cNvSpPr>
            <a:spLocks noGrp="1"/>
          </p:cNvSpPr>
          <p:nvPr>
            <p:ph type="body" idx="1"/>
          </p:nvPr>
        </p:nvSpPr>
        <p:spPr>
          <a:xfrm rot="0">
            <a:off x="914400" y="3276600"/>
            <a:ext cx="5029200" cy="5181599"/>
          </a:xfrm>
          <a:prstGeom prst="rect"/>
          <a:noFill/>
          <a:ln w="12700" cmpd="sng" cap="flat">
            <a:noFill/>
            <a:prstDash val="solid"/>
            <a:miter/>
          </a:ln>
        </p:spPr>
        <p:txBody>
          <a:bodyPr vert="horz" wrap="square" lIns="90480" tIns="44446" rIns="90480" bIns="44446" anchor="t" anchorCtr="0">
            <a:prstTxWarp prst="textNoShape"/>
          </a:bodyPr>
          <a:lstStyle/>
          <a:p>
            <a:endParaRPr lang="zh-CN" altLang="en-US"/>
          </a:p>
        </p:txBody>
      </p:sp>
      <p:sp>
        <p:nvSpPr>
          <p:cNvPr id="673" name="Object"/>
          <p:cNvSpPr>
            <a:spLocks noGrp="1" noChangeAspect="1"/>
          </p:cNvSpPr>
          <p:nvPr>
            <p:ph type="sldImg"/>
          </p:nvPr>
        </p:nvSpPr>
        <p:spPr>
          <a:xfrm rot="0">
            <a:off x="381000" y="685800"/>
            <a:ext cx="6096000" cy="3429000"/>
          </a:xfrm>
          <a:prstGeom prst="rect"/>
          <a:noFill/>
          <a:ln w="12700" cmpd="sng" cap="flat">
            <a:solidFill>
              <a:srgbClr val="000000"/>
            </a:solidFill>
            <a:prstDash val="solid"/>
            <a:miter/>
          </a:ln>
        </p:spPr>
      </p:sp>
    </p:spTree>
    <p:extLst>
      <p:ext uri="{BB962C8B-B14F-4D97-AF65-F5344CB8AC3E}">
        <p14:creationId xmlns:p14="http://schemas.microsoft.com/office/powerpoint/2010/main" val="1932592671"/>
      </p:ext>
    </p:extLst>
  </p:cSld>
  <p:clrMapOvr>
    <a:masterClrMapping/>
  </p:clrMapOvr>
</p:notes>
</file>

<file path=ppt/notesSlides/notesSlide68.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2"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68</a:t>
            </a:fld>
            <a:endParaRPr lang="zh-CN" altLang="en-US" sz="1200">
              <a:latin typeface="Calibri" pitchFamily="34" charset="0"/>
              <a:ea typeface="MS PGothic" pitchFamily="34" charset="-128"/>
              <a:cs typeface="Calibri" pitchFamily="34" charset="0"/>
            </a:endParaRPr>
          </a:p>
        </p:txBody>
      </p:sp>
      <p:sp>
        <p:nvSpPr>
          <p:cNvPr id="677" name="Object"/>
          <p:cNvSpPr>
            <a:spLocks noGrp="1"/>
          </p:cNvSpPr>
          <p:nvPr>
            <p:ph type="sldImg"/>
          </p:nvPr>
        </p:nvSpPr>
        <p:spPr>
          <a:xfrm rot="0">
            <a:off x="381000" y="685800"/>
            <a:ext cx="6096000" cy="3429000"/>
          </a:xfrm>
          <a:prstGeom prst="rect"/>
          <a:noFill/>
          <a:ln w="12700" cmpd="sng" cap="flat">
            <a:noFill/>
            <a:prstDash val="solid"/>
            <a:miter/>
          </a:ln>
        </p:spPr>
      </p:sp>
      <p:sp>
        <p:nvSpPr>
          <p:cNvPr id="678" name="Text box"/>
          <p:cNvSpPr>
            <a:spLocks noGrp="1"/>
          </p:cNvSpPr>
          <p:nvPr>
            <p:ph type="body" idx="1"/>
          </p:nvPr>
        </p:nvSpPr>
        <p:spPr>
          <a:xfrm rot="0">
            <a:off x="685800" y="4343400"/>
            <a:ext cx="5486400" cy="411480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679" name="Rectangles"/>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68</a:t>
            </a:fld>
            <a:endParaRPr lang="zh-CN" altLang="en-US" sz="1200">
              <a:latin typeface="Calibri" pitchFamily="34" charset="0"/>
              <a:ea typeface="MS PGothic" pitchFamily="34" charset="-128"/>
              <a:cs typeface="Calibri" pitchFamily="34" charset="0"/>
            </a:endParaRPr>
          </a:p>
        </p:txBody>
      </p:sp>
    </p:spTree>
    <p:extLst>
      <p:ext uri="{BB962C8B-B14F-4D97-AF65-F5344CB8AC3E}">
        <p14:creationId xmlns:p14="http://schemas.microsoft.com/office/powerpoint/2010/main" val="1127808564"/>
      </p:ext>
    </p:extLst>
  </p:cSld>
  <p:clrMapOvr>
    <a:masterClrMapping/>
  </p:clrMapOvr>
</p:notes>
</file>

<file path=ppt/notesSlides/notesSlide69.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2"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69</a:t>
            </a:fld>
            <a:endParaRPr lang="zh-CN" altLang="en-US" sz="1200">
              <a:latin typeface="Calibri" pitchFamily="34" charset="0"/>
              <a:ea typeface="MS PGothic" pitchFamily="34" charset="-128"/>
              <a:cs typeface="Calibri" pitchFamily="34" charset="0"/>
            </a:endParaRPr>
          </a:p>
        </p:txBody>
      </p:sp>
      <p:sp>
        <p:nvSpPr>
          <p:cNvPr id="685" name="Rectangles"/>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69</a:t>
            </a:fld>
            <a:endParaRPr lang="zh-CN" altLang="en-US" sz="1200">
              <a:latin typeface="Calibri" pitchFamily="34" charset="0"/>
              <a:ea typeface="MS PGothic" pitchFamily="34" charset="-128"/>
              <a:cs typeface="Calibri" pitchFamily="34" charset="0"/>
            </a:endParaRPr>
          </a:p>
        </p:txBody>
      </p:sp>
      <p:sp>
        <p:nvSpPr>
          <p:cNvPr id="686" name="Text box"/>
          <p:cNvSpPr>
            <a:spLocks noGrp="1"/>
          </p:cNvSpPr>
          <p:nvPr>
            <p:ph type="body" idx="1"/>
          </p:nvPr>
        </p:nvSpPr>
        <p:spPr>
          <a:xfrm rot="0">
            <a:off x="914400" y="3276600"/>
            <a:ext cx="5029200" cy="5181599"/>
          </a:xfrm>
          <a:prstGeom prst="rect"/>
          <a:noFill/>
          <a:ln w="12700" cmpd="sng" cap="flat">
            <a:noFill/>
            <a:prstDash val="solid"/>
            <a:miter/>
          </a:ln>
        </p:spPr>
        <p:txBody>
          <a:bodyPr vert="horz" wrap="square" lIns="90480" tIns="44446" rIns="90480" bIns="44446" anchor="t" anchorCtr="0">
            <a:prstTxWarp prst="textNoShape"/>
          </a:bodyPr>
          <a:lstStyle/>
          <a:p>
            <a:endParaRPr lang="zh-CN" altLang="en-US"/>
          </a:p>
        </p:txBody>
      </p:sp>
      <p:sp>
        <p:nvSpPr>
          <p:cNvPr id="687" name="Object"/>
          <p:cNvSpPr>
            <a:spLocks noGrp="1" noChangeAspect="1"/>
          </p:cNvSpPr>
          <p:nvPr>
            <p:ph type="sldImg"/>
          </p:nvPr>
        </p:nvSpPr>
        <p:spPr>
          <a:xfrm rot="0">
            <a:off x="381000" y="685800"/>
            <a:ext cx="6096000" cy="3429000"/>
          </a:xfrm>
          <a:prstGeom prst="rect"/>
          <a:noFill/>
          <a:ln w="12700" cmpd="sng" cap="flat">
            <a:solidFill>
              <a:srgbClr val="000000"/>
            </a:solidFill>
            <a:prstDash val="solid"/>
            <a:miter/>
          </a:ln>
        </p:spPr>
      </p:sp>
    </p:spTree>
    <p:extLst>
      <p:ext uri="{BB962C8B-B14F-4D97-AF65-F5344CB8AC3E}">
        <p14:creationId xmlns:p14="http://schemas.microsoft.com/office/powerpoint/2010/main" val="348143188"/>
      </p:ext>
    </p:extLst>
  </p:cSld>
  <p:clrMapOvr>
    <a:masterClrMapping/>
  </p:clrMapOvr>
</p:notes>
</file>

<file path=ppt/notesSlides/notesSlide70.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2"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70</a:t>
            </a:fld>
            <a:endParaRPr lang="zh-CN" altLang="en-US" sz="1200">
              <a:latin typeface="Calibri" pitchFamily="34" charset="0"/>
              <a:ea typeface="MS PGothic" pitchFamily="34" charset="-128"/>
              <a:cs typeface="Calibri" pitchFamily="34" charset="0"/>
            </a:endParaRPr>
          </a:p>
        </p:txBody>
      </p:sp>
      <p:sp>
        <p:nvSpPr>
          <p:cNvPr id="691" name="Object"/>
          <p:cNvSpPr>
            <a:spLocks noGrp="1"/>
          </p:cNvSpPr>
          <p:nvPr>
            <p:ph type="sldImg"/>
          </p:nvPr>
        </p:nvSpPr>
        <p:spPr>
          <a:xfrm rot="0">
            <a:off x="381000" y="685800"/>
            <a:ext cx="6096000" cy="3429000"/>
          </a:xfrm>
          <a:prstGeom prst="rect"/>
          <a:noFill/>
          <a:ln w="12700" cmpd="sng" cap="flat">
            <a:noFill/>
            <a:prstDash val="solid"/>
            <a:miter/>
          </a:ln>
        </p:spPr>
      </p:sp>
      <p:sp>
        <p:nvSpPr>
          <p:cNvPr id="692" name="Text box"/>
          <p:cNvSpPr>
            <a:spLocks noGrp="1"/>
          </p:cNvSpPr>
          <p:nvPr>
            <p:ph type="body" idx="1"/>
          </p:nvPr>
        </p:nvSpPr>
        <p:spPr>
          <a:xfrm rot="0">
            <a:off x="685800" y="4343400"/>
            <a:ext cx="5486400" cy="411480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693" name="Rectangles"/>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70</a:t>
            </a:fld>
            <a:endParaRPr lang="zh-CN" altLang="en-US" sz="1200">
              <a:latin typeface="Calibri" pitchFamily="34" charset="0"/>
              <a:ea typeface="MS PGothic" pitchFamily="34" charset="-128"/>
              <a:cs typeface="Calibri" pitchFamily="34" charset="0"/>
            </a:endParaRPr>
          </a:p>
        </p:txBody>
      </p:sp>
    </p:spTree>
    <p:extLst>
      <p:ext uri="{BB962C8B-B14F-4D97-AF65-F5344CB8AC3E}">
        <p14:creationId xmlns:p14="http://schemas.microsoft.com/office/powerpoint/2010/main" val="1283443020"/>
      </p:ext>
    </p:extLst>
  </p:cSld>
  <p:clrMapOvr>
    <a:masterClrMapping/>
  </p:clrMapOvr>
</p:notes>
</file>

<file path=ppt/notesSlides/notesSlide71.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2"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71</a:t>
            </a:fld>
            <a:endParaRPr lang="zh-CN" altLang="en-US" sz="1200">
              <a:latin typeface="Calibri" pitchFamily="34" charset="0"/>
              <a:ea typeface="MS PGothic" pitchFamily="34" charset="-128"/>
              <a:cs typeface="Calibri" pitchFamily="34" charset="0"/>
            </a:endParaRPr>
          </a:p>
        </p:txBody>
      </p:sp>
      <p:sp>
        <p:nvSpPr>
          <p:cNvPr id="698" name="Object"/>
          <p:cNvSpPr>
            <a:spLocks noGrp="1"/>
          </p:cNvSpPr>
          <p:nvPr>
            <p:ph type="sldImg"/>
          </p:nvPr>
        </p:nvSpPr>
        <p:spPr>
          <a:xfrm rot="0">
            <a:off x="381000" y="685800"/>
            <a:ext cx="6096000" cy="3429000"/>
          </a:xfrm>
          <a:prstGeom prst="rect"/>
          <a:noFill/>
          <a:ln w="12700" cmpd="sng" cap="flat">
            <a:noFill/>
            <a:prstDash val="solid"/>
            <a:miter/>
          </a:ln>
        </p:spPr>
      </p:sp>
      <p:sp>
        <p:nvSpPr>
          <p:cNvPr id="699" name="Text box"/>
          <p:cNvSpPr>
            <a:spLocks noGrp="1"/>
          </p:cNvSpPr>
          <p:nvPr>
            <p:ph type="body" idx="1"/>
          </p:nvPr>
        </p:nvSpPr>
        <p:spPr>
          <a:xfrm rot="0">
            <a:off x="685800" y="4343400"/>
            <a:ext cx="5486400" cy="411480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700" name="Rectangles"/>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71</a:t>
            </a:fld>
            <a:endParaRPr lang="zh-CN" altLang="en-US" sz="1200">
              <a:latin typeface="Calibri" pitchFamily="34" charset="0"/>
              <a:ea typeface="MS PGothic" pitchFamily="34" charset="-128"/>
              <a:cs typeface="Calibri" pitchFamily="34" charset="0"/>
            </a:endParaRPr>
          </a:p>
        </p:txBody>
      </p:sp>
    </p:spTree>
    <p:extLst>
      <p:ext uri="{BB962C8B-B14F-4D97-AF65-F5344CB8AC3E}">
        <p14:creationId xmlns:p14="http://schemas.microsoft.com/office/powerpoint/2010/main" val="1442362236"/>
      </p:ext>
    </p:extLst>
  </p:cSld>
  <p:clrMapOvr>
    <a:masterClrMapping/>
  </p:clrMapOvr>
</p:notes>
</file>

<file path=ppt/notesSlides/notesSlide72.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2"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72</a:t>
            </a:fld>
            <a:endParaRPr lang="zh-CN" altLang="en-US" sz="1200">
              <a:latin typeface="Calibri" pitchFamily="34" charset="0"/>
              <a:ea typeface="MS PGothic" pitchFamily="34" charset="-128"/>
              <a:cs typeface="Calibri" pitchFamily="34" charset="0"/>
            </a:endParaRPr>
          </a:p>
        </p:txBody>
      </p:sp>
      <p:sp>
        <p:nvSpPr>
          <p:cNvPr id="719" name="Rectangles"/>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72</a:t>
            </a:fld>
            <a:endParaRPr lang="zh-CN" altLang="en-US" sz="1200">
              <a:latin typeface="Calibri" pitchFamily="34" charset="0"/>
              <a:ea typeface="MS PGothic" pitchFamily="34" charset="-128"/>
              <a:cs typeface="Calibri" pitchFamily="34" charset="0"/>
            </a:endParaRPr>
          </a:p>
        </p:txBody>
      </p:sp>
      <p:sp>
        <p:nvSpPr>
          <p:cNvPr id="720" name="Text box"/>
          <p:cNvSpPr>
            <a:spLocks noGrp="1"/>
          </p:cNvSpPr>
          <p:nvPr>
            <p:ph type="body" idx="1"/>
          </p:nvPr>
        </p:nvSpPr>
        <p:spPr>
          <a:xfrm rot="0">
            <a:off x="914400" y="3276600"/>
            <a:ext cx="5029200" cy="5181599"/>
          </a:xfrm>
          <a:prstGeom prst="rect"/>
          <a:noFill/>
          <a:ln w="12700" cmpd="sng" cap="flat">
            <a:noFill/>
            <a:prstDash val="solid"/>
            <a:miter/>
          </a:ln>
        </p:spPr>
        <p:txBody>
          <a:bodyPr vert="horz" wrap="square" lIns="90480" tIns="44446" rIns="90480" bIns="44446" anchor="t" anchorCtr="0">
            <a:prstTxWarp prst="textNoShape"/>
          </a:bodyPr>
          <a:lstStyle/>
          <a:p>
            <a:endParaRPr lang="zh-CN" altLang="en-US"/>
          </a:p>
        </p:txBody>
      </p:sp>
      <p:sp>
        <p:nvSpPr>
          <p:cNvPr id="721" name="Object"/>
          <p:cNvSpPr>
            <a:spLocks noGrp="1" noChangeAspect="1"/>
          </p:cNvSpPr>
          <p:nvPr>
            <p:ph type="sldImg"/>
          </p:nvPr>
        </p:nvSpPr>
        <p:spPr>
          <a:xfrm rot="0">
            <a:off x="381000" y="685800"/>
            <a:ext cx="6096000" cy="3429000"/>
          </a:xfrm>
          <a:prstGeom prst="rect"/>
          <a:noFill/>
          <a:ln w="12700" cmpd="sng" cap="flat">
            <a:solidFill>
              <a:srgbClr val="000000"/>
            </a:solidFill>
            <a:prstDash val="solid"/>
            <a:miter/>
          </a:ln>
        </p:spPr>
      </p:sp>
    </p:spTree>
    <p:extLst>
      <p:ext uri="{BB962C8B-B14F-4D97-AF65-F5344CB8AC3E}">
        <p14:creationId xmlns:p14="http://schemas.microsoft.com/office/powerpoint/2010/main" val="1203425032"/>
      </p:ext>
    </p:extLst>
  </p:cSld>
  <p:clrMapOvr>
    <a:masterClrMapping/>
  </p:clrMapOvr>
</p:notes>
</file>

<file path=ppt/notesSlides/notesSlide73.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2"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73</a:t>
            </a:fld>
            <a:endParaRPr lang="zh-CN" altLang="en-US" sz="1200">
              <a:latin typeface="Calibri" pitchFamily="34" charset="0"/>
              <a:ea typeface="MS PGothic" pitchFamily="34" charset="-128"/>
              <a:cs typeface="Calibri" pitchFamily="34" charset="0"/>
            </a:endParaRPr>
          </a:p>
        </p:txBody>
      </p:sp>
      <p:sp>
        <p:nvSpPr>
          <p:cNvPr id="765" name="Rectangles"/>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73</a:t>
            </a:fld>
            <a:endParaRPr lang="zh-CN" altLang="en-US" sz="1200">
              <a:latin typeface="Calibri" pitchFamily="34" charset="0"/>
              <a:ea typeface="MS PGothic" pitchFamily="34" charset="-128"/>
              <a:cs typeface="Calibri" pitchFamily="34" charset="0"/>
            </a:endParaRPr>
          </a:p>
        </p:txBody>
      </p:sp>
      <p:sp>
        <p:nvSpPr>
          <p:cNvPr id="766" name="Text box"/>
          <p:cNvSpPr>
            <a:spLocks noGrp="1"/>
          </p:cNvSpPr>
          <p:nvPr>
            <p:ph type="body" idx="1"/>
          </p:nvPr>
        </p:nvSpPr>
        <p:spPr>
          <a:xfrm rot="0">
            <a:off x="914400" y="3276600"/>
            <a:ext cx="5029200" cy="5181599"/>
          </a:xfrm>
          <a:prstGeom prst="rect"/>
          <a:noFill/>
          <a:ln w="12700" cmpd="sng" cap="flat">
            <a:noFill/>
            <a:prstDash val="solid"/>
            <a:miter/>
          </a:ln>
        </p:spPr>
        <p:txBody>
          <a:bodyPr vert="horz" wrap="square" lIns="90480" tIns="44446" rIns="90480" bIns="44446" anchor="t" anchorCtr="0">
            <a:prstTxWarp prst="textNoShape"/>
          </a:bodyPr>
          <a:lstStyle/>
          <a:p>
            <a:endParaRPr lang="zh-CN" altLang="en-US"/>
          </a:p>
        </p:txBody>
      </p:sp>
      <p:sp>
        <p:nvSpPr>
          <p:cNvPr id="767" name="Object"/>
          <p:cNvSpPr>
            <a:spLocks noGrp="1" noChangeAspect="1"/>
          </p:cNvSpPr>
          <p:nvPr>
            <p:ph type="sldImg"/>
          </p:nvPr>
        </p:nvSpPr>
        <p:spPr>
          <a:xfrm rot="0">
            <a:off x="381000" y="685800"/>
            <a:ext cx="6096000" cy="3429000"/>
          </a:xfrm>
          <a:prstGeom prst="rect"/>
          <a:noFill/>
          <a:ln w="12700" cmpd="sng" cap="flat">
            <a:solidFill>
              <a:srgbClr val="000000"/>
            </a:solidFill>
            <a:prstDash val="solid"/>
            <a:miter/>
          </a:ln>
        </p:spPr>
      </p:sp>
    </p:spTree>
    <p:extLst>
      <p:ext uri="{BB962C8B-B14F-4D97-AF65-F5344CB8AC3E}">
        <p14:creationId xmlns:p14="http://schemas.microsoft.com/office/powerpoint/2010/main" val="804631261"/>
      </p:ext>
    </p:extLst>
  </p:cSld>
  <p:clrMapOvr>
    <a:masterClrMapping/>
  </p:clrMapOvr>
</p:notes>
</file>

<file path=ppt/notesSlides/notesSlide74.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2"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74</a:t>
            </a:fld>
            <a:endParaRPr lang="zh-CN" altLang="en-US" sz="1200">
              <a:latin typeface="Calibri" pitchFamily="34" charset="0"/>
              <a:ea typeface="MS PGothic" pitchFamily="34" charset="-128"/>
              <a:cs typeface="Calibri" pitchFamily="34" charset="0"/>
            </a:endParaRPr>
          </a:p>
        </p:txBody>
      </p:sp>
      <p:sp>
        <p:nvSpPr>
          <p:cNvPr id="778" name="Rectangles"/>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74</a:t>
            </a:fld>
            <a:endParaRPr lang="zh-CN" altLang="en-US" sz="1200">
              <a:latin typeface="Calibri" pitchFamily="34" charset="0"/>
              <a:ea typeface="MS PGothic" pitchFamily="34" charset="-128"/>
              <a:cs typeface="Calibri" pitchFamily="34" charset="0"/>
            </a:endParaRPr>
          </a:p>
        </p:txBody>
      </p:sp>
      <p:sp>
        <p:nvSpPr>
          <p:cNvPr id="779" name="Text box"/>
          <p:cNvSpPr>
            <a:spLocks noGrp="1"/>
          </p:cNvSpPr>
          <p:nvPr>
            <p:ph type="body" idx="1"/>
          </p:nvPr>
        </p:nvSpPr>
        <p:spPr>
          <a:xfrm rot="0">
            <a:off x="914400" y="3276600"/>
            <a:ext cx="5029200" cy="5181599"/>
          </a:xfrm>
          <a:prstGeom prst="rect"/>
          <a:noFill/>
          <a:ln w="12700" cmpd="sng" cap="flat">
            <a:noFill/>
            <a:prstDash val="solid"/>
            <a:miter/>
          </a:ln>
        </p:spPr>
        <p:txBody>
          <a:bodyPr vert="horz" wrap="square" lIns="90480" tIns="44446" rIns="90480" bIns="44446" anchor="t" anchorCtr="0">
            <a:prstTxWarp prst="textNoShape"/>
          </a:bodyPr>
          <a:lstStyle/>
          <a:p>
            <a:endParaRPr lang="zh-CN" altLang="en-US"/>
          </a:p>
        </p:txBody>
      </p:sp>
      <p:sp>
        <p:nvSpPr>
          <p:cNvPr id="780" name="Object"/>
          <p:cNvSpPr>
            <a:spLocks noGrp="1" noChangeAspect="1"/>
          </p:cNvSpPr>
          <p:nvPr>
            <p:ph type="sldImg"/>
          </p:nvPr>
        </p:nvSpPr>
        <p:spPr>
          <a:xfrm rot="0">
            <a:off x="381000" y="685800"/>
            <a:ext cx="6096000" cy="3429000"/>
          </a:xfrm>
          <a:prstGeom prst="rect"/>
          <a:noFill/>
          <a:ln w="12700" cmpd="sng" cap="flat">
            <a:solidFill>
              <a:srgbClr val="000000"/>
            </a:solidFill>
            <a:prstDash val="solid"/>
            <a:miter/>
          </a:ln>
        </p:spPr>
      </p:sp>
    </p:spTree>
    <p:extLst>
      <p:ext uri="{BB962C8B-B14F-4D97-AF65-F5344CB8AC3E}">
        <p14:creationId xmlns:p14="http://schemas.microsoft.com/office/powerpoint/2010/main" val="1775599832"/>
      </p:ext>
    </p:extLst>
  </p:cSld>
  <p:clrMapOvr>
    <a:masterClrMapping/>
  </p:clrMapOvr>
</p:notes>
</file>

<file path=ppt/notesSlides/notesSlide75.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2"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75</a:t>
            </a:fld>
            <a:endParaRPr lang="zh-CN" altLang="en-US" sz="1200">
              <a:latin typeface="Calibri" pitchFamily="34" charset="0"/>
              <a:ea typeface="MS PGothic" pitchFamily="34" charset="-128"/>
              <a:cs typeface="Calibri" pitchFamily="34" charset="0"/>
            </a:endParaRPr>
          </a:p>
        </p:txBody>
      </p:sp>
      <p:sp>
        <p:nvSpPr>
          <p:cNvPr id="788" name="Rectangles"/>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75</a:t>
            </a:fld>
            <a:endParaRPr lang="zh-CN" altLang="en-US" sz="1200">
              <a:latin typeface="Calibri" pitchFamily="34" charset="0"/>
              <a:ea typeface="MS PGothic" pitchFamily="34" charset="-128"/>
              <a:cs typeface="Calibri" pitchFamily="34" charset="0"/>
            </a:endParaRPr>
          </a:p>
        </p:txBody>
      </p:sp>
      <p:sp>
        <p:nvSpPr>
          <p:cNvPr id="789" name="Text box"/>
          <p:cNvSpPr>
            <a:spLocks noGrp="1"/>
          </p:cNvSpPr>
          <p:nvPr>
            <p:ph type="body" idx="1"/>
          </p:nvPr>
        </p:nvSpPr>
        <p:spPr>
          <a:xfrm rot="0">
            <a:off x="914400" y="3276600"/>
            <a:ext cx="5029200" cy="5181599"/>
          </a:xfrm>
          <a:prstGeom prst="rect"/>
          <a:noFill/>
          <a:ln w="12700" cmpd="sng" cap="flat">
            <a:noFill/>
            <a:prstDash val="solid"/>
            <a:miter/>
          </a:ln>
        </p:spPr>
        <p:txBody>
          <a:bodyPr vert="horz" wrap="square" lIns="90480" tIns="44446" rIns="90480" bIns="44446" anchor="t" anchorCtr="0">
            <a:prstTxWarp prst="textNoShape"/>
          </a:bodyPr>
          <a:lstStyle/>
          <a:p>
            <a:endParaRPr lang="zh-CN" altLang="en-US"/>
          </a:p>
        </p:txBody>
      </p:sp>
      <p:sp>
        <p:nvSpPr>
          <p:cNvPr id="790" name="Object"/>
          <p:cNvSpPr>
            <a:spLocks noGrp="1" noChangeAspect="1"/>
          </p:cNvSpPr>
          <p:nvPr>
            <p:ph type="sldImg"/>
          </p:nvPr>
        </p:nvSpPr>
        <p:spPr>
          <a:xfrm rot="0">
            <a:off x="381000" y="685800"/>
            <a:ext cx="6096000" cy="3429000"/>
          </a:xfrm>
          <a:prstGeom prst="rect"/>
          <a:noFill/>
          <a:ln w="12700" cmpd="sng" cap="flat">
            <a:solidFill>
              <a:srgbClr val="000000"/>
            </a:solidFill>
            <a:prstDash val="solid"/>
            <a:miter/>
          </a:ln>
        </p:spPr>
      </p:sp>
    </p:spTree>
    <p:extLst>
      <p:ext uri="{BB962C8B-B14F-4D97-AF65-F5344CB8AC3E}">
        <p14:creationId xmlns:p14="http://schemas.microsoft.com/office/powerpoint/2010/main" val="1352680531"/>
      </p:ext>
    </p:extLst>
  </p:cSld>
  <p:clrMapOvr>
    <a:masterClrMapping/>
  </p:clrMapOvr>
</p:notes>
</file>

<file path=ppt/notesSlides/notesSlide76.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2"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76</a:t>
            </a:fld>
            <a:endParaRPr lang="zh-CN" altLang="en-US" sz="1200">
              <a:latin typeface="Calibri" pitchFamily="34" charset="0"/>
              <a:ea typeface="MS PGothic" pitchFamily="34" charset="-128"/>
              <a:cs typeface="Calibri" pitchFamily="34" charset="0"/>
            </a:endParaRPr>
          </a:p>
        </p:txBody>
      </p:sp>
      <p:sp>
        <p:nvSpPr>
          <p:cNvPr id="794" name="Rectangles"/>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76</a:t>
            </a:fld>
            <a:endParaRPr lang="zh-CN" altLang="en-US" sz="1200">
              <a:latin typeface="Calibri" pitchFamily="34" charset="0"/>
              <a:ea typeface="MS PGothic" pitchFamily="34" charset="-128"/>
              <a:cs typeface="Calibri" pitchFamily="34" charset="0"/>
            </a:endParaRPr>
          </a:p>
        </p:txBody>
      </p:sp>
      <p:sp>
        <p:nvSpPr>
          <p:cNvPr id="795" name="Text box"/>
          <p:cNvSpPr>
            <a:spLocks noGrp="1"/>
          </p:cNvSpPr>
          <p:nvPr>
            <p:ph type="body" idx="1"/>
          </p:nvPr>
        </p:nvSpPr>
        <p:spPr>
          <a:xfrm rot="0">
            <a:off x="914400" y="3276600"/>
            <a:ext cx="5029200" cy="5181599"/>
          </a:xfrm>
          <a:prstGeom prst="rect"/>
          <a:noFill/>
          <a:ln w="12700" cmpd="sng" cap="flat">
            <a:noFill/>
            <a:prstDash val="solid"/>
            <a:miter/>
          </a:ln>
        </p:spPr>
        <p:txBody>
          <a:bodyPr vert="horz" wrap="square" lIns="90480" tIns="44446" rIns="90480" bIns="44446" anchor="t" anchorCtr="0">
            <a:prstTxWarp prst="textNoShape"/>
          </a:bodyPr>
          <a:lstStyle/>
          <a:p>
            <a:endParaRPr lang="zh-CN" altLang="en-US"/>
          </a:p>
        </p:txBody>
      </p:sp>
      <p:sp>
        <p:nvSpPr>
          <p:cNvPr id="796" name="Object"/>
          <p:cNvSpPr>
            <a:spLocks noGrp="1" noChangeAspect="1"/>
          </p:cNvSpPr>
          <p:nvPr>
            <p:ph type="sldImg"/>
          </p:nvPr>
        </p:nvSpPr>
        <p:spPr>
          <a:xfrm rot="0">
            <a:off x="381000" y="685800"/>
            <a:ext cx="6096000" cy="3429000"/>
          </a:xfrm>
          <a:prstGeom prst="rect"/>
          <a:noFill/>
          <a:ln w="12700" cmpd="sng" cap="flat">
            <a:solidFill>
              <a:srgbClr val="000000"/>
            </a:solidFill>
            <a:prstDash val="solid"/>
            <a:miter/>
          </a:ln>
        </p:spPr>
      </p:sp>
    </p:spTree>
    <p:extLst>
      <p:ext uri="{BB962C8B-B14F-4D97-AF65-F5344CB8AC3E}">
        <p14:creationId xmlns:p14="http://schemas.microsoft.com/office/powerpoint/2010/main" val="2136849213"/>
      </p:ext>
    </p:extLst>
  </p:cSld>
  <p:clrMapOvr>
    <a:masterClrMapping/>
  </p:clrMapOvr>
</p:notes>
</file>

<file path=ppt/notesSlides/notesSlide77.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2"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77</a:t>
            </a:fld>
            <a:endParaRPr lang="zh-CN" altLang="en-US" sz="1200">
              <a:latin typeface="Calibri" pitchFamily="34" charset="0"/>
              <a:ea typeface="MS PGothic" pitchFamily="34" charset="-128"/>
              <a:cs typeface="Calibri" pitchFamily="34" charset="0"/>
            </a:endParaRPr>
          </a:p>
        </p:txBody>
      </p:sp>
      <p:sp>
        <p:nvSpPr>
          <p:cNvPr id="802" name="Rectangles"/>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77</a:t>
            </a:fld>
            <a:endParaRPr lang="zh-CN" altLang="en-US" sz="1200">
              <a:latin typeface="Calibri" pitchFamily="34" charset="0"/>
              <a:ea typeface="MS PGothic" pitchFamily="34" charset="-128"/>
              <a:cs typeface="Calibri" pitchFamily="34" charset="0"/>
            </a:endParaRPr>
          </a:p>
        </p:txBody>
      </p:sp>
      <p:sp>
        <p:nvSpPr>
          <p:cNvPr id="803" name="Text box"/>
          <p:cNvSpPr>
            <a:spLocks noGrp="1"/>
          </p:cNvSpPr>
          <p:nvPr>
            <p:ph type="body" idx="1"/>
          </p:nvPr>
        </p:nvSpPr>
        <p:spPr>
          <a:xfrm rot="0">
            <a:off x="914400" y="3276600"/>
            <a:ext cx="5029200" cy="5181599"/>
          </a:xfrm>
          <a:prstGeom prst="rect"/>
          <a:noFill/>
          <a:ln w="12700" cmpd="sng" cap="flat">
            <a:noFill/>
            <a:prstDash val="solid"/>
            <a:miter/>
          </a:ln>
        </p:spPr>
        <p:txBody>
          <a:bodyPr vert="horz" wrap="square" lIns="90480" tIns="44446" rIns="90480" bIns="44446" anchor="t" anchorCtr="0">
            <a:prstTxWarp prst="textNoShape"/>
          </a:bodyPr>
          <a:lstStyle/>
          <a:p>
            <a:endParaRPr lang="zh-CN" altLang="en-US"/>
          </a:p>
        </p:txBody>
      </p:sp>
      <p:sp>
        <p:nvSpPr>
          <p:cNvPr id="804" name="Object"/>
          <p:cNvSpPr>
            <a:spLocks noGrp="1" noChangeAspect="1"/>
          </p:cNvSpPr>
          <p:nvPr>
            <p:ph type="sldImg"/>
          </p:nvPr>
        </p:nvSpPr>
        <p:spPr>
          <a:xfrm rot="0">
            <a:off x="381000" y="685800"/>
            <a:ext cx="6096000" cy="3429000"/>
          </a:xfrm>
          <a:prstGeom prst="rect"/>
          <a:noFill/>
          <a:ln w="12700" cmpd="sng" cap="flat">
            <a:solidFill>
              <a:srgbClr val="000000"/>
            </a:solidFill>
            <a:prstDash val="solid"/>
            <a:miter/>
          </a:ln>
        </p:spPr>
      </p:sp>
    </p:spTree>
    <p:extLst>
      <p:ext uri="{BB962C8B-B14F-4D97-AF65-F5344CB8AC3E}">
        <p14:creationId xmlns:p14="http://schemas.microsoft.com/office/powerpoint/2010/main" val="1417088373"/>
      </p:ext>
    </p:extLst>
  </p:cSld>
  <p:clrMapOvr>
    <a:masterClrMapping/>
  </p:clrMapOvr>
</p:notes>
</file>

<file path=ppt/notesSlides/notesSlide78.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2"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78</a:t>
            </a:fld>
            <a:endParaRPr lang="zh-CN" altLang="en-US" sz="1200">
              <a:latin typeface="Calibri" pitchFamily="34" charset="0"/>
              <a:ea typeface="MS PGothic" pitchFamily="34" charset="-128"/>
              <a:cs typeface="Calibri" pitchFamily="34" charset="0"/>
            </a:endParaRPr>
          </a:p>
        </p:txBody>
      </p:sp>
      <p:sp>
        <p:nvSpPr>
          <p:cNvPr id="817" name="Rectangles"/>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78</a:t>
            </a:fld>
            <a:endParaRPr lang="zh-CN" altLang="en-US" sz="1200">
              <a:latin typeface="Calibri" pitchFamily="34" charset="0"/>
              <a:ea typeface="MS PGothic" pitchFamily="34" charset="-128"/>
              <a:cs typeface="Calibri" pitchFamily="34" charset="0"/>
            </a:endParaRPr>
          </a:p>
        </p:txBody>
      </p:sp>
      <p:sp>
        <p:nvSpPr>
          <p:cNvPr id="818" name="Text box"/>
          <p:cNvSpPr>
            <a:spLocks noGrp="1"/>
          </p:cNvSpPr>
          <p:nvPr>
            <p:ph type="body" idx="1"/>
          </p:nvPr>
        </p:nvSpPr>
        <p:spPr>
          <a:xfrm rot="0">
            <a:off x="914400" y="3276600"/>
            <a:ext cx="5029200" cy="5181599"/>
          </a:xfrm>
          <a:prstGeom prst="rect"/>
          <a:noFill/>
          <a:ln w="12700" cmpd="sng" cap="flat">
            <a:noFill/>
            <a:prstDash val="solid"/>
            <a:miter/>
          </a:ln>
        </p:spPr>
        <p:txBody>
          <a:bodyPr vert="horz" wrap="square" lIns="90480" tIns="44446" rIns="90480" bIns="44446" anchor="t" anchorCtr="0">
            <a:prstTxWarp prst="textNoShape"/>
          </a:bodyPr>
          <a:lstStyle/>
          <a:p>
            <a:endParaRPr lang="zh-CN" altLang="en-US"/>
          </a:p>
        </p:txBody>
      </p:sp>
      <p:sp>
        <p:nvSpPr>
          <p:cNvPr id="819" name="Object"/>
          <p:cNvSpPr>
            <a:spLocks noGrp="1" noChangeAspect="1"/>
          </p:cNvSpPr>
          <p:nvPr>
            <p:ph type="sldImg"/>
          </p:nvPr>
        </p:nvSpPr>
        <p:spPr>
          <a:xfrm rot="0">
            <a:off x="381000" y="685800"/>
            <a:ext cx="6096000" cy="3429000"/>
          </a:xfrm>
          <a:prstGeom prst="rect"/>
          <a:noFill/>
          <a:ln w="12700" cmpd="sng" cap="flat">
            <a:solidFill>
              <a:srgbClr val="000000"/>
            </a:solidFill>
            <a:prstDash val="solid"/>
            <a:miter/>
          </a:ln>
        </p:spPr>
      </p:sp>
    </p:spTree>
    <p:extLst>
      <p:ext uri="{BB962C8B-B14F-4D97-AF65-F5344CB8AC3E}">
        <p14:creationId xmlns:p14="http://schemas.microsoft.com/office/powerpoint/2010/main" val="1446642370"/>
      </p:ext>
    </p:extLst>
  </p:cSld>
  <p:clrMapOvr>
    <a:masterClrMapping/>
  </p:clrMapOvr>
</p:notes>
</file>

<file path=ppt/notesSlides/notesSlide79.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2"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79</a:t>
            </a:fld>
            <a:endParaRPr lang="zh-CN" altLang="en-US" sz="1200">
              <a:latin typeface="Calibri" pitchFamily="34" charset="0"/>
              <a:ea typeface="MS PGothic" pitchFamily="34" charset="-128"/>
              <a:cs typeface="Calibri" pitchFamily="34" charset="0"/>
            </a:endParaRPr>
          </a:p>
        </p:txBody>
      </p:sp>
      <p:sp>
        <p:nvSpPr>
          <p:cNvPr id="840" name="Rectangles"/>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79</a:t>
            </a:fld>
            <a:endParaRPr lang="zh-CN" altLang="en-US" sz="1200">
              <a:latin typeface="Calibri" pitchFamily="34" charset="0"/>
              <a:ea typeface="MS PGothic" pitchFamily="34" charset="-128"/>
              <a:cs typeface="Calibri" pitchFamily="34" charset="0"/>
            </a:endParaRPr>
          </a:p>
        </p:txBody>
      </p:sp>
      <p:sp>
        <p:nvSpPr>
          <p:cNvPr id="841" name="Text box"/>
          <p:cNvSpPr>
            <a:spLocks noGrp="1"/>
          </p:cNvSpPr>
          <p:nvPr>
            <p:ph type="body" idx="1"/>
          </p:nvPr>
        </p:nvSpPr>
        <p:spPr>
          <a:xfrm rot="0">
            <a:off x="914400" y="3276600"/>
            <a:ext cx="5029200" cy="5181599"/>
          </a:xfrm>
          <a:prstGeom prst="rect"/>
          <a:noFill/>
          <a:ln w="12700" cmpd="sng" cap="flat">
            <a:noFill/>
            <a:prstDash val="solid"/>
            <a:miter/>
          </a:ln>
        </p:spPr>
        <p:txBody>
          <a:bodyPr vert="horz" wrap="square" lIns="90480" tIns="44446" rIns="90480" bIns="44446" anchor="t" anchorCtr="0">
            <a:prstTxWarp prst="textNoShape"/>
          </a:bodyPr>
          <a:lstStyle/>
          <a:p>
            <a:endParaRPr lang="zh-CN" altLang="en-US"/>
          </a:p>
        </p:txBody>
      </p:sp>
      <p:sp>
        <p:nvSpPr>
          <p:cNvPr id="842" name="Object"/>
          <p:cNvSpPr>
            <a:spLocks noGrp="1" noChangeAspect="1"/>
          </p:cNvSpPr>
          <p:nvPr>
            <p:ph type="sldImg"/>
          </p:nvPr>
        </p:nvSpPr>
        <p:spPr>
          <a:xfrm rot="0">
            <a:off x="381000" y="685800"/>
            <a:ext cx="6096000" cy="3429000"/>
          </a:xfrm>
          <a:prstGeom prst="rect"/>
          <a:noFill/>
          <a:ln w="12700" cmpd="sng" cap="flat">
            <a:solidFill>
              <a:srgbClr val="000000"/>
            </a:solidFill>
            <a:prstDash val="solid"/>
            <a:miter/>
          </a:ln>
        </p:spPr>
      </p:sp>
    </p:spTree>
    <p:extLst>
      <p:ext uri="{BB962C8B-B14F-4D97-AF65-F5344CB8AC3E}">
        <p14:creationId xmlns:p14="http://schemas.microsoft.com/office/powerpoint/2010/main" val="2031308105"/>
      </p:ext>
    </p:extLst>
  </p:cSld>
  <p:clrMapOvr>
    <a:masterClrMapping/>
  </p:clrMapOvr>
</p:notes>
</file>

<file path=ppt/notesSlides/notesSlide80.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2"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80</a:t>
            </a:fld>
            <a:endParaRPr lang="zh-CN" altLang="en-US" sz="1200">
              <a:latin typeface="Calibri" pitchFamily="34" charset="0"/>
              <a:ea typeface="MS PGothic" pitchFamily="34" charset="-128"/>
              <a:cs typeface="Calibri" pitchFamily="34" charset="0"/>
            </a:endParaRPr>
          </a:p>
        </p:txBody>
      </p:sp>
      <p:sp>
        <p:nvSpPr>
          <p:cNvPr id="869" name="Rectangles"/>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80</a:t>
            </a:fld>
            <a:endParaRPr lang="zh-CN" altLang="en-US" sz="1200">
              <a:latin typeface="Calibri" pitchFamily="34" charset="0"/>
              <a:ea typeface="MS PGothic" pitchFamily="34" charset="-128"/>
              <a:cs typeface="Calibri" pitchFamily="34" charset="0"/>
            </a:endParaRPr>
          </a:p>
        </p:txBody>
      </p:sp>
      <p:sp>
        <p:nvSpPr>
          <p:cNvPr id="870" name="Text box"/>
          <p:cNvSpPr>
            <a:spLocks noGrp="1"/>
          </p:cNvSpPr>
          <p:nvPr>
            <p:ph type="body" idx="1"/>
          </p:nvPr>
        </p:nvSpPr>
        <p:spPr>
          <a:xfrm rot="0">
            <a:off x="914400" y="3276600"/>
            <a:ext cx="5029200" cy="5181599"/>
          </a:xfrm>
          <a:prstGeom prst="rect"/>
          <a:noFill/>
          <a:ln w="12700" cmpd="sng" cap="flat">
            <a:noFill/>
            <a:prstDash val="solid"/>
            <a:miter/>
          </a:ln>
        </p:spPr>
        <p:txBody>
          <a:bodyPr vert="horz" wrap="square" lIns="90480" tIns="44446" rIns="90480" bIns="44446" anchor="t" anchorCtr="0">
            <a:prstTxWarp prst="textNoShape"/>
          </a:bodyPr>
          <a:lstStyle/>
          <a:p>
            <a:endParaRPr lang="zh-CN" altLang="en-US"/>
          </a:p>
        </p:txBody>
      </p:sp>
      <p:sp>
        <p:nvSpPr>
          <p:cNvPr id="871" name="Object"/>
          <p:cNvSpPr>
            <a:spLocks noGrp="1" noChangeAspect="1"/>
          </p:cNvSpPr>
          <p:nvPr>
            <p:ph type="sldImg"/>
          </p:nvPr>
        </p:nvSpPr>
        <p:spPr>
          <a:xfrm rot="0">
            <a:off x="381000" y="685800"/>
            <a:ext cx="6096000" cy="3429000"/>
          </a:xfrm>
          <a:prstGeom prst="rect"/>
          <a:noFill/>
          <a:ln w="12700" cmpd="sng" cap="flat">
            <a:solidFill>
              <a:srgbClr val="000000"/>
            </a:solidFill>
            <a:prstDash val="solid"/>
            <a:miter/>
          </a:ln>
        </p:spPr>
      </p:sp>
    </p:spTree>
    <p:extLst>
      <p:ext uri="{BB962C8B-B14F-4D97-AF65-F5344CB8AC3E}">
        <p14:creationId xmlns:p14="http://schemas.microsoft.com/office/powerpoint/2010/main" val="449664922"/>
      </p:ext>
    </p:extLst>
  </p:cSld>
  <p:clrMapOvr>
    <a:masterClrMapping/>
  </p:clrMapOvr>
</p:notes>
</file>

<file path=ppt/notesSlides/notesSlide81.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2"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81</a:t>
            </a:fld>
            <a:endParaRPr lang="zh-CN" altLang="en-US" sz="1200">
              <a:latin typeface="Calibri" pitchFamily="34" charset="0"/>
              <a:ea typeface="MS PGothic" pitchFamily="34" charset="-128"/>
              <a:cs typeface="Calibri" pitchFamily="34" charset="0"/>
            </a:endParaRPr>
          </a:p>
        </p:txBody>
      </p:sp>
      <p:sp>
        <p:nvSpPr>
          <p:cNvPr id="877" name="Rectangles"/>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81</a:t>
            </a:fld>
            <a:endParaRPr lang="zh-CN" altLang="en-US" sz="1200">
              <a:latin typeface="Calibri" pitchFamily="34" charset="0"/>
              <a:ea typeface="MS PGothic" pitchFamily="34" charset="-128"/>
              <a:cs typeface="Calibri" pitchFamily="34" charset="0"/>
            </a:endParaRPr>
          </a:p>
        </p:txBody>
      </p:sp>
      <p:sp>
        <p:nvSpPr>
          <p:cNvPr id="878" name="Text box"/>
          <p:cNvSpPr>
            <a:spLocks noGrp="1"/>
          </p:cNvSpPr>
          <p:nvPr>
            <p:ph type="body" idx="1"/>
          </p:nvPr>
        </p:nvSpPr>
        <p:spPr>
          <a:xfrm rot="0">
            <a:off x="914400" y="3276600"/>
            <a:ext cx="5029200" cy="5181599"/>
          </a:xfrm>
          <a:prstGeom prst="rect"/>
          <a:noFill/>
          <a:ln w="12700" cmpd="sng" cap="flat">
            <a:noFill/>
            <a:prstDash val="solid"/>
            <a:miter/>
          </a:ln>
        </p:spPr>
        <p:txBody>
          <a:bodyPr vert="horz" wrap="square" lIns="90480" tIns="44446" rIns="90480" bIns="44446" anchor="t" anchorCtr="0">
            <a:prstTxWarp prst="textNoShape"/>
          </a:bodyPr>
          <a:lstStyle/>
          <a:p>
            <a:endParaRPr lang="zh-CN" altLang="en-US"/>
          </a:p>
        </p:txBody>
      </p:sp>
      <p:sp>
        <p:nvSpPr>
          <p:cNvPr id="879" name="Object"/>
          <p:cNvSpPr>
            <a:spLocks noGrp="1" noChangeAspect="1"/>
          </p:cNvSpPr>
          <p:nvPr>
            <p:ph type="sldImg"/>
          </p:nvPr>
        </p:nvSpPr>
        <p:spPr>
          <a:xfrm rot="0">
            <a:off x="381000" y="685800"/>
            <a:ext cx="6096000" cy="3429000"/>
          </a:xfrm>
          <a:prstGeom prst="rect"/>
          <a:noFill/>
          <a:ln w="12700" cmpd="sng" cap="flat">
            <a:solidFill>
              <a:srgbClr val="000000"/>
            </a:solidFill>
            <a:prstDash val="solid"/>
            <a:miter/>
          </a:ln>
        </p:spPr>
      </p:sp>
    </p:spTree>
    <p:extLst>
      <p:ext uri="{BB962C8B-B14F-4D97-AF65-F5344CB8AC3E}">
        <p14:creationId xmlns:p14="http://schemas.microsoft.com/office/powerpoint/2010/main" val="377021910"/>
      </p:ext>
    </p:extLst>
  </p:cSld>
  <p:clrMapOvr>
    <a:masterClrMapping/>
  </p:clrMapOvr>
</p:notes>
</file>

<file path=ppt/notesSlides/notesSlide82.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2"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82</a:t>
            </a:fld>
            <a:endParaRPr lang="zh-CN" altLang="en-US" sz="1200">
              <a:latin typeface="Calibri" pitchFamily="34" charset="0"/>
              <a:ea typeface="MS PGothic" pitchFamily="34" charset="-128"/>
              <a:cs typeface="Calibri" pitchFamily="34" charset="0"/>
            </a:endParaRPr>
          </a:p>
        </p:txBody>
      </p:sp>
      <p:sp>
        <p:nvSpPr>
          <p:cNvPr id="915" name="Rectangles"/>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82</a:t>
            </a:fld>
            <a:endParaRPr lang="zh-CN" altLang="en-US" sz="1200">
              <a:latin typeface="Calibri" pitchFamily="34" charset="0"/>
              <a:ea typeface="MS PGothic" pitchFamily="34" charset="-128"/>
              <a:cs typeface="Calibri" pitchFamily="34" charset="0"/>
            </a:endParaRPr>
          </a:p>
        </p:txBody>
      </p:sp>
      <p:sp>
        <p:nvSpPr>
          <p:cNvPr id="916" name="Text box"/>
          <p:cNvSpPr>
            <a:spLocks noGrp="1"/>
          </p:cNvSpPr>
          <p:nvPr>
            <p:ph type="body" idx="1"/>
          </p:nvPr>
        </p:nvSpPr>
        <p:spPr>
          <a:xfrm rot="0">
            <a:off x="914400" y="3276600"/>
            <a:ext cx="5029200" cy="5181599"/>
          </a:xfrm>
          <a:prstGeom prst="rect"/>
          <a:noFill/>
          <a:ln w="12700" cmpd="sng" cap="flat">
            <a:noFill/>
            <a:prstDash val="solid"/>
            <a:miter/>
          </a:ln>
        </p:spPr>
        <p:txBody>
          <a:bodyPr vert="horz" wrap="square" lIns="90480" tIns="44446" rIns="90480" bIns="44446" anchor="t" anchorCtr="0">
            <a:prstTxWarp prst="textNoShape"/>
          </a:bodyPr>
          <a:lstStyle/>
          <a:p>
            <a:endParaRPr lang="zh-CN" altLang="en-US"/>
          </a:p>
        </p:txBody>
      </p:sp>
      <p:sp>
        <p:nvSpPr>
          <p:cNvPr id="917" name="Object"/>
          <p:cNvSpPr>
            <a:spLocks noGrp="1" noChangeAspect="1"/>
          </p:cNvSpPr>
          <p:nvPr>
            <p:ph type="sldImg"/>
          </p:nvPr>
        </p:nvSpPr>
        <p:spPr>
          <a:xfrm rot="0">
            <a:off x="381000" y="685800"/>
            <a:ext cx="6096000" cy="3429000"/>
          </a:xfrm>
          <a:prstGeom prst="rect"/>
          <a:noFill/>
          <a:ln w="12700" cmpd="sng" cap="flat">
            <a:solidFill>
              <a:srgbClr val="000000"/>
            </a:solidFill>
            <a:prstDash val="solid"/>
            <a:miter/>
          </a:ln>
        </p:spPr>
      </p:sp>
    </p:spTree>
    <p:extLst>
      <p:ext uri="{BB962C8B-B14F-4D97-AF65-F5344CB8AC3E}">
        <p14:creationId xmlns:p14="http://schemas.microsoft.com/office/powerpoint/2010/main" val="582413126"/>
      </p:ext>
    </p:extLst>
  </p:cSld>
  <p:clrMapOvr>
    <a:masterClrMapping/>
  </p:clrMapOvr>
</p:notes>
</file>

<file path=ppt/notesSlides/notesSlide83.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2"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83</a:t>
            </a:fld>
            <a:endParaRPr lang="zh-CN" altLang="en-US" sz="1200">
              <a:latin typeface="Calibri" pitchFamily="34" charset="0"/>
              <a:ea typeface="MS PGothic" pitchFamily="34" charset="-128"/>
              <a:cs typeface="Calibri" pitchFamily="34" charset="0"/>
            </a:endParaRPr>
          </a:p>
        </p:txBody>
      </p:sp>
      <p:sp>
        <p:nvSpPr>
          <p:cNvPr id="945" name="Rectangles"/>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83</a:t>
            </a:fld>
            <a:endParaRPr lang="zh-CN" altLang="en-US" sz="1200">
              <a:latin typeface="Calibri" pitchFamily="34" charset="0"/>
              <a:ea typeface="MS PGothic" pitchFamily="34" charset="-128"/>
              <a:cs typeface="Calibri" pitchFamily="34" charset="0"/>
            </a:endParaRPr>
          </a:p>
        </p:txBody>
      </p:sp>
      <p:sp>
        <p:nvSpPr>
          <p:cNvPr id="946" name="Text box"/>
          <p:cNvSpPr>
            <a:spLocks noGrp="1"/>
          </p:cNvSpPr>
          <p:nvPr>
            <p:ph type="body" idx="1"/>
          </p:nvPr>
        </p:nvSpPr>
        <p:spPr>
          <a:xfrm rot="0">
            <a:off x="914400" y="3276600"/>
            <a:ext cx="5029200" cy="5181599"/>
          </a:xfrm>
          <a:prstGeom prst="rect"/>
          <a:noFill/>
          <a:ln w="12700" cmpd="sng" cap="flat">
            <a:noFill/>
            <a:prstDash val="solid"/>
            <a:miter/>
          </a:ln>
        </p:spPr>
        <p:txBody>
          <a:bodyPr vert="horz" wrap="square" lIns="90480" tIns="44446" rIns="90480" bIns="44446" anchor="t" anchorCtr="0">
            <a:prstTxWarp prst="textNoShape"/>
          </a:bodyPr>
          <a:lstStyle/>
          <a:p>
            <a:endParaRPr lang="zh-CN" altLang="en-US"/>
          </a:p>
        </p:txBody>
      </p:sp>
      <p:sp>
        <p:nvSpPr>
          <p:cNvPr id="947" name="Object"/>
          <p:cNvSpPr>
            <a:spLocks noGrp="1" noChangeAspect="1"/>
          </p:cNvSpPr>
          <p:nvPr>
            <p:ph type="sldImg"/>
          </p:nvPr>
        </p:nvSpPr>
        <p:spPr>
          <a:xfrm rot="0">
            <a:off x="381000" y="685800"/>
            <a:ext cx="6096000" cy="3429000"/>
          </a:xfrm>
          <a:prstGeom prst="rect"/>
          <a:noFill/>
          <a:ln w="12700" cmpd="sng" cap="flat">
            <a:solidFill>
              <a:srgbClr val="000000"/>
            </a:solidFill>
            <a:prstDash val="solid"/>
            <a:miter/>
          </a:ln>
        </p:spPr>
      </p:sp>
    </p:spTree>
    <p:extLst>
      <p:ext uri="{BB962C8B-B14F-4D97-AF65-F5344CB8AC3E}">
        <p14:creationId xmlns:p14="http://schemas.microsoft.com/office/powerpoint/2010/main" val="1259791783"/>
      </p:ext>
    </p:extLst>
  </p:cSld>
  <p:clrMapOvr>
    <a:masterClrMapping/>
  </p:clrMapOvr>
</p:notes>
</file>

<file path=ppt/notesSlides/notesSlide84.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2"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84</a:t>
            </a:fld>
            <a:endParaRPr lang="zh-CN" altLang="en-US" sz="1200">
              <a:latin typeface="Calibri" pitchFamily="34" charset="0"/>
              <a:ea typeface="MS PGothic" pitchFamily="34" charset="-128"/>
              <a:cs typeface="Calibri" pitchFamily="34" charset="0"/>
            </a:endParaRPr>
          </a:p>
        </p:txBody>
      </p:sp>
      <p:sp>
        <p:nvSpPr>
          <p:cNvPr id="972" name="Rectangles"/>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84</a:t>
            </a:fld>
            <a:endParaRPr lang="zh-CN" altLang="en-US" sz="1200">
              <a:latin typeface="Calibri" pitchFamily="34" charset="0"/>
              <a:ea typeface="MS PGothic" pitchFamily="34" charset="-128"/>
              <a:cs typeface="Calibri" pitchFamily="34" charset="0"/>
            </a:endParaRPr>
          </a:p>
        </p:txBody>
      </p:sp>
      <p:sp>
        <p:nvSpPr>
          <p:cNvPr id="973" name="Text box"/>
          <p:cNvSpPr>
            <a:spLocks noGrp="1"/>
          </p:cNvSpPr>
          <p:nvPr>
            <p:ph type="body" idx="1"/>
          </p:nvPr>
        </p:nvSpPr>
        <p:spPr>
          <a:xfrm rot="0">
            <a:off x="914400" y="3276600"/>
            <a:ext cx="5029200" cy="5181599"/>
          </a:xfrm>
          <a:prstGeom prst="rect"/>
          <a:noFill/>
          <a:ln w="12700" cmpd="sng" cap="flat">
            <a:noFill/>
            <a:prstDash val="solid"/>
            <a:miter/>
          </a:ln>
        </p:spPr>
        <p:txBody>
          <a:bodyPr vert="horz" wrap="square" lIns="90480" tIns="44446" rIns="90480" bIns="44446" anchor="t" anchorCtr="0">
            <a:prstTxWarp prst="textNoShape"/>
          </a:bodyPr>
          <a:lstStyle/>
          <a:p>
            <a:endParaRPr lang="zh-CN" altLang="en-US"/>
          </a:p>
        </p:txBody>
      </p:sp>
      <p:sp>
        <p:nvSpPr>
          <p:cNvPr id="974" name="Object"/>
          <p:cNvSpPr>
            <a:spLocks noGrp="1" noChangeAspect="1"/>
          </p:cNvSpPr>
          <p:nvPr>
            <p:ph type="sldImg"/>
          </p:nvPr>
        </p:nvSpPr>
        <p:spPr>
          <a:xfrm rot="0">
            <a:off x="381000" y="685800"/>
            <a:ext cx="6096000" cy="3429000"/>
          </a:xfrm>
          <a:prstGeom prst="rect"/>
          <a:noFill/>
          <a:ln w="12700" cmpd="sng" cap="flat">
            <a:solidFill>
              <a:srgbClr val="000000"/>
            </a:solidFill>
            <a:prstDash val="solid"/>
            <a:miter/>
          </a:ln>
        </p:spPr>
      </p:sp>
    </p:spTree>
    <p:extLst>
      <p:ext uri="{BB962C8B-B14F-4D97-AF65-F5344CB8AC3E}">
        <p14:creationId xmlns:p14="http://schemas.microsoft.com/office/powerpoint/2010/main" val="65964333"/>
      </p:ext>
    </p:extLst>
  </p:cSld>
  <p:clrMapOvr>
    <a:masterClrMapping/>
  </p:clrMapOvr>
</p:notes>
</file>

<file path=ppt/notesSlides/notesSlide85.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2"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85</a:t>
            </a:fld>
            <a:endParaRPr lang="zh-CN" altLang="en-US" sz="1200">
              <a:latin typeface="Calibri" pitchFamily="34" charset="0"/>
              <a:ea typeface="MS PGothic" pitchFamily="34" charset="-128"/>
              <a:cs typeface="Calibri" pitchFamily="34" charset="0"/>
            </a:endParaRPr>
          </a:p>
        </p:txBody>
      </p:sp>
      <p:sp>
        <p:nvSpPr>
          <p:cNvPr id="1000" name="Rectangles"/>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85</a:t>
            </a:fld>
            <a:endParaRPr lang="zh-CN" altLang="en-US" sz="1200">
              <a:latin typeface="Calibri" pitchFamily="34" charset="0"/>
              <a:ea typeface="MS PGothic" pitchFamily="34" charset="-128"/>
              <a:cs typeface="Calibri" pitchFamily="34" charset="0"/>
            </a:endParaRPr>
          </a:p>
        </p:txBody>
      </p:sp>
      <p:sp>
        <p:nvSpPr>
          <p:cNvPr id="1001" name="Text box"/>
          <p:cNvSpPr>
            <a:spLocks noGrp="1"/>
          </p:cNvSpPr>
          <p:nvPr>
            <p:ph type="body" idx="1"/>
          </p:nvPr>
        </p:nvSpPr>
        <p:spPr>
          <a:xfrm rot="0">
            <a:off x="914400" y="3276600"/>
            <a:ext cx="5029200" cy="5181599"/>
          </a:xfrm>
          <a:prstGeom prst="rect"/>
          <a:noFill/>
          <a:ln w="12700" cmpd="sng" cap="flat">
            <a:noFill/>
            <a:prstDash val="solid"/>
            <a:miter/>
          </a:ln>
        </p:spPr>
        <p:txBody>
          <a:bodyPr vert="horz" wrap="square" lIns="90480" tIns="44446" rIns="90480" bIns="44446" anchor="t" anchorCtr="0">
            <a:prstTxWarp prst="textNoShape"/>
          </a:bodyPr>
          <a:lstStyle/>
          <a:p>
            <a:endParaRPr lang="zh-CN" altLang="en-US"/>
          </a:p>
        </p:txBody>
      </p:sp>
      <p:sp>
        <p:nvSpPr>
          <p:cNvPr id="1002" name="Object"/>
          <p:cNvSpPr>
            <a:spLocks noGrp="1" noChangeAspect="1"/>
          </p:cNvSpPr>
          <p:nvPr>
            <p:ph type="sldImg"/>
          </p:nvPr>
        </p:nvSpPr>
        <p:spPr>
          <a:xfrm rot="0">
            <a:off x="381000" y="685800"/>
            <a:ext cx="6096000" cy="3429000"/>
          </a:xfrm>
          <a:prstGeom prst="rect"/>
          <a:noFill/>
          <a:ln w="12700" cmpd="sng" cap="flat">
            <a:solidFill>
              <a:srgbClr val="000000"/>
            </a:solidFill>
            <a:prstDash val="solid"/>
            <a:miter/>
          </a:ln>
        </p:spPr>
      </p:sp>
    </p:spTree>
    <p:extLst>
      <p:ext uri="{BB962C8B-B14F-4D97-AF65-F5344CB8AC3E}">
        <p14:creationId xmlns:p14="http://schemas.microsoft.com/office/powerpoint/2010/main" val="1260492840"/>
      </p:ext>
    </p:extLst>
  </p:cSld>
  <p:clrMapOvr>
    <a:masterClrMapping/>
  </p:clrMapOvr>
</p:notes>
</file>

<file path=ppt/notesSlides/notesSlide86.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2"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86</a:t>
            </a:fld>
            <a:endParaRPr lang="zh-CN" altLang="en-US" sz="1200">
              <a:latin typeface="Calibri" pitchFamily="34" charset="0"/>
              <a:ea typeface="MS PGothic" pitchFamily="34" charset="-128"/>
              <a:cs typeface="Calibri" pitchFamily="34" charset="0"/>
            </a:endParaRPr>
          </a:p>
        </p:txBody>
      </p:sp>
      <p:sp>
        <p:nvSpPr>
          <p:cNvPr id="1029" name="Rectangles"/>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86</a:t>
            </a:fld>
            <a:endParaRPr lang="zh-CN" altLang="en-US" sz="1200">
              <a:latin typeface="Calibri" pitchFamily="34" charset="0"/>
              <a:ea typeface="MS PGothic" pitchFamily="34" charset="-128"/>
              <a:cs typeface="Calibri" pitchFamily="34" charset="0"/>
            </a:endParaRPr>
          </a:p>
        </p:txBody>
      </p:sp>
      <p:sp>
        <p:nvSpPr>
          <p:cNvPr id="1030" name="Text box"/>
          <p:cNvSpPr>
            <a:spLocks noGrp="1"/>
          </p:cNvSpPr>
          <p:nvPr>
            <p:ph type="body" idx="1"/>
          </p:nvPr>
        </p:nvSpPr>
        <p:spPr>
          <a:xfrm rot="0">
            <a:off x="914400" y="3276600"/>
            <a:ext cx="5029200" cy="5181599"/>
          </a:xfrm>
          <a:prstGeom prst="rect"/>
          <a:noFill/>
          <a:ln w="12700" cmpd="sng" cap="flat">
            <a:noFill/>
            <a:prstDash val="solid"/>
            <a:miter/>
          </a:ln>
        </p:spPr>
        <p:txBody>
          <a:bodyPr vert="horz" wrap="square" lIns="90480" tIns="44446" rIns="90480" bIns="44446" anchor="t" anchorCtr="0">
            <a:prstTxWarp prst="textNoShape"/>
          </a:bodyPr>
          <a:lstStyle/>
          <a:p>
            <a:endParaRPr lang="zh-CN" altLang="en-US"/>
          </a:p>
        </p:txBody>
      </p:sp>
      <p:sp>
        <p:nvSpPr>
          <p:cNvPr id="1031" name="Object"/>
          <p:cNvSpPr>
            <a:spLocks noGrp="1" noChangeAspect="1"/>
          </p:cNvSpPr>
          <p:nvPr>
            <p:ph type="sldImg"/>
          </p:nvPr>
        </p:nvSpPr>
        <p:spPr>
          <a:xfrm rot="0">
            <a:off x="381000" y="685800"/>
            <a:ext cx="6096000" cy="3429000"/>
          </a:xfrm>
          <a:prstGeom prst="rect"/>
          <a:noFill/>
          <a:ln w="12700" cmpd="sng" cap="flat">
            <a:solidFill>
              <a:srgbClr val="000000"/>
            </a:solidFill>
            <a:prstDash val="solid"/>
            <a:miter/>
          </a:ln>
        </p:spPr>
      </p:sp>
    </p:spTree>
    <p:extLst>
      <p:ext uri="{BB962C8B-B14F-4D97-AF65-F5344CB8AC3E}">
        <p14:creationId xmlns:p14="http://schemas.microsoft.com/office/powerpoint/2010/main" val="746446771"/>
      </p:ext>
    </p:extLst>
  </p:cSld>
  <p:clrMapOvr>
    <a:masterClrMapping/>
  </p:clrMapOvr>
</p:notes>
</file>

<file path=ppt/notesSlides/notesSlide87.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2"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87</a:t>
            </a:fld>
            <a:endParaRPr lang="zh-CN" altLang="en-US" sz="1200">
              <a:latin typeface="Calibri" pitchFamily="34" charset="0"/>
              <a:ea typeface="MS PGothic" pitchFamily="34" charset="-128"/>
              <a:cs typeface="Calibri" pitchFamily="34" charset="0"/>
            </a:endParaRPr>
          </a:p>
        </p:txBody>
      </p:sp>
      <p:sp>
        <p:nvSpPr>
          <p:cNvPr id="1035" name="Object"/>
          <p:cNvSpPr>
            <a:spLocks noGrp="1"/>
          </p:cNvSpPr>
          <p:nvPr>
            <p:ph type="sldImg"/>
          </p:nvPr>
        </p:nvSpPr>
        <p:spPr>
          <a:xfrm rot="0">
            <a:off x="381000" y="685800"/>
            <a:ext cx="6096000" cy="3429000"/>
          </a:xfrm>
          <a:prstGeom prst="rect"/>
          <a:noFill/>
          <a:ln w="12700" cmpd="sng" cap="flat">
            <a:noFill/>
            <a:prstDash val="solid"/>
            <a:miter/>
          </a:ln>
        </p:spPr>
      </p:sp>
      <p:sp>
        <p:nvSpPr>
          <p:cNvPr id="1036" name="Text box"/>
          <p:cNvSpPr>
            <a:spLocks noGrp="1"/>
          </p:cNvSpPr>
          <p:nvPr>
            <p:ph type="body" idx="1"/>
          </p:nvPr>
        </p:nvSpPr>
        <p:spPr>
          <a:xfrm rot="0">
            <a:off x="685800" y="4343400"/>
            <a:ext cx="5486400" cy="411480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1037" name="Rectangles"/>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87</a:t>
            </a:fld>
            <a:endParaRPr lang="zh-CN" altLang="en-US" sz="1200">
              <a:latin typeface="Calibri" pitchFamily="34" charset="0"/>
              <a:ea typeface="MS PGothic" pitchFamily="34" charset="-128"/>
              <a:cs typeface="Calibri" pitchFamily="34" charset="0"/>
            </a:endParaRPr>
          </a:p>
        </p:txBody>
      </p:sp>
    </p:spTree>
    <p:extLst>
      <p:ext uri="{BB962C8B-B14F-4D97-AF65-F5344CB8AC3E}">
        <p14:creationId xmlns:p14="http://schemas.microsoft.com/office/powerpoint/2010/main" val="1472621080"/>
      </p:ext>
    </p:extLst>
  </p:cSld>
  <p:clrMapOvr>
    <a:masterClrMapping/>
  </p:clrMapOvr>
</p:notes>
</file>

<file path=ppt/notesSlides/notesSlide88.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2"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88</a:t>
            </a:fld>
            <a:endParaRPr lang="zh-CN" altLang="en-US" sz="1200">
              <a:latin typeface="Calibri" pitchFamily="34" charset="0"/>
              <a:ea typeface="MS PGothic" pitchFamily="34" charset="-128"/>
              <a:cs typeface="Calibri" pitchFamily="34" charset="0"/>
            </a:endParaRPr>
          </a:p>
        </p:txBody>
      </p:sp>
      <p:sp>
        <p:nvSpPr>
          <p:cNvPr id="1041" name="Object"/>
          <p:cNvSpPr>
            <a:spLocks noGrp="1"/>
          </p:cNvSpPr>
          <p:nvPr>
            <p:ph type="sldImg"/>
          </p:nvPr>
        </p:nvSpPr>
        <p:spPr>
          <a:xfrm rot="0">
            <a:off x="381000" y="685800"/>
            <a:ext cx="6096000" cy="3429000"/>
          </a:xfrm>
          <a:prstGeom prst="rect"/>
          <a:noFill/>
          <a:ln w="12700" cmpd="sng" cap="flat">
            <a:noFill/>
            <a:prstDash val="solid"/>
            <a:miter/>
          </a:ln>
        </p:spPr>
      </p:sp>
      <p:sp>
        <p:nvSpPr>
          <p:cNvPr id="1042" name="Text box"/>
          <p:cNvSpPr>
            <a:spLocks noGrp="1"/>
          </p:cNvSpPr>
          <p:nvPr>
            <p:ph type="body" idx="1"/>
          </p:nvPr>
        </p:nvSpPr>
        <p:spPr>
          <a:xfrm rot="0">
            <a:off x="685800" y="4343400"/>
            <a:ext cx="5486400" cy="411480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1043" name="Rectangles"/>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34" charset="0"/>
                <a:ea typeface="MS PGothic" pitchFamily="34" charset="-128"/>
                <a:cs typeface="Calibri" pitchFamily="34" charset="0"/>
              </a:rPr>
              <a:t>88</a:t>
            </a:fld>
            <a:endParaRPr lang="zh-CN" altLang="en-US" sz="1200">
              <a:latin typeface="Calibri" pitchFamily="34" charset="0"/>
              <a:ea typeface="MS PGothic" pitchFamily="34" charset="-128"/>
              <a:cs typeface="Calibri" pitchFamily="34" charset="0"/>
            </a:endParaRPr>
          </a:p>
        </p:txBody>
      </p:sp>
    </p:spTree>
    <p:extLst>
      <p:ext uri="{BB962C8B-B14F-4D97-AF65-F5344CB8AC3E}">
        <p14:creationId xmlns:p14="http://schemas.microsoft.com/office/powerpoint/2010/main" val="14035589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pimg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pimg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pimg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pimg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pimg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pimg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pimg1.png"/></Relationships>
</file>

<file path=ppt/slideLayouts/slideLayout1.xml><?xml version="1.0" encoding="utf-8"?>
<p:sldLayout xmlns:p="http://schemas.openxmlformats.org/presentationml/2006/main" xmlns:a="http://schemas.openxmlformats.org/drawingml/2006/main" xmlns:r="http://schemas.openxmlformats.org/officeDocument/2006/relationships" showMasterSp="0" type="title" preserve="1">
  <p:cSld name="标题幻灯片">
    <p:bg>
      <p:bgPr>
        <a:solidFill>
          <a:schemeClr val="bg1"/>
        </a:solidFill>
      </p:bgPr>
    </p:bg>
    <p:spTree>
      <p:nvGrpSpPr>
        <p:cNvPr id="1" name=""/>
        <p:cNvGrpSpPr/>
        <p:nvPr/>
      </p:nvGrpSpPr>
      <p:grpSpPr>
        <a:xfrm>
          <a:off x="0" y="0"/>
          <a:ext cx="0" cy="0"/>
          <a:chOff x="0" y="0"/>
          <a:chExt cx="0" cy="0"/>
        </a:xfrm>
      </p:grpSpPr>
      <p:grpSp>
        <p:nvGrpSpPr>
          <p:cNvPr id="233" name="Combination"/>
          <p:cNvGrpSpPr>
            <a:grpSpLocks/>
          </p:cNvGrpSpPr>
          <p:nvPr/>
        </p:nvGrpSpPr>
        <p:grpSpPr>
          <a:xfrm>
            <a:off x="11728422" y="0"/>
            <a:ext cx="158777" cy="6858000"/>
            <a:chOff x="11728422" y="0"/>
            <a:chExt cx="158777" cy="6858000"/>
          </a:xfrm>
        </p:grpSpPr>
        <p:sp>
          <p:nvSpPr>
            <p:cNvPr id="231" name="曲线"/>
            <p:cNvSpPr>
              <a:spLocks/>
            </p:cNvSpPr>
            <p:nvPr/>
          </p:nvSpPr>
          <p:spPr>
            <a:xfrm rot="0">
              <a:off x="11728422" y="118468"/>
              <a:ext cx="158777" cy="6739531"/>
            </a:xfrm>
            <a:custGeom>
              <a:gdLst>
                <a:gd name="T1" fmla="*/ 0 w 21600"/>
                <a:gd name="T2" fmla="*/ 0 h 21600"/>
                <a:gd name="T3" fmla="*/ 21600 w 21600"/>
                <a:gd name="T4" fmla="*/ 21600 h 21600"/>
              </a:gdLst>
              <a:rect l="T1" t="T2" r="T3" b="T4"/>
              <a:pathLst>
                <a:path w="21600" h="21600">
                  <a:moveTo>
                    <a:pt x="0" y="0"/>
                  </a:moveTo>
                  <a:lnTo>
                    <a:pt x="21600" y="0"/>
                  </a:lnTo>
                  <a:lnTo>
                    <a:pt x="21600" y="21600"/>
                  </a:lnTo>
                  <a:lnTo>
                    <a:pt x="0" y="21600"/>
                  </a:lnTo>
                  <a:close/>
                </a:path>
              </a:pathLst>
            </a:custGeom>
            <a:solidFill>
              <a:srgbClr val="901042"/>
            </a:solidFill>
            <a:ln cmpd="sng" cap="flat">
              <a:noFill/>
              <a:prstDash val="solid"/>
              <a:round/>
            </a:ln>
          </p:spPr>
        </p:sp>
        <p:sp>
          <p:nvSpPr>
            <p:cNvPr id="232" name="Rectangles"/>
            <p:cNvSpPr>
              <a:spLocks/>
            </p:cNvSpPr>
            <p:nvPr/>
          </p:nvSpPr>
          <p:spPr>
            <a:xfrm rot="0">
              <a:off x="11728422" y="0"/>
              <a:ext cx="158777" cy="6858000"/>
            </a:xfrm>
            <a:prstGeom prst="rect"/>
            <a:noFill/>
            <a:ln w="12700" cmpd="sng" cap="flat">
              <a:noFill/>
              <a:prstDash val="solid"/>
              <a:round/>
            </a:ln>
          </p:spPr>
        </p:sp>
      </p:grpSp>
      <p:sp>
        <p:nvSpPr>
          <p:cNvPr id="234" name="曲线"/>
          <p:cNvSpPr>
            <a:spLocks/>
          </p:cNvSpPr>
          <p:nvPr/>
        </p:nvSpPr>
        <p:spPr>
          <a:xfrm rot="0">
            <a:off x="631246" y="225437"/>
            <a:ext cx="1577796" cy="536562"/>
          </a:xfrm>
          <a:custGeom>
            <a:gdLst>
              <a:gd name="T1" fmla="*/ 0 w 21600"/>
              <a:gd name="T2" fmla="*/ 0 h 21600"/>
              <a:gd name="T3" fmla="*/ 21600 w 21600"/>
              <a:gd name="T4" fmla="*/ 21600 h 21600"/>
            </a:gdLst>
            <a:rect l="T1" t="T2" r="T3" b="T4"/>
            <a:pathLst>
              <a:path w="21600" h="21600">
                <a:moveTo>
                  <a:pt x="0" y="0"/>
                </a:moveTo>
                <a:lnTo>
                  <a:pt x="21600" y="0"/>
                </a:lnTo>
                <a:lnTo>
                  <a:pt x="21600" y="21600"/>
                </a:lnTo>
                <a:lnTo>
                  <a:pt x="0" y="21600"/>
                </a:lnTo>
                <a:lnTo>
                  <a:pt x="0" y="0"/>
                </a:lnTo>
                <a:close/>
              </a:path>
            </a:pathLst>
          </a:custGeom>
          <a:blipFill rotWithShape="1">
            <a:blip r:embed="rId2">
              <a:alphaModFix amt="0"/>
            </a:blip>
            <a:stretch/>
          </a:blipFill>
          <a:ln cmpd="sng" cap="flat">
            <a:noFill/>
            <a:prstDash val="solid"/>
            <a:round/>
          </a:ln>
        </p:spPr>
      </p:sp>
      <p:sp>
        <p:nvSpPr>
          <p:cNvPr id="235" name="Rectangles"/>
          <p:cNvSpPr>
            <a:spLocks/>
          </p:cNvSpPr>
          <p:nvPr/>
        </p:nvSpPr>
        <p:spPr>
          <a:xfrm rot="0">
            <a:off x="609476" y="6356352"/>
            <a:ext cx="3860799" cy="306705"/>
          </a:xfrm>
          <a:prstGeom prst="rect"/>
          <a:noFill/>
          <a:ln w="12700" cmpd="sng" cap="flat">
            <a:noFill/>
            <a:prstDash val="solid"/>
            <a:round/>
          </a:ln>
        </p:spPr>
        <p:txBody>
          <a:bodyPr vert="horz" wrap="square" lIns="0" tIns="0" rIns="0" bIns="0" anchor="t" anchorCtr="0">
            <a:prstTxWarp prst="textNoShape"/>
            <a:spAutoFit/>
          </a:bodyPr>
          <a:lstStyle/>
          <a:p>
            <a:pPr marL="0" indent="0" algn="l">
              <a:lnSpc>
                <a:spcPct val="140000"/>
              </a:lnSpc>
              <a:spcBef>
                <a:spcPts val="0"/>
              </a:spcBef>
              <a:spcAft>
                <a:spcPts val="0"/>
              </a:spcAft>
              <a:buNone/>
            </a:pPr>
            <a:r>
              <a:rPr lang="en-US" altLang="zh-CN" sz="1500" b="1" i="1" u="none" strike="noStrike" kern="1200" cap="none" spc="0" baseline="0">
                <a:solidFill>
                  <a:srgbClr val="901042"/>
                </a:solidFill>
                <a:latin typeface="Poppins" pitchFamily="0" charset="0"/>
                <a:ea typeface="Poppins" pitchFamily="0" charset="0"/>
                <a:cs typeface="Poppins" pitchFamily="0" charset="0"/>
                <a:sym typeface="Poppins" pitchFamily="0" charset="0"/>
              </a:rPr>
              <a:t>Innovating Sustainable Solutions</a:t>
            </a:r>
            <a:endParaRPr lang="zh-CN" altLang="en-US" sz="1500" b="1" i="1" u="none" strike="noStrike" kern="1200" cap="none" spc="0" baseline="0">
              <a:solidFill>
                <a:srgbClr val="901042"/>
              </a:solidFill>
              <a:latin typeface="Calibri" pitchFamily="34" charset="0"/>
              <a:ea typeface="MS PGothic" pitchFamily="34" charset="-128"/>
              <a:cs typeface="Calibri" pitchFamily="34" charset="0"/>
            </a:endParaRPr>
          </a:p>
        </p:txBody>
      </p:sp>
      <p:sp>
        <p:nvSpPr>
          <p:cNvPr id="236" name="Text box"/>
          <p:cNvSpPr>
            <a:spLocks noGrp="1"/>
          </p:cNvSpPr>
          <p:nvPr>
            <p:ph type="ctrTitle"/>
          </p:nvPr>
        </p:nvSpPr>
        <p:spPr>
          <a:xfrm rot="0">
            <a:off x="914400" y="2130426"/>
            <a:ext cx="10363199" cy="1470025"/>
          </a:xfrm>
          <a:prstGeom prst="rect"/>
          <a:noFill/>
          <a:ln w="12700" cmpd="sng" cap="flat">
            <a:noFill/>
            <a:prstDash val="solid"/>
            <a:round/>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en-US" altLang="zh-CN" sz="4400" b="0" i="0" u="none" strike="noStrike" kern="1200" cap="none" spc="0" baseline="0">
                <a:solidFill>
                  <a:schemeClr val="tx1"/>
                </a:solidFill>
                <a:latin typeface="Calibri" pitchFamily="34" charset="0"/>
                <a:ea typeface="MS PGothic" pitchFamily="34" charset="-128"/>
                <a:cs typeface="Lucida Sans" pitchFamily="0" charset="0"/>
              </a:rPr>
              <a:t>Click to edit Master title style</a:t>
            </a:r>
            <a:endParaRPr lang="zh-CN" altLang="en-US" sz="4400" b="0" i="0" u="none" strike="noStrike" kern="1200" cap="none" spc="0" baseline="0">
              <a:solidFill>
                <a:schemeClr val="tx1"/>
              </a:solidFill>
              <a:latin typeface="Calibri" pitchFamily="34" charset="0"/>
              <a:ea typeface="MS PGothic" pitchFamily="34" charset="-128"/>
              <a:cs typeface="Lucida Sans" pitchFamily="0" charset="0"/>
            </a:endParaRPr>
          </a:p>
        </p:txBody>
      </p:sp>
      <p:sp>
        <p:nvSpPr>
          <p:cNvPr id="237" name="Text box"/>
          <p:cNvSpPr>
            <a:spLocks noGrp="1"/>
          </p:cNvSpPr>
          <p:nvPr>
            <p:ph type="subTitle" idx="1"/>
          </p:nvPr>
        </p:nvSpPr>
        <p:spPr>
          <a:xfrm rot="0">
            <a:off x="1828800" y="3886200"/>
            <a:ext cx="8534401" cy="1752600"/>
          </a:xfrm>
          <a:prstGeom prst="rect"/>
          <a:noFill/>
          <a:ln w="12700" cmpd="sng" cap="flat">
            <a:noFill/>
            <a:prstDash val="solid"/>
            <a:round/>
          </a:ln>
        </p:spPr>
        <p:txBody>
          <a:bodyPr vert="horz" wrap="square" lIns="91440" tIns="45720" rIns="91440" bIns="45720" anchor="t" anchorCtr="0">
            <a:prstTxWarp prst="textNoShape"/>
          </a:bodyPr>
          <a:lstStyle/>
          <a:p>
            <a:pPr marL="0" indent="0" algn="ctr">
              <a:lnSpc>
                <a:spcPct val="100000"/>
              </a:lnSpc>
              <a:spcBef>
                <a:spcPct val="20000"/>
              </a:spcBef>
              <a:spcAft>
                <a:spcPts val="0"/>
              </a:spcAft>
              <a:buNone/>
            </a:pPr>
            <a:r>
              <a:rPr lang="en-US" altLang="zh-CN" sz="3200" b="0" i="0" u="none" strike="noStrike" kern="1200" cap="none" spc="0" baseline="0">
                <a:solidFill>
                  <a:srgbClr val="898989"/>
                </a:solidFill>
                <a:latin typeface="Calibri" pitchFamily="34" charset="0"/>
                <a:ea typeface="MS PGothic" pitchFamily="34" charset="-128"/>
                <a:cs typeface="Lucida Sans" pitchFamily="0" charset="0"/>
              </a:rPr>
              <a:t>Click to edit Master subtitle style</a:t>
            </a:r>
            <a:endParaRPr lang="zh-CN" altLang="en-US" sz="3200" b="0" i="0" u="none" strike="noStrike" kern="1200" cap="none" spc="0" baseline="0">
              <a:solidFill>
                <a:srgbClr val="898989"/>
              </a:solidFill>
              <a:latin typeface="Calibri" pitchFamily="34" charset="0"/>
              <a:ea typeface="MS PGothic" pitchFamily="34" charset="-128"/>
              <a:cs typeface="Lucida Sans" pitchFamily="0" charset="0"/>
            </a:endParaRPr>
          </a:p>
        </p:txBody>
      </p:sp>
      <p:sp>
        <p:nvSpPr>
          <p:cNvPr id="238" name="Text box"/>
          <p:cNvSpPr>
            <a:spLocks noGrp="1"/>
          </p:cNvSpPr>
          <p:nvPr>
            <p:ph type="dt" idx="10"/>
          </p:nvPr>
        </p:nvSpPr>
        <p:spPr>
          <a:xfrm rot="0">
            <a:off x="609600" y="6356351"/>
            <a:ext cx="2844800" cy="365125"/>
          </a:xfrm>
          <a:prstGeom prst="rect"/>
          <a:noFill/>
          <a:ln w="12700" cmpd="sng" cap="flat">
            <a:noFill/>
            <a:prstDash val="solid"/>
            <a:miter/>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fld id="{CAD2D6BD-DE1B-4B5F-8B41-2702339687B9}" type="datetime1">
              <a:rPr lang="en-US" altLang="zh-CN" sz="1200" b="0" i="0" u="none" strike="noStrike" kern="1200" cap="none" spc="0" baseline="0">
                <a:solidFill>
                  <a:srgbClr val="898989"/>
                </a:solidFill>
                <a:latin typeface="Calibri" pitchFamily="34" charset="0"/>
                <a:ea typeface="MS PGothic" pitchFamily="34" charset="-128"/>
                <a:cs typeface="Arial" pitchFamily="34" charset="0"/>
              </a:rPr>
              <a:t>4/16/2026</a:t>
            </a:fld>
            <a:endParaRPr lang="zh-CN" altLang="en-US" sz="1200" b="0" i="0" u="none" strike="noStrike" kern="1200" cap="none" spc="0" baseline="0">
              <a:solidFill>
                <a:srgbClr val="898989"/>
              </a:solidFill>
              <a:latin typeface="Calibri" pitchFamily="34" charset="0"/>
              <a:ea typeface="MS PGothic" pitchFamily="34" charset="-128"/>
              <a:cs typeface="Arial" pitchFamily="34" charset="0"/>
            </a:endParaRPr>
          </a:p>
        </p:txBody>
      </p:sp>
      <p:sp>
        <p:nvSpPr>
          <p:cNvPr id="239" name="Text box"/>
          <p:cNvSpPr>
            <a:spLocks noGrp="1"/>
          </p:cNvSpPr>
          <p:nvPr>
            <p:ph type="ftr" idx="11"/>
          </p:nvPr>
        </p:nvSpPr>
        <p:spPr>
          <a:xfrm rot="0">
            <a:off x="4165600" y="6356351"/>
            <a:ext cx="3860799" cy="365125"/>
          </a:xfrm>
          <a:prstGeom prst="rect"/>
          <a:noFill/>
          <a:ln w="12700" cmpd="sng" cap="flat">
            <a:noFill/>
            <a:prstDash val="solid"/>
            <a:miter/>
          </a:ln>
        </p:spPr>
        <p:txBody>
          <a:bodyPr vert="horz" wrap="square" lIns="91440" tIns="45720" rIns="91440" bIns="45720" anchor="ctr" anchorCtr="0">
            <a:prstTxWarp prst="textNoShape"/>
          </a:bodyPr>
          <a:lstStyle/>
          <a:p>
            <a:pPr marL="0" indent="0" algn="ctr" fontAlgn="auto">
              <a:lnSpc>
                <a:spcPct val="100000"/>
              </a:lnSpc>
              <a:spcBef>
                <a:spcPts val="0"/>
              </a:spcBef>
              <a:spcAft>
                <a:spcPts val="0"/>
              </a:spcAft>
              <a:buNone/>
            </a:pPr>
            <a:endParaRPr lang="zh-CN" altLang="en-US" sz="1200" b="0" i="0" u="none" strike="noStrike" kern="1200" cap="none" spc="0" baseline="0">
              <a:solidFill>
                <a:srgbClr val="898989"/>
              </a:solidFill>
              <a:latin typeface="Calibri" pitchFamily="34" charset="0"/>
              <a:ea typeface="宋体" pitchFamily="0" charset="0"/>
              <a:cs typeface="Calibri" pitchFamily="34" charset="0"/>
            </a:endParaRPr>
          </a:p>
        </p:txBody>
      </p:sp>
      <p:sp>
        <p:nvSpPr>
          <p:cNvPr id="240" name="Text box"/>
          <p:cNvSpPr>
            <a:spLocks noGrp="1"/>
          </p:cNvSpPr>
          <p:nvPr>
            <p:ph type="sldNum" idx="12"/>
          </p:nvPr>
        </p:nvSpPr>
        <p:spPr>
          <a:xfrm rot="0">
            <a:off x="8737600" y="6356351"/>
            <a:ext cx="2844798" cy="365125"/>
          </a:xfrm>
          <a:prstGeom prst="rect"/>
          <a:noFill/>
          <a:ln w="12700" cmpd="sng" cap="flat">
            <a:noFill/>
            <a:prstDash val="solid"/>
            <a:miter/>
          </a:ln>
        </p:spPr>
        <p:txBody>
          <a:bodyPr vert="horz" wrap="square" lIns="91440" tIns="45720" rIns="91440" bIns="45720" anchor="ctr" anchorCtr="0">
            <a:prstTxWarp prst="textNoShape"/>
          </a:bodyPr>
          <a:lstStyle/>
          <a:p>
            <a:pPr marL="0" indent="0" algn="r">
              <a:lnSpc>
                <a:spcPct val="100000"/>
              </a:lnSpc>
              <a:spcBef>
                <a:spcPts val="0"/>
              </a:spcBef>
              <a:spcAft>
                <a:spcPts val="0"/>
              </a:spcAft>
              <a:buNone/>
            </a:pPr>
            <a:fld id="{CAD2D6BD-DE1B-4B5F-8B41-2702339687B9}" type="slidenum">
              <a:rPr lang="en-US" altLang="zh-CN" sz="1200" b="0" i="0" u="none" strike="noStrike" kern="1200" cap="none" spc="0" baseline="0">
                <a:solidFill>
                  <a:srgbClr val="898989"/>
                </a:solidFill>
                <a:latin typeface="Calibri" pitchFamily="34" charset="0"/>
                <a:ea typeface="MS PGothic" pitchFamily="34" charset="-128"/>
                <a:cs typeface="Arial" pitchFamily="34" charset="0"/>
              </a:rPr>
              <a:t>&lt;#&gt;</a:t>
            </a:fld>
            <a:endParaRPr lang="zh-CN" altLang="en-US" sz="1200" b="0" i="0" u="none" strike="noStrike" kern="1200" cap="none" spc="0" baseline="0">
              <a:solidFill>
                <a:srgbClr val="898989"/>
              </a:solidFill>
              <a:latin typeface="Calibri" pitchFamily="34" charset="0"/>
              <a:ea typeface="MS PGothic" pitchFamily="34" charset="-128"/>
              <a:cs typeface="Arial" pitchFamily="34" charset="0"/>
            </a:endParaRPr>
          </a:p>
        </p:txBody>
      </p:sp>
    </p:spTree>
    <p:extLst>
      <p:ext uri="{BB962C8B-B14F-4D97-AF65-F5344CB8AC3E}">
        <p14:creationId xmlns:p14="http://schemas.microsoft.com/office/powerpoint/2010/main" val="1823506614"/>
      </p:ext>
    </p:extLst>
  </p:cSld>
  <p:clrMapOvr>
    <a:masterClrMapping/>
  </p:clrMapOvr>
</p:sldLayout>
</file>

<file path=ppt/slideLayouts/slideLayout2.xml><?xml version="1.0" encoding="utf-8"?>
<p:sldLayout xmlns:p="http://schemas.openxmlformats.org/presentationml/2006/main" xmlns:a="http://schemas.openxmlformats.org/drawingml/2006/main" xmlns:r="http://schemas.openxmlformats.org/officeDocument/2006/relationships" type="obj" preserve="1">
  <p:cSld name="标题和内容">
    <p:spTree>
      <p:nvGrpSpPr>
        <p:cNvPr id="1" name=""/>
        <p:cNvGrpSpPr/>
        <p:nvPr/>
      </p:nvGrpSpPr>
      <p:grpSpPr>
        <a:xfrm>
          <a:off x="0" y="0"/>
          <a:ext cx="0" cy="0"/>
          <a:chOff x="0" y="0"/>
          <a:chExt cx="0" cy="0"/>
        </a:xfrm>
      </p:grpSpPr>
      <p:sp>
        <p:nvSpPr>
          <p:cNvPr id="2" name="Text box"/>
          <p:cNvSpPr>
            <a:spLocks noGrp="1"/>
          </p:cNvSpPr>
          <p:nvPr>
            <p:ph type="title"/>
          </p:nvPr>
        </p:nvSpPr>
        <p:spPr/>
        <p:txBody>
          <a:bodyPr/>
          <a:lstStyle/>
          <a:p>
            <a:r>
              <a:rPr lang="zh-CN" altLang="en-US" smtClean="0"/>
              <a:t>单击此处编辑母版标题样式</a:t>
            </a:r>
            <a:endParaRPr lang="zh-CN" altLang="en-US"/>
          </a:p>
        </p:txBody>
      </p:sp>
      <p:sp>
        <p:nvSpPr>
          <p:cNvPr id="3" name="Text box"/>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Text box"/>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5" name="Text box"/>
          <p:cNvSpPr>
            <a:spLocks noGrp="1"/>
          </p:cNvSpPr>
          <p:nvPr>
            <p:ph type="ftr" sz="quarter" idx="11"/>
          </p:nvPr>
        </p:nvSpPr>
        <p:spPr/>
        <p:txBody>
          <a:bodyPr/>
          <a:lstStyle/>
          <a:p>
            <a:endParaRPr lang="zh-CN" altLang="en-US"/>
          </a:p>
        </p:txBody>
      </p:sp>
      <p:sp>
        <p:nvSpPr>
          <p:cNvPr id="6" name="Text box"/>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274950134"/>
      </p:ext>
    </p:extLst>
  </p:cSld>
  <p:clrMapOvr>
    <a:masterClrMapping/>
  </p:clrMapOvr>
</p:sldLayout>
</file>

<file path=ppt/slideLayouts/slideLayout3.xml><?xml version="1.0" encoding="utf-8"?>
<p:sldLayout xmlns:p="http://schemas.openxmlformats.org/presentationml/2006/main" xmlns:a="http://schemas.openxmlformats.org/drawingml/2006/main" xmlns:r="http://schemas.openxmlformats.org/officeDocument/2006/relationships" type="secHead" preserve="1">
  <p:cSld name="节标题">
    <p:spTree>
      <p:nvGrpSpPr>
        <p:cNvPr id="1" name=""/>
        <p:cNvGrpSpPr/>
        <p:nvPr/>
      </p:nvGrpSpPr>
      <p:grpSpPr>
        <a:xfrm>
          <a:off x="0" y="0"/>
          <a:ext cx="0" cy="0"/>
          <a:chOff x="0" y="0"/>
          <a:chExt cx="0" cy="0"/>
        </a:xfrm>
      </p:grpSpPr>
      <p:sp>
        <p:nvSpPr>
          <p:cNvPr id="2" name="Text box"/>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Text box"/>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Text box"/>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5" name="Text box"/>
          <p:cNvSpPr>
            <a:spLocks noGrp="1"/>
          </p:cNvSpPr>
          <p:nvPr>
            <p:ph type="ftr" sz="quarter" idx="11"/>
          </p:nvPr>
        </p:nvSpPr>
        <p:spPr/>
        <p:txBody>
          <a:bodyPr/>
          <a:lstStyle/>
          <a:p>
            <a:endParaRPr lang="zh-CN" altLang="en-US"/>
          </a:p>
        </p:txBody>
      </p:sp>
      <p:sp>
        <p:nvSpPr>
          <p:cNvPr id="6" name="Text box"/>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1321687276"/>
      </p:ext>
    </p:extLst>
  </p:cSld>
  <p:clrMapOvr>
    <a:masterClrMapping/>
  </p:clrMapOvr>
</p:sldLayout>
</file>

<file path=ppt/slideLayouts/slideLayout4.xml><?xml version="1.0" encoding="utf-8"?>
<p:sldLayout xmlns:p="http://schemas.openxmlformats.org/presentationml/2006/main" xmlns:a="http://schemas.openxmlformats.org/drawingml/2006/main" xmlns:r="http://schemas.openxmlformats.org/officeDocument/2006/relationships" type="twoObj" preserve="1">
  <p:cSld name="两栏内容">
    <p:spTree>
      <p:nvGrpSpPr>
        <p:cNvPr id="1" name=""/>
        <p:cNvGrpSpPr/>
        <p:nvPr/>
      </p:nvGrpSpPr>
      <p:grpSpPr>
        <a:xfrm>
          <a:off x="0" y="0"/>
          <a:ext cx="0" cy="0"/>
          <a:chOff x="0" y="0"/>
          <a:chExt cx="0" cy="0"/>
        </a:xfrm>
      </p:grpSpPr>
      <p:sp>
        <p:nvSpPr>
          <p:cNvPr id="2" name="Text box"/>
          <p:cNvSpPr>
            <a:spLocks noGrp="1"/>
          </p:cNvSpPr>
          <p:nvPr>
            <p:ph type="title"/>
          </p:nvPr>
        </p:nvSpPr>
        <p:spPr/>
        <p:txBody>
          <a:bodyPr/>
          <a:lstStyle/>
          <a:p>
            <a:r>
              <a:rPr lang="zh-CN" altLang="en-US" smtClean="0"/>
              <a:t>单击此处编辑母版标题样式</a:t>
            </a:r>
            <a:endParaRPr lang="zh-CN" altLang="en-US"/>
          </a:p>
        </p:txBody>
      </p:sp>
      <p:sp>
        <p:nvSpPr>
          <p:cNvPr id="3" name="Text box"/>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Text box"/>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Text box"/>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6" name="Text box"/>
          <p:cNvSpPr>
            <a:spLocks noGrp="1"/>
          </p:cNvSpPr>
          <p:nvPr>
            <p:ph type="ftr" sz="quarter" idx="11"/>
          </p:nvPr>
        </p:nvSpPr>
        <p:spPr/>
        <p:txBody>
          <a:bodyPr/>
          <a:lstStyle/>
          <a:p>
            <a:endParaRPr lang="zh-CN" altLang="en-US"/>
          </a:p>
        </p:txBody>
      </p:sp>
      <p:sp>
        <p:nvSpPr>
          <p:cNvPr id="7" name="Text box"/>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1382360732"/>
      </p:ext>
    </p:extLst>
  </p:cSld>
  <p:clrMapOvr>
    <a:masterClrMapping/>
  </p:clrMapOvr>
</p:sldLayout>
</file>

<file path=ppt/slideLayouts/slideLayout5.xml><?xml version="1.0" encoding="utf-8"?>
<p:sldLayout xmlns:p="http://schemas.openxmlformats.org/presentationml/2006/main" xmlns:a="http://schemas.openxmlformats.org/drawingml/2006/main" xmlns:r="http://schemas.openxmlformats.org/officeDocument/2006/relationships" type="twoTxTwoObj" preserve="1">
  <p:cSld name="比较">
    <p:spTree>
      <p:nvGrpSpPr>
        <p:cNvPr id="1" name=""/>
        <p:cNvGrpSpPr/>
        <p:nvPr/>
      </p:nvGrpSpPr>
      <p:grpSpPr>
        <a:xfrm>
          <a:off x="0" y="0"/>
          <a:ext cx="0" cy="0"/>
          <a:chOff x="0" y="0"/>
          <a:chExt cx="0" cy="0"/>
        </a:xfrm>
      </p:grpSpPr>
      <p:sp>
        <p:nvSpPr>
          <p:cNvPr id="2" name="Text box"/>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Text box"/>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Text box"/>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Text box"/>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Text box"/>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Text box"/>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8" name="Text box"/>
          <p:cNvSpPr>
            <a:spLocks noGrp="1"/>
          </p:cNvSpPr>
          <p:nvPr>
            <p:ph type="ftr" sz="quarter" idx="11"/>
          </p:nvPr>
        </p:nvSpPr>
        <p:spPr/>
        <p:txBody>
          <a:bodyPr/>
          <a:lstStyle/>
          <a:p>
            <a:endParaRPr lang="zh-CN" altLang="en-US"/>
          </a:p>
        </p:txBody>
      </p:sp>
      <p:sp>
        <p:nvSpPr>
          <p:cNvPr id="9" name="Text box"/>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649246221"/>
      </p:ext>
    </p:extLst>
  </p:cSld>
  <p:clrMapOvr>
    <a:masterClrMapping/>
  </p:clrMapOvr>
</p:sldLayout>
</file>

<file path=ppt/slideLayouts/slideLayout6.xml><?xml version="1.0" encoding="utf-8"?>
<p:sldLayout xmlns:p="http://schemas.openxmlformats.org/presentationml/2006/main" xmlns:a="http://schemas.openxmlformats.org/drawingml/2006/main" xmlns:r="http://schemas.openxmlformats.org/officeDocument/2006/relationships" type="titleOnly" preserve="1">
  <p:cSld name="仅标题">
    <p:spTree>
      <p:nvGrpSpPr>
        <p:cNvPr id="1" name=""/>
        <p:cNvGrpSpPr/>
        <p:nvPr/>
      </p:nvGrpSpPr>
      <p:grpSpPr>
        <a:xfrm>
          <a:off x="0" y="0"/>
          <a:ext cx="0" cy="0"/>
          <a:chOff x="0" y="0"/>
          <a:chExt cx="0" cy="0"/>
        </a:xfrm>
      </p:grpSpPr>
      <p:sp>
        <p:nvSpPr>
          <p:cNvPr id="2" name="Text box"/>
          <p:cNvSpPr>
            <a:spLocks noGrp="1"/>
          </p:cNvSpPr>
          <p:nvPr>
            <p:ph type="title"/>
          </p:nvPr>
        </p:nvSpPr>
        <p:spPr/>
        <p:txBody>
          <a:bodyPr/>
          <a:lstStyle/>
          <a:p>
            <a:r>
              <a:rPr lang="zh-CN" altLang="en-US" smtClean="0"/>
              <a:t>单击此处编辑母版标题样式</a:t>
            </a:r>
            <a:endParaRPr lang="zh-CN" altLang="en-US"/>
          </a:p>
        </p:txBody>
      </p:sp>
      <p:sp>
        <p:nvSpPr>
          <p:cNvPr id="3" name="Text box"/>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4" name="Text box"/>
          <p:cNvSpPr>
            <a:spLocks noGrp="1"/>
          </p:cNvSpPr>
          <p:nvPr>
            <p:ph type="ftr" sz="quarter" idx="11"/>
          </p:nvPr>
        </p:nvSpPr>
        <p:spPr/>
        <p:txBody>
          <a:bodyPr/>
          <a:lstStyle/>
          <a:p>
            <a:endParaRPr lang="zh-CN" altLang="en-US"/>
          </a:p>
        </p:txBody>
      </p:sp>
      <p:sp>
        <p:nvSpPr>
          <p:cNvPr id="5" name="Text box"/>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1332658545"/>
      </p:ext>
    </p:extLst>
  </p:cSld>
  <p:clrMapOvr>
    <a:masterClrMapping/>
  </p:clrMapOvr>
</p:sldLayout>
</file>

<file path=ppt/slideLayouts/slideLayout7.xml><?xml version="1.0" encoding="utf-8"?>
<p:sldLayout xmlns:p="http://schemas.openxmlformats.org/presentationml/2006/main" xmlns:a="http://schemas.openxmlformats.org/drawingml/2006/main" xmlns:r="http://schemas.openxmlformats.org/officeDocument/2006/relationships" type="blank" preserve="1">
  <p:cSld name="空白">
    <p:spTree>
      <p:nvGrpSpPr>
        <p:cNvPr id="1" name=""/>
        <p:cNvGrpSpPr/>
        <p:nvPr/>
      </p:nvGrpSpPr>
      <p:grpSpPr>
        <a:xfrm>
          <a:off x="0" y="0"/>
          <a:ext cx="0" cy="0"/>
          <a:chOff x="0" y="0"/>
          <a:chExt cx="0" cy="0"/>
        </a:xfrm>
      </p:grpSpPr>
      <p:sp>
        <p:nvSpPr>
          <p:cNvPr id="2" name="Text box"/>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3" name="Text box"/>
          <p:cNvSpPr>
            <a:spLocks noGrp="1"/>
          </p:cNvSpPr>
          <p:nvPr>
            <p:ph type="ftr" sz="quarter" idx="11"/>
          </p:nvPr>
        </p:nvSpPr>
        <p:spPr/>
        <p:txBody>
          <a:bodyPr/>
          <a:lstStyle/>
          <a:p>
            <a:endParaRPr lang="zh-CN" altLang="en-US"/>
          </a:p>
        </p:txBody>
      </p:sp>
      <p:sp>
        <p:nvSpPr>
          <p:cNvPr id="4" name="Text box"/>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311455238"/>
      </p:ext>
    </p:extLst>
  </p:cSld>
  <p:clrMapOvr>
    <a:masterClrMapping/>
  </p:clrMapOvr>
</p:sldLayout>
</file>

<file path=ppt/slideLayouts/slideLayout8.xml><?xml version="1.0" encoding="utf-8"?>
<p:sldLayout xmlns:p="http://schemas.openxmlformats.org/presentationml/2006/main" xmlns:a="http://schemas.openxmlformats.org/drawingml/2006/main" xmlns:r="http://schemas.openxmlformats.org/officeDocument/2006/relationships" type="objTx" preserve="1">
  <p:cSld name="内容与标题">
    <p:spTree>
      <p:nvGrpSpPr>
        <p:cNvPr id="1" name=""/>
        <p:cNvGrpSpPr/>
        <p:nvPr/>
      </p:nvGrpSpPr>
      <p:grpSpPr>
        <a:xfrm>
          <a:off x="0" y="0"/>
          <a:ext cx="0" cy="0"/>
          <a:chOff x="0" y="0"/>
          <a:chExt cx="0" cy="0"/>
        </a:xfrm>
      </p:grpSpPr>
      <p:sp>
        <p:nvSpPr>
          <p:cNvPr id="2" name="Text box"/>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Text box"/>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Text box"/>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Text box"/>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6" name="Text box"/>
          <p:cNvSpPr>
            <a:spLocks noGrp="1"/>
          </p:cNvSpPr>
          <p:nvPr>
            <p:ph type="ftr" sz="quarter" idx="11"/>
          </p:nvPr>
        </p:nvSpPr>
        <p:spPr/>
        <p:txBody>
          <a:bodyPr/>
          <a:lstStyle/>
          <a:p>
            <a:endParaRPr lang="zh-CN" altLang="en-US"/>
          </a:p>
        </p:txBody>
      </p:sp>
      <p:sp>
        <p:nvSpPr>
          <p:cNvPr id="7" name="Text box"/>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947983230"/>
      </p:ext>
    </p:extLst>
  </p:cSld>
  <p:clrMapOvr>
    <a:masterClrMapping/>
  </p:clrMapOvr>
</p:sldLayout>
</file>

<file path=ppt/slideLayouts/slideLayout9.xml><?xml version="1.0" encoding="utf-8"?>
<p:sldLayout xmlns:p="http://schemas.openxmlformats.org/presentationml/2006/main" xmlns:a="http://schemas.openxmlformats.org/drawingml/2006/main" xmlns:r="http://schemas.openxmlformats.org/officeDocument/2006/relationships" type="picTx" preserve="1">
  <p:cSld name="图片与标题">
    <p:spTree>
      <p:nvGrpSpPr>
        <p:cNvPr id="1" name=""/>
        <p:cNvGrpSpPr/>
        <p:nvPr/>
      </p:nvGrpSpPr>
      <p:grpSpPr>
        <a:xfrm>
          <a:off x="0" y="0"/>
          <a:ext cx="0" cy="0"/>
          <a:chOff x="0" y="0"/>
          <a:chExt cx="0" cy="0"/>
        </a:xfrm>
      </p:grpSpPr>
      <p:sp>
        <p:nvSpPr>
          <p:cNvPr id="2" name="Text box"/>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Text box"/>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Text box"/>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Text box"/>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6" name="Text box"/>
          <p:cNvSpPr>
            <a:spLocks noGrp="1"/>
          </p:cNvSpPr>
          <p:nvPr>
            <p:ph type="ftr" sz="quarter" idx="11"/>
          </p:nvPr>
        </p:nvSpPr>
        <p:spPr/>
        <p:txBody>
          <a:bodyPr/>
          <a:lstStyle/>
          <a:p>
            <a:endParaRPr lang="zh-CN" altLang="en-US"/>
          </a:p>
        </p:txBody>
      </p:sp>
      <p:sp>
        <p:nvSpPr>
          <p:cNvPr id="7" name="Text box"/>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521188579"/>
      </p:ext>
    </p:extLst>
  </p:cSld>
  <p:clrMapOvr>
    <a:masterClrMapping/>
  </p:clrMapOvr>
</p:sldLayout>
</file>

<file path=ppt/slideLayouts/slideLayout10.xml><?xml version="1.0" encoding="utf-8"?>
<p:sldLayout xmlns:p="http://schemas.openxmlformats.org/presentationml/2006/main" xmlns:a="http://schemas.openxmlformats.org/drawingml/2006/main" xmlns:r="http://schemas.openxmlformats.org/officeDocument/2006/relationships" type="vertTx" preserve="1">
  <p:cSld name="标题和竖排文本">
    <p:spTree>
      <p:nvGrpSpPr>
        <p:cNvPr id="1" name=""/>
        <p:cNvGrpSpPr/>
        <p:nvPr/>
      </p:nvGrpSpPr>
      <p:grpSpPr>
        <a:xfrm>
          <a:off x="0" y="0"/>
          <a:ext cx="0" cy="0"/>
          <a:chOff x="0" y="0"/>
          <a:chExt cx="0" cy="0"/>
        </a:xfrm>
      </p:grpSpPr>
      <p:sp>
        <p:nvSpPr>
          <p:cNvPr id="2" name="Text box"/>
          <p:cNvSpPr>
            <a:spLocks noGrp="1"/>
          </p:cNvSpPr>
          <p:nvPr>
            <p:ph type="title"/>
          </p:nvPr>
        </p:nvSpPr>
        <p:spPr/>
        <p:txBody>
          <a:bodyPr/>
          <a:lstStyle/>
          <a:p>
            <a:r>
              <a:rPr lang="zh-CN" altLang="en-US" smtClean="0"/>
              <a:t>单击此处编辑母版标题样式</a:t>
            </a:r>
            <a:endParaRPr lang="zh-CN" altLang="en-US"/>
          </a:p>
        </p:txBody>
      </p:sp>
      <p:sp>
        <p:nvSpPr>
          <p:cNvPr id="3" name="Text box"/>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Text box"/>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5" name="Text box"/>
          <p:cNvSpPr>
            <a:spLocks noGrp="1"/>
          </p:cNvSpPr>
          <p:nvPr>
            <p:ph type="ftr" sz="quarter" idx="11"/>
          </p:nvPr>
        </p:nvSpPr>
        <p:spPr/>
        <p:txBody>
          <a:bodyPr/>
          <a:lstStyle/>
          <a:p>
            <a:endParaRPr lang="zh-CN" altLang="en-US"/>
          </a:p>
        </p:txBody>
      </p:sp>
      <p:sp>
        <p:nvSpPr>
          <p:cNvPr id="6" name="Text box"/>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1661793223"/>
      </p:ext>
    </p:extLst>
  </p:cSld>
  <p:clrMapOvr>
    <a:masterClrMapping/>
  </p:clrMapOvr>
</p:sldLayout>
</file>

<file path=ppt/slideLayouts/slideLayout11.xml><?xml version="1.0" encoding="utf-8"?>
<p:sldLayout xmlns:p="http://schemas.openxmlformats.org/presentationml/2006/main" xmlns:a="http://schemas.openxmlformats.org/drawingml/2006/main" xmlns:r="http://schemas.openxmlformats.org/officeDocument/2006/relationships" type="vertTitleAndTx" preserve="1">
  <p:cSld name="垂直排列标题与文本">
    <p:spTree>
      <p:nvGrpSpPr>
        <p:cNvPr id="1" name=""/>
        <p:cNvGrpSpPr/>
        <p:nvPr/>
      </p:nvGrpSpPr>
      <p:grpSpPr>
        <a:xfrm>
          <a:off x="0" y="0"/>
          <a:ext cx="0" cy="0"/>
          <a:chOff x="0" y="0"/>
          <a:chExt cx="0" cy="0"/>
        </a:xfrm>
      </p:grpSpPr>
      <p:sp>
        <p:nvSpPr>
          <p:cNvPr id="2" name="Text box"/>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Text box"/>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Text box"/>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5" name="Text box"/>
          <p:cNvSpPr>
            <a:spLocks noGrp="1"/>
          </p:cNvSpPr>
          <p:nvPr>
            <p:ph type="ftr" sz="quarter" idx="11"/>
          </p:nvPr>
        </p:nvSpPr>
        <p:spPr/>
        <p:txBody>
          <a:bodyPr/>
          <a:lstStyle/>
          <a:p>
            <a:endParaRPr lang="zh-CN" altLang="en-US"/>
          </a:p>
        </p:txBody>
      </p:sp>
      <p:sp>
        <p:nvSpPr>
          <p:cNvPr id="6" name="Text box"/>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690701413"/>
      </p:ext>
    </p:extLst>
  </p:cSld>
  <p:clrMapOvr>
    <a:masterClrMapping/>
  </p:clrMapOvr>
</p:sldLayout>
</file>

<file path=ppt/slideLayouts/slideLayout12.xml><?xml version="1.0" encoding="utf-8"?>
<p:sldLayout xmlns:p="http://schemas.openxmlformats.org/presentationml/2006/main" xmlns:a="http://schemas.openxmlformats.org/drawingml/2006/main" xmlns:r="http://schemas.openxmlformats.org/officeDocument/2006/relationships" showMasterSp="0" preserve="1">
  <p:cSld name="自定义版式">
    <p:bg>
      <p:bgPr>
        <a:solidFill>
          <a:schemeClr val="bg1"/>
        </a:solidFill>
      </p:bgPr>
    </p:bg>
    <p:spTree>
      <p:nvGrpSpPr>
        <p:cNvPr id="1" name=""/>
        <p:cNvGrpSpPr/>
        <p:nvPr/>
      </p:nvGrpSpPr>
      <p:grpSpPr>
        <a:xfrm>
          <a:off x="0" y="0"/>
          <a:ext cx="0" cy="0"/>
          <a:chOff x="0" y="0"/>
          <a:chExt cx="0" cy="0"/>
        </a:xfrm>
      </p:grpSpPr>
      <p:grpSp>
        <p:nvGrpSpPr>
          <p:cNvPr id="24" name="Combination"/>
          <p:cNvGrpSpPr>
            <a:grpSpLocks/>
          </p:cNvGrpSpPr>
          <p:nvPr/>
        </p:nvGrpSpPr>
        <p:grpSpPr>
          <a:xfrm>
            <a:off x="11728422" y="0"/>
            <a:ext cx="158777" cy="6858000"/>
            <a:chOff x="11728422" y="0"/>
            <a:chExt cx="158777" cy="6858000"/>
          </a:xfrm>
        </p:grpSpPr>
        <p:sp>
          <p:nvSpPr>
            <p:cNvPr id="22" name="曲线"/>
            <p:cNvSpPr>
              <a:spLocks/>
            </p:cNvSpPr>
            <p:nvPr/>
          </p:nvSpPr>
          <p:spPr>
            <a:xfrm rot="0">
              <a:off x="11728422" y="118468"/>
              <a:ext cx="158777" cy="6739531"/>
            </a:xfrm>
            <a:custGeom>
              <a:gdLst>
                <a:gd name="T1" fmla="*/ 0 w 21600"/>
                <a:gd name="T2" fmla="*/ 0 h 21600"/>
                <a:gd name="T3" fmla="*/ 21600 w 21600"/>
                <a:gd name="T4" fmla="*/ 21600 h 21600"/>
              </a:gdLst>
              <a:rect l="T1" t="T2" r="T3" b="T4"/>
              <a:pathLst>
                <a:path w="21600" h="21600">
                  <a:moveTo>
                    <a:pt x="0" y="0"/>
                  </a:moveTo>
                  <a:lnTo>
                    <a:pt x="21600" y="0"/>
                  </a:lnTo>
                  <a:lnTo>
                    <a:pt x="21600" y="21600"/>
                  </a:lnTo>
                  <a:lnTo>
                    <a:pt x="0" y="21600"/>
                  </a:lnTo>
                  <a:close/>
                </a:path>
              </a:pathLst>
            </a:custGeom>
            <a:solidFill>
              <a:srgbClr val="901042"/>
            </a:solidFill>
            <a:ln cmpd="sng" cap="flat">
              <a:noFill/>
              <a:prstDash val="solid"/>
              <a:round/>
            </a:ln>
          </p:spPr>
        </p:sp>
        <p:sp>
          <p:nvSpPr>
            <p:cNvPr id="23" name="Rectangles"/>
            <p:cNvSpPr>
              <a:spLocks/>
            </p:cNvSpPr>
            <p:nvPr/>
          </p:nvSpPr>
          <p:spPr>
            <a:xfrm rot="0">
              <a:off x="11728422" y="0"/>
              <a:ext cx="158777" cy="6858000"/>
            </a:xfrm>
            <a:prstGeom prst="rect"/>
            <a:noFill/>
            <a:ln w="12700" cmpd="sng" cap="flat">
              <a:noFill/>
              <a:prstDash val="solid"/>
              <a:round/>
            </a:ln>
          </p:spPr>
        </p:sp>
      </p:grpSp>
      <p:sp>
        <p:nvSpPr>
          <p:cNvPr id="25" name="曲线"/>
          <p:cNvSpPr>
            <a:spLocks/>
          </p:cNvSpPr>
          <p:nvPr/>
        </p:nvSpPr>
        <p:spPr>
          <a:xfrm rot="0">
            <a:off x="631246" y="225437"/>
            <a:ext cx="1577796" cy="536562"/>
          </a:xfrm>
          <a:custGeom>
            <a:gdLst>
              <a:gd name="T1" fmla="*/ 0 w 21600"/>
              <a:gd name="T2" fmla="*/ 0 h 21600"/>
              <a:gd name="T3" fmla="*/ 21600 w 21600"/>
              <a:gd name="T4" fmla="*/ 21600 h 21600"/>
            </a:gdLst>
            <a:rect l="T1" t="T2" r="T3" b="T4"/>
            <a:pathLst>
              <a:path w="21600" h="21600">
                <a:moveTo>
                  <a:pt x="0" y="0"/>
                </a:moveTo>
                <a:lnTo>
                  <a:pt x="21600" y="0"/>
                </a:lnTo>
                <a:lnTo>
                  <a:pt x="21600" y="21600"/>
                </a:lnTo>
                <a:lnTo>
                  <a:pt x="0" y="21600"/>
                </a:lnTo>
                <a:lnTo>
                  <a:pt x="0" y="0"/>
                </a:lnTo>
                <a:close/>
              </a:path>
            </a:pathLst>
          </a:custGeom>
          <a:blipFill rotWithShape="1">
            <a:blip r:embed="rId2">
              <a:alphaModFix amt="0"/>
            </a:blip>
            <a:stretch/>
          </a:blipFill>
          <a:ln cmpd="sng" cap="flat">
            <a:noFill/>
            <a:prstDash val="solid"/>
            <a:round/>
          </a:ln>
        </p:spPr>
      </p:sp>
      <p:sp>
        <p:nvSpPr>
          <p:cNvPr id="26" name="Rectangles"/>
          <p:cNvSpPr>
            <a:spLocks/>
          </p:cNvSpPr>
          <p:nvPr/>
        </p:nvSpPr>
        <p:spPr>
          <a:xfrm rot="0">
            <a:off x="609476" y="6356352"/>
            <a:ext cx="3860799" cy="398145"/>
          </a:xfrm>
          <a:prstGeom prst="rect"/>
          <a:noFill/>
          <a:ln w="12700" cmpd="sng" cap="flat">
            <a:noFill/>
            <a:prstDash val="solid"/>
            <a:round/>
          </a:ln>
        </p:spPr>
        <p:txBody>
          <a:bodyPr vert="horz" wrap="square" lIns="91440" tIns="45720" rIns="91440" bIns="45720" anchor="t" anchorCtr="0">
            <a:prstTxWarp prst="textNoShape"/>
            <a:spAutoFit/>
          </a:bodyPr>
          <a:lstStyle/>
          <a:p>
            <a:pPr marL="0" indent="0" algn="l">
              <a:lnSpc>
                <a:spcPct val="140000"/>
              </a:lnSpc>
              <a:spcBef>
                <a:spcPts val="0"/>
              </a:spcBef>
              <a:spcAft>
                <a:spcPts val="0"/>
              </a:spcAft>
              <a:buNone/>
            </a:pPr>
            <a:r>
              <a:rPr lang="en-US" altLang="zh-CN" sz="1500" b="1" i="1" u="none" strike="noStrike" kern="1200" cap="none" spc="0" baseline="0">
                <a:solidFill>
                  <a:srgbClr val="901042"/>
                </a:solidFill>
                <a:latin typeface="Poppins" pitchFamily="0" charset="0"/>
                <a:ea typeface="Poppins" pitchFamily="0" charset="0"/>
                <a:cs typeface="Poppins" pitchFamily="0" charset="0"/>
                <a:sym typeface="Poppins" pitchFamily="0" charset="0"/>
              </a:rPr>
              <a:t>Innovating Sustainable Solutions</a:t>
            </a:r>
            <a:endParaRPr lang="zh-CN" altLang="en-US" sz="1500" b="1" i="1" u="none" strike="noStrike" kern="1200" cap="none" spc="0" baseline="0">
              <a:solidFill>
                <a:srgbClr val="901042"/>
              </a:solidFill>
              <a:latin typeface="Calibri" pitchFamily="34" charset="0"/>
              <a:ea typeface="MS PGothic" pitchFamily="34" charset="-128"/>
              <a:cs typeface="Calibri" pitchFamily="34" charset="0"/>
            </a:endParaRPr>
          </a:p>
        </p:txBody>
      </p:sp>
      <p:sp>
        <p:nvSpPr>
          <p:cNvPr id="27" name="Text box"/>
          <p:cNvSpPr>
            <a:spLocks noGrp="1"/>
          </p:cNvSpPr>
          <p:nvPr>
            <p:ph type="title"/>
          </p:nvPr>
        </p:nvSpPr>
        <p:spPr>
          <a:xfrm rot="0">
            <a:off x="609600" y="274638"/>
            <a:ext cx="10972800" cy="1143000"/>
          </a:xfrm>
          <a:prstGeom prst="rect"/>
          <a:noFill/>
          <a:ln w="12700" cmpd="sng" cap="flat">
            <a:noFill/>
            <a:prstDash val="solid"/>
            <a:round/>
          </a:ln>
        </p:spPr>
        <p:txBody>
          <a:bodyPr vert="horz" wrap="square" lIns="91440" tIns="45720" rIns="91440" bIns="45720" anchor="ctr" anchorCtr="0">
            <a:prstTxWarp prst="textNoShape"/>
          </a:bodyPr>
          <a:lstStyle/>
          <a:p>
            <a:r>
              <a:rPr lang="en-US" altLang="zh-CN"/>
              <a:t>Click to edit Master title style</a:t>
            </a:r>
            <a:endParaRPr lang="zh-CN" altLang="en-US"/>
          </a:p>
        </p:txBody>
      </p:sp>
      <p:sp>
        <p:nvSpPr>
          <p:cNvPr id="28" name="Text box"/>
          <p:cNvSpPr>
            <a:spLocks noGrp="1"/>
          </p:cNvSpPr>
          <p:nvPr>
            <p:ph type="body" idx="1"/>
          </p:nvPr>
        </p:nvSpPr>
        <p:spPr>
          <a:xfrm rot="0">
            <a:off x="609600" y="1600201"/>
            <a:ext cx="10972800" cy="4525963"/>
          </a:xfrm>
          <a:prstGeom prst="rect"/>
          <a:noFill/>
          <a:ln w="12700" cmpd="sng" cap="flat">
            <a:noFill/>
            <a:prstDash val="solid"/>
            <a:round/>
          </a:ln>
        </p:spPr>
        <p:txBody>
          <a:bodyPr vert="horz" wrap="square" lIns="91440" tIns="45720" rIns="91440" bIns="45720" anchor="t" anchorCtr="0">
            <a:prstTxWarp prst="textNoShape"/>
          </a:bodyPr>
          <a:lstStyle/>
          <a:p>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29" name="Text box"/>
          <p:cNvSpPr>
            <a:spLocks noGrp="1"/>
          </p:cNvSpPr>
          <p:nvPr>
            <p:ph type="dt" idx="10"/>
          </p:nvPr>
        </p:nvSpPr>
        <p:spPr>
          <a:xfrm rot="0">
            <a:off x="609600" y="6356351"/>
            <a:ext cx="2844800" cy="365125"/>
          </a:xfrm>
          <a:prstGeom prst="rect"/>
          <a:noFill/>
          <a:ln w="12700" cmpd="sng" cap="flat">
            <a:noFill/>
            <a:prstDash val="solid"/>
            <a:miter/>
          </a:ln>
        </p:spPr>
        <p:txBody>
          <a:bodyPr vert="horz" wrap="square" lIns="91440" tIns="45720" rIns="91440" bIns="45720" anchor="ctr" anchorCtr="0">
            <a:prstTxWarp prst="textNoShape"/>
          </a:bodyPr>
          <a:lstStyle/>
          <a:p>
            <a:fld id="{CAD2D6BD-DE1B-4B5F-8B41-2702339687B9}" type="datetime1">
              <a:rPr lang="en-US" altLang="zh-CN" sz="1200">
                <a:solidFill>
                  <a:srgbClr val="898989"/>
                </a:solidFill>
                <a:latin typeface="Calibri" pitchFamily="34" charset="0"/>
                <a:ea typeface="MS PGothic" pitchFamily="34" charset="-128"/>
                <a:cs typeface="Arial" pitchFamily="34" charset="0"/>
              </a:rPr>
              <a:t>4/16/2026</a:t>
            </a:fld>
            <a:endParaRPr lang="zh-CN" altLang="en-US" sz="1200">
              <a:solidFill>
                <a:srgbClr val="898989"/>
              </a:solidFill>
              <a:latin typeface="Calibri" pitchFamily="34" charset="0"/>
              <a:ea typeface="MS PGothic" pitchFamily="34" charset="-128"/>
              <a:cs typeface="Arial" pitchFamily="34" charset="0"/>
            </a:endParaRPr>
          </a:p>
        </p:txBody>
      </p:sp>
      <p:sp>
        <p:nvSpPr>
          <p:cNvPr id="30" name="Text box"/>
          <p:cNvSpPr>
            <a:spLocks noGrp="1"/>
          </p:cNvSpPr>
          <p:nvPr>
            <p:ph type="ftr" idx="11"/>
          </p:nvPr>
        </p:nvSpPr>
        <p:spPr>
          <a:xfrm rot="0">
            <a:off x="4165600" y="6356351"/>
            <a:ext cx="3860799" cy="365125"/>
          </a:xfrm>
          <a:prstGeom prst="rect"/>
          <a:noFill/>
          <a:ln w="12700" cmpd="sng" cap="flat">
            <a:noFill/>
            <a:prstDash val="solid"/>
            <a:miter/>
          </a:ln>
        </p:spPr>
        <p:txBody>
          <a:bodyPr vert="horz" wrap="square" lIns="91440" tIns="45720" rIns="91440" bIns="45720" anchor="ctr" anchorCtr="0">
            <a:prstTxWarp prst="textNoShape"/>
          </a:bodyPr>
          <a:lstStyle/>
          <a:p>
            <a:pPr algn="ctr" fontAlgn="auto">
              <a:spcBef>
                <a:spcPts val="0"/>
              </a:spcBef>
              <a:spcAft>
                <a:spcPts val="0"/>
              </a:spcAft>
            </a:pPr>
            <a:endParaRPr lang="zh-CN" altLang="en-US" sz="1200">
              <a:solidFill>
                <a:srgbClr val="898989"/>
              </a:solidFill>
              <a:latin typeface="Calibri" pitchFamily="34" charset="0"/>
              <a:ea typeface="宋体" pitchFamily="0" charset="0"/>
              <a:cs typeface="Calibri" pitchFamily="34" charset="0"/>
            </a:endParaRPr>
          </a:p>
        </p:txBody>
      </p:sp>
      <p:sp>
        <p:nvSpPr>
          <p:cNvPr id="31" name="Text box"/>
          <p:cNvSpPr>
            <a:spLocks noGrp="1"/>
          </p:cNvSpPr>
          <p:nvPr>
            <p:ph type="sldNum" idx="12"/>
          </p:nvPr>
        </p:nvSpPr>
        <p:spPr>
          <a:xfrm rot="0">
            <a:off x="8737600" y="6356351"/>
            <a:ext cx="2844798" cy="365125"/>
          </a:xfrm>
          <a:prstGeom prst="rect"/>
          <a:noFill/>
          <a:ln w="12700" cmpd="sng" cap="flat">
            <a:noFill/>
            <a:prstDash val="solid"/>
            <a:miter/>
          </a:ln>
        </p:spPr>
        <p:txBody>
          <a:bodyPr vert="horz" wrap="square" lIns="91440" tIns="45720" rIns="91440" bIns="45720" anchor="ctr" anchorCtr="0">
            <a:prstTxWarp prst="textNoShape"/>
          </a:bodyPr>
          <a:lstStyle/>
          <a:p>
            <a:pPr algn="r"/>
            <a:fld id="{CAD2D6BD-DE1B-4B5F-8B41-2702339687B9}" type="slidenum">
              <a:rPr lang="en-US" altLang="zh-CN" sz="1200" b="0" i="0" u="none" strike="noStrike" kern="1200" cap="none" spc="0" baseline="0">
                <a:solidFill>
                  <a:srgbClr val="898989"/>
                </a:solidFill>
                <a:latin typeface="Calibri" pitchFamily="34" charset="0"/>
                <a:ea typeface="MS PGothic" pitchFamily="34" charset="-128"/>
                <a:cs typeface="Arial" pitchFamily="34" charset="0"/>
              </a:rPr>
              <a:t>&lt;#&gt;</a:t>
            </a:fld>
            <a:endParaRPr lang="zh-CN" altLang="en-US" sz="1200">
              <a:solidFill>
                <a:srgbClr val="898989"/>
              </a:solidFill>
              <a:latin typeface="Calibri" pitchFamily="34" charset="0"/>
              <a:ea typeface="MS PGothic" pitchFamily="34" charset="-128"/>
              <a:cs typeface="Arial" pitchFamily="34" charset="0"/>
            </a:endParaRPr>
          </a:p>
        </p:txBody>
      </p:sp>
    </p:spTree>
    <p:extLst>
      <p:ext uri="{BB962C8B-B14F-4D97-AF65-F5344CB8AC3E}">
        <p14:creationId xmlns:p14="http://schemas.microsoft.com/office/powerpoint/2010/main" val="2104971601"/>
      </p:ext>
    </p:extLst>
  </p:cSld>
  <p:clrMapOvr>
    <a:masterClrMapping/>
  </p:clrMapOvr>
  <p:hf sldNum="0"/>
</p:sldLayout>
</file>

<file path=ppt/slideLayouts/slideLayout13.xml><?xml version="1.0" encoding="utf-8"?>
<p:sldLayout xmlns:p="http://schemas.openxmlformats.org/presentationml/2006/main" xmlns:a="http://schemas.openxmlformats.org/drawingml/2006/main" xmlns:r="http://schemas.openxmlformats.org/officeDocument/2006/relationships" showMasterSp="0" preserve="1">
  <p:cSld name="自定义版式">
    <p:bg>
      <p:bgPr>
        <a:solidFill>
          <a:schemeClr val="bg1"/>
        </a:solidFill>
      </p:bgPr>
    </p:bg>
    <p:spTree>
      <p:nvGrpSpPr>
        <p:cNvPr id="1" name=""/>
        <p:cNvGrpSpPr/>
        <p:nvPr/>
      </p:nvGrpSpPr>
      <p:grpSpPr>
        <a:xfrm>
          <a:off x="0" y="0"/>
          <a:ext cx="0" cy="0"/>
          <a:chOff x="0" y="0"/>
          <a:chExt cx="0" cy="0"/>
        </a:xfrm>
      </p:grpSpPr>
      <p:grpSp>
        <p:nvGrpSpPr>
          <p:cNvPr id="72" name="Combination"/>
          <p:cNvGrpSpPr>
            <a:grpSpLocks/>
          </p:cNvGrpSpPr>
          <p:nvPr/>
        </p:nvGrpSpPr>
        <p:grpSpPr>
          <a:xfrm>
            <a:off x="11728422" y="0"/>
            <a:ext cx="158777" cy="6858000"/>
            <a:chOff x="11728422" y="0"/>
            <a:chExt cx="158777" cy="6858000"/>
          </a:xfrm>
        </p:grpSpPr>
        <p:sp>
          <p:nvSpPr>
            <p:cNvPr id="70" name="曲线"/>
            <p:cNvSpPr>
              <a:spLocks/>
            </p:cNvSpPr>
            <p:nvPr/>
          </p:nvSpPr>
          <p:spPr>
            <a:xfrm rot="0">
              <a:off x="11728422" y="118468"/>
              <a:ext cx="158777" cy="6739531"/>
            </a:xfrm>
            <a:custGeom>
              <a:gdLst>
                <a:gd name="T1" fmla="*/ 0 w 21600"/>
                <a:gd name="T2" fmla="*/ 0 h 21600"/>
                <a:gd name="T3" fmla="*/ 21600 w 21600"/>
                <a:gd name="T4" fmla="*/ 21600 h 21600"/>
              </a:gdLst>
              <a:rect l="T1" t="T2" r="T3" b="T4"/>
              <a:pathLst>
                <a:path w="21600" h="21600">
                  <a:moveTo>
                    <a:pt x="0" y="0"/>
                  </a:moveTo>
                  <a:lnTo>
                    <a:pt x="21600" y="0"/>
                  </a:lnTo>
                  <a:lnTo>
                    <a:pt x="21600" y="21600"/>
                  </a:lnTo>
                  <a:lnTo>
                    <a:pt x="0" y="21600"/>
                  </a:lnTo>
                  <a:close/>
                </a:path>
              </a:pathLst>
            </a:custGeom>
            <a:solidFill>
              <a:srgbClr val="901042"/>
            </a:solidFill>
            <a:ln cmpd="sng" cap="flat">
              <a:noFill/>
              <a:prstDash val="solid"/>
              <a:round/>
            </a:ln>
          </p:spPr>
        </p:sp>
        <p:sp>
          <p:nvSpPr>
            <p:cNvPr id="71" name="Rectangles"/>
            <p:cNvSpPr>
              <a:spLocks/>
            </p:cNvSpPr>
            <p:nvPr/>
          </p:nvSpPr>
          <p:spPr>
            <a:xfrm rot="0">
              <a:off x="11728422" y="0"/>
              <a:ext cx="158777" cy="6858000"/>
            </a:xfrm>
            <a:prstGeom prst="rect"/>
            <a:noFill/>
            <a:ln w="12700" cmpd="sng" cap="flat">
              <a:noFill/>
              <a:prstDash val="solid"/>
              <a:round/>
            </a:ln>
          </p:spPr>
        </p:sp>
      </p:grpSp>
      <p:sp>
        <p:nvSpPr>
          <p:cNvPr id="73" name="曲线"/>
          <p:cNvSpPr>
            <a:spLocks/>
          </p:cNvSpPr>
          <p:nvPr/>
        </p:nvSpPr>
        <p:spPr>
          <a:xfrm rot="0">
            <a:off x="631246" y="225437"/>
            <a:ext cx="1577796" cy="536562"/>
          </a:xfrm>
          <a:custGeom>
            <a:gdLst>
              <a:gd name="T1" fmla="*/ 0 w 21600"/>
              <a:gd name="T2" fmla="*/ 0 h 21600"/>
              <a:gd name="T3" fmla="*/ 21600 w 21600"/>
              <a:gd name="T4" fmla="*/ 21600 h 21600"/>
            </a:gdLst>
            <a:rect l="T1" t="T2" r="T3" b="T4"/>
            <a:pathLst>
              <a:path w="21600" h="21600">
                <a:moveTo>
                  <a:pt x="0" y="0"/>
                </a:moveTo>
                <a:lnTo>
                  <a:pt x="21600" y="0"/>
                </a:lnTo>
                <a:lnTo>
                  <a:pt x="21600" y="21600"/>
                </a:lnTo>
                <a:lnTo>
                  <a:pt x="0" y="21600"/>
                </a:lnTo>
                <a:lnTo>
                  <a:pt x="0" y="0"/>
                </a:lnTo>
                <a:close/>
              </a:path>
            </a:pathLst>
          </a:custGeom>
          <a:blipFill rotWithShape="1">
            <a:blip r:embed="rId2">
              <a:alphaModFix amt="0"/>
            </a:blip>
            <a:stretch/>
          </a:blipFill>
          <a:ln cmpd="sng" cap="flat">
            <a:noFill/>
            <a:prstDash val="solid"/>
            <a:round/>
          </a:ln>
        </p:spPr>
      </p:sp>
      <p:sp>
        <p:nvSpPr>
          <p:cNvPr id="74" name="Rectangles"/>
          <p:cNvSpPr>
            <a:spLocks/>
          </p:cNvSpPr>
          <p:nvPr/>
        </p:nvSpPr>
        <p:spPr>
          <a:xfrm rot="0">
            <a:off x="609476" y="6356352"/>
            <a:ext cx="3860799" cy="306705"/>
          </a:xfrm>
          <a:prstGeom prst="rect"/>
          <a:noFill/>
          <a:ln w="12700" cmpd="sng" cap="flat">
            <a:noFill/>
            <a:prstDash val="solid"/>
            <a:round/>
          </a:ln>
        </p:spPr>
        <p:txBody>
          <a:bodyPr vert="horz" wrap="square" lIns="0" tIns="0" rIns="0" bIns="0" anchor="t" anchorCtr="0">
            <a:prstTxWarp prst="textNoShape"/>
            <a:spAutoFit/>
          </a:bodyPr>
          <a:lstStyle/>
          <a:p>
            <a:pPr marL="0" indent="0" algn="l">
              <a:lnSpc>
                <a:spcPct val="140000"/>
              </a:lnSpc>
              <a:spcBef>
                <a:spcPts val="0"/>
              </a:spcBef>
              <a:spcAft>
                <a:spcPts val="0"/>
              </a:spcAft>
              <a:buNone/>
            </a:pPr>
            <a:r>
              <a:rPr lang="en-US" altLang="zh-CN" sz="1500" b="1" i="1" u="none" strike="noStrike" kern="1200" cap="none" spc="0" baseline="0">
                <a:solidFill>
                  <a:srgbClr val="901042"/>
                </a:solidFill>
                <a:latin typeface="Poppins" pitchFamily="0" charset="0"/>
                <a:ea typeface="Poppins" pitchFamily="0" charset="0"/>
                <a:cs typeface="Poppins" pitchFamily="0" charset="0"/>
                <a:sym typeface="Poppins" pitchFamily="0" charset="0"/>
              </a:rPr>
              <a:t>Innovating Sustainable Solutions</a:t>
            </a:r>
            <a:endParaRPr lang="zh-CN" altLang="en-US" sz="1500" b="1" i="1" u="none" strike="noStrike" kern="1200" cap="none" spc="0" baseline="0">
              <a:solidFill>
                <a:srgbClr val="901042"/>
              </a:solidFill>
              <a:latin typeface="Calibri" pitchFamily="34" charset="0"/>
              <a:ea typeface="MS PGothic" pitchFamily="34" charset="-128"/>
              <a:cs typeface="Calibri" pitchFamily="34" charset="0"/>
            </a:endParaRPr>
          </a:p>
        </p:txBody>
      </p:sp>
      <p:sp>
        <p:nvSpPr>
          <p:cNvPr id="75" name="Text box"/>
          <p:cNvSpPr>
            <a:spLocks noGrp="1"/>
          </p:cNvSpPr>
          <p:nvPr>
            <p:ph type="dt" idx="10"/>
          </p:nvPr>
        </p:nvSpPr>
        <p:spPr>
          <a:xfrm rot="0">
            <a:off x="609600" y="6356351"/>
            <a:ext cx="2844800" cy="365125"/>
          </a:xfrm>
          <a:prstGeom prst="rect"/>
          <a:noFill/>
          <a:ln w="12700" cmpd="sng" cap="flat">
            <a:noFill/>
            <a:prstDash val="solid"/>
            <a:miter/>
          </a:ln>
        </p:spPr>
        <p:txBody>
          <a:bodyPr vert="horz" wrap="square" lIns="91440" tIns="45720" rIns="91440" bIns="45720" anchor="ctr" anchorCtr="0">
            <a:prstTxWarp prst="textNoShape"/>
          </a:bodyPr>
          <a:lstStyle/>
          <a:p>
            <a:fld id="{CAD2D6BD-DE1B-4B5F-8B41-2702339687B9}" type="datetime1">
              <a:rPr lang="en-US" altLang="zh-CN" sz="1200">
                <a:solidFill>
                  <a:srgbClr val="898989"/>
                </a:solidFill>
                <a:latin typeface="Calibri" pitchFamily="34" charset="0"/>
                <a:ea typeface="MS PGothic" pitchFamily="34" charset="-128"/>
                <a:cs typeface="Arial" pitchFamily="34" charset="0"/>
              </a:rPr>
              <a:t>4/16/2026</a:t>
            </a:fld>
            <a:endParaRPr lang="zh-CN" altLang="en-US" sz="1200">
              <a:solidFill>
                <a:srgbClr val="898989"/>
              </a:solidFill>
              <a:latin typeface="Calibri" pitchFamily="34" charset="0"/>
              <a:ea typeface="MS PGothic" pitchFamily="34" charset="-128"/>
              <a:cs typeface="Arial" pitchFamily="34" charset="0"/>
            </a:endParaRPr>
          </a:p>
        </p:txBody>
      </p:sp>
      <p:sp>
        <p:nvSpPr>
          <p:cNvPr id="76" name="Text box"/>
          <p:cNvSpPr>
            <a:spLocks noGrp="1"/>
          </p:cNvSpPr>
          <p:nvPr>
            <p:ph type="ftr" idx="11"/>
          </p:nvPr>
        </p:nvSpPr>
        <p:spPr>
          <a:xfrm rot="0">
            <a:off x="4165600" y="6356351"/>
            <a:ext cx="3860799" cy="365125"/>
          </a:xfrm>
          <a:prstGeom prst="rect"/>
          <a:noFill/>
          <a:ln w="12700" cmpd="sng" cap="flat">
            <a:noFill/>
            <a:prstDash val="solid"/>
            <a:miter/>
          </a:ln>
        </p:spPr>
        <p:txBody>
          <a:bodyPr vert="horz" wrap="square" lIns="91440" tIns="45720" rIns="91440" bIns="45720" anchor="ctr" anchorCtr="0">
            <a:prstTxWarp prst="textNoShape"/>
          </a:bodyPr>
          <a:lstStyle/>
          <a:p>
            <a:pPr algn="ctr" fontAlgn="auto">
              <a:spcBef>
                <a:spcPts val="0"/>
              </a:spcBef>
              <a:spcAft>
                <a:spcPts val="0"/>
              </a:spcAft>
            </a:pPr>
            <a:endParaRPr lang="zh-CN" altLang="en-US" sz="1200">
              <a:solidFill>
                <a:srgbClr val="898989"/>
              </a:solidFill>
              <a:latin typeface="Calibri" pitchFamily="34" charset="0"/>
              <a:ea typeface="宋体" pitchFamily="0" charset="0"/>
              <a:cs typeface="Calibri" pitchFamily="34" charset="0"/>
            </a:endParaRPr>
          </a:p>
        </p:txBody>
      </p:sp>
      <p:sp>
        <p:nvSpPr>
          <p:cNvPr id="77" name="Text box"/>
          <p:cNvSpPr>
            <a:spLocks noGrp="1"/>
          </p:cNvSpPr>
          <p:nvPr>
            <p:ph type="sldNum" idx="12"/>
          </p:nvPr>
        </p:nvSpPr>
        <p:spPr>
          <a:xfrm rot="0">
            <a:off x="8737600" y="6356351"/>
            <a:ext cx="2844798" cy="365125"/>
          </a:xfrm>
          <a:prstGeom prst="rect"/>
          <a:noFill/>
          <a:ln w="12700" cmpd="sng" cap="flat">
            <a:noFill/>
            <a:prstDash val="solid"/>
            <a:miter/>
          </a:ln>
        </p:spPr>
        <p:txBody>
          <a:bodyPr vert="horz" wrap="square" lIns="91440" tIns="45720" rIns="91440" bIns="45720" anchor="ctr" anchorCtr="0">
            <a:prstTxWarp prst="textNoShape"/>
          </a:bodyPr>
          <a:lstStyle/>
          <a:p>
            <a:pPr algn="r"/>
            <a:fld id="{CAD2D6BD-DE1B-4B5F-8B41-2702339687B9}" type="slidenum">
              <a:rPr lang="en-US" altLang="zh-CN" sz="1200" b="0" i="0" u="none" strike="noStrike" kern="1200" cap="none" spc="0" baseline="0">
                <a:solidFill>
                  <a:srgbClr val="898989"/>
                </a:solidFill>
                <a:latin typeface="Calibri" pitchFamily="34" charset="0"/>
                <a:ea typeface="MS PGothic" pitchFamily="34" charset="-128"/>
                <a:cs typeface="Arial" pitchFamily="34" charset="0"/>
              </a:rPr>
              <a:t>&lt;#&gt;</a:t>
            </a:fld>
            <a:endParaRPr lang="zh-CN" altLang="en-US" sz="1200">
              <a:solidFill>
                <a:srgbClr val="898989"/>
              </a:solidFill>
              <a:latin typeface="Calibri" pitchFamily="34" charset="0"/>
              <a:ea typeface="MS PGothic" pitchFamily="34" charset="-128"/>
              <a:cs typeface="Arial" pitchFamily="34" charset="0"/>
            </a:endParaRPr>
          </a:p>
        </p:txBody>
      </p:sp>
    </p:spTree>
    <p:extLst>
      <p:ext uri="{BB962C8B-B14F-4D97-AF65-F5344CB8AC3E}">
        <p14:creationId xmlns:p14="http://schemas.microsoft.com/office/powerpoint/2010/main" val="1329816179"/>
      </p:ext>
    </p:extLst>
  </p:cSld>
  <p:clrMapOvr>
    <a:masterClrMapping/>
  </p:clrMapOvr>
  <p:hf sldNum="0"/>
</p:sldLayout>
</file>

<file path=ppt/slideLayouts/slideLayout14.xml><?xml version="1.0" encoding="utf-8"?>
<p:sldLayout xmlns:p="http://schemas.openxmlformats.org/presentationml/2006/main" xmlns:a="http://schemas.openxmlformats.org/drawingml/2006/main" xmlns:r="http://schemas.openxmlformats.org/officeDocument/2006/relationships" showMasterSp="0" preserve="1">
  <p:cSld name="自定义版式">
    <p:bg>
      <p:bgPr>
        <a:solidFill>
          <a:schemeClr val="bg1"/>
        </a:solidFill>
      </p:bgPr>
    </p:bg>
    <p:spTree>
      <p:nvGrpSpPr>
        <p:cNvPr id="1" name=""/>
        <p:cNvGrpSpPr/>
        <p:nvPr/>
      </p:nvGrpSpPr>
      <p:grpSpPr>
        <a:xfrm>
          <a:off x="0" y="0"/>
          <a:ext cx="0" cy="0"/>
          <a:chOff x="0" y="0"/>
          <a:chExt cx="0" cy="0"/>
        </a:xfrm>
      </p:grpSpPr>
      <p:grpSp>
        <p:nvGrpSpPr>
          <p:cNvPr id="157" name="Combination"/>
          <p:cNvGrpSpPr>
            <a:grpSpLocks/>
          </p:cNvGrpSpPr>
          <p:nvPr/>
        </p:nvGrpSpPr>
        <p:grpSpPr>
          <a:xfrm>
            <a:off x="11728422" y="0"/>
            <a:ext cx="158777" cy="6858000"/>
            <a:chOff x="11728422" y="0"/>
            <a:chExt cx="158777" cy="6858000"/>
          </a:xfrm>
        </p:grpSpPr>
        <p:sp>
          <p:nvSpPr>
            <p:cNvPr id="155" name="曲线"/>
            <p:cNvSpPr>
              <a:spLocks/>
            </p:cNvSpPr>
            <p:nvPr/>
          </p:nvSpPr>
          <p:spPr>
            <a:xfrm rot="0">
              <a:off x="11728422" y="118468"/>
              <a:ext cx="158777" cy="6739531"/>
            </a:xfrm>
            <a:custGeom>
              <a:gdLst>
                <a:gd name="T1" fmla="*/ 0 w 21600"/>
                <a:gd name="T2" fmla="*/ 0 h 21600"/>
                <a:gd name="T3" fmla="*/ 21600 w 21600"/>
                <a:gd name="T4" fmla="*/ 21600 h 21600"/>
              </a:gdLst>
              <a:rect l="T1" t="T2" r="T3" b="T4"/>
              <a:pathLst>
                <a:path w="21600" h="21600">
                  <a:moveTo>
                    <a:pt x="0" y="0"/>
                  </a:moveTo>
                  <a:lnTo>
                    <a:pt x="21600" y="0"/>
                  </a:lnTo>
                  <a:lnTo>
                    <a:pt x="21600" y="21600"/>
                  </a:lnTo>
                  <a:lnTo>
                    <a:pt x="0" y="21600"/>
                  </a:lnTo>
                  <a:close/>
                </a:path>
              </a:pathLst>
            </a:custGeom>
            <a:solidFill>
              <a:srgbClr val="901042"/>
            </a:solidFill>
            <a:ln cmpd="sng" cap="flat">
              <a:noFill/>
              <a:prstDash val="solid"/>
              <a:round/>
            </a:ln>
          </p:spPr>
        </p:sp>
        <p:sp>
          <p:nvSpPr>
            <p:cNvPr id="156" name="Rectangles"/>
            <p:cNvSpPr>
              <a:spLocks/>
            </p:cNvSpPr>
            <p:nvPr/>
          </p:nvSpPr>
          <p:spPr>
            <a:xfrm rot="0">
              <a:off x="11728422" y="0"/>
              <a:ext cx="158777" cy="6858000"/>
            </a:xfrm>
            <a:prstGeom prst="rect"/>
            <a:noFill/>
            <a:ln w="12700" cmpd="sng" cap="flat">
              <a:noFill/>
              <a:prstDash val="solid"/>
              <a:round/>
            </a:ln>
          </p:spPr>
        </p:sp>
      </p:grpSp>
      <p:sp>
        <p:nvSpPr>
          <p:cNvPr id="158" name="曲线"/>
          <p:cNvSpPr>
            <a:spLocks/>
          </p:cNvSpPr>
          <p:nvPr/>
        </p:nvSpPr>
        <p:spPr>
          <a:xfrm rot="0">
            <a:off x="631246" y="225437"/>
            <a:ext cx="1577796" cy="536562"/>
          </a:xfrm>
          <a:custGeom>
            <a:gdLst>
              <a:gd name="T1" fmla="*/ 0 w 21600"/>
              <a:gd name="T2" fmla="*/ 0 h 21600"/>
              <a:gd name="T3" fmla="*/ 21600 w 21600"/>
              <a:gd name="T4" fmla="*/ 21600 h 21600"/>
            </a:gdLst>
            <a:rect l="T1" t="T2" r="T3" b="T4"/>
            <a:pathLst>
              <a:path w="21600" h="21600">
                <a:moveTo>
                  <a:pt x="0" y="0"/>
                </a:moveTo>
                <a:lnTo>
                  <a:pt x="21600" y="0"/>
                </a:lnTo>
                <a:lnTo>
                  <a:pt x="21600" y="21600"/>
                </a:lnTo>
                <a:lnTo>
                  <a:pt x="0" y="21600"/>
                </a:lnTo>
                <a:lnTo>
                  <a:pt x="0" y="0"/>
                </a:lnTo>
                <a:close/>
              </a:path>
            </a:pathLst>
          </a:custGeom>
          <a:blipFill rotWithShape="1">
            <a:blip r:embed="rId2">
              <a:alphaModFix amt="0"/>
            </a:blip>
            <a:stretch/>
          </a:blipFill>
          <a:ln cmpd="sng" cap="flat">
            <a:noFill/>
            <a:prstDash val="solid"/>
            <a:round/>
          </a:ln>
        </p:spPr>
      </p:sp>
      <p:sp>
        <p:nvSpPr>
          <p:cNvPr id="159" name="Rectangles"/>
          <p:cNvSpPr>
            <a:spLocks/>
          </p:cNvSpPr>
          <p:nvPr/>
        </p:nvSpPr>
        <p:spPr>
          <a:xfrm rot="0">
            <a:off x="609476" y="6356352"/>
            <a:ext cx="3860799" cy="306705"/>
          </a:xfrm>
          <a:prstGeom prst="rect"/>
          <a:noFill/>
          <a:ln w="12700" cmpd="sng" cap="flat">
            <a:noFill/>
            <a:prstDash val="solid"/>
            <a:round/>
          </a:ln>
        </p:spPr>
        <p:txBody>
          <a:bodyPr vert="horz" wrap="square" lIns="0" tIns="0" rIns="0" bIns="0" anchor="t" anchorCtr="0">
            <a:prstTxWarp prst="textNoShape"/>
            <a:spAutoFit/>
          </a:bodyPr>
          <a:lstStyle/>
          <a:p>
            <a:pPr marL="0" indent="0" algn="l">
              <a:lnSpc>
                <a:spcPct val="140000"/>
              </a:lnSpc>
              <a:spcBef>
                <a:spcPts val="0"/>
              </a:spcBef>
              <a:spcAft>
                <a:spcPts val="0"/>
              </a:spcAft>
              <a:buNone/>
            </a:pPr>
            <a:r>
              <a:rPr lang="en-US" altLang="zh-CN" sz="1500" b="1" i="1" u="none" strike="noStrike" kern="1200" cap="none" spc="0" baseline="0">
                <a:solidFill>
                  <a:srgbClr val="901042"/>
                </a:solidFill>
                <a:latin typeface="Poppins" pitchFamily="0" charset="0"/>
                <a:ea typeface="Poppins" pitchFamily="0" charset="0"/>
                <a:cs typeface="Poppins" pitchFamily="0" charset="0"/>
                <a:sym typeface="Poppins" pitchFamily="0" charset="0"/>
              </a:rPr>
              <a:t>Innovating Sustainable Solutions</a:t>
            </a:r>
            <a:endParaRPr lang="zh-CN" altLang="en-US" sz="1500" b="1" i="1" u="none" strike="noStrike" kern="1200" cap="none" spc="0" baseline="0">
              <a:solidFill>
                <a:srgbClr val="901042"/>
              </a:solidFill>
              <a:latin typeface="Calibri" pitchFamily="34" charset="0"/>
              <a:ea typeface="MS PGothic" pitchFamily="34" charset="-128"/>
              <a:cs typeface="Calibri" pitchFamily="34" charset="0"/>
            </a:endParaRPr>
          </a:p>
        </p:txBody>
      </p:sp>
      <p:sp>
        <p:nvSpPr>
          <p:cNvPr id="160" name="Text box"/>
          <p:cNvSpPr>
            <a:spLocks noGrp="1"/>
          </p:cNvSpPr>
          <p:nvPr>
            <p:ph type="title"/>
          </p:nvPr>
        </p:nvSpPr>
        <p:spPr>
          <a:xfrm rot="0">
            <a:off x="609600" y="274638"/>
            <a:ext cx="10972800" cy="1143000"/>
          </a:xfrm>
          <a:prstGeom prst="rect"/>
          <a:noFill/>
          <a:ln w="12700" cmpd="sng" cap="flat">
            <a:noFill/>
            <a:prstDash val="solid"/>
            <a:round/>
          </a:ln>
        </p:spPr>
        <p:txBody>
          <a:bodyPr vert="horz" wrap="square" lIns="91440" tIns="45720" rIns="91440" bIns="45720" anchor="ctr" anchorCtr="0">
            <a:prstTxWarp prst="textNoShape"/>
          </a:bodyPr>
          <a:lstStyle/>
          <a:p>
            <a:r>
              <a:rPr lang="en-US" altLang="zh-CN"/>
              <a:t>Click to edit Master title style</a:t>
            </a:r>
            <a:endParaRPr lang="zh-CN" altLang="en-US"/>
          </a:p>
        </p:txBody>
      </p:sp>
      <p:sp>
        <p:nvSpPr>
          <p:cNvPr id="161" name="Text box"/>
          <p:cNvSpPr>
            <a:spLocks noGrp="1"/>
          </p:cNvSpPr>
          <p:nvPr>
            <p:ph type="body" idx="1"/>
          </p:nvPr>
        </p:nvSpPr>
        <p:spPr>
          <a:xfrm rot="0">
            <a:off x="609600" y="1600201"/>
            <a:ext cx="5384800" cy="4525963"/>
          </a:xfrm>
          <a:prstGeom prst="rect"/>
          <a:noFill/>
          <a:ln w="12700" cmpd="sng" cap="flat">
            <a:noFill/>
            <a:prstDash val="solid"/>
            <a:round/>
          </a:ln>
        </p:spPr>
        <p:txBody>
          <a:bodyPr vert="horz" wrap="square" lIns="91440" tIns="45720" rIns="91440" bIns="45720" anchor="t" anchorCtr="0">
            <a:prstTxWarp prst="textNoShape"/>
          </a:bodyPr>
          <a:lstStyle/>
          <a:p>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162" name="Text box"/>
          <p:cNvSpPr>
            <a:spLocks noGrp="1"/>
          </p:cNvSpPr>
          <p:nvPr>
            <p:ph type="body" idx="2"/>
          </p:nvPr>
        </p:nvSpPr>
        <p:spPr>
          <a:xfrm rot="0">
            <a:off x="6197600" y="1600201"/>
            <a:ext cx="5384800" cy="4525963"/>
          </a:xfrm>
          <a:prstGeom prst="rect"/>
          <a:noFill/>
          <a:ln w="12700" cmpd="sng" cap="flat">
            <a:noFill/>
            <a:prstDash val="solid"/>
            <a:round/>
          </a:ln>
        </p:spPr>
        <p:txBody>
          <a:bodyPr vert="horz" wrap="square" lIns="91440" tIns="45720" rIns="91440" bIns="45720" anchor="t" anchorCtr="0">
            <a:prstTxWarp prst="textNoShape"/>
          </a:bodyPr>
          <a:lstStyle/>
          <a:p>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163" name="Text box"/>
          <p:cNvSpPr>
            <a:spLocks noGrp="1"/>
          </p:cNvSpPr>
          <p:nvPr>
            <p:ph type="dt" idx="10"/>
          </p:nvPr>
        </p:nvSpPr>
        <p:spPr>
          <a:xfrm rot="0">
            <a:off x="8636000" y="76201"/>
            <a:ext cx="3352799" cy="288925"/>
          </a:xfrm>
          <a:prstGeom prst="rect"/>
          <a:noFill/>
          <a:ln w="12700" cmpd="sng" cap="flat">
            <a:noFill/>
            <a:prstDash val="solid"/>
            <a:miter/>
          </a:ln>
        </p:spPr>
        <p:txBody>
          <a:bodyPr vert="horz" wrap="square" lIns="91440" tIns="45720" rIns="91440" bIns="45720" anchor="ctr" anchorCtr="0">
            <a:prstTxWarp prst="textNoShape"/>
          </a:bodyPr>
          <a:lstStyle/>
          <a:p>
            <a:fld id="{CAD2D6BD-DE1B-4B5F-8B41-2702339687B9}" type="datetime1">
              <a:rPr lang="en-US" altLang="zh-CN" sz="1200">
                <a:solidFill>
                  <a:srgbClr val="898989"/>
                </a:solidFill>
                <a:latin typeface="Calibri" pitchFamily="34" charset="0"/>
                <a:ea typeface="MS PGothic" pitchFamily="34" charset="-128"/>
                <a:cs typeface="Arial" pitchFamily="34" charset="0"/>
              </a:rPr>
              <a:t>4/16/2026</a:t>
            </a:fld>
            <a:endParaRPr lang="zh-CN" altLang="en-US" sz="1200">
              <a:solidFill>
                <a:srgbClr val="898989"/>
              </a:solidFill>
              <a:latin typeface="Calibri" pitchFamily="34" charset="0"/>
              <a:ea typeface="MS PGothic" pitchFamily="34" charset="-128"/>
              <a:cs typeface="Arial" pitchFamily="34" charset="0"/>
            </a:endParaRPr>
          </a:p>
        </p:txBody>
      </p:sp>
      <p:sp>
        <p:nvSpPr>
          <p:cNvPr id="164" name="Text box"/>
          <p:cNvSpPr>
            <a:spLocks noGrp="1"/>
          </p:cNvSpPr>
          <p:nvPr>
            <p:ph type="ftr" idx="11"/>
          </p:nvPr>
        </p:nvSpPr>
        <p:spPr>
          <a:xfrm rot="0">
            <a:off x="4165600" y="76201"/>
            <a:ext cx="4470400" cy="288925"/>
          </a:xfrm>
          <a:prstGeom prst="rect"/>
          <a:noFill/>
          <a:ln w="12700" cmpd="sng" cap="flat">
            <a:noFill/>
            <a:prstDash val="solid"/>
            <a:miter/>
          </a:ln>
        </p:spPr>
        <p:txBody>
          <a:bodyPr vert="horz" wrap="square" lIns="91440" tIns="45720" rIns="91440" bIns="45720" anchor="ctr" anchorCtr="0">
            <a:prstTxWarp prst="textNoShape"/>
          </a:bodyPr>
          <a:lstStyle/>
          <a:p>
            <a:pPr algn="ctr" fontAlgn="auto">
              <a:spcBef>
                <a:spcPts val="0"/>
              </a:spcBef>
              <a:spcAft>
                <a:spcPts val="0"/>
              </a:spcAft>
            </a:pPr>
            <a:endParaRPr lang="zh-CN" altLang="en-US" sz="1200">
              <a:solidFill>
                <a:srgbClr val="898989"/>
              </a:solidFill>
              <a:latin typeface="Calibri" pitchFamily="34" charset="0"/>
              <a:ea typeface="宋体" pitchFamily="0" charset="0"/>
              <a:cs typeface="Calibri" pitchFamily="34" charset="0"/>
            </a:endParaRPr>
          </a:p>
        </p:txBody>
      </p:sp>
      <p:sp>
        <p:nvSpPr>
          <p:cNvPr id="165" name="Text box"/>
          <p:cNvSpPr>
            <a:spLocks noGrp="1"/>
          </p:cNvSpPr>
          <p:nvPr>
            <p:ph type="sldNum" idx="12"/>
          </p:nvPr>
        </p:nvSpPr>
        <p:spPr>
          <a:xfrm rot="0">
            <a:off x="8737600" y="6356351"/>
            <a:ext cx="2844798" cy="365125"/>
          </a:xfrm>
          <a:prstGeom prst="rect"/>
          <a:noFill/>
          <a:ln w="12700" cmpd="sng" cap="flat">
            <a:noFill/>
            <a:prstDash val="solid"/>
            <a:miter/>
          </a:ln>
        </p:spPr>
        <p:txBody>
          <a:bodyPr vert="horz" wrap="square" lIns="91440" tIns="45720" rIns="91440" bIns="45720" anchor="ctr" anchorCtr="0">
            <a:prstTxWarp prst="textNoShape"/>
          </a:bodyPr>
          <a:lstStyle/>
          <a:p>
            <a:pPr algn="r"/>
            <a:fld id="{CAD2D6BD-DE1B-4B5F-8B41-2702339687B9}" type="slidenum">
              <a:rPr lang="en-US" altLang="zh-CN" sz="1200" b="0" i="0" u="none" strike="noStrike" kern="1200" cap="none" spc="0" baseline="0">
                <a:solidFill>
                  <a:srgbClr val="898989"/>
                </a:solidFill>
                <a:latin typeface="Calibri" pitchFamily="34" charset="0"/>
                <a:ea typeface="MS PGothic" pitchFamily="34" charset="-128"/>
                <a:cs typeface="Arial" pitchFamily="34" charset="0"/>
              </a:rPr>
              <a:t>&lt;#&gt;</a:t>
            </a:fld>
            <a:endParaRPr lang="zh-CN" altLang="en-US" sz="1200">
              <a:solidFill>
                <a:srgbClr val="898989"/>
              </a:solidFill>
              <a:latin typeface="Calibri" pitchFamily="34" charset="0"/>
              <a:ea typeface="MS PGothic" pitchFamily="34" charset="-128"/>
              <a:cs typeface="Arial" pitchFamily="34" charset="0"/>
            </a:endParaRPr>
          </a:p>
        </p:txBody>
      </p:sp>
    </p:spTree>
    <p:extLst>
      <p:ext uri="{BB962C8B-B14F-4D97-AF65-F5344CB8AC3E}">
        <p14:creationId xmlns:p14="http://schemas.microsoft.com/office/powerpoint/2010/main" val="672293906"/>
      </p:ext>
    </p:extLst>
  </p:cSld>
  <p:clrMapOvr>
    <a:masterClrMapping/>
  </p:clrMapOvr>
  <p:hf sldNum="0"/>
</p:sldLayout>
</file>

<file path=ppt/slideLayouts/slideLayout15.xml><?xml version="1.0" encoding="utf-8"?>
<p:sldLayout xmlns:p="http://schemas.openxmlformats.org/presentationml/2006/main" xmlns:a="http://schemas.openxmlformats.org/drawingml/2006/main" xmlns:r="http://schemas.openxmlformats.org/officeDocument/2006/relationships" showMasterSp="0" preserve="1">
  <p:cSld name="自定义版式">
    <p:bg>
      <p:bgPr>
        <a:solidFill>
          <a:schemeClr val="bg1"/>
        </a:solidFill>
      </p:bgPr>
    </p:bg>
    <p:spTree>
      <p:nvGrpSpPr>
        <p:cNvPr id="1" name=""/>
        <p:cNvGrpSpPr/>
        <p:nvPr/>
      </p:nvGrpSpPr>
      <p:grpSpPr>
        <a:xfrm>
          <a:off x="0" y="0"/>
          <a:ext cx="0" cy="0"/>
          <a:chOff x="0" y="0"/>
          <a:chExt cx="0" cy="0"/>
        </a:xfrm>
      </p:grpSpPr>
      <p:grpSp>
        <p:nvGrpSpPr>
          <p:cNvPr id="306" name="Combination"/>
          <p:cNvGrpSpPr>
            <a:grpSpLocks/>
          </p:cNvGrpSpPr>
          <p:nvPr/>
        </p:nvGrpSpPr>
        <p:grpSpPr>
          <a:xfrm>
            <a:off x="11728422" y="0"/>
            <a:ext cx="158777" cy="6858000"/>
            <a:chOff x="11728422" y="0"/>
            <a:chExt cx="158777" cy="6858000"/>
          </a:xfrm>
        </p:grpSpPr>
        <p:sp>
          <p:nvSpPr>
            <p:cNvPr id="304" name="曲线"/>
            <p:cNvSpPr>
              <a:spLocks/>
            </p:cNvSpPr>
            <p:nvPr/>
          </p:nvSpPr>
          <p:spPr>
            <a:xfrm rot="0">
              <a:off x="11728422" y="118468"/>
              <a:ext cx="158777" cy="6739531"/>
            </a:xfrm>
            <a:custGeom>
              <a:gdLst>
                <a:gd name="T1" fmla="*/ 0 w 21600"/>
                <a:gd name="T2" fmla="*/ 0 h 21600"/>
                <a:gd name="T3" fmla="*/ 21600 w 21600"/>
                <a:gd name="T4" fmla="*/ 21600 h 21600"/>
              </a:gdLst>
              <a:rect l="T1" t="T2" r="T3" b="T4"/>
              <a:pathLst>
                <a:path w="21600" h="21600">
                  <a:moveTo>
                    <a:pt x="0" y="0"/>
                  </a:moveTo>
                  <a:lnTo>
                    <a:pt x="21600" y="0"/>
                  </a:lnTo>
                  <a:lnTo>
                    <a:pt x="21600" y="21600"/>
                  </a:lnTo>
                  <a:lnTo>
                    <a:pt x="0" y="21600"/>
                  </a:lnTo>
                  <a:close/>
                </a:path>
              </a:pathLst>
            </a:custGeom>
            <a:solidFill>
              <a:srgbClr val="901042"/>
            </a:solidFill>
            <a:ln cmpd="sng" cap="flat">
              <a:noFill/>
              <a:prstDash val="solid"/>
              <a:round/>
            </a:ln>
          </p:spPr>
        </p:sp>
        <p:sp>
          <p:nvSpPr>
            <p:cNvPr id="305" name="Rectangles"/>
            <p:cNvSpPr>
              <a:spLocks/>
            </p:cNvSpPr>
            <p:nvPr/>
          </p:nvSpPr>
          <p:spPr>
            <a:xfrm rot="0">
              <a:off x="11728422" y="0"/>
              <a:ext cx="158777" cy="6858000"/>
            </a:xfrm>
            <a:prstGeom prst="rect"/>
            <a:noFill/>
            <a:ln w="12700" cmpd="sng" cap="flat">
              <a:noFill/>
              <a:prstDash val="solid"/>
              <a:round/>
            </a:ln>
          </p:spPr>
        </p:sp>
      </p:grpSp>
      <p:sp>
        <p:nvSpPr>
          <p:cNvPr id="307" name="曲线"/>
          <p:cNvSpPr>
            <a:spLocks/>
          </p:cNvSpPr>
          <p:nvPr/>
        </p:nvSpPr>
        <p:spPr>
          <a:xfrm rot="0">
            <a:off x="631246" y="225437"/>
            <a:ext cx="1577796" cy="536562"/>
          </a:xfrm>
          <a:custGeom>
            <a:gdLst>
              <a:gd name="T1" fmla="*/ 0 w 21600"/>
              <a:gd name="T2" fmla="*/ 0 h 21600"/>
              <a:gd name="T3" fmla="*/ 21600 w 21600"/>
              <a:gd name="T4" fmla="*/ 21600 h 21600"/>
            </a:gdLst>
            <a:rect l="T1" t="T2" r="T3" b="T4"/>
            <a:pathLst>
              <a:path w="21600" h="21600">
                <a:moveTo>
                  <a:pt x="0" y="0"/>
                </a:moveTo>
                <a:lnTo>
                  <a:pt x="21600" y="0"/>
                </a:lnTo>
                <a:lnTo>
                  <a:pt x="21600" y="21600"/>
                </a:lnTo>
                <a:lnTo>
                  <a:pt x="0" y="21600"/>
                </a:lnTo>
                <a:lnTo>
                  <a:pt x="0" y="0"/>
                </a:lnTo>
                <a:close/>
              </a:path>
            </a:pathLst>
          </a:custGeom>
          <a:blipFill rotWithShape="1">
            <a:blip r:embed="rId2">
              <a:alphaModFix amt="0"/>
            </a:blip>
            <a:stretch/>
          </a:blipFill>
          <a:ln cmpd="sng" cap="flat">
            <a:noFill/>
            <a:prstDash val="solid"/>
            <a:round/>
          </a:ln>
        </p:spPr>
      </p:sp>
      <p:sp>
        <p:nvSpPr>
          <p:cNvPr id="308" name="Rectangles"/>
          <p:cNvSpPr>
            <a:spLocks/>
          </p:cNvSpPr>
          <p:nvPr/>
        </p:nvSpPr>
        <p:spPr>
          <a:xfrm rot="0">
            <a:off x="609476" y="6356352"/>
            <a:ext cx="3860799" cy="306705"/>
          </a:xfrm>
          <a:prstGeom prst="rect"/>
          <a:noFill/>
          <a:ln w="12700" cmpd="sng" cap="flat">
            <a:noFill/>
            <a:prstDash val="solid"/>
            <a:round/>
          </a:ln>
        </p:spPr>
        <p:txBody>
          <a:bodyPr vert="horz" wrap="square" lIns="0" tIns="0" rIns="0" bIns="0" anchor="t" anchorCtr="0">
            <a:prstTxWarp prst="textNoShape"/>
            <a:spAutoFit/>
          </a:bodyPr>
          <a:lstStyle/>
          <a:p>
            <a:pPr marL="0" indent="0" algn="l">
              <a:lnSpc>
                <a:spcPct val="140000"/>
              </a:lnSpc>
              <a:spcBef>
                <a:spcPts val="0"/>
              </a:spcBef>
              <a:spcAft>
                <a:spcPts val="0"/>
              </a:spcAft>
              <a:buNone/>
            </a:pPr>
            <a:r>
              <a:rPr lang="en-US" altLang="zh-CN" sz="1500" b="1" i="1" u="none" strike="noStrike" kern="1200" cap="none" spc="0" baseline="0">
                <a:solidFill>
                  <a:srgbClr val="901042"/>
                </a:solidFill>
                <a:latin typeface="Poppins" pitchFamily="0" charset="0"/>
                <a:ea typeface="Poppins" pitchFamily="0" charset="0"/>
                <a:cs typeface="Poppins" pitchFamily="0" charset="0"/>
                <a:sym typeface="Poppins" pitchFamily="0" charset="0"/>
              </a:rPr>
              <a:t>Innovating Sustainable Solutions</a:t>
            </a:r>
            <a:endParaRPr lang="zh-CN" altLang="en-US" sz="1500" b="1" i="1" u="none" strike="noStrike" kern="1200" cap="none" spc="0" baseline="0">
              <a:solidFill>
                <a:srgbClr val="901042"/>
              </a:solidFill>
              <a:latin typeface="Calibri" pitchFamily="34" charset="0"/>
              <a:ea typeface="MS PGothic" pitchFamily="34" charset="-128"/>
              <a:cs typeface="Calibri" pitchFamily="34" charset="0"/>
            </a:endParaRPr>
          </a:p>
        </p:txBody>
      </p:sp>
      <p:sp>
        <p:nvSpPr>
          <p:cNvPr id="309" name="Text box"/>
          <p:cNvSpPr>
            <a:spLocks noGrp="1"/>
          </p:cNvSpPr>
          <p:nvPr>
            <p:ph type="title"/>
          </p:nvPr>
        </p:nvSpPr>
        <p:spPr>
          <a:xfrm rot="0">
            <a:off x="963083" y="4406901"/>
            <a:ext cx="10363199" cy="1362075"/>
          </a:xfrm>
          <a:prstGeom prst="rect"/>
          <a:noFill/>
          <a:ln w="12700" cmpd="sng" cap="flat">
            <a:noFill/>
            <a:prstDash val="solid"/>
            <a:round/>
          </a:ln>
        </p:spPr>
        <p:txBody>
          <a:bodyPr vert="horz" wrap="square" lIns="91440" tIns="45720" rIns="91440" bIns="45720" anchor="t" anchorCtr="0">
            <a:prstTxWarp prst="textNoShape"/>
          </a:bodyPr>
          <a:lstStyle/>
          <a:p>
            <a:pPr algn="l"/>
            <a:r>
              <a:rPr lang="en-US" altLang="zh-CN" sz="4000" b="1" cap="all"/>
              <a:t>Click to edit Master title style</a:t>
            </a:r>
            <a:endParaRPr lang="zh-CN" altLang="en-US" sz="4000" b="1" cap="all"/>
          </a:p>
        </p:txBody>
      </p:sp>
      <p:sp>
        <p:nvSpPr>
          <p:cNvPr id="310" name="Text box"/>
          <p:cNvSpPr>
            <a:spLocks noGrp="1"/>
          </p:cNvSpPr>
          <p:nvPr>
            <p:ph type="body" idx="1"/>
          </p:nvPr>
        </p:nvSpPr>
        <p:spPr>
          <a:xfrm rot="0">
            <a:off x="963083" y="2906713"/>
            <a:ext cx="10363199" cy="1500187"/>
          </a:xfrm>
          <a:prstGeom prst="rect"/>
          <a:noFill/>
          <a:ln w="12700" cmpd="sng" cap="flat">
            <a:noFill/>
            <a:prstDash val="solid"/>
            <a:round/>
          </a:ln>
        </p:spPr>
        <p:txBody>
          <a:bodyPr vert="horz" wrap="square" lIns="91440" tIns="45720" rIns="91440" bIns="45720" anchor="b" anchorCtr="0">
            <a:prstTxWarp prst="textNoShape"/>
          </a:bodyPr>
          <a:lstStyle/>
          <a:p>
            <a:pPr marL="0" indent="0">
              <a:buNone/>
            </a:pPr>
            <a:r>
              <a:rPr lang="en-US" altLang="zh-CN" sz="2000">
                <a:solidFill>
                  <a:srgbClr val="898989"/>
                </a:solidFill>
              </a:rPr>
              <a:t>Click to edit Master text styles</a:t>
            </a:r>
            <a:endParaRPr lang="zh-CN" altLang="en-US" sz="2000">
              <a:solidFill>
                <a:srgbClr val="898989"/>
              </a:solidFill>
            </a:endParaRPr>
          </a:p>
        </p:txBody>
      </p:sp>
      <p:sp>
        <p:nvSpPr>
          <p:cNvPr id="311" name="Text box"/>
          <p:cNvSpPr>
            <a:spLocks noGrp="1"/>
          </p:cNvSpPr>
          <p:nvPr>
            <p:ph type="dt" idx="10"/>
          </p:nvPr>
        </p:nvSpPr>
        <p:spPr>
          <a:xfrm rot="0">
            <a:off x="609600" y="6356351"/>
            <a:ext cx="2844800" cy="365125"/>
          </a:xfrm>
          <a:prstGeom prst="rect"/>
          <a:noFill/>
          <a:ln w="12700" cmpd="sng" cap="flat">
            <a:noFill/>
            <a:prstDash val="solid"/>
            <a:miter/>
          </a:ln>
        </p:spPr>
        <p:txBody>
          <a:bodyPr vert="horz" wrap="square" lIns="91440" tIns="45720" rIns="91440" bIns="45720" anchor="ctr" anchorCtr="0">
            <a:prstTxWarp prst="textNoShape"/>
          </a:bodyPr>
          <a:lstStyle/>
          <a:p>
            <a:fld id="{CAD2D6BD-DE1B-4B5F-8B41-2702339687B9}" type="datetime1">
              <a:rPr lang="en-US" altLang="zh-CN" sz="1200">
                <a:solidFill>
                  <a:srgbClr val="898989"/>
                </a:solidFill>
                <a:latin typeface="Calibri" pitchFamily="34" charset="0"/>
                <a:ea typeface="MS PGothic" pitchFamily="34" charset="-128"/>
                <a:cs typeface="Arial" pitchFamily="34" charset="0"/>
              </a:rPr>
              <a:t>4/16/2026</a:t>
            </a:fld>
            <a:endParaRPr lang="zh-CN" altLang="en-US" sz="1200">
              <a:solidFill>
                <a:srgbClr val="898989"/>
              </a:solidFill>
              <a:latin typeface="Calibri" pitchFamily="34" charset="0"/>
              <a:ea typeface="MS PGothic" pitchFamily="34" charset="-128"/>
              <a:cs typeface="Arial" pitchFamily="34" charset="0"/>
            </a:endParaRPr>
          </a:p>
        </p:txBody>
      </p:sp>
      <p:sp>
        <p:nvSpPr>
          <p:cNvPr id="312" name="Text box"/>
          <p:cNvSpPr>
            <a:spLocks noGrp="1"/>
          </p:cNvSpPr>
          <p:nvPr>
            <p:ph type="ftr" idx="11"/>
          </p:nvPr>
        </p:nvSpPr>
        <p:spPr>
          <a:xfrm rot="0">
            <a:off x="4165600" y="6356351"/>
            <a:ext cx="3860799" cy="365125"/>
          </a:xfrm>
          <a:prstGeom prst="rect"/>
          <a:noFill/>
          <a:ln w="12700" cmpd="sng" cap="flat">
            <a:noFill/>
            <a:prstDash val="solid"/>
            <a:miter/>
          </a:ln>
        </p:spPr>
        <p:txBody>
          <a:bodyPr vert="horz" wrap="square" lIns="91440" tIns="45720" rIns="91440" bIns="45720" anchor="ctr" anchorCtr="0">
            <a:prstTxWarp prst="textNoShape"/>
          </a:bodyPr>
          <a:lstStyle/>
          <a:p>
            <a:pPr algn="ctr" fontAlgn="auto">
              <a:spcBef>
                <a:spcPts val="0"/>
              </a:spcBef>
              <a:spcAft>
                <a:spcPts val="0"/>
              </a:spcAft>
            </a:pPr>
            <a:endParaRPr lang="zh-CN" altLang="en-US" sz="1200">
              <a:solidFill>
                <a:srgbClr val="898989"/>
              </a:solidFill>
              <a:latin typeface="Calibri" pitchFamily="34" charset="0"/>
              <a:ea typeface="宋体" pitchFamily="0" charset="0"/>
              <a:cs typeface="Calibri" pitchFamily="34" charset="0"/>
            </a:endParaRPr>
          </a:p>
        </p:txBody>
      </p:sp>
      <p:sp>
        <p:nvSpPr>
          <p:cNvPr id="313" name="Text box"/>
          <p:cNvSpPr>
            <a:spLocks noGrp="1"/>
          </p:cNvSpPr>
          <p:nvPr>
            <p:ph type="sldNum" idx="12"/>
          </p:nvPr>
        </p:nvSpPr>
        <p:spPr>
          <a:xfrm rot="0">
            <a:off x="8737600" y="6356351"/>
            <a:ext cx="2844798" cy="365125"/>
          </a:xfrm>
          <a:prstGeom prst="rect"/>
          <a:noFill/>
          <a:ln w="12700" cmpd="sng" cap="flat">
            <a:noFill/>
            <a:prstDash val="solid"/>
            <a:miter/>
          </a:ln>
        </p:spPr>
        <p:txBody>
          <a:bodyPr vert="horz" wrap="square" lIns="91440" tIns="45720" rIns="91440" bIns="45720" anchor="ctr" anchorCtr="0">
            <a:prstTxWarp prst="textNoShape"/>
          </a:bodyPr>
          <a:lstStyle/>
          <a:p>
            <a:pPr algn="r"/>
            <a:fld id="{CAD2D6BD-DE1B-4B5F-8B41-2702339687B9}" type="slidenum">
              <a:rPr lang="en-US" altLang="zh-CN" sz="1200" b="0" i="0" u="none" strike="noStrike" kern="1200" cap="none" spc="0" baseline="0">
                <a:solidFill>
                  <a:srgbClr val="898989"/>
                </a:solidFill>
                <a:latin typeface="Calibri" pitchFamily="34" charset="0"/>
                <a:ea typeface="MS PGothic" pitchFamily="34" charset="-128"/>
                <a:cs typeface="Arial" pitchFamily="34" charset="0"/>
              </a:rPr>
              <a:t>&lt;#&gt;</a:t>
            </a:fld>
            <a:endParaRPr lang="zh-CN" altLang="en-US" sz="1200">
              <a:solidFill>
                <a:srgbClr val="898989"/>
              </a:solidFill>
              <a:latin typeface="Calibri" pitchFamily="34" charset="0"/>
              <a:ea typeface="MS PGothic" pitchFamily="34" charset="-128"/>
              <a:cs typeface="Arial" pitchFamily="34" charset="0"/>
            </a:endParaRPr>
          </a:p>
        </p:txBody>
      </p:sp>
    </p:spTree>
    <p:extLst>
      <p:ext uri="{BB962C8B-B14F-4D97-AF65-F5344CB8AC3E}">
        <p14:creationId xmlns:p14="http://schemas.microsoft.com/office/powerpoint/2010/main" val="178345205"/>
      </p:ext>
    </p:extLst>
  </p:cSld>
  <p:clrMapOvr>
    <a:masterClrMapping/>
  </p:clrMapOvr>
  <p:hf sldNum="0"/>
</p:sldLayout>
</file>

<file path=ppt/slideLayouts/slideLayout16.xml><?xml version="1.0" encoding="utf-8"?>
<p:sldLayout xmlns:p="http://schemas.openxmlformats.org/presentationml/2006/main" xmlns:a="http://schemas.openxmlformats.org/drawingml/2006/main" xmlns:r="http://schemas.openxmlformats.org/officeDocument/2006/relationships" showMasterSp="0" preserve="1">
  <p:cSld name="自定义版式">
    <p:bg>
      <p:bgPr>
        <a:solidFill>
          <a:schemeClr val="bg1"/>
        </a:solidFill>
      </p:bgPr>
    </p:bg>
    <p:spTree>
      <p:nvGrpSpPr>
        <p:cNvPr id="1" name=""/>
        <p:cNvGrpSpPr/>
        <p:nvPr/>
      </p:nvGrpSpPr>
      <p:grpSpPr>
        <a:xfrm>
          <a:off x="0" y="0"/>
          <a:ext cx="0" cy="0"/>
          <a:chOff x="0" y="0"/>
          <a:chExt cx="0" cy="0"/>
        </a:xfrm>
      </p:grpSpPr>
      <p:grpSp>
        <p:nvGrpSpPr>
          <p:cNvPr id="703" name="Combination"/>
          <p:cNvGrpSpPr>
            <a:grpSpLocks/>
          </p:cNvGrpSpPr>
          <p:nvPr/>
        </p:nvGrpSpPr>
        <p:grpSpPr>
          <a:xfrm>
            <a:off x="11728422" y="0"/>
            <a:ext cx="158777" cy="6858000"/>
            <a:chOff x="11728422" y="0"/>
            <a:chExt cx="158777" cy="6858000"/>
          </a:xfrm>
        </p:grpSpPr>
        <p:sp>
          <p:nvSpPr>
            <p:cNvPr id="701" name="曲线"/>
            <p:cNvSpPr>
              <a:spLocks/>
            </p:cNvSpPr>
            <p:nvPr/>
          </p:nvSpPr>
          <p:spPr>
            <a:xfrm rot="0">
              <a:off x="11728422" y="118468"/>
              <a:ext cx="158777" cy="6739531"/>
            </a:xfrm>
            <a:custGeom>
              <a:gdLst>
                <a:gd name="T1" fmla="*/ 0 w 21600"/>
                <a:gd name="T2" fmla="*/ 0 h 21600"/>
                <a:gd name="T3" fmla="*/ 21600 w 21600"/>
                <a:gd name="T4" fmla="*/ 21600 h 21600"/>
              </a:gdLst>
              <a:rect l="T1" t="T2" r="T3" b="T4"/>
              <a:pathLst>
                <a:path w="21600" h="21600">
                  <a:moveTo>
                    <a:pt x="0" y="0"/>
                  </a:moveTo>
                  <a:lnTo>
                    <a:pt x="21600" y="0"/>
                  </a:lnTo>
                  <a:lnTo>
                    <a:pt x="21600" y="21600"/>
                  </a:lnTo>
                  <a:lnTo>
                    <a:pt x="0" y="21600"/>
                  </a:lnTo>
                  <a:close/>
                </a:path>
              </a:pathLst>
            </a:custGeom>
            <a:solidFill>
              <a:srgbClr val="901042"/>
            </a:solidFill>
            <a:ln cmpd="sng" cap="flat">
              <a:noFill/>
              <a:prstDash val="solid"/>
              <a:round/>
            </a:ln>
          </p:spPr>
        </p:sp>
        <p:sp>
          <p:nvSpPr>
            <p:cNvPr id="702" name="Rectangles"/>
            <p:cNvSpPr>
              <a:spLocks/>
            </p:cNvSpPr>
            <p:nvPr/>
          </p:nvSpPr>
          <p:spPr>
            <a:xfrm rot="0">
              <a:off x="11728422" y="0"/>
              <a:ext cx="158777" cy="6858000"/>
            </a:xfrm>
            <a:prstGeom prst="rect"/>
            <a:noFill/>
            <a:ln w="12700" cmpd="sng" cap="flat">
              <a:noFill/>
              <a:prstDash val="solid"/>
              <a:round/>
            </a:ln>
          </p:spPr>
        </p:sp>
      </p:grpSp>
      <p:sp>
        <p:nvSpPr>
          <p:cNvPr id="704" name="曲线"/>
          <p:cNvSpPr>
            <a:spLocks/>
          </p:cNvSpPr>
          <p:nvPr/>
        </p:nvSpPr>
        <p:spPr>
          <a:xfrm rot="0">
            <a:off x="631246" y="225437"/>
            <a:ext cx="1577796" cy="536562"/>
          </a:xfrm>
          <a:custGeom>
            <a:gdLst>
              <a:gd name="T1" fmla="*/ 0 w 21600"/>
              <a:gd name="T2" fmla="*/ 0 h 21600"/>
              <a:gd name="T3" fmla="*/ 21600 w 21600"/>
              <a:gd name="T4" fmla="*/ 21600 h 21600"/>
            </a:gdLst>
            <a:rect l="T1" t="T2" r="T3" b="T4"/>
            <a:pathLst>
              <a:path w="21600" h="21600">
                <a:moveTo>
                  <a:pt x="0" y="0"/>
                </a:moveTo>
                <a:lnTo>
                  <a:pt x="21600" y="0"/>
                </a:lnTo>
                <a:lnTo>
                  <a:pt x="21600" y="21600"/>
                </a:lnTo>
                <a:lnTo>
                  <a:pt x="0" y="21600"/>
                </a:lnTo>
                <a:lnTo>
                  <a:pt x="0" y="0"/>
                </a:lnTo>
                <a:close/>
              </a:path>
            </a:pathLst>
          </a:custGeom>
          <a:blipFill rotWithShape="1">
            <a:blip r:embed="rId2">
              <a:alphaModFix amt="0"/>
            </a:blip>
            <a:stretch/>
          </a:blipFill>
          <a:ln cmpd="sng" cap="flat">
            <a:noFill/>
            <a:prstDash val="solid"/>
            <a:round/>
          </a:ln>
        </p:spPr>
      </p:sp>
      <p:sp>
        <p:nvSpPr>
          <p:cNvPr id="705" name="Rectangles"/>
          <p:cNvSpPr>
            <a:spLocks/>
          </p:cNvSpPr>
          <p:nvPr/>
        </p:nvSpPr>
        <p:spPr>
          <a:xfrm rot="0">
            <a:off x="609476" y="6356352"/>
            <a:ext cx="3860799" cy="306705"/>
          </a:xfrm>
          <a:prstGeom prst="rect"/>
          <a:noFill/>
          <a:ln w="12700" cmpd="sng" cap="flat">
            <a:noFill/>
            <a:prstDash val="solid"/>
            <a:round/>
          </a:ln>
        </p:spPr>
        <p:txBody>
          <a:bodyPr vert="horz" wrap="square" lIns="0" tIns="0" rIns="0" bIns="0" anchor="t" anchorCtr="0">
            <a:prstTxWarp prst="textNoShape"/>
            <a:spAutoFit/>
          </a:bodyPr>
          <a:lstStyle/>
          <a:p>
            <a:pPr marL="0" indent="0" algn="l">
              <a:lnSpc>
                <a:spcPct val="140000"/>
              </a:lnSpc>
              <a:spcBef>
                <a:spcPts val="0"/>
              </a:spcBef>
              <a:spcAft>
                <a:spcPts val="0"/>
              </a:spcAft>
              <a:buNone/>
            </a:pPr>
            <a:r>
              <a:rPr lang="en-US" altLang="zh-CN" sz="1500" b="1" i="1" u="none" strike="noStrike" kern="1200" cap="none" spc="0" baseline="0">
                <a:solidFill>
                  <a:srgbClr val="901042"/>
                </a:solidFill>
                <a:latin typeface="Poppins" pitchFamily="0" charset="0"/>
                <a:ea typeface="Poppins" pitchFamily="0" charset="0"/>
                <a:cs typeface="Poppins" pitchFamily="0" charset="0"/>
                <a:sym typeface="Poppins" pitchFamily="0" charset="0"/>
              </a:rPr>
              <a:t>Innovating Sustainable Solutions</a:t>
            </a:r>
            <a:endParaRPr lang="zh-CN" altLang="en-US" sz="1500" b="1" i="1" u="none" strike="noStrike" kern="1200" cap="none" spc="0" baseline="0">
              <a:solidFill>
                <a:srgbClr val="901042"/>
              </a:solidFill>
              <a:latin typeface="Calibri" pitchFamily="34" charset="0"/>
              <a:ea typeface="MS PGothic" pitchFamily="34" charset="-128"/>
              <a:cs typeface="Calibri" pitchFamily="34" charset="0"/>
            </a:endParaRPr>
          </a:p>
        </p:txBody>
      </p:sp>
      <p:sp>
        <p:nvSpPr>
          <p:cNvPr id="706" name="Text box"/>
          <p:cNvSpPr>
            <a:spLocks noGrp="1"/>
          </p:cNvSpPr>
          <p:nvPr>
            <p:ph type="title"/>
          </p:nvPr>
        </p:nvSpPr>
        <p:spPr>
          <a:xfrm rot="0">
            <a:off x="2235200" y="152400"/>
            <a:ext cx="9042402" cy="1143000"/>
          </a:xfrm>
          <a:prstGeom prst="rect"/>
          <a:noFill/>
          <a:ln w="12700" cmpd="sng" cap="flat">
            <a:noFill/>
            <a:prstDash val="solid"/>
            <a:round/>
          </a:ln>
        </p:spPr>
        <p:txBody>
          <a:bodyPr vert="horz" wrap="square" lIns="91440" tIns="45720" rIns="91440" bIns="45720" anchor="ctr" anchorCtr="0">
            <a:prstTxWarp prst="textNoShape"/>
          </a:bodyPr>
          <a:lstStyle/>
          <a:p>
            <a:r>
              <a:rPr lang="en-US" altLang="zh-CN"/>
              <a:t>Click to edit Master title style</a:t>
            </a:r>
            <a:endParaRPr lang="zh-CN" altLang="en-US"/>
          </a:p>
        </p:txBody>
      </p:sp>
      <p:sp>
        <p:nvSpPr>
          <p:cNvPr id="707" name="Text box"/>
          <p:cNvSpPr>
            <a:spLocks noGrp="1"/>
          </p:cNvSpPr>
          <p:nvPr>
            <p:ph type="body" idx="1"/>
          </p:nvPr>
        </p:nvSpPr>
        <p:spPr>
          <a:xfrm rot="0">
            <a:off x="812800" y="1981200"/>
            <a:ext cx="5130800" cy="4114800"/>
          </a:xfrm>
          <a:prstGeom prst="rect"/>
          <a:noFill/>
          <a:ln w="12700" cmpd="sng" cap="flat">
            <a:noFill/>
            <a:prstDash val="solid"/>
            <a:round/>
          </a:ln>
        </p:spPr>
        <p:txBody>
          <a:bodyPr vert="horz" wrap="square" lIns="91440" tIns="45720" rIns="91440" bIns="45720" anchor="t" anchorCtr="0">
            <a:prstTxWarp prst="textNoShape"/>
          </a:bodyPr>
          <a:lstStyle/>
          <a:p>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708" name="Text box"/>
          <p:cNvSpPr>
            <a:spLocks noGrp="1"/>
          </p:cNvSpPr>
          <p:nvPr>
            <p:ph type="body" idx="2"/>
          </p:nvPr>
        </p:nvSpPr>
        <p:spPr>
          <a:xfrm rot="0">
            <a:off x="6146800" y="1981200"/>
            <a:ext cx="5130800" cy="4114800"/>
          </a:xfrm>
          <a:prstGeom prst="rect"/>
          <a:noFill/>
          <a:ln w="12700" cmpd="sng" cap="flat">
            <a:noFill/>
            <a:prstDash val="solid"/>
            <a:round/>
          </a:ln>
        </p:spPr>
        <p:txBody>
          <a:bodyPr vert="horz" wrap="square" lIns="91440" tIns="45720" rIns="91440" bIns="45720" anchor="t" anchorCtr="0">
            <a:prstTxWarp prst="textNoShape"/>
          </a:bodyPr>
          <a:lstStyle/>
          <a:p>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Tree>
    <p:extLst>
      <p:ext uri="{BB962C8B-B14F-4D97-AF65-F5344CB8AC3E}">
        <p14:creationId xmlns:p14="http://schemas.microsoft.com/office/powerpoint/2010/main" val="576112824"/>
      </p:ext>
    </p:extLst>
  </p:cSld>
  <p:clrMapOvr>
    <a:masterClrMapping/>
  </p:clrMapOvr>
  <p:hf sldNum="0"/>
</p:sldLayout>
</file>

<file path=ppt/slideLayouts/slideLayout17.xml><?xml version="1.0" encoding="utf-8"?>
<p:sldLayout xmlns:p="http://schemas.openxmlformats.org/presentationml/2006/main" xmlns:a="http://schemas.openxmlformats.org/drawingml/2006/main" xmlns:r="http://schemas.openxmlformats.org/officeDocument/2006/relationships" showMasterSp="0" preserve="1">
  <p:cSld name="自定义版式">
    <p:bg>
      <p:bgPr>
        <a:solidFill>
          <a:schemeClr val="bg1"/>
        </a:solidFill>
      </p:bgPr>
    </p:bg>
    <p:spTree>
      <p:nvGrpSpPr>
        <p:cNvPr id="1" name=""/>
        <p:cNvGrpSpPr/>
        <p:nvPr/>
      </p:nvGrpSpPr>
      <p:grpSpPr>
        <a:xfrm>
          <a:off x="0" y="0"/>
          <a:ext cx="0" cy="0"/>
          <a:chOff x="0" y="0"/>
          <a:chExt cx="0" cy="0"/>
        </a:xfrm>
      </p:grpSpPr>
      <p:grpSp>
        <p:nvGrpSpPr>
          <p:cNvPr id="1005" name="Combination"/>
          <p:cNvGrpSpPr>
            <a:grpSpLocks/>
          </p:cNvGrpSpPr>
          <p:nvPr/>
        </p:nvGrpSpPr>
        <p:grpSpPr>
          <a:xfrm>
            <a:off x="11728422" y="0"/>
            <a:ext cx="158777" cy="6858000"/>
            <a:chOff x="11728422" y="0"/>
            <a:chExt cx="158777" cy="6858000"/>
          </a:xfrm>
        </p:grpSpPr>
        <p:sp>
          <p:nvSpPr>
            <p:cNvPr id="1003" name="曲线"/>
            <p:cNvSpPr>
              <a:spLocks/>
            </p:cNvSpPr>
            <p:nvPr/>
          </p:nvSpPr>
          <p:spPr>
            <a:xfrm rot="0">
              <a:off x="11728422" y="118468"/>
              <a:ext cx="158777" cy="6739531"/>
            </a:xfrm>
            <a:custGeom>
              <a:gdLst>
                <a:gd name="T1" fmla="*/ 0 w 21600"/>
                <a:gd name="T2" fmla="*/ 0 h 21600"/>
                <a:gd name="T3" fmla="*/ 21600 w 21600"/>
                <a:gd name="T4" fmla="*/ 21600 h 21600"/>
              </a:gdLst>
              <a:rect l="T1" t="T2" r="T3" b="T4"/>
              <a:pathLst>
                <a:path w="21600" h="21600">
                  <a:moveTo>
                    <a:pt x="0" y="0"/>
                  </a:moveTo>
                  <a:lnTo>
                    <a:pt x="21600" y="0"/>
                  </a:lnTo>
                  <a:lnTo>
                    <a:pt x="21600" y="21600"/>
                  </a:lnTo>
                  <a:lnTo>
                    <a:pt x="0" y="21600"/>
                  </a:lnTo>
                  <a:close/>
                </a:path>
              </a:pathLst>
            </a:custGeom>
            <a:solidFill>
              <a:srgbClr val="901042"/>
            </a:solidFill>
            <a:ln cmpd="sng" cap="flat">
              <a:noFill/>
              <a:prstDash val="solid"/>
              <a:round/>
            </a:ln>
          </p:spPr>
        </p:sp>
        <p:sp>
          <p:nvSpPr>
            <p:cNvPr id="1004" name="Rectangles"/>
            <p:cNvSpPr>
              <a:spLocks/>
            </p:cNvSpPr>
            <p:nvPr/>
          </p:nvSpPr>
          <p:spPr>
            <a:xfrm rot="0">
              <a:off x="11728422" y="0"/>
              <a:ext cx="158777" cy="6858000"/>
            </a:xfrm>
            <a:prstGeom prst="rect"/>
            <a:noFill/>
            <a:ln w="12700" cmpd="sng" cap="flat">
              <a:noFill/>
              <a:prstDash val="solid"/>
              <a:round/>
            </a:ln>
          </p:spPr>
        </p:sp>
      </p:grpSp>
      <p:sp>
        <p:nvSpPr>
          <p:cNvPr id="1006" name="曲线"/>
          <p:cNvSpPr>
            <a:spLocks/>
          </p:cNvSpPr>
          <p:nvPr/>
        </p:nvSpPr>
        <p:spPr>
          <a:xfrm rot="0">
            <a:off x="631246" y="225437"/>
            <a:ext cx="1577796" cy="536562"/>
          </a:xfrm>
          <a:custGeom>
            <a:gdLst>
              <a:gd name="T1" fmla="*/ 0 w 21600"/>
              <a:gd name="T2" fmla="*/ 0 h 21600"/>
              <a:gd name="T3" fmla="*/ 21600 w 21600"/>
              <a:gd name="T4" fmla="*/ 21600 h 21600"/>
            </a:gdLst>
            <a:rect l="T1" t="T2" r="T3" b="T4"/>
            <a:pathLst>
              <a:path w="21600" h="21600">
                <a:moveTo>
                  <a:pt x="0" y="0"/>
                </a:moveTo>
                <a:lnTo>
                  <a:pt x="21600" y="0"/>
                </a:lnTo>
                <a:lnTo>
                  <a:pt x="21600" y="21600"/>
                </a:lnTo>
                <a:lnTo>
                  <a:pt x="0" y="21600"/>
                </a:lnTo>
                <a:lnTo>
                  <a:pt x="0" y="0"/>
                </a:lnTo>
                <a:close/>
              </a:path>
            </a:pathLst>
          </a:custGeom>
          <a:blipFill rotWithShape="1">
            <a:blip r:embed="rId2">
              <a:alphaModFix amt="0"/>
            </a:blip>
            <a:stretch/>
          </a:blipFill>
          <a:ln cmpd="sng" cap="flat">
            <a:noFill/>
            <a:prstDash val="solid"/>
            <a:round/>
          </a:ln>
        </p:spPr>
      </p:sp>
      <p:sp>
        <p:nvSpPr>
          <p:cNvPr id="1007" name="Rectangles"/>
          <p:cNvSpPr>
            <a:spLocks/>
          </p:cNvSpPr>
          <p:nvPr/>
        </p:nvSpPr>
        <p:spPr>
          <a:xfrm rot="0">
            <a:off x="609476" y="6356352"/>
            <a:ext cx="3860799" cy="306705"/>
          </a:xfrm>
          <a:prstGeom prst="rect"/>
          <a:noFill/>
          <a:ln w="12700" cmpd="sng" cap="flat">
            <a:noFill/>
            <a:prstDash val="solid"/>
            <a:round/>
          </a:ln>
        </p:spPr>
        <p:txBody>
          <a:bodyPr vert="horz" wrap="square" lIns="0" tIns="0" rIns="0" bIns="0" anchor="t" anchorCtr="0">
            <a:prstTxWarp prst="textNoShape"/>
            <a:spAutoFit/>
          </a:bodyPr>
          <a:lstStyle/>
          <a:p>
            <a:pPr marL="0" indent="0" algn="l">
              <a:lnSpc>
                <a:spcPct val="140000"/>
              </a:lnSpc>
              <a:spcBef>
                <a:spcPts val="0"/>
              </a:spcBef>
              <a:spcAft>
                <a:spcPts val="0"/>
              </a:spcAft>
              <a:buNone/>
            </a:pPr>
            <a:r>
              <a:rPr lang="en-US" altLang="zh-CN" sz="1500" b="1" i="1" u="none" strike="noStrike" kern="1200" cap="none" spc="0" baseline="0">
                <a:solidFill>
                  <a:srgbClr val="901042"/>
                </a:solidFill>
                <a:latin typeface="Poppins" pitchFamily="0" charset="0"/>
                <a:ea typeface="Poppins" pitchFamily="0" charset="0"/>
                <a:cs typeface="Poppins" pitchFamily="0" charset="0"/>
                <a:sym typeface="Poppins" pitchFamily="0" charset="0"/>
              </a:rPr>
              <a:t>Innovating Sustainable Solutions</a:t>
            </a:r>
            <a:endParaRPr lang="zh-CN" altLang="en-US" sz="1500" b="1" i="1" u="none" strike="noStrike" kern="1200" cap="none" spc="0" baseline="0">
              <a:solidFill>
                <a:srgbClr val="901042"/>
              </a:solidFill>
              <a:latin typeface="Calibri" pitchFamily="34" charset="0"/>
              <a:ea typeface="MS PGothic" pitchFamily="34" charset="-128"/>
              <a:cs typeface="Calibri" pitchFamily="34" charset="0"/>
            </a:endParaRPr>
          </a:p>
        </p:txBody>
      </p:sp>
      <p:sp>
        <p:nvSpPr>
          <p:cNvPr id="1008" name="Text box"/>
          <p:cNvSpPr>
            <a:spLocks noGrp="1"/>
          </p:cNvSpPr>
          <p:nvPr>
            <p:ph type="title"/>
          </p:nvPr>
        </p:nvSpPr>
        <p:spPr>
          <a:xfrm rot="0">
            <a:off x="609600" y="274638"/>
            <a:ext cx="10972800" cy="1143000"/>
          </a:xfrm>
          <a:prstGeom prst="rect"/>
          <a:noFill/>
          <a:ln w="12700" cmpd="sng" cap="flat">
            <a:noFill/>
            <a:prstDash val="solid"/>
            <a:round/>
          </a:ln>
        </p:spPr>
        <p:txBody>
          <a:bodyPr vert="horz" wrap="square" lIns="91440" tIns="45720" rIns="91440" bIns="45720" anchor="ctr" anchorCtr="0">
            <a:prstTxWarp prst="textNoShape"/>
          </a:bodyPr>
          <a:lstStyle/>
          <a:p>
            <a:r>
              <a:rPr lang="en-US" altLang="zh-CN"/>
              <a:t>Click to edit Master title style</a:t>
            </a:r>
            <a:endParaRPr lang="zh-CN" altLang="en-US"/>
          </a:p>
        </p:txBody>
      </p:sp>
      <p:sp>
        <p:nvSpPr>
          <p:cNvPr id="1009" name="Text box"/>
          <p:cNvSpPr>
            <a:spLocks noGrp="1"/>
          </p:cNvSpPr>
          <p:nvPr>
            <p:ph type="dt" idx="10"/>
          </p:nvPr>
        </p:nvSpPr>
        <p:spPr>
          <a:xfrm rot="0">
            <a:off x="609600" y="6356351"/>
            <a:ext cx="2844800" cy="365125"/>
          </a:xfrm>
          <a:prstGeom prst="rect"/>
          <a:noFill/>
          <a:ln w="12700" cmpd="sng" cap="flat">
            <a:noFill/>
            <a:prstDash val="solid"/>
            <a:miter/>
          </a:ln>
        </p:spPr>
        <p:txBody>
          <a:bodyPr vert="horz" wrap="square" lIns="91440" tIns="45720" rIns="91440" bIns="45720" anchor="ctr" anchorCtr="0">
            <a:prstTxWarp prst="textNoShape"/>
          </a:bodyPr>
          <a:lstStyle/>
          <a:p>
            <a:fld id="{CAD2D6BD-DE1B-4B5F-8B41-2702339687B9}" type="datetime1">
              <a:rPr lang="en-US" altLang="zh-CN" sz="1200">
                <a:solidFill>
                  <a:srgbClr val="898989"/>
                </a:solidFill>
                <a:latin typeface="Calibri" pitchFamily="34" charset="0"/>
                <a:ea typeface="MS PGothic" pitchFamily="34" charset="-128"/>
                <a:cs typeface="Arial" pitchFamily="34" charset="0"/>
              </a:rPr>
              <a:t>4/16/2026</a:t>
            </a:fld>
            <a:endParaRPr lang="zh-CN" altLang="en-US" sz="1200">
              <a:solidFill>
                <a:srgbClr val="898989"/>
              </a:solidFill>
              <a:latin typeface="Calibri" pitchFamily="34" charset="0"/>
              <a:ea typeface="MS PGothic" pitchFamily="34" charset="-128"/>
              <a:cs typeface="Arial" pitchFamily="34" charset="0"/>
            </a:endParaRPr>
          </a:p>
        </p:txBody>
      </p:sp>
      <p:sp>
        <p:nvSpPr>
          <p:cNvPr id="1010" name="Text box"/>
          <p:cNvSpPr>
            <a:spLocks noGrp="1"/>
          </p:cNvSpPr>
          <p:nvPr>
            <p:ph type="ftr" idx="11"/>
          </p:nvPr>
        </p:nvSpPr>
        <p:spPr>
          <a:xfrm rot="0">
            <a:off x="4165600" y="6356351"/>
            <a:ext cx="3860799" cy="365125"/>
          </a:xfrm>
          <a:prstGeom prst="rect"/>
          <a:noFill/>
          <a:ln w="12700" cmpd="sng" cap="flat">
            <a:noFill/>
            <a:prstDash val="solid"/>
            <a:miter/>
          </a:ln>
        </p:spPr>
        <p:txBody>
          <a:bodyPr vert="horz" wrap="square" lIns="91440" tIns="45720" rIns="91440" bIns="45720" anchor="ctr" anchorCtr="0">
            <a:prstTxWarp prst="textNoShape"/>
          </a:bodyPr>
          <a:lstStyle/>
          <a:p>
            <a:pPr algn="ctr" fontAlgn="auto">
              <a:spcBef>
                <a:spcPts val="0"/>
              </a:spcBef>
              <a:spcAft>
                <a:spcPts val="0"/>
              </a:spcAft>
            </a:pPr>
            <a:endParaRPr lang="zh-CN" altLang="en-US" sz="1200">
              <a:solidFill>
                <a:srgbClr val="898989"/>
              </a:solidFill>
              <a:latin typeface="Calibri" pitchFamily="34" charset="0"/>
              <a:ea typeface="宋体" pitchFamily="0" charset="0"/>
              <a:cs typeface="Calibri" pitchFamily="34" charset="0"/>
            </a:endParaRPr>
          </a:p>
        </p:txBody>
      </p:sp>
      <p:sp>
        <p:nvSpPr>
          <p:cNvPr id="1011" name="Text box"/>
          <p:cNvSpPr>
            <a:spLocks noGrp="1"/>
          </p:cNvSpPr>
          <p:nvPr>
            <p:ph type="sldNum" idx="12"/>
          </p:nvPr>
        </p:nvSpPr>
        <p:spPr>
          <a:xfrm rot="0">
            <a:off x="8737600" y="6356351"/>
            <a:ext cx="2844798" cy="365125"/>
          </a:xfrm>
          <a:prstGeom prst="rect"/>
          <a:noFill/>
          <a:ln w="12700" cmpd="sng" cap="flat">
            <a:noFill/>
            <a:prstDash val="solid"/>
            <a:miter/>
          </a:ln>
        </p:spPr>
        <p:txBody>
          <a:bodyPr vert="horz" wrap="square" lIns="91440" tIns="45720" rIns="91440" bIns="45720" anchor="ctr" anchorCtr="0">
            <a:prstTxWarp prst="textNoShape"/>
          </a:bodyPr>
          <a:lstStyle/>
          <a:p>
            <a:pPr algn="r"/>
            <a:fld id="{CAD2D6BD-DE1B-4B5F-8B41-2702339687B9}" type="slidenum">
              <a:rPr lang="en-US" altLang="zh-CN" sz="1200" b="0" i="0" u="none" strike="noStrike" kern="1200" cap="none" spc="0" baseline="0">
                <a:solidFill>
                  <a:srgbClr val="898989"/>
                </a:solidFill>
                <a:latin typeface="Calibri" pitchFamily="34" charset="0"/>
                <a:ea typeface="MS PGothic" pitchFamily="34" charset="-128"/>
                <a:cs typeface="Arial" pitchFamily="34" charset="0"/>
              </a:rPr>
              <a:t>&lt;#&gt;</a:t>
            </a:fld>
            <a:endParaRPr lang="zh-CN" altLang="en-US" sz="1200">
              <a:solidFill>
                <a:srgbClr val="898989"/>
              </a:solidFill>
              <a:latin typeface="Calibri" pitchFamily="34" charset="0"/>
              <a:ea typeface="MS PGothic" pitchFamily="34" charset="-128"/>
              <a:cs typeface="Arial" pitchFamily="34" charset="0"/>
            </a:endParaRPr>
          </a:p>
        </p:txBody>
      </p:sp>
    </p:spTree>
    <p:extLst>
      <p:ext uri="{BB962C8B-B14F-4D97-AF65-F5344CB8AC3E}">
        <p14:creationId xmlns:p14="http://schemas.microsoft.com/office/powerpoint/2010/main" val="354343222"/>
      </p:ext>
    </p:extLst>
  </p:cSld>
  <p:clrMapOvr>
    <a:masterClrMapping/>
  </p:clrMapOvr>
  <p:hf sldNum="0"/>
</p:sldLayout>
</file>

<file path=ppt/slideMasters/_rels/slideMaster1.xml.rels><?xml version="1.0" encoding="UTF-8" standalone="yes"?>
<Relationships xmlns="http://schemas.openxmlformats.org/package/2006/relationships"><Relationship Id="rId1" Type="http://schemas.openxmlformats.org/officeDocument/2006/relationships/image" Target="../media/pimg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 Id="rId19" Type="http://schemas.openxmlformats.org/officeDocument/2006/relationships/theme" Target="../theme/theme1.xml"/></Relationships>
</file>

<file path=ppt/slideMasters/slideMaster1.xml><?xml version="1.0" encoding="utf-8"?>
<p:sldMaster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2" name="Text box"/>
          <p:cNvSpPr>
            <a:spLocks noGrp="1"/>
          </p:cNvSpPr>
          <p:nvPr>
            <p:ph type="title"/>
          </p:nvPr>
        </p:nvSpPr>
        <p:spPr>
          <a:xfrm rot="0">
            <a:off x="609600" y="274638"/>
            <a:ext cx="10972800" cy="1143000"/>
          </a:xfrm>
          <a:prstGeom prst="rect"/>
          <a:noFill/>
          <a:ln w="12700" cmpd="sng" cap="flat">
            <a:noFill/>
            <a:prstDash val="solid"/>
            <a:round/>
          </a:ln>
        </p:spPr>
        <p:txBody>
          <a:bodyPr vert="horz" wrap="square" lIns="91440" tIns="45720" rIns="91440" bIns="45720" anchor="ctr" anchorCtr="0">
            <a:prstTxWarp prst="textNoShape"/>
          </a:bodyPr>
          <a:lstStyle/>
          <a:p>
            <a:r>
              <a:rPr lang="en-US" altLang="zh-CN"/>
              <a:t>Click to edit Master title style</a:t>
            </a:r>
            <a:endParaRPr lang="zh-CN" altLang="en-US"/>
          </a:p>
        </p:txBody>
      </p:sp>
      <p:sp>
        <p:nvSpPr>
          <p:cNvPr id="3" name="Text box"/>
          <p:cNvSpPr>
            <a:spLocks noGrp="1"/>
          </p:cNvSpPr>
          <p:nvPr>
            <p:ph type="body" idx="1"/>
          </p:nvPr>
        </p:nvSpPr>
        <p:spPr>
          <a:xfrm rot="0">
            <a:off x="609600" y="1600201"/>
            <a:ext cx="10972800" cy="4525963"/>
          </a:xfrm>
          <a:prstGeom prst="rect"/>
          <a:noFill/>
          <a:ln w="12700" cmpd="sng" cap="flat">
            <a:noFill/>
            <a:prstDash val="solid"/>
            <a:round/>
          </a:ln>
        </p:spPr>
        <p:txBody>
          <a:bodyPr vert="horz" wrap="square" lIns="91440" tIns="45720" rIns="91440" bIns="45720" anchor="t" anchorCtr="0">
            <a:prstTxWarp prst="textNoShape"/>
          </a:bodyPr>
          <a:lstStyle/>
          <a:p>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4" name="Text box"/>
          <p:cNvSpPr>
            <a:spLocks noGrp="1"/>
          </p:cNvSpPr>
          <p:nvPr>
            <p:ph type="dt" idx="2"/>
          </p:nvPr>
        </p:nvSpPr>
        <p:spPr>
          <a:xfrm rot="0">
            <a:off x="609600" y="6356351"/>
            <a:ext cx="2844800" cy="365125"/>
          </a:xfrm>
          <a:prstGeom prst="rect"/>
          <a:noFill/>
          <a:ln w="12700" cmpd="sng" cap="flat">
            <a:noFill/>
            <a:prstDash val="solid"/>
            <a:miter/>
          </a:ln>
        </p:spPr>
        <p:txBody>
          <a:bodyPr vert="horz" wrap="square" lIns="91440" tIns="45720" rIns="91440" bIns="45720" anchor="ctr" anchorCtr="0">
            <a:prstTxWarp prst="textNoShape"/>
          </a:bodyPr>
          <a:lstStyle/>
          <a:p>
            <a:fld id="{CAD2D6BD-DE1B-4B5F-8B41-2702339687B9}" type="datetime1">
              <a:rPr lang="en-US" altLang="zh-CN" sz="1200">
                <a:solidFill>
                  <a:srgbClr val="898989"/>
                </a:solidFill>
                <a:latin typeface="Calibri" pitchFamily="34" charset="0"/>
                <a:ea typeface="MS PGothic" pitchFamily="34" charset="-128"/>
                <a:cs typeface="Arial" pitchFamily="34" charset="0"/>
              </a:rPr>
              <a:t>4/16/2026</a:t>
            </a:fld>
            <a:endParaRPr lang="zh-CN" altLang="en-US" sz="1200">
              <a:solidFill>
                <a:srgbClr val="898989"/>
              </a:solidFill>
              <a:latin typeface="Calibri" pitchFamily="34" charset="0"/>
              <a:ea typeface="MS PGothic" pitchFamily="34" charset="-128"/>
              <a:cs typeface="Arial" pitchFamily="34" charset="0"/>
            </a:endParaRPr>
          </a:p>
        </p:txBody>
      </p:sp>
      <p:sp>
        <p:nvSpPr>
          <p:cNvPr id="5" name="Text box"/>
          <p:cNvSpPr>
            <a:spLocks noGrp="1"/>
          </p:cNvSpPr>
          <p:nvPr>
            <p:ph type="ftr" idx="3"/>
          </p:nvPr>
        </p:nvSpPr>
        <p:spPr>
          <a:xfrm rot="0">
            <a:off x="4165600" y="6356351"/>
            <a:ext cx="3860799" cy="365125"/>
          </a:xfrm>
          <a:prstGeom prst="rect"/>
          <a:noFill/>
          <a:ln w="12700" cmpd="sng" cap="flat">
            <a:noFill/>
            <a:prstDash val="solid"/>
            <a:miter/>
          </a:ln>
        </p:spPr>
        <p:txBody>
          <a:bodyPr vert="horz" wrap="square" lIns="91440" tIns="45720" rIns="91440" bIns="45720" anchor="ctr" anchorCtr="0">
            <a:prstTxWarp prst="textNoShape"/>
          </a:bodyPr>
          <a:lstStyle/>
          <a:p>
            <a:pPr algn="ctr" fontAlgn="auto">
              <a:spcBef>
                <a:spcPts val="0"/>
              </a:spcBef>
              <a:spcAft>
                <a:spcPts val="0"/>
              </a:spcAft>
            </a:pPr>
            <a:endParaRPr lang="zh-CN" altLang="en-US" sz="1200">
              <a:solidFill>
                <a:srgbClr val="898989"/>
              </a:solidFill>
              <a:latin typeface="Calibri" pitchFamily="34" charset="0"/>
              <a:ea typeface="宋体" pitchFamily="0" charset="0"/>
              <a:cs typeface="Calibri" pitchFamily="34" charset="0"/>
            </a:endParaRPr>
          </a:p>
        </p:txBody>
      </p:sp>
      <p:sp>
        <p:nvSpPr>
          <p:cNvPr id="6" name="Text box"/>
          <p:cNvSpPr>
            <a:spLocks noGrp="1"/>
          </p:cNvSpPr>
          <p:nvPr>
            <p:ph type="sldNum" idx="4"/>
          </p:nvPr>
        </p:nvSpPr>
        <p:spPr>
          <a:xfrm rot="0">
            <a:off x="8737600" y="6356351"/>
            <a:ext cx="2844798" cy="365125"/>
          </a:xfrm>
          <a:prstGeom prst="rect"/>
          <a:noFill/>
          <a:ln w="12700" cmpd="sng" cap="flat">
            <a:noFill/>
            <a:prstDash val="solid"/>
            <a:miter/>
          </a:ln>
        </p:spPr>
        <p:txBody>
          <a:bodyPr vert="horz" wrap="square" lIns="91440" tIns="45720" rIns="91440" bIns="45720" anchor="ctr" anchorCtr="0">
            <a:prstTxWarp prst="textNoShape"/>
          </a:bodyPr>
          <a:lstStyle/>
          <a:p>
            <a:pPr algn="r"/>
            <a:fld id="{CAD2D6BD-DE1B-4B5F-8B41-2702339687B9}" type="slidenum">
              <a:rPr lang="en-US" altLang="zh-CN" sz="1200" b="0" i="0" u="none" strike="noStrike" kern="1200" cap="none" spc="0" baseline="0">
                <a:solidFill>
                  <a:srgbClr val="898989"/>
                </a:solidFill>
                <a:latin typeface="Calibri" pitchFamily="34" charset="0"/>
                <a:ea typeface="MS PGothic" pitchFamily="34" charset="-128"/>
                <a:cs typeface="Arial" pitchFamily="34" charset="0"/>
              </a:rPr>
              <a:t>&lt;#&gt;</a:t>
            </a:fld>
            <a:endParaRPr lang="zh-CN" altLang="en-US" sz="1200">
              <a:solidFill>
                <a:srgbClr val="898989"/>
              </a:solidFill>
              <a:latin typeface="Calibri" pitchFamily="34" charset="0"/>
              <a:ea typeface="MS PGothic" pitchFamily="34" charset="-128"/>
              <a:cs typeface="Arial" pitchFamily="34" charset="0"/>
            </a:endParaRPr>
          </a:p>
        </p:txBody>
      </p:sp>
      <p:grpSp>
        <p:nvGrpSpPr>
          <p:cNvPr id="9" name="Combination"/>
          <p:cNvGrpSpPr>
            <a:grpSpLocks/>
          </p:cNvGrpSpPr>
          <p:nvPr/>
        </p:nvGrpSpPr>
        <p:grpSpPr>
          <a:xfrm>
            <a:off x="11728422" y="0"/>
            <a:ext cx="158777" cy="6858000"/>
            <a:chOff x="11728422" y="0"/>
            <a:chExt cx="158777" cy="6858000"/>
          </a:xfrm>
        </p:grpSpPr>
        <p:sp>
          <p:nvSpPr>
            <p:cNvPr id="7" name="曲线"/>
            <p:cNvSpPr>
              <a:spLocks/>
            </p:cNvSpPr>
            <p:nvPr/>
          </p:nvSpPr>
          <p:spPr>
            <a:xfrm rot="0">
              <a:off x="11728422" y="118468"/>
              <a:ext cx="158777" cy="6739531"/>
            </a:xfrm>
            <a:custGeom>
              <a:gdLst>
                <a:gd name="T1" fmla="*/ 0 w 21600"/>
                <a:gd name="T2" fmla="*/ 0 h 21600"/>
                <a:gd name="T3" fmla="*/ 21600 w 21600"/>
                <a:gd name="T4" fmla="*/ 21600 h 21600"/>
              </a:gdLst>
              <a:rect l="T1" t="T2" r="T3" b="T4"/>
              <a:pathLst>
                <a:path w="21600" h="21600">
                  <a:moveTo>
                    <a:pt x="0" y="0"/>
                  </a:moveTo>
                  <a:lnTo>
                    <a:pt x="21600" y="0"/>
                  </a:lnTo>
                  <a:lnTo>
                    <a:pt x="21600" y="21600"/>
                  </a:lnTo>
                  <a:lnTo>
                    <a:pt x="0" y="21600"/>
                  </a:lnTo>
                  <a:close/>
                </a:path>
              </a:pathLst>
            </a:custGeom>
            <a:solidFill>
              <a:srgbClr val="901042"/>
            </a:solidFill>
            <a:ln cmpd="sng" cap="flat">
              <a:noFill/>
              <a:prstDash val="solid"/>
              <a:round/>
            </a:ln>
          </p:spPr>
        </p:sp>
        <p:sp>
          <p:nvSpPr>
            <p:cNvPr id="8" name="Rectangles"/>
            <p:cNvSpPr>
              <a:spLocks/>
            </p:cNvSpPr>
            <p:nvPr/>
          </p:nvSpPr>
          <p:spPr>
            <a:xfrm rot="0">
              <a:off x="11728422" y="0"/>
              <a:ext cx="158777" cy="6858000"/>
            </a:xfrm>
            <a:prstGeom prst="rect"/>
            <a:noFill/>
            <a:ln w="12700" cmpd="sng" cap="flat">
              <a:noFill/>
              <a:prstDash val="solid"/>
              <a:round/>
            </a:ln>
          </p:spPr>
        </p:sp>
      </p:grpSp>
      <p:sp>
        <p:nvSpPr>
          <p:cNvPr id="10" name="曲线"/>
          <p:cNvSpPr>
            <a:spLocks/>
          </p:cNvSpPr>
          <p:nvPr/>
        </p:nvSpPr>
        <p:spPr>
          <a:xfrm rot="0">
            <a:off x="631246" y="225437"/>
            <a:ext cx="1577796" cy="536562"/>
          </a:xfrm>
          <a:custGeom>
            <a:gdLst>
              <a:gd name="T1" fmla="*/ 0 w 21600"/>
              <a:gd name="T2" fmla="*/ 0 h 21600"/>
              <a:gd name="T3" fmla="*/ 21600 w 21600"/>
              <a:gd name="T4" fmla="*/ 21600 h 21600"/>
            </a:gdLst>
            <a:rect l="T1" t="T2" r="T3" b="T4"/>
            <a:pathLst>
              <a:path w="21600" h="21600">
                <a:moveTo>
                  <a:pt x="0" y="0"/>
                </a:moveTo>
                <a:lnTo>
                  <a:pt x="21600" y="0"/>
                </a:lnTo>
                <a:lnTo>
                  <a:pt x="21600" y="21600"/>
                </a:lnTo>
                <a:lnTo>
                  <a:pt x="0" y="21600"/>
                </a:lnTo>
                <a:lnTo>
                  <a:pt x="0" y="0"/>
                </a:lnTo>
                <a:close/>
              </a:path>
            </a:pathLst>
          </a:custGeom>
          <a:blipFill rotWithShape="1">
            <a:blip r:embed="rId1">
              <a:alphaModFix amt="0"/>
            </a:blip>
            <a:stretch/>
          </a:blipFill>
          <a:ln cmpd="sng" cap="flat">
            <a:noFill/>
            <a:prstDash val="solid"/>
            <a:round/>
          </a:ln>
        </p:spPr>
      </p:sp>
      <p:sp>
        <p:nvSpPr>
          <p:cNvPr id="11" name="Rectangles"/>
          <p:cNvSpPr>
            <a:spLocks/>
          </p:cNvSpPr>
          <p:nvPr/>
        </p:nvSpPr>
        <p:spPr>
          <a:xfrm rot="0">
            <a:off x="609476" y="6356352"/>
            <a:ext cx="3860799" cy="323164"/>
          </a:xfrm>
          <a:prstGeom prst="rect"/>
          <a:noFill/>
          <a:ln w="12700" cmpd="sng" cap="flat">
            <a:noFill/>
            <a:prstDash val="solid"/>
            <a:round/>
          </a:ln>
        </p:spPr>
        <p:txBody>
          <a:bodyPr vert="horz" wrap="square" lIns="0" tIns="0" rIns="0" bIns="0" anchor="t" anchorCtr="0">
            <a:prstTxWarp prst="textNoShape"/>
            <a:spAutoFit/>
          </a:bodyPr>
          <a:lstStyle/>
          <a:p>
            <a:pPr marL="0" indent="0" algn="l">
              <a:lnSpc>
                <a:spcPct val="140000"/>
              </a:lnSpc>
              <a:spcBef>
                <a:spcPts val="0"/>
              </a:spcBef>
              <a:spcAft>
                <a:spcPts val="0"/>
              </a:spcAft>
              <a:buNone/>
            </a:pPr>
            <a:r>
              <a:rPr lang="en-US" altLang="zh-CN" sz="1500" b="1" i="1" u="none" strike="noStrike" kern="1200" cap="none" spc="0" baseline="0">
                <a:solidFill>
                  <a:srgbClr val="901042"/>
                </a:solidFill>
                <a:latin typeface="Poppins" pitchFamily="0" charset="0"/>
                <a:ea typeface="Poppins" pitchFamily="0" charset="0"/>
                <a:cs typeface="Poppins" pitchFamily="0" charset="0"/>
                <a:sym typeface="Poppins" pitchFamily="0" charset="0"/>
              </a:rPr>
              <a:t>Innovating Sustainable Solutions</a:t>
            </a:r>
            <a:endParaRPr lang="zh-CN" altLang="en-US" sz="1500" b="1" i="1" u="none" strike="noStrike" kern="1200" cap="none" spc="0" baseline="0">
              <a:solidFill>
                <a:srgbClr val="901042"/>
              </a:solidFill>
              <a:latin typeface="Calibri" pitchFamily="34" charset="0"/>
              <a:ea typeface="MS PGothic" pitchFamily="34" charset="-128"/>
              <a:cs typeface="Calibri" pitchFamily="34" charset="0"/>
            </a:endParaRPr>
          </a:p>
        </p:txBody>
      </p:sp>
    </p:spTree>
    <p:extLst>
      <p:ext uri="{BB962C8B-B14F-4D97-AF65-F5344CB8AC3E}">
        <p14:creationId xmlns:p14="http://schemas.microsoft.com/office/powerpoint/2010/main" val="1274733698"/>
      </p:ext>
    </p:extLst>
  </p:cSld>
  <p:clrMap bg1="lt1" tx1="dk1" bg2="lt2" tx2="dk2" accent1="accent1" accent2="accent2" accent3="accent3" accent4="accent4" accent5="accent5" accent6="accent6" hlink="hlink" folHlink="fol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Lst>
  <p:hf sldNum="0" hdr="0" ftr="0" dt="0"/>
  <p:txStyles>
    <p:titleStyle>
      <a:lvl1pPr algn="ctr" defTabSz="914400" eaLnBrk="0" fontAlgn="base" hangingPunct="0">
        <a:spcBef>
          <a:spcPts val="0"/>
        </a:spcBef>
        <a:spcAft>
          <a:spcPts val="0"/>
        </a:spcAft>
        <a:buNone/>
        <a:defRPr sz="4400" kern="1200">
          <a:solidFill>
            <a:schemeClr val="tx1"/>
          </a:solidFill>
          <a:latin typeface="Calibri" pitchFamily="34" charset="0"/>
          <a:ea typeface="MS PGothic" pitchFamily="34" charset="-128"/>
          <a:cs typeface="ＭＳ Ｐゴシック" pitchFamily="0" charset="0"/>
        </a:defRPr>
      </a:lvl1pPr>
    </p:titleStyle>
    <p:bodyStyle>
      <a:lvl1pPr marL="342900" indent="-342900" algn="l" defTabSz="914400" eaLnBrk="0" fontAlgn="base" hangingPunct="0">
        <a:spcBef>
          <a:spcPct val="20000"/>
        </a:spcBef>
        <a:spcAft>
          <a:spcPts val="0"/>
        </a:spcAft>
        <a:buFont typeface="Arial" pitchFamily="34" charset="0"/>
        <a:buChar char="•"/>
        <a:defRPr sz="3200" kern="1200">
          <a:solidFill>
            <a:schemeClr val="tx1"/>
          </a:solidFill>
          <a:latin typeface="Calibri" pitchFamily="34" charset="0"/>
          <a:ea typeface="MS PGothic" pitchFamily="34" charset="-128"/>
          <a:cs typeface="ＭＳ Ｐゴシック" pitchFamily="0" charset="0"/>
        </a:defRPr>
      </a:lvl1pPr>
      <a:lvl2pPr marL="742950" indent="-285750" algn="l" defTabSz="914400" eaLnBrk="0" fontAlgn="base" hangingPunct="0">
        <a:spcBef>
          <a:spcPct val="20000"/>
        </a:spcBef>
        <a:spcAft>
          <a:spcPts val="0"/>
        </a:spcAft>
        <a:buFont typeface="Arial" pitchFamily="34" charset="0"/>
        <a:buChar char="–"/>
        <a:defRPr sz="2800" kern="1200">
          <a:solidFill>
            <a:schemeClr val="tx1"/>
          </a:solidFill>
          <a:latin typeface="Calibri" pitchFamily="34" charset="0"/>
          <a:ea typeface="MS PGothic" pitchFamily="34" charset="-128"/>
          <a:cs typeface="Calibri" pitchFamily="34" charset="0"/>
        </a:defRPr>
      </a:lvl2pPr>
      <a:lvl3pPr marL="1143000" indent="-228600" algn="l" defTabSz="914400" eaLnBrk="0" fontAlgn="base" hangingPunct="0">
        <a:spcBef>
          <a:spcPct val="20000"/>
        </a:spcBef>
        <a:spcAft>
          <a:spcPts val="0"/>
        </a:spcAft>
        <a:buFont typeface="Arial" pitchFamily="34" charset="0"/>
        <a:buChar char="•"/>
        <a:defRPr sz="2400" kern="1200">
          <a:solidFill>
            <a:schemeClr val="tx1"/>
          </a:solidFill>
          <a:latin typeface="Calibri" pitchFamily="34" charset="0"/>
          <a:ea typeface="MS PGothic" pitchFamily="34" charset="-128"/>
          <a:cs typeface="Calibri" pitchFamily="34" charset="0"/>
        </a:defRPr>
      </a:lvl3pPr>
      <a:lvl4pPr marL="1600200" indent="-228600" algn="l" defTabSz="914400" eaLnBrk="0" fontAlgn="base" hangingPunct="0">
        <a:spcBef>
          <a:spcPct val="20000"/>
        </a:spcBef>
        <a:spcAft>
          <a:spcPts val="0"/>
        </a:spcAft>
        <a:buFont typeface="Arial" pitchFamily="34" charset="0"/>
        <a:buChar char="–"/>
        <a:defRPr sz="2000" kern="1200">
          <a:solidFill>
            <a:schemeClr val="tx1"/>
          </a:solidFill>
          <a:latin typeface="Calibri" pitchFamily="34" charset="0"/>
          <a:ea typeface="MS PGothic" pitchFamily="34" charset="-128"/>
          <a:cs typeface="Calibri" pitchFamily="34" charset="0"/>
        </a:defRPr>
      </a:lvl4pPr>
      <a:lvl5pPr marL="2057400" indent="-228600" algn="l" defTabSz="914400" eaLnBrk="0" fontAlgn="base" hangingPunct="0">
        <a:spcBef>
          <a:spcPct val="20000"/>
        </a:spcBef>
        <a:spcAft>
          <a:spcPts val="0"/>
        </a:spcAft>
        <a:buFont typeface="Arial" pitchFamily="34" charset="0"/>
        <a:buChar char="»"/>
        <a:defRPr sz="2000" kern="1200">
          <a:solidFill>
            <a:schemeClr val="tx1"/>
          </a:solidFill>
          <a:latin typeface="Calibri" pitchFamily="34" charset="0"/>
          <a:ea typeface="MS PGothic" pitchFamily="34" charset="-128"/>
          <a:cs typeface="Calibri" pitchFamily="34" charset="0"/>
        </a:defRPr>
      </a:lvl5pPr>
      <a:lvl6pPr marL="2514600" indent="-228600" algn="l" defTabSz="914400" eaLnBrk="1" fontAlgn="auto" latinLnBrk="0" hangingPunct="1">
        <a:spcBef>
          <a:spcPct val="20000"/>
        </a:spcBef>
        <a:buFont typeface="Arial" pitchFamily="34" charset="0"/>
        <a:buChar char="•"/>
        <a:defRPr sz="2000" kern="1200">
          <a:solidFill>
            <a:schemeClr val="tx1"/>
          </a:solidFill>
          <a:latin typeface="Calibri" pitchFamily="34" charset="0"/>
          <a:ea typeface="宋体" pitchFamily="0" charset="0"/>
          <a:cs typeface="Calibri" pitchFamily="34" charset="0"/>
        </a:defRPr>
      </a:lvl6pPr>
      <a:lvl7pPr marL="2971800" indent="-228600" algn="l" defTabSz="914400" eaLnBrk="1" fontAlgn="auto" latinLnBrk="0" hangingPunct="1">
        <a:spcBef>
          <a:spcPct val="20000"/>
        </a:spcBef>
        <a:buFont typeface="Arial" pitchFamily="34" charset="0"/>
        <a:buChar char="•"/>
        <a:defRPr sz="2000" kern="1200">
          <a:solidFill>
            <a:schemeClr val="tx1"/>
          </a:solidFill>
          <a:latin typeface="Calibri" pitchFamily="34" charset="0"/>
          <a:ea typeface="宋体" pitchFamily="0" charset="0"/>
          <a:cs typeface="Calibri" pitchFamily="34" charset="0"/>
        </a:defRPr>
      </a:lvl7pPr>
      <a:lvl8pPr marL="3429000" indent="-228600" algn="l" defTabSz="914400" eaLnBrk="1" fontAlgn="auto" latinLnBrk="0" hangingPunct="1">
        <a:spcBef>
          <a:spcPct val="20000"/>
        </a:spcBef>
        <a:buFont typeface="Arial" pitchFamily="34" charset="0"/>
        <a:buChar char="•"/>
        <a:defRPr sz="2000" kern="1200">
          <a:solidFill>
            <a:schemeClr val="tx1"/>
          </a:solidFill>
          <a:latin typeface="Calibri" pitchFamily="34" charset="0"/>
          <a:ea typeface="宋体" pitchFamily="0" charset="0"/>
          <a:cs typeface="Calibri" pitchFamily="34" charset="0"/>
        </a:defRPr>
      </a:lvl8pPr>
      <a:lvl9pPr marL="3429000" indent="-228600" algn="l" defTabSz="914400" eaLnBrk="1" fontAlgn="auto" latinLnBrk="0" hangingPunct="1">
        <a:spcBef>
          <a:spcPct val="20000"/>
        </a:spcBef>
        <a:buFont typeface="Arial" pitchFamily="34" charset="0"/>
        <a:buChar char="•"/>
        <a:defRPr sz="2000" kern="1200">
          <a:solidFill>
            <a:schemeClr val="tx1"/>
          </a:solidFill>
          <a:latin typeface="Calibri" pitchFamily="34" charset="0"/>
          <a:ea typeface="宋体" pitchFamily="0" charset="0"/>
          <a:cs typeface="Calibri" pitchFamily="34" charset="0"/>
        </a:defRPr>
      </a:lvl9pPr>
    </p:body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pimg2.jpg"/><Relationship Id="rId2" Type="http://schemas.openxmlformats.org/officeDocument/2006/relationships/image" Target="../media/pimg1.png"/><Relationship Id="rId3" Type="http://schemas.openxmlformats.org/officeDocument/2006/relationships/slideLayout" Target="../slideLayouts/slideLayout1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1.png"/><Relationship Id="rId2" Type="http://schemas.openxmlformats.org/officeDocument/2006/relationships/image" Target="../media/2.jpeg"/><Relationship Id="rId3" Type="http://schemas.openxmlformats.org/officeDocument/2006/relationships/image" Target="../media/3.jpeg"/><Relationship Id="rId4" Type="http://schemas.openxmlformats.org/officeDocument/2006/relationships/slideLayout" Target="../slideLayouts/slideLayout1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4.jpeg"/><Relationship Id="rId2" Type="http://schemas.openxmlformats.org/officeDocument/2006/relationships/slideLayout" Target="../slideLayouts/slideLayout1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5.emf"/><Relationship Id="rId2" Type="http://schemas.openxmlformats.org/officeDocument/2006/relationships/slideLayout" Target="../slideLayouts/slideLayout1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6.emf"/><Relationship Id="rId2" Type="http://schemas.openxmlformats.org/officeDocument/2006/relationships/image" Target="../media/7.emf"/><Relationship Id="rId3" Type="http://schemas.openxmlformats.org/officeDocument/2006/relationships/slideLayout" Target="../slideLayouts/slideLayout1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8.emf"/><Relationship Id="rId2" Type="http://schemas.openxmlformats.org/officeDocument/2006/relationships/slideLayout" Target="../slideLayouts/slideLayout1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9.jpeg"/><Relationship Id="rId2" Type="http://schemas.openxmlformats.org/officeDocument/2006/relationships/slideLayout" Target="../slideLayouts/slideLayout1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10.jpeg"/><Relationship Id="rId2" Type="http://schemas.openxmlformats.org/officeDocument/2006/relationships/slideLayout" Target="../slideLayouts/slideLayout1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11.emf"/><Relationship Id="rId2" Type="http://schemas.openxmlformats.org/officeDocument/2006/relationships/slideLayout" Target="../slideLayouts/slideLayout1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12.wmf"/><Relationship Id="rId2" Type="http://schemas.openxmlformats.org/officeDocument/2006/relationships/image" Target="../media/13.wmf"/><Relationship Id="rId3" Type="http://schemas.openxmlformats.org/officeDocument/2006/relationships/slideLayout" Target="../slideLayouts/slideLayout13.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14.png"/><Relationship Id="rId2" Type="http://schemas.openxmlformats.org/officeDocument/2006/relationships/slideLayout" Target="../slideLayouts/slideLayout13.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15.emf"/><Relationship Id="rId2" Type="http://schemas.openxmlformats.org/officeDocument/2006/relationships/slideLayout" Target="../slideLayouts/slideLayout13.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12.wmf"/><Relationship Id="rId2" Type="http://schemas.openxmlformats.org/officeDocument/2006/relationships/image" Target="../media/13.wmf"/><Relationship Id="rId3" Type="http://schemas.openxmlformats.org/officeDocument/2006/relationships/slideLayout" Target="../slideLayouts/slideLayout13.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12.wmf"/><Relationship Id="rId2" Type="http://schemas.openxmlformats.org/officeDocument/2006/relationships/image" Target="../media/13.wmf"/><Relationship Id="rId3" Type="http://schemas.openxmlformats.org/officeDocument/2006/relationships/slideLayout" Target="../slideLayouts/slideLayout13.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12.wmf"/><Relationship Id="rId2" Type="http://schemas.openxmlformats.org/officeDocument/2006/relationships/image" Target="../media/13.wmf"/><Relationship Id="rId3" Type="http://schemas.openxmlformats.org/officeDocument/2006/relationships/slideLayout" Target="../slideLayouts/slideLayout13.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16.png"/><Relationship Id="rId2" Type="http://schemas.openxmlformats.org/officeDocument/2006/relationships/slideLayout" Target="../slideLayouts/slideLayout1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17.png"/><Relationship Id="rId2" Type="http://schemas.openxmlformats.org/officeDocument/2006/relationships/image" Target="../media/18.jpeg"/><Relationship Id="rId3" Type="http://schemas.openxmlformats.org/officeDocument/2006/relationships/slideLayout" Target="../slideLayouts/slideLayout13.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19.wmf"/><Relationship Id="rId2" Type="http://schemas.openxmlformats.org/officeDocument/2006/relationships/image" Target="../media/20.wmf"/><Relationship Id="rId3" Type="http://schemas.openxmlformats.org/officeDocument/2006/relationships/image" Target="../media/21.wmf"/><Relationship Id="rId4" Type="http://schemas.openxmlformats.org/officeDocument/2006/relationships/slideLayout" Target="../slideLayouts/slideLayout13.xml"/><Relationship Id="rId5"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20.wmf"/><Relationship Id="rId2" Type="http://schemas.openxmlformats.org/officeDocument/2006/relationships/image" Target="../media/21.wmf"/><Relationship Id="rId3" Type="http://schemas.openxmlformats.org/officeDocument/2006/relationships/slideLayout" Target="../slideLayouts/slideLayout13.xml"/><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22.png"/><Relationship Id="rId2" Type="http://schemas.openxmlformats.org/officeDocument/2006/relationships/image" Target="../media/23.png"/><Relationship Id="rId3" Type="http://schemas.openxmlformats.org/officeDocument/2006/relationships/slideLayout" Target="../slideLayouts/slideLayout13.xml"/><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24.png"/><Relationship Id="rId2" Type="http://schemas.openxmlformats.org/officeDocument/2006/relationships/slideLayout" Target="../slideLayouts/slideLayout1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25.wmf"/><Relationship Id="rId2" Type="http://schemas.openxmlformats.org/officeDocument/2006/relationships/slideLayout" Target="../slideLayouts/slideLayout15.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pimg3.png"/><Relationship Id="rId2" Type="http://schemas.openxmlformats.org/officeDocument/2006/relationships/image" Target="../media/pimg4.png"/><Relationship Id="rId3" Type="http://schemas.openxmlformats.org/officeDocument/2006/relationships/slideLayout" Target="../slideLayouts/slideLayout13.xml"/><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pimg5.png"/><Relationship Id="rId2" Type="http://schemas.openxmlformats.org/officeDocument/2006/relationships/slideLayout" Target="../slideLayouts/slideLayout13.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pimg6.png"/><Relationship Id="rId2" Type="http://schemas.openxmlformats.org/officeDocument/2006/relationships/slideLayout" Target="../slideLayouts/slideLayout1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pimg7.png"/><Relationship Id="rId2" Type="http://schemas.openxmlformats.org/officeDocument/2006/relationships/slideLayout" Target="../slideLayouts/slideLayout13.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pimg8.png"/><Relationship Id="rId2" Type="http://schemas.openxmlformats.org/officeDocument/2006/relationships/slideLayout" Target="../slideLayouts/slideLayout1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26.png"/><Relationship Id="rId2" Type="http://schemas.openxmlformats.org/officeDocument/2006/relationships/slideLayout" Target="../slideLayouts/slideLayout1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27.emf"/><Relationship Id="rId2" Type="http://schemas.openxmlformats.org/officeDocument/2006/relationships/slideLayout" Target="../slideLayouts/slideLayout13.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28.emf"/><Relationship Id="rId2" Type="http://schemas.openxmlformats.org/officeDocument/2006/relationships/slideLayout" Target="../slideLayouts/slideLayout13.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29.emf"/><Relationship Id="rId2" Type="http://schemas.openxmlformats.org/officeDocument/2006/relationships/slideLayout" Target="../slideLayouts/slideLayout12.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30.wmf"/><Relationship Id="rId2" Type="http://schemas.openxmlformats.org/officeDocument/2006/relationships/slideLayout" Target="../slideLayouts/slideLayout12.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31.wmf"/><Relationship Id="rId2" Type="http://schemas.openxmlformats.org/officeDocument/2006/relationships/slideLayout" Target="../slideLayouts/slideLayout13.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32.emf"/><Relationship Id="rId2" Type="http://schemas.openxmlformats.org/officeDocument/2006/relationships/slideLayout" Target="../slideLayouts/slideLayout12.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pimg9.png"/><Relationship Id="rId2" Type="http://schemas.openxmlformats.org/officeDocument/2006/relationships/slideLayout" Target="../slideLayouts/slideLayout12.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33.emf"/><Relationship Id="rId2" Type="http://schemas.openxmlformats.org/officeDocument/2006/relationships/slideLayout" Target="../slideLayouts/slideLayout13.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34.wmf"/><Relationship Id="rId2" Type="http://schemas.openxmlformats.org/officeDocument/2006/relationships/image" Target="../media/35.emf"/><Relationship Id="rId3" Type="http://schemas.openxmlformats.org/officeDocument/2006/relationships/image" Target="../media/36.emf"/><Relationship Id="rId4" Type="http://schemas.openxmlformats.org/officeDocument/2006/relationships/slideLayout" Target="../slideLayouts/slideLayout16.xml"/><Relationship Id="rId5"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37.emf"/><Relationship Id="rId2" Type="http://schemas.openxmlformats.org/officeDocument/2006/relationships/slideLayout" Target="../slideLayouts/slideLayout13.xml"/><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38.emf"/><Relationship Id="rId2" Type="http://schemas.openxmlformats.org/officeDocument/2006/relationships/image" Target="../media/39.png"/><Relationship Id="rId3" Type="http://schemas.openxmlformats.org/officeDocument/2006/relationships/image" Target="../media/40.emf"/><Relationship Id="rId4" Type="http://schemas.openxmlformats.org/officeDocument/2006/relationships/slideLayout" Target="../slideLayouts/slideLayout12.xml"/><Relationship Id="rId5"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41.png"/><Relationship Id="rId2" Type="http://schemas.openxmlformats.org/officeDocument/2006/relationships/image" Target="../media/42.png"/><Relationship Id="rId3" Type="http://schemas.openxmlformats.org/officeDocument/2006/relationships/slideLayout" Target="../slideLayouts/slideLayout16.xml"/><Relationship Id="rId4"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image" Target="../media/41.png"/><Relationship Id="rId2" Type="http://schemas.openxmlformats.org/officeDocument/2006/relationships/image" Target="../media/43.png"/><Relationship Id="rId3" Type="http://schemas.openxmlformats.org/officeDocument/2006/relationships/slideLayout" Target="../slideLayouts/slideLayout16.xml"/><Relationship Id="rId4"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image" Target="../media/44.emf"/><Relationship Id="rId2" Type="http://schemas.openxmlformats.org/officeDocument/2006/relationships/slideLayout" Target="../slideLayouts/slideLayout12.xml"/><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image" Target="../media/44.emf"/><Relationship Id="rId2" Type="http://schemas.openxmlformats.org/officeDocument/2006/relationships/image" Target="../media/45.emf"/><Relationship Id="rId3" Type="http://schemas.openxmlformats.org/officeDocument/2006/relationships/image" Target="../media/46.emf"/><Relationship Id="rId4" Type="http://schemas.openxmlformats.org/officeDocument/2006/relationships/slideLayout" Target="../slideLayouts/slideLayout12.xml"/><Relationship Id="rId5"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image" Target="../media/47.png"/><Relationship Id="rId2" Type="http://schemas.openxmlformats.org/officeDocument/2006/relationships/image" Target="../media/48.emf"/><Relationship Id="rId3" Type="http://schemas.openxmlformats.org/officeDocument/2006/relationships/image" Target="../media/49.png"/><Relationship Id="rId4" Type="http://schemas.openxmlformats.org/officeDocument/2006/relationships/slideLayout" Target="../slideLayouts/slideLayout16.xml"/><Relationship Id="rId5"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image" Target="../media/50.emf"/><Relationship Id="rId2" Type="http://schemas.openxmlformats.org/officeDocument/2006/relationships/image" Target="../media/51.emf"/><Relationship Id="rId3" Type="http://schemas.openxmlformats.org/officeDocument/2006/relationships/image" Target="../media/52.emf"/><Relationship Id="rId4" Type="http://schemas.openxmlformats.org/officeDocument/2006/relationships/image" Target="../media/53.png"/><Relationship Id="rId5" Type="http://schemas.openxmlformats.org/officeDocument/2006/relationships/image" Target="../media/54.png"/><Relationship Id="rId6" Type="http://schemas.openxmlformats.org/officeDocument/2006/relationships/image" Target="../media/49.png"/><Relationship Id="rId7" Type="http://schemas.openxmlformats.org/officeDocument/2006/relationships/slideLayout" Target="../slideLayouts/slideLayout12.xml"/><Relationship Id="rId8"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image" Target="../media/55.emf"/><Relationship Id="rId2" Type="http://schemas.openxmlformats.org/officeDocument/2006/relationships/image" Target="../media/56.wmf"/><Relationship Id="rId3" Type="http://schemas.openxmlformats.org/officeDocument/2006/relationships/slideLayout" Target="../slideLayouts/slideLayout12.xml"/><Relationship Id="rId4"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image" Target="../media/57.emf"/><Relationship Id="rId2" Type="http://schemas.openxmlformats.org/officeDocument/2006/relationships/image" Target="../media/58.emf"/><Relationship Id="rId3" Type="http://schemas.openxmlformats.org/officeDocument/2006/relationships/image" Target="../media/59.emf"/><Relationship Id="rId4" Type="http://schemas.openxmlformats.org/officeDocument/2006/relationships/image" Target="../media/53.png"/><Relationship Id="rId5" Type="http://schemas.openxmlformats.org/officeDocument/2006/relationships/image" Target="../media/54.png"/><Relationship Id="rId6" Type="http://schemas.openxmlformats.org/officeDocument/2006/relationships/image" Target="../media/47.png"/><Relationship Id="rId7" Type="http://schemas.openxmlformats.org/officeDocument/2006/relationships/image" Target="../media/49.png"/><Relationship Id="rId8" Type="http://schemas.openxmlformats.org/officeDocument/2006/relationships/slideLayout" Target="../slideLayouts/slideLayout12.xml"/><Relationship Id="rId9"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image" Target="../media/60.emf"/><Relationship Id="rId2" Type="http://schemas.openxmlformats.org/officeDocument/2006/relationships/image" Target="../media/61.emf"/><Relationship Id="rId3" Type="http://schemas.openxmlformats.org/officeDocument/2006/relationships/image" Target="../media/62.wmf"/><Relationship Id="rId4" Type="http://schemas.openxmlformats.org/officeDocument/2006/relationships/image" Target="../media/47.png"/><Relationship Id="rId5" Type="http://schemas.openxmlformats.org/officeDocument/2006/relationships/image" Target="../media/49.png"/><Relationship Id="rId6" Type="http://schemas.openxmlformats.org/officeDocument/2006/relationships/slideLayout" Target="../slideLayouts/slideLayout12.xml"/><Relationship Id="rId7"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image" Target="../media/63.emf"/><Relationship Id="rId2" Type="http://schemas.openxmlformats.org/officeDocument/2006/relationships/image" Target="../media/64.emf"/><Relationship Id="rId3" Type="http://schemas.openxmlformats.org/officeDocument/2006/relationships/image" Target="../media/65.emf"/><Relationship Id="rId4" Type="http://schemas.openxmlformats.org/officeDocument/2006/relationships/slideLayout" Target="../slideLayouts/slideLayout12.xml"/><Relationship Id="rId5"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image" Target="../media/66.emf"/><Relationship Id="rId2" Type="http://schemas.openxmlformats.org/officeDocument/2006/relationships/image" Target="../media/47.png"/><Relationship Id="rId3" Type="http://schemas.openxmlformats.org/officeDocument/2006/relationships/image" Target="../media/49.png"/><Relationship Id="rId4" Type="http://schemas.openxmlformats.org/officeDocument/2006/relationships/slideLayout" Target="../slideLayouts/slideLayout16.xml"/><Relationship Id="rId5"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image" Target="../media/67.emf"/><Relationship Id="rId2" Type="http://schemas.openxmlformats.org/officeDocument/2006/relationships/image" Target="../media/68.emf"/><Relationship Id="rId3" Type="http://schemas.openxmlformats.org/officeDocument/2006/relationships/image" Target="../media/69.wmf"/><Relationship Id="rId4" Type="http://schemas.openxmlformats.org/officeDocument/2006/relationships/slideLayout" Target="../slideLayouts/slideLayout17.xml"/><Relationship Id="rId5"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88.xml"/></Relationships>
</file>

<file path=ppt/slides/slide1.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32" name="Rectangles"/>
          <p:cNvSpPr>
            <a:spLocks noGrp="1"/>
          </p:cNvSpPr>
          <p:nvPr>
            <p:ph type="sldNum" idx="12"/>
          </p:nvPr>
        </p:nvSpPr>
        <p:spPr>
          <a:xfrm rot="0">
            <a:off x="8737600" y="6356351"/>
            <a:ext cx="2844798" cy="365125"/>
          </a:xfrm>
          <a:prstGeom prst="rect"/>
          <a:noFill/>
          <a:ln w="12700" cmpd="sng" cap="flat">
            <a:noFill/>
            <a:prstDash val="solid"/>
            <a:miter/>
          </a:ln>
        </p:spPr>
        <p:txBody>
          <a:bodyPr vert="horz" wrap="square" lIns="91440" tIns="45720" rIns="91440" bIns="45720" anchor="ctr" anchorCtr="0">
            <a:prstTxWarp prst="textNoShape"/>
          </a:bodyPr>
          <a:lstStyle/>
          <a:p>
            <a:pPr marL="0" indent="0" algn="r">
              <a:lnSpc>
                <a:spcPct val="100000"/>
              </a:lnSpc>
              <a:spcBef>
                <a:spcPts val="0"/>
              </a:spcBef>
              <a:spcAft>
                <a:spcPts val="0"/>
              </a:spcAft>
              <a:buNone/>
            </a:pPr>
            <a:fld id="{CAD2D6BD-DE1B-4B5F-8B41-2702339687B9}" type="slidenum">
              <a:rPr lang="en-US" altLang="zh-CN" sz="1000" b="1" i="0" u="none" strike="noStrike" kern="1200" cap="none" spc="0" baseline="0">
                <a:solidFill>
                  <a:schemeClr val="bg1"/>
                </a:solidFill>
                <a:latin typeface="Arial" pitchFamily="34" charset="0"/>
                <a:ea typeface="ＭＳ Ｐゴシック" pitchFamily="0" charset="0"/>
                <a:cs typeface="Arial" pitchFamily="34" charset="0"/>
              </a:rPr>
              <a:t>1</a:t>
            </a:fld>
            <a:endParaRPr lang="zh-CN" altLang="en-US" sz="1000" b="1" i="0" u="none" strike="noStrike" kern="1200" cap="none" spc="0" baseline="0">
              <a:solidFill>
                <a:schemeClr val="bg1"/>
              </a:solidFill>
              <a:latin typeface="Arial" pitchFamily="34" charset="0"/>
              <a:ea typeface="ＭＳ Ｐゴシック" pitchFamily="0" charset="0"/>
              <a:cs typeface="Arial" pitchFamily="34" charset="0"/>
            </a:endParaRPr>
          </a:p>
        </p:txBody>
      </p:sp>
      <p:sp>
        <p:nvSpPr>
          <p:cNvPr id="33" name="曲线"/>
          <p:cNvSpPr>
            <a:spLocks/>
          </p:cNvSpPr>
          <p:nvPr/>
        </p:nvSpPr>
        <p:spPr>
          <a:xfrm rot="0">
            <a:off x="0" y="0"/>
            <a:ext cx="12192000" cy="6858000"/>
          </a:xfrm>
          <a:custGeom>
            <a:gdLst>
              <a:gd name="T1" fmla="*/ 0 w 21600"/>
              <a:gd name="T2" fmla="*/ 0 h 21600"/>
              <a:gd name="T3" fmla="*/ 21600 w 21600"/>
              <a:gd name="T4" fmla="*/ 21600 h 21600"/>
            </a:gdLst>
            <a:rect l="T1" t="T2" r="T3" b="T4"/>
            <a:pathLst>
              <a:path w="21600" h="21600">
                <a:moveTo>
                  <a:pt x="146" y="0"/>
                </a:moveTo>
                <a:lnTo>
                  <a:pt x="21453" y="0"/>
                </a:lnTo>
                <a:cubicBezTo>
                  <a:pt x="21492" y="0"/>
                  <a:pt x="21529" y="22"/>
                  <a:pt x="21557" y="63"/>
                </a:cubicBezTo>
                <a:cubicBezTo>
                  <a:pt x="21584" y="103"/>
                  <a:pt x="21600" y="159"/>
                  <a:pt x="21600" y="216"/>
                </a:cubicBezTo>
                <a:lnTo>
                  <a:pt x="21600" y="21382"/>
                </a:lnTo>
                <a:cubicBezTo>
                  <a:pt x="21600" y="21440"/>
                  <a:pt x="21584" y="21495"/>
                  <a:pt x="21557" y="21536"/>
                </a:cubicBezTo>
                <a:cubicBezTo>
                  <a:pt x="21529" y="21576"/>
                  <a:pt x="21492" y="21600"/>
                  <a:pt x="21453" y="21600"/>
                </a:cubicBezTo>
                <a:lnTo>
                  <a:pt x="146" y="21600"/>
                </a:lnTo>
                <a:cubicBezTo>
                  <a:pt x="107" y="21600"/>
                  <a:pt x="70" y="21576"/>
                  <a:pt x="42" y="21536"/>
                </a:cubicBezTo>
                <a:cubicBezTo>
                  <a:pt x="15" y="21495"/>
                  <a:pt x="0" y="21440"/>
                  <a:pt x="0" y="21382"/>
                </a:cubicBezTo>
                <a:lnTo>
                  <a:pt x="0" y="216"/>
                </a:lnTo>
                <a:cubicBezTo>
                  <a:pt x="0" y="159"/>
                  <a:pt x="15" y="103"/>
                  <a:pt x="42" y="63"/>
                </a:cubicBezTo>
                <a:cubicBezTo>
                  <a:pt x="70" y="22"/>
                  <a:pt x="107" y="0"/>
                  <a:pt x="146" y="0"/>
                </a:cubicBezTo>
                <a:close/>
              </a:path>
            </a:pathLst>
          </a:custGeom>
          <a:blipFill rotWithShape="1">
            <a:blip r:embed="rId1">
              <a:alphaModFix amt="40000"/>
            </a:blip>
            <a:stretch>
              <a:fillRect l="-9963" t="2" r="-9976" b="-5291"/>
            </a:stretch>
          </a:blipFill>
          <a:ln cmpd="sng" cap="flat">
            <a:noFill/>
            <a:prstDash val="solid"/>
            <a:round/>
          </a:ln>
        </p:spPr>
      </p:sp>
      <p:grpSp>
        <p:nvGrpSpPr>
          <p:cNvPr id="36" name="Combination"/>
          <p:cNvGrpSpPr>
            <a:grpSpLocks/>
          </p:cNvGrpSpPr>
          <p:nvPr/>
        </p:nvGrpSpPr>
        <p:grpSpPr>
          <a:xfrm>
            <a:off x="11707824" y="0"/>
            <a:ext cx="179377" cy="6858000"/>
            <a:chOff x="11707824" y="0"/>
            <a:chExt cx="179377" cy="6858000"/>
          </a:xfrm>
        </p:grpSpPr>
        <p:sp>
          <p:nvSpPr>
            <p:cNvPr id="34" name="曲线"/>
            <p:cNvSpPr>
              <a:spLocks/>
            </p:cNvSpPr>
            <p:nvPr/>
          </p:nvSpPr>
          <p:spPr>
            <a:xfrm rot="0">
              <a:off x="11707824" y="118468"/>
              <a:ext cx="179377" cy="6739531"/>
            </a:xfrm>
            <a:custGeom>
              <a:gdLst>
                <a:gd name="T1" fmla="*/ 0 w 21600"/>
                <a:gd name="T2" fmla="*/ 0 h 21600"/>
                <a:gd name="T3" fmla="*/ 21600 w 21600"/>
                <a:gd name="T4" fmla="*/ 21600 h 21600"/>
              </a:gdLst>
              <a:rect l="T1" t="T2" r="T3" b="T4"/>
              <a:pathLst>
                <a:path w="21600" h="21600">
                  <a:moveTo>
                    <a:pt x="0" y="0"/>
                  </a:moveTo>
                  <a:lnTo>
                    <a:pt x="21600" y="0"/>
                  </a:lnTo>
                  <a:lnTo>
                    <a:pt x="21600" y="21600"/>
                  </a:lnTo>
                  <a:lnTo>
                    <a:pt x="0" y="21600"/>
                  </a:lnTo>
                  <a:close/>
                </a:path>
              </a:pathLst>
            </a:custGeom>
            <a:solidFill>
              <a:srgbClr val="901042"/>
            </a:solidFill>
            <a:ln cmpd="sng" cap="flat">
              <a:noFill/>
              <a:prstDash val="solid"/>
              <a:round/>
            </a:ln>
          </p:spPr>
        </p:sp>
        <p:sp>
          <p:nvSpPr>
            <p:cNvPr id="35" name="Rectangles"/>
            <p:cNvSpPr>
              <a:spLocks/>
            </p:cNvSpPr>
            <p:nvPr/>
          </p:nvSpPr>
          <p:spPr>
            <a:xfrm rot="0">
              <a:off x="11707824" y="0"/>
              <a:ext cx="179377" cy="6858000"/>
            </a:xfrm>
            <a:prstGeom prst="rect"/>
            <a:noFill/>
            <a:ln w="12700" cmpd="sng" cap="flat">
              <a:noFill/>
              <a:prstDash val="solid"/>
              <a:round/>
            </a:ln>
          </p:spPr>
        </p:sp>
      </p:grpSp>
      <p:sp>
        <p:nvSpPr>
          <p:cNvPr id="37" name="Rectangles"/>
          <p:cNvSpPr>
            <a:spLocks/>
          </p:cNvSpPr>
          <p:nvPr/>
        </p:nvSpPr>
        <p:spPr>
          <a:xfrm rot="0">
            <a:off x="609600" y="6356351"/>
            <a:ext cx="3671100" cy="306705"/>
          </a:xfrm>
          <a:prstGeom prst="rect"/>
          <a:noFill/>
          <a:ln w="12700" cmpd="sng" cap="flat">
            <a:noFill/>
            <a:prstDash val="solid"/>
            <a:round/>
          </a:ln>
        </p:spPr>
        <p:txBody>
          <a:bodyPr vert="horz" wrap="square" lIns="0" tIns="0" rIns="0" bIns="0" anchor="t" anchorCtr="0">
            <a:prstTxWarp prst="textNoShape"/>
            <a:spAutoFit/>
          </a:bodyPr>
          <a:lstStyle/>
          <a:p>
            <a:pPr marL="0" indent="0" algn="l">
              <a:lnSpc>
                <a:spcPct val="140000"/>
              </a:lnSpc>
              <a:spcBef>
                <a:spcPts val="0"/>
              </a:spcBef>
              <a:spcAft>
                <a:spcPts val="0"/>
              </a:spcAft>
              <a:buNone/>
            </a:pPr>
            <a:r>
              <a:rPr lang="en-US" altLang="zh-CN" sz="1500" b="1" i="1" u="none" strike="noStrike" kern="1200" cap="none" spc="0" baseline="0">
                <a:solidFill>
                  <a:srgbClr val="901042"/>
                </a:solidFill>
                <a:latin typeface="Poppins" pitchFamily="0" charset="0"/>
                <a:ea typeface="Poppins" pitchFamily="0" charset="0"/>
                <a:cs typeface="Poppins" pitchFamily="0" charset="0"/>
                <a:sym typeface="Poppins" pitchFamily="0" charset="0"/>
              </a:rPr>
              <a:t>Innovating Sustainable Solutions</a:t>
            </a:r>
            <a:endParaRPr lang="zh-CN" altLang="en-US" sz="1500" b="1" i="1" u="none" strike="noStrike" kern="1200" cap="none" spc="0" baseline="0">
              <a:solidFill>
                <a:srgbClr val="901042"/>
              </a:solidFill>
              <a:latin typeface="Calibri" pitchFamily="34" charset="0"/>
              <a:ea typeface="MS PGothic" pitchFamily="34" charset="-128"/>
              <a:cs typeface="Calibri" pitchFamily="34" charset="0"/>
            </a:endParaRPr>
          </a:p>
        </p:txBody>
      </p:sp>
      <p:sp>
        <p:nvSpPr>
          <p:cNvPr id="38" name="Rectangles"/>
          <p:cNvSpPr>
            <a:spLocks/>
          </p:cNvSpPr>
          <p:nvPr/>
        </p:nvSpPr>
        <p:spPr>
          <a:xfrm rot="0">
            <a:off x="1" y="1524000"/>
            <a:ext cx="12192000" cy="1712168"/>
          </a:xfrm>
          <a:prstGeom prst="rect"/>
          <a:noFill/>
          <a:ln w="12700" cmpd="sng" cap="flat">
            <a:noFill/>
            <a:prstDash val="solid"/>
            <a:round/>
          </a:ln>
        </p:spPr>
        <p:txBody>
          <a:bodyPr vert="horz" wrap="square" lIns="91440" tIns="45720" rIns="91440" bIns="45720" anchor="ctr" anchorCtr="0">
            <a:prstTxWarp prst="textNoShape"/>
          </a:bodyPr>
          <a:lstStyle/>
          <a:p>
            <a:pPr marL="0" indent="0" algn="ctr" eaLnBrk="0" hangingPunct="0">
              <a:lnSpc>
                <a:spcPct val="100000"/>
              </a:lnSpc>
              <a:spcBef>
                <a:spcPts val="0"/>
              </a:spcBef>
              <a:spcAft>
                <a:spcPts val="0"/>
              </a:spcAft>
              <a:buNone/>
            </a:pPr>
            <a:r>
              <a:rPr lang="en-US" altLang="zh-CN" sz="6600" b="1" i="0" u="none" strike="noStrike" kern="1200" cap="all" spc="0" baseline="0">
                <a:ln w="8978" cap="flat">
                  <a:solidFill>
                    <a:srgbClr val="5C437A"/>
                  </a:solidFill>
                  <a:prstDash val="solid"/>
                  <a:round/>
                </a:ln>
                <a:solidFill>
                  <a:schemeClr val="tx1"/>
                </a:solidFill>
                <a:latin typeface="Calibri" pitchFamily="34" charset="0"/>
                <a:ea typeface="ＭＳ Ｐゴシック" pitchFamily="0" charset="0"/>
                <a:cs typeface="Arial" pitchFamily="34" charset="0"/>
              </a:rPr>
              <a:t>S</a:t>
            </a:r>
            <a:r>
              <a:rPr lang="en-US" altLang="zh-CN" sz="6600" b="1" i="0" u="none" strike="noStrike" kern="1200" cap="all" spc="0" baseline="0">
                <a:ln w="8978" cap="flat">
                  <a:solidFill>
                    <a:srgbClr val="5C437A"/>
                  </a:solidFill>
                  <a:prstDash val="solid"/>
                  <a:round/>
                </a:ln>
                <a:solidFill>
                  <a:schemeClr val="tx1"/>
                </a:solidFill>
                <a:latin typeface="Calibri" pitchFamily="34" charset="0"/>
                <a:ea typeface="ＭＳ Ｐゴシック" pitchFamily="0" charset="0"/>
                <a:cs typeface="Arial" pitchFamily="34" charset="0"/>
              </a:rPr>
              <a:t>ECI</a:t>
            </a:r>
            <a:r>
              <a:rPr lang="en-US" altLang="zh-CN" sz="6600" b="1" i="0" u="none" strike="noStrike" kern="1200" cap="all" spc="0" baseline="0">
                <a:ln w="8978" cap="flat">
                  <a:solidFill>
                    <a:srgbClr val="5C437A"/>
                  </a:solidFill>
                  <a:prstDash val="solid"/>
                  <a:round/>
                </a:ln>
                <a:solidFill>
                  <a:schemeClr val="tx1"/>
                </a:solidFill>
                <a:latin typeface="Calibri" pitchFamily="34" charset="0"/>
                <a:ea typeface="ＭＳ Ｐゴシック" pitchFamily="0" charset="0"/>
                <a:cs typeface="Arial" pitchFamily="34" charset="0"/>
              </a:rPr>
              <a:t>1</a:t>
            </a:r>
            <a:r>
              <a:rPr lang="en-US" altLang="zh-CN" sz="6600" b="1" i="0" u="none" strike="noStrike" kern="1200" cap="all" spc="0" baseline="0">
                <a:ln w="8978" cap="flat">
                  <a:solidFill>
                    <a:srgbClr val="5C437A"/>
                  </a:solidFill>
                  <a:prstDash val="solid"/>
                  <a:round/>
                </a:ln>
                <a:solidFill>
                  <a:schemeClr val="tx1"/>
                </a:solidFill>
                <a:latin typeface="Calibri" pitchFamily="34" charset="0"/>
                <a:ea typeface="ＭＳ Ｐゴシック" pitchFamily="0" charset="0"/>
                <a:cs typeface="Arial" pitchFamily="34" charset="0"/>
              </a:rPr>
              <a:t>14</a:t>
            </a:r>
            <a:r>
              <a:rPr lang="en-US" altLang="zh-CN" sz="6600" b="1" i="0" u="none" strike="noStrike" kern="1200" cap="all" spc="0" baseline="0">
                <a:ln w="8978" cap="flat">
                  <a:solidFill>
                    <a:srgbClr val="5C437A"/>
                  </a:solidFill>
                  <a:prstDash val="solid"/>
                  <a:round/>
                </a:ln>
                <a:solidFill>
                  <a:schemeClr val="tx1"/>
                </a:solidFill>
                <a:latin typeface="Calibri" pitchFamily="34" charset="0"/>
                <a:ea typeface="ＭＳ Ｐゴシック" pitchFamily="0" charset="0"/>
                <a:cs typeface="Arial" pitchFamily="34" charset="0"/>
              </a:rPr>
              <a:t>3</a:t>
            </a:r>
            <a:endParaRPr lang="en-US" altLang="zh-CN" sz="6600" b="1" i="0" u="none" strike="noStrike" kern="1200" cap="all" spc="0" baseline="0">
              <a:ln w="8978" cap="flat">
                <a:solidFill>
                  <a:srgbClr val="5C437A"/>
                </a:solidFill>
                <a:prstDash val="solid"/>
                <a:round/>
              </a:ln>
              <a:solidFill>
                <a:schemeClr val="tx1"/>
              </a:solidFill>
              <a:latin typeface="Calibri" pitchFamily="34" charset="0"/>
              <a:ea typeface="ＭＳ Ｐゴシック" pitchFamily="0" charset="0"/>
              <a:cs typeface="Arial" pitchFamily="34" charset="0"/>
            </a:endParaRPr>
          </a:p>
          <a:p>
            <a:pPr marL="0" indent="0" algn="ctr" eaLnBrk="0" hangingPunct="0">
              <a:lnSpc>
                <a:spcPct val="100000"/>
              </a:lnSpc>
              <a:spcBef>
                <a:spcPts val="0"/>
              </a:spcBef>
              <a:spcAft>
                <a:spcPts val="0"/>
              </a:spcAft>
              <a:buNone/>
            </a:pPr>
            <a:r>
              <a:rPr lang="en-US" altLang="zh-CN" sz="4000" b="1" i="0" u="none" strike="noStrike" kern="1200" cap="all" spc="0" baseline="0">
                <a:ln w="8978" cap="flat">
                  <a:solidFill>
                    <a:srgbClr val="5C437A"/>
                  </a:solidFill>
                  <a:prstDash val="solid"/>
                  <a:round/>
                </a:ln>
                <a:solidFill>
                  <a:schemeClr val="tx1"/>
                </a:solidFill>
                <a:latin typeface="Calibri" pitchFamily="34" charset="0"/>
                <a:ea typeface="ＭＳ Ｐゴシック" pitchFamily="0" charset="0"/>
                <a:cs typeface="Arial" pitchFamily="34" charset="0"/>
              </a:rPr>
              <a:t>Probability &amp; statistical data analysis</a:t>
            </a:r>
            <a:endParaRPr lang="zh-CN" altLang="en-US" sz="4000" b="1" i="0" u="none" strike="noStrike" kern="1200" cap="all" spc="0" baseline="0">
              <a:ln w="8978" cap="flat">
                <a:solidFill>
                  <a:srgbClr val="5C437A"/>
                </a:solidFill>
                <a:prstDash val="solid"/>
                <a:round/>
              </a:ln>
              <a:solidFill>
                <a:schemeClr val="tx1"/>
              </a:solidFill>
              <a:latin typeface="Calibri" pitchFamily="34" charset="0"/>
              <a:ea typeface="ＭＳ Ｐゴシック" pitchFamily="0" charset="0"/>
              <a:cs typeface="Arial" pitchFamily="34" charset="0"/>
            </a:endParaRPr>
          </a:p>
        </p:txBody>
      </p:sp>
      <p:sp>
        <p:nvSpPr>
          <p:cNvPr id="39" name="Rectangles"/>
          <p:cNvSpPr>
            <a:spLocks/>
          </p:cNvSpPr>
          <p:nvPr/>
        </p:nvSpPr>
        <p:spPr>
          <a:xfrm rot="0">
            <a:off x="2208213" y="3236168"/>
            <a:ext cx="7777162" cy="2455910"/>
          </a:xfrm>
          <a:prstGeom prst="rect"/>
          <a:noFill/>
          <a:ln w="12700" cmpd="sng" cap="flat">
            <a:noFill/>
            <a:prstDash val="solid"/>
            <a:round/>
          </a:ln>
        </p:spPr>
        <p:txBody>
          <a:bodyPr vert="horz" wrap="square" lIns="91440" tIns="45720" rIns="91440" bIns="45720" anchor="t" anchorCtr="0">
            <a:prstTxWarp prst="textNoShape"/>
          </a:bodyPr>
          <a:lstStyle/>
          <a:p>
            <a:pPr marL="0" indent="0" algn="ctr" eaLnBrk="1" hangingPunct="1">
              <a:lnSpc>
                <a:spcPct val="100000"/>
              </a:lnSpc>
              <a:spcBef>
                <a:spcPts val="0"/>
              </a:spcBef>
              <a:spcAft>
                <a:spcPts val="0"/>
              </a:spcAft>
              <a:buNone/>
            </a:pPr>
            <a:r>
              <a:rPr lang="en-US" altLang="zh-CN" sz="4800" b="1" i="0" u="none" strike="noStrike" kern="1200" cap="none" spc="0" baseline="0">
                <a:solidFill>
                  <a:schemeClr val="tx1"/>
                </a:solidFill>
                <a:latin typeface="Calibri" pitchFamily="34" charset="0"/>
                <a:ea typeface="ＭＳ Ｐゴシック" pitchFamily="0" charset="0"/>
                <a:cs typeface="Calibri" pitchFamily="34" charset="0"/>
              </a:rPr>
              <a:t>CHAPTER 4</a:t>
            </a:r>
            <a:endParaRPr lang="en-US" altLang="zh-CN" sz="4800" b="1" i="0" u="none" strike="noStrike" kern="1200" cap="none" spc="0" baseline="0">
              <a:solidFill>
                <a:schemeClr val="tx1"/>
              </a:solidFill>
              <a:latin typeface="Calibri" pitchFamily="34" charset="0"/>
              <a:ea typeface="ＭＳ Ｐゴシック" pitchFamily="0" charset="0"/>
              <a:cs typeface="Calibri" pitchFamily="34" charset="0"/>
            </a:endParaRPr>
          </a:p>
          <a:p>
            <a:pPr marL="0" indent="0" algn="ctr" eaLnBrk="1" hangingPunct="1">
              <a:lnSpc>
                <a:spcPct val="100000"/>
              </a:lnSpc>
              <a:spcBef>
                <a:spcPts val="0"/>
              </a:spcBef>
              <a:spcAft>
                <a:spcPts val="0"/>
              </a:spcAft>
              <a:buNone/>
            </a:pPr>
            <a:endParaRPr lang="en-US" altLang="zh-CN" sz="4800" b="1" i="0" u="none" strike="noStrike" kern="1200" cap="none" spc="0" baseline="0">
              <a:solidFill>
                <a:schemeClr val="tx1"/>
              </a:solidFill>
              <a:latin typeface="Calibri" pitchFamily="34" charset="0"/>
              <a:ea typeface="ＭＳ Ｐゴシック" pitchFamily="0" charset="0"/>
              <a:cs typeface="Calibri" pitchFamily="34" charset="0"/>
            </a:endParaRPr>
          </a:p>
          <a:p>
            <a:pPr marL="0" indent="0" algn="ctr" eaLnBrk="0" hangingPunct="0">
              <a:lnSpc>
                <a:spcPct val="100000"/>
              </a:lnSpc>
              <a:spcBef>
                <a:spcPts val="0"/>
              </a:spcBef>
              <a:spcAft>
                <a:spcPts val="0"/>
              </a:spcAft>
              <a:buNone/>
            </a:pPr>
            <a:r>
              <a:rPr lang="en-US" altLang="zh-CN" sz="5400" b="1" i="0" u="none" strike="noStrike" kern="1200" cap="none" spc="0" baseline="0">
                <a:solidFill>
                  <a:schemeClr val="tx1"/>
                </a:solidFill>
                <a:latin typeface="Calibri" pitchFamily="34" charset="0"/>
                <a:ea typeface="MS PGothic" pitchFamily="34" charset="-128"/>
                <a:cs typeface="Arial" pitchFamily="34" charset="0"/>
              </a:rPr>
              <a:t>Overview of Probability</a:t>
            </a:r>
            <a:endParaRPr lang="zh-CN" altLang="en-US" sz="5400" b="1" i="0" u="none" strike="noStrike" kern="1200" cap="none" spc="0" baseline="0">
              <a:solidFill>
                <a:schemeClr val="tx1"/>
              </a:solidFill>
              <a:latin typeface="Calibri" pitchFamily="34" charset="0"/>
              <a:ea typeface="MS PGothic" pitchFamily="34" charset="-128"/>
              <a:cs typeface="Arial" pitchFamily="34" charset="0"/>
            </a:endParaRPr>
          </a:p>
        </p:txBody>
      </p:sp>
      <p:grpSp>
        <p:nvGrpSpPr>
          <p:cNvPr id="42" name="Combination"/>
          <p:cNvGrpSpPr>
            <a:grpSpLocks/>
          </p:cNvGrpSpPr>
          <p:nvPr/>
        </p:nvGrpSpPr>
        <p:grpSpPr>
          <a:xfrm>
            <a:off x="11728422" y="0"/>
            <a:ext cx="158777" cy="6858000"/>
            <a:chOff x="11728422" y="0"/>
            <a:chExt cx="158777" cy="6858000"/>
          </a:xfrm>
        </p:grpSpPr>
        <p:sp>
          <p:nvSpPr>
            <p:cNvPr id="40" name="曲线"/>
            <p:cNvSpPr>
              <a:spLocks/>
            </p:cNvSpPr>
            <p:nvPr/>
          </p:nvSpPr>
          <p:spPr>
            <a:xfrm rot="0">
              <a:off x="11728422" y="118468"/>
              <a:ext cx="158777" cy="6739531"/>
            </a:xfrm>
            <a:custGeom>
              <a:gdLst>
                <a:gd name="T1" fmla="*/ 0 w 21600"/>
                <a:gd name="T2" fmla="*/ 0 h 21600"/>
                <a:gd name="T3" fmla="*/ 21600 w 21600"/>
                <a:gd name="T4" fmla="*/ 21600 h 21600"/>
              </a:gdLst>
              <a:rect l="T1" t="T2" r="T3" b="T4"/>
              <a:pathLst>
                <a:path w="21600" h="21600">
                  <a:moveTo>
                    <a:pt x="0" y="0"/>
                  </a:moveTo>
                  <a:lnTo>
                    <a:pt x="21600" y="0"/>
                  </a:lnTo>
                  <a:lnTo>
                    <a:pt x="21600" y="21600"/>
                  </a:lnTo>
                  <a:lnTo>
                    <a:pt x="0" y="21600"/>
                  </a:lnTo>
                  <a:close/>
                </a:path>
              </a:pathLst>
            </a:custGeom>
            <a:solidFill>
              <a:srgbClr val="901042"/>
            </a:solidFill>
            <a:ln cmpd="sng" cap="flat">
              <a:noFill/>
              <a:prstDash val="solid"/>
              <a:round/>
            </a:ln>
          </p:spPr>
        </p:sp>
        <p:sp>
          <p:nvSpPr>
            <p:cNvPr id="41" name="Rectangles"/>
            <p:cNvSpPr>
              <a:spLocks/>
            </p:cNvSpPr>
            <p:nvPr/>
          </p:nvSpPr>
          <p:spPr>
            <a:xfrm rot="0">
              <a:off x="11728422" y="0"/>
              <a:ext cx="158777" cy="6858000"/>
            </a:xfrm>
            <a:prstGeom prst="rect"/>
            <a:noFill/>
            <a:ln w="12700" cmpd="sng" cap="flat">
              <a:noFill/>
              <a:prstDash val="solid"/>
              <a:round/>
            </a:ln>
          </p:spPr>
        </p:sp>
      </p:grpSp>
      <p:sp>
        <p:nvSpPr>
          <p:cNvPr id="43" name="曲线"/>
          <p:cNvSpPr>
            <a:spLocks/>
          </p:cNvSpPr>
          <p:nvPr/>
        </p:nvSpPr>
        <p:spPr>
          <a:xfrm rot="0">
            <a:off x="631246" y="225437"/>
            <a:ext cx="1577796" cy="536562"/>
          </a:xfrm>
          <a:custGeom>
            <a:gdLst>
              <a:gd name="T1" fmla="*/ 0 w 21600"/>
              <a:gd name="T2" fmla="*/ 0 h 21600"/>
              <a:gd name="T3" fmla="*/ 21600 w 21600"/>
              <a:gd name="T4" fmla="*/ 21600 h 21600"/>
            </a:gdLst>
            <a:rect l="T1" t="T2" r="T3" b="T4"/>
            <a:pathLst>
              <a:path w="21600" h="21600">
                <a:moveTo>
                  <a:pt x="0" y="0"/>
                </a:moveTo>
                <a:lnTo>
                  <a:pt x="21600" y="0"/>
                </a:lnTo>
                <a:lnTo>
                  <a:pt x="21600" y="21600"/>
                </a:lnTo>
                <a:lnTo>
                  <a:pt x="0" y="21600"/>
                </a:lnTo>
                <a:lnTo>
                  <a:pt x="0" y="0"/>
                </a:lnTo>
                <a:close/>
              </a:path>
            </a:pathLst>
          </a:custGeom>
          <a:blipFill rotWithShape="1">
            <a:blip r:embed="rId2">
              <a:alphaModFix amt="0"/>
            </a:blip>
            <a:stretch/>
          </a:blipFill>
          <a:ln cmpd="sng" cap="flat">
            <a:noFill/>
            <a:prstDash val="solid"/>
            <a:round/>
          </a:ln>
        </p:spPr>
      </p:sp>
    </p:spTree>
    <p:extLst>
      <p:ext uri="{BB962C8B-B14F-4D97-AF65-F5344CB8AC3E}">
        <p14:creationId xmlns:p14="http://schemas.microsoft.com/office/powerpoint/2010/main" val="156558214"/>
      </p:ext>
    </p:extLst>
  </p:cSld>
  <p:clrMapOvr>
    <a:masterClrMapping/>
  </p:clrMapOvr>
</p:sld>
</file>

<file path=ppt/slides/slide2.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49" name="Text box"/>
          <p:cNvSpPr>
            <a:spLocks noGrp="1"/>
          </p:cNvSpPr>
          <p:nvPr>
            <p:ph type="title"/>
          </p:nvPr>
        </p:nvSpPr>
        <p:spPr>
          <a:xfrm rot="0">
            <a:off x="3892549" y="365126"/>
            <a:ext cx="6275389" cy="777875"/>
          </a:xfrm>
          <a:prstGeom prst="rect"/>
          <a:solidFill>
            <a:srgbClr val="FFFFFF"/>
          </a:solidFill>
          <a:ln w="25400" cmpd="sng" cap="flat">
            <a:solidFill>
              <a:srgbClr val="C0504D"/>
            </a:solidFill>
            <a:prstDash val="solid"/>
            <a:round/>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en-US" altLang="zh-CN" sz="4000" b="1" i="0" u="none" strike="noStrike" kern="1200" cap="none" spc="0" baseline="0">
                <a:solidFill>
                  <a:schemeClr val="tx1"/>
                </a:solidFill>
                <a:latin typeface="Calibri" pitchFamily="34" charset="0"/>
                <a:ea typeface="宋体" pitchFamily="0" charset="0"/>
                <a:cs typeface="Calibri" pitchFamily="34" charset="0"/>
              </a:rPr>
              <a:t>Probability</a:t>
            </a:r>
            <a:endParaRPr lang="zh-CN" altLang="en-US" sz="4000" b="1" i="0" u="none" strike="noStrike" kern="1200" cap="none" spc="0" baseline="0">
              <a:solidFill>
                <a:schemeClr val="tx1"/>
              </a:solidFill>
              <a:latin typeface="Calibri" pitchFamily="34" charset="0"/>
              <a:ea typeface="宋体" pitchFamily="0" charset="0"/>
              <a:cs typeface="Calibri" pitchFamily="34" charset="0"/>
            </a:endParaRPr>
          </a:p>
        </p:txBody>
      </p:sp>
      <p:sp>
        <p:nvSpPr>
          <p:cNvPr id="50" name="Rectangles"/>
          <p:cNvSpPr>
            <a:spLocks/>
          </p:cNvSpPr>
          <p:nvPr/>
        </p:nvSpPr>
        <p:spPr>
          <a:xfrm rot="0">
            <a:off x="1846263" y="1433513"/>
            <a:ext cx="8412494" cy="977265"/>
          </a:xfrm>
          <a:prstGeom prst="rect"/>
          <a:noFill/>
          <a:ln w="12700" cmpd="sng" cap="flat">
            <a:noFill/>
            <a:prstDash val="solid"/>
            <a:round/>
          </a:ln>
        </p:spPr>
        <p:txBody>
          <a:bodyPr vert="horz" wrap="square" lIns="91440" tIns="45720" rIns="91440" bIns="45720" anchor="t" anchorCtr="0">
            <a:prstTxWarp prst="textNoShape"/>
            <a:spAutoFit/>
          </a:bodyPr>
          <a:lstStyle/>
          <a:p>
            <a:pPr marL="0" indent="0" algn="ctr" eaLnBrk="1" hangingPunct="1">
              <a:lnSpc>
                <a:spcPct val="100000"/>
              </a:lnSpc>
              <a:spcBef>
                <a:spcPts val="0"/>
              </a:spcBef>
              <a:spcAft>
                <a:spcPts val="0"/>
              </a:spcAft>
              <a:buNone/>
            </a:pPr>
            <a:r>
              <a:rPr lang="en-US" altLang="zh-CN" sz="2000" b="0" i="1" u="none" strike="noStrike" kern="1200" cap="none" spc="0" baseline="0">
                <a:solidFill>
                  <a:schemeClr val="tx1"/>
                </a:solidFill>
                <a:latin typeface="Calibri" pitchFamily="34" charset="0"/>
                <a:ea typeface="MS PGothic" pitchFamily="34" charset="-128"/>
                <a:cs typeface="Calibri" pitchFamily="34" charset="0"/>
              </a:rPr>
              <a:t>(Recall from subject SCSI1013 – Discrete Mathematics: Chapter 3 (Part 4 – probability theory)</a:t>
            </a:r>
            <a:endParaRPr lang="en-US" altLang="zh-CN" sz="2000" b="0" i="1" u="none" strike="noStrike" kern="1200" cap="none" spc="0" baseline="0">
              <a:solidFill>
                <a:schemeClr val="tx1"/>
              </a:solidFill>
              <a:latin typeface="Calibri" pitchFamily="34" charset="0"/>
              <a:ea typeface="MS PGothic" pitchFamily="34" charset="-128"/>
              <a:cs typeface="Calibri" pitchFamily="34" charset="0"/>
            </a:endParaRPr>
          </a:p>
          <a:p>
            <a:pPr marL="0" indent="0" algn="ctr" eaLnBrk="1" hangingPunct="1">
              <a:lnSpc>
                <a:spcPct val="100000"/>
              </a:lnSpc>
              <a:spcBef>
                <a:spcPts val="0"/>
              </a:spcBef>
              <a:spcAft>
                <a:spcPts val="0"/>
              </a:spcAft>
              <a:buNone/>
            </a:pPr>
            <a:endParaRPr lang="zh-CN" altLang="en-US" sz="2000" b="0" i="1" u="none" strike="noStrike" kern="1200" cap="none" spc="0" baseline="0">
              <a:solidFill>
                <a:schemeClr val="tx1"/>
              </a:solidFill>
              <a:latin typeface="Calibri" pitchFamily="34" charset="0"/>
              <a:ea typeface="MS PGothic" pitchFamily="34" charset="-128"/>
              <a:cs typeface="Calibri" pitchFamily="34" charset="0"/>
            </a:endParaRPr>
          </a:p>
        </p:txBody>
      </p:sp>
      <p:sp>
        <p:nvSpPr>
          <p:cNvPr id="51" name="Text box"/>
          <p:cNvSpPr>
            <a:spLocks noGrp="1"/>
          </p:cNvSpPr>
          <p:nvPr>
            <p:ph type="body" idx="1"/>
          </p:nvPr>
        </p:nvSpPr>
        <p:spPr>
          <a:xfrm rot="0">
            <a:off x="1774826" y="2135189"/>
            <a:ext cx="8424863" cy="1150937"/>
          </a:xfrm>
          <a:prstGeom prst="rect"/>
          <a:noFill/>
          <a:ln w="12700" cmpd="sng" cap="flat">
            <a:noFill/>
            <a:prstDash val="solid"/>
            <a:round/>
          </a:ln>
        </p:spPr>
        <p:txBody>
          <a:bodyPr vert="horz" wrap="square" lIns="91440" tIns="45720" rIns="91440" bIns="45720" anchor="t" anchorCtr="0">
            <a:prstTxWarp prst="textNoShape"/>
          </a:bodyPr>
          <a:lstStyle/>
          <a:p>
            <a:pPr marL="342900" indent="-342900" algn="l">
              <a:lnSpc>
                <a:spcPct val="100000"/>
              </a:lnSpc>
              <a:spcBef>
                <a:spcPct val="20000"/>
              </a:spcBef>
              <a:spcAft>
                <a:spcPts val="0"/>
              </a:spcAft>
              <a:buFont typeface="Wingdings" pitchFamily="2" charset="2"/>
              <a:buChar char="§"/>
            </a:pPr>
            <a:r>
              <a:rPr lang="en-US" altLang="zh-CN" sz="2800" b="0" i="0" u="none" strike="noStrike" kern="1200" cap="none" spc="0" baseline="0">
                <a:solidFill>
                  <a:schemeClr val="tx1"/>
                </a:solidFill>
                <a:latin typeface="Calibri" pitchFamily="34" charset="0"/>
                <a:ea typeface="MS PGothic" pitchFamily="34" charset="-128"/>
                <a:cs typeface="Lucida Sans" pitchFamily="0" charset="0"/>
              </a:rPr>
              <a:t>Probability – the systematic study of uncertainty.</a:t>
            </a:r>
            <a:endParaRPr lang="en-US" altLang="zh-CN" sz="2800" b="0" i="0" u="none" strike="noStrike" kern="1200" cap="none" spc="0" baseline="0">
              <a:solidFill>
                <a:schemeClr val="tx1"/>
              </a:solidFill>
              <a:latin typeface="Calibri" pitchFamily="34" charset="0"/>
              <a:ea typeface="MS PGothic" pitchFamily="34" charset="-128"/>
              <a:cs typeface="Lucida Sans" pitchFamily="0" charset="0"/>
            </a:endParaRPr>
          </a:p>
          <a:p>
            <a:pPr marL="342900" indent="-342900" algn="l">
              <a:lnSpc>
                <a:spcPct val="100000"/>
              </a:lnSpc>
              <a:spcBef>
                <a:spcPct val="20000"/>
              </a:spcBef>
              <a:spcAft>
                <a:spcPts val="0"/>
              </a:spcAft>
              <a:buFont typeface="Wingdings" pitchFamily="2" charset="2"/>
              <a:buChar char="§"/>
            </a:pPr>
            <a:r>
              <a:rPr lang="en-US" altLang="zh-CN" sz="2800" b="0" i="0" u="none" strike="noStrike" kern="1200" cap="none" spc="0" baseline="0">
                <a:solidFill>
                  <a:schemeClr val="tx1"/>
                </a:solidFill>
                <a:latin typeface="Calibri" pitchFamily="34" charset="0"/>
                <a:ea typeface="MS PGothic" pitchFamily="34" charset="-128"/>
                <a:cs typeface="Lucida Sans" pitchFamily="0" charset="0"/>
              </a:rPr>
              <a:t>Example of activities involve with uncertainty:</a:t>
            </a:r>
            <a:endParaRPr lang="zh-CN" altLang="en-US" sz="2800" b="0" i="0" u="none" strike="noStrike" kern="1200" cap="none" spc="0" baseline="0">
              <a:solidFill>
                <a:schemeClr val="tx1"/>
              </a:solidFill>
              <a:latin typeface="Calibri" pitchFamily="34" charset="0"/>
              <a:ea typeface="MS PGothic" pitchFamily="34" charset="-128"/>
              <a:cs typeface="Lucida Sans" pitchFamily="0" charset="0"/>
            </a:endParaRPr>
          </a:p>
        </p:txBody>
      </p:sp>
      <p:grpSp>
        <p:nvGrpSpPr>
          <p:cNvPr id="54" name="Combination"/>
          <p:cNvGrpSpPr>
            <a:grpSpLocks/>
          </p:cNvGrpSpPr>
          <p:nvPr/>
        </p:nvGrpSpPr>
        <p:grpSpPr>
          <a:xfrm>
            <a:off x="1774824" y="3716339"/>
            <a:ext cx="2952750" cy="2297815"/>
            <a:chOff x="1774824" y="3716339"/>
            <a:chExt cx="2952750" cy="2297815"/>
          </a:xfrm>
        </p:grpSpPr>
        <p:pic>
          <p:nvPicPr>
            <p:cNvPr id="52" name="Images" descr="671px-Two_red_dice_01.svg.png"/>
            <p:cNvPicPr>
              <a:picLocks noChangeAspect="1"/>
            </p:cNvPicPr>
            <p:nvPr/>
          </p:nvPicPr>
          <p:blipFill>
            <a:blip r:embed="rId1" cstate="print"/>
            <a:stretch>
              <a:fillRect/>
            </a:stretch>
          </p:blipFill>
          <p:spPr>
            <a:xfrm rot="0">
              <a:off x="1774824" y="3716339"/>
              <a:ext cx="2952750" cy="2016123"/>
            </a:xfrm>
            <a:prstGeom prst="rect"/>
            <a:noFill/>
            <a:ln w="12700" cmpd="sng" cap="flat">
              <a:noFill/>
              <a:prstDash val="solid"/>
              <a:round/>
            </a:ln>
          </p:spPr>
        </p:pic>
        <p:sp>
          <p:nvSpPr>
            <p:cNvPr id="53" name="Rectangles"/>
            <p:cNvSpPr>
              <a:spLocks/>
            </p:cNvSpPr>
            <p:nvPr/>
          </p:nvSpPr>
          <p:spPr>
            <a:xfrm rot="0">
              <a:off x="1838067" y="5198814"/>
              <a:ext cx="1962908" cy="815340"/>
            </a:xfrm>
            <a:prstGeom prst="rect"/>
            <a:noFill/>
            <a:ln w="12700" cmpd="sng" cap="flat">
              <a:noFill/>
              <a:prstDash val="solid"/>
              <a:round/>
            </a:ln>
          </p:spPr>
          <p:txBody>
            <a:bodyPr vert="horz" wrap="square" lIns="91440" tIns="45720" rIns="91440" bIns="45720" anchor="t" anchorCtr="0">
              <a:prstTxWarp prst="textNoShape"/>
              <a:spAutoFit/>
            </a:bodyPr>
            <a:lstStyle/>
            <a:p>
              <a:pPr marL="0" indent="0" algn="l" eaLnBrk="1" hangingPunct="1">
                <a:lnSpc>
                  <a:spcPct val="100000"/>
                </a:lnSpc>
                <a:spcBef>
                  <a:spcPts val="0"/>
                </a:spcBef>
                <a:spcAft>
                  <a:spcPts val="0"/>
                </a:spcAft>
                <a:buNone/>
              </a:pPr>
              <a:r>
                <a:rPr lang="en-US" altLang="zh-CN" sz="2400" b="0" i="0" u="none" strike="noStrike" kern="1200" cap="none" spc="0" baseline="0">
                  <a:solidFill>
                    <a:schemeClr val="tx1"/>
                  </a:solidFill>
                  <a:latin typeface="Calibri" pitchFamily="34" charset="0"/>
                  <a:ea typeface="MS PGothic" pitchFamily="34" charset="-128"/>
                  <a:cs typeface="Calibri" pitchFamily="34" charset="0"/>
                </a:rPr>
                <a:t>Rolling a dice</a:t>
              </a:r>
              <a:endParaRPr lang="zh-CN" altLang="en-US" sz="2400" b="0" i="0" u="none" strike="noStrike" kern="1200" cap="none" spc="0" baseline="0">
                <a:solidFill>
                  <a:schemeClr val="tx1"/>
                </a:solidFill>
                <a:latin typeface="Calibri" pitchFamily="34" charset="0"/>
                <a:ea typeface="MS PGothic" pitchFamily="34" charset="-128"/>
                <a:cs typeface="Calibri" pitchFamily="34" charset="0"/>
              </a:endParaRPr>
            </a:p>
          </p:txBody>
        </p:sp>
      </p:grpSp>
      <p:grpSp>
        <p:nvGrpSpPr>
          <p:cNvPr id="57" name="Combination"/>
          <p:cNvGrpSpPr>
            <a:grpSpLocks/>
          </p:cNvGrpSpPr>
          <p:nvPr/>
        </p:nvGrpSpPr>
        <p:grpSpPr>
          <a:xfrm>
            <a:off x="5087939" y="3573463"/>
            <a:ext cx="2401789" cy="2612715"/>
            <a:chOff x="5087939" y="3573463"/>
            <a:chExt cx="2401789" cy="2612715"/>
          </a:xfrm>
        </p:grpSpPr>
        <p:sp>
          <p:nvSpPr>
            <p:cNvPr id="55" name="Rectangles"/>
            <p:cNvSpPr>
              <a:spLocks/>
            </p:cNvSpPr>
            <p:nvPr/>
          </p:nvSpPr>
          <p:spPr>
            <a:xfrm rot="0">
              <a:off x="5303931" y="5732789"/>
              <a:ext cx="2185797" cy="453389"/>
            </a:xfrm>
            <a:prstGeom prst="rect"/>
            <a:noFill/>
            <a:ln w="12700" cmpd="sng" cap="flat">
              <a:noFill/>
              <a:prstDash val="solid"/>
              <a:round/>
            </a:ln>
          </p:spPr>
          <p:txBody>
            <a:bodyPr vert="horz" wrap="none" lIns="91440" tIns="45720" rIns="91440" bIns="45720" anchor="t" anchorCtr="0">
              <a:prstTxWarp prst="textNoShape"/>
              <a:spAutoFit/>
            </a:bodyPr>
            <a:lstStyle/>
            <a:p>
              <a:pPr marL="0" indent="0" algn="l" eaLnBrk="1" hangingPunct="1">
                <a:lnSpc>
                  <a:spcPct val="100000"/>
                </a:lnSpc>
                <a:spcBef>
                  <a:spcPts val="0"/>
                </a:spcBef>
                <a:spcAft>
                  <a:spcPts val="0"/>
                </a:spcAft>
                <a:buNone/>
              </a:pPr>
              <a:r>
                <a:rPr lang="en-US" altLang="zh-CN" sz="2400" b="0" i="0" u="none" strike="noStrike" kern="1200" cap="none" spc="0" baseline="0">
                  <a:solidFill>
                    <a:schemeClr val="tx1"/>
                  </a:solidFill>
                  <a:latin typeface="Calibri" pitchFamily="34" charset="0"/>
                  <a:ea typeface="MS PGothic" pitchFamily="34" charset="-128"/>
                  <a:cs typeface="Calibri" pitchFamily="34" charset="0"/>
                </a:rPr>
                <a:t>Tossing a coin </a:t>
              </a:r>
              <a:endParaRPr lang="zh-CN" altLang="en-US" sz="2400" b="0" i="0" u="none" strike="noStrike" kern="1200" cap="none" spc="0" baseline="0">
                <a:solidFill>
                  <a:schemeClr val="tx1"/>
                </a:solidFill>
                <a:latin typeface="Calibri" pitchFamily="34" charset="0"/>
                <a:ea typeface="MS PGothic" pitchFamily="34" charset="-128"/>
                <a:cs typeface="Calibri" pitchFamily="34" charset="0"/>
              </a:endParaRPr>
            </a:p>
          </p:txBody>
        </p:sp>
        <p:pic>
          <p:nvPicPr>
            <p:cNvPr id="56" name="Images" descr="cointossing.jpg"/>
            <p:cNvPicPr>
              <a:picLocks noChangeAspect="1"/>
            </p:cNvPicPr>
            <p:nvPr/>
          </p:nvPicPr>
          <p:blipFill>
            <a:blip r:embed="rId2" cstate="print"/>
            <a:stretch>
              <a:fillRect/>
            </a:stretch>
          </p:blipFill>
          <p:spPr>
            <a:xfrm rot="0">
              <a:off x="5087939" y="3573463"/>
              <a:ext cx="2224086" cy="2228172"/>
            </a:xfrm>
            <a:prstGeom prst="rect"/>
            <a:noFill/>
            <a:ln w="12700" cmpd="sng" cap="flat">
              <a:noFill/>
              <a:prstDash val="solid"/>
              <a:round/>
            </a:ln>
          </p:spPr>
        </p:pic>
      </p:grpSp>
      <p:grpSp>
        <p:nvGrpSpPr>
          <p:cNvPr id="60" name="Combination"/>
          <p:cNvGrpSpPr>
            <a:grpSpLocks/>
          </p:cNvGrpSpPr>
          <p:nvPr/>
        </p:nvGrpSpPr>
        <p:grpSpPr>
          <a:xfrm>
            <a:off x="7535864" y="3357562"/>
            <a:ext cx="3398899" cy="2942915"/>
            <a:chOff x="7535864" y="3357562"/>
            <a:chExt cx="3398899" cy="2942915"/>
          </a:xfrm>
        </p:grpSpPr>
        <p:sp>
          <p:nvSpPr>
            <p:cNvPr id="58" name="Rectangles"/>
            <p:cNvSpPr>
              <a:spLocks/>
            </p:cNvSpPr>
            <p:nvPr/>
          </p:nvSpPr>
          <p:spPr>
            <a:xfrm rot="0">
              <a:off x="7535864" y="5847088"/>
              <a:ext cx="3398899" cy="453389"/>
            </a:xfrm>
            <a:prstGeom prst="rect"/>
            <a:noFill/>
            <a:ln w="12700" cmpd="sng" cap="flat">
              <a:noFill/>
              <a:prstDash val="solid"/>
              <a:round/>
            </a:ln>
          </p:spPr>
          <p:txBody>
            <a:bodyPr vert="horz" wrap="none" lIns="91440" tIns="45720" rIns="91440" bIns="45720" anchor="t" anchorCtr="0">
              <a:prstTxWarp prst="textNoShape"/>
              <a:spAutoFit/>
            </a:bodyPr>
            <a:lstStyle/>
            <a:p>
              <a:pPr marL="0" indent="0" algn="l" eaLnBrk="1" hangingPunct="1">
                <a:lnSpc>
                  <a:spcPct val="100000"/>
                </a:lnSpc>
                <a:spcBef>
                  <a:spcPts val="0"/>
                </a:spcBef>
                <a:spcAft>
                  <a:spcPts val="0"/>
                </a:spcAft>
                <a:buNone/>
              </a:pPr>
              <a:r>
                <a:rPr lang="en-US" altLang="zh-CN" sz="2400" b="0" i="0" u="none" strike="noStrike" kern="1200" cap="none" spc="0" baseline="0">
                  <a:solidFill>
                    <a:schemeClr val="tx1"/>
                  </a:solidFill>
                  <a:latin typeface="Calibri" pitchFamily="34" charset="0"/>
                  <a:ea typeface="MS PGothic" pitchFamily="34" charset="-128"/>
                  <a:cs typeface="Calibri" pitchFamily="34" charset="0"/>
                </a:rPr>
                <a:t>Select cards from deck</a:t>
              </a:r>
              <a:endParaRPr lang="zh-CN" altLang="en-US" sz="2400" b="0" i="0" u="none" strike="noStrike" kern="1200" cap="none" spc="0" baseline="0">
                <a:solidFill>
                  <a:schemeClr val="tx1"/>
                </a:solidFill>
                <a:latin typeface="Calibri" pitchFamily="34" charset="0"/>
                <a:ea typeface="MS PGothic" pitchFamily="34" charset="-128"/>
                <a:cs typeface="Calibri" pitchFamily="34" charset="0"/>
              </a:endParaRPr>
            </a:p>
          </p:txBody>
        </p:sp>
        <p:pic>
          <p:nvPicPr>
            <p:cNvPr id="59" name="Images" descr="risingcard3-final.jpg"/>
            <p:cNvPicPr>
              <a:picLocks noChangeAspect="1"/>
            </p:cNvPicPr>
            <p:nvPr/>
          </p:nvPicPr>
          <p:blipFill>
            <a:blip r:embed="rId3" cstate="print"/>
            <a:stretch>
              <a:fillRect/>
            </a:stretch>
          </p:blipFill>
          <p:spPr>
            <a:xfrm rot="0">
              <a:off x="7646450" y="3357562"/>
              <a:ext cx="2612307" cy="2610816"/>
            </a:xfrm>
            <a:prstGeom prst="rect"/>
            <a:noFill/>
            <a:ln w="12700" cmpd="sng" cap="flat">
              <a:noFill/>
              <a:prstDash val="solid"/>
              <a:round/>
            </a:ln>
          </p:spPr>
        </p:pic>
      </p:grpSp>
      <p:sp>
        <p:nvSpPr>
          <p:cNvPr id="61" name="Rectangles"/>
          <p:cNvSpPr>
            <a:spLocks noGrp="1"/>
          </p:cNvSpPr>
          <p:nvPr>
            <p:ph type="sldNum" idx="12"/>
          </p:nvPr>
        </p:nvSpPr>
        <p:spPr>
          <a:xfrm rot="0">
            <a:off x="6132513" y="6519863"/>
            <a:ext cx="468310" cy="365125"/>
          </a:xfrm>
          <a:prstGeom prst="rect"/>
          <a:noFill/>
          <a:ln w="12700" cmpd="sng" cap="flat">
            <a:noFill/>
            <a:prstDash val="solid"/>
            <a:miter/>
          </a:ln>
        </p:spPr>
        <p:txBody>
          <a:bodyPr vert="horz" wrap="square" lIns="91440" tIns="45720" rIns="91440" bIns="45720" anchor="ctr" anchorCtr="0">
            <a:prstTxWarp prst="textNoShape"/>
          </a:bodyPr>
          <a:lstStyle/>
          <a:p>
            <a:pPr marL="0" indent="0" algn="l" eaLnBrk="1" hangingPunct="1">
              <a:lnSpc>
                <a:spcPct val="100000"/>
              </a:lnSpc>
              <a:spcBef>
                <a:spcPts val="0"/>
              </a:spcBef>
              <a:spcAft>
                <a:spcPts val="0"/>
              </a:spcAft>
              <a:buNone/>
            </a:pPr>
            <a:fld id="{CAD2D6BD-DE1B-4B5F-8B41-2702339687B9}" type="slidenum">
              <a:rPr lang="en-US" altLang="zh-CN" sz="1200" b="0" i="0" u="none" strike="noStrike" kern="1200" cap="none" spc="0" baseline="0">
                <a:solidFill>
                  <a:schemeClr val="bg1"/>
                </a:solidFill>
                <a:latin typeface="Calibri" pitchFamily="34" charset="0"/>
                <a:ea typeface="MS PGothic" pitchFamily="34" charset="-128"/>
                <a:cs typeface="Arial" pitchFamily="34" charset="0"/>
              </a:rPr>
              <a:t>2</a:t>
            </a:fld>
            <a:endParaRPr lang="zh-CN" altLang="en-US" sz="1200" b="0" i="0" u="none" strike="noStrike" kern="1200" cap="none" spc="0" baseline="0">
              <a:solidFill>
                <a:schemeClr val="bg1"/>
              </a:solidFill>
              <a:latin typeface="Calibri" pitchFamily="34" charset="0"/>
              <a:ea typeface="MS PGothic" pitchFamily="34" charset="-128"/>
              <a:cs typeface="Arial" pitchFamily="34" charset="0"/>
            </a:endParaRPr>
          </a:p>
        </p:txBody>
      </p:sp>
    </p:spTree>
    <p:extLst>
      <p:ext uri="{BB962C8B-B14F-4D97-AF65-F5344CB8AC3E}">
        <p14:creationId xmlns:p14="http://schemas.microsoft.com/office/powerpoint/2010/main" val="4421499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51">
                                            <p:txEl>
                                              <p:pRg st="0" end="0"/>
                                            </p:txEl>
                                          </p:spTgt>
                                        </p:tgtEl>
                                        <p:attrNameLst>
                                          <p:attrName>style.visibility</p:attrName>
                                        </p:attrNameLst>
                                      </p:cBhvr>
                                      <p:to>
                                        <p:strVal val="visible"/>
                                      </p:to>
                                    </p:set>
                                    <p:anim calcmode="lin" valueType="num">
                                      <p:cBhvr additive="base">
                                        <p:cTn id="7" dur="500"/>
                                        <p:tgtEl>
                                          <p:spTgt spid="51">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51">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nodeType="clickEffect">
                                  <p:stCondLst>
                                    <p:cond delay="0"/>
                                  </p:stCondLst>
                                  <p:childTnLst>
                                    <p:set>
                                      <p:cBhvr>
                                        <p:cTn id="12" dur="1" fill="hold">
                                          <p:stCondLst>
                                            <p:cond delay="0"/>
                                          </p:stCondLst>
                                        </p:cTn>
                                        <p:tgtEl>
                                          <p:spTgt spid="51">
                                            <p:txEl>
                                              <p:pRg st="1" end="1"/>
                                            </p:txEl>
                                          </p:spTgt>
                                        </p:tgtEl>
                                        <p:attrNameLst>
                                          <p:attrName>style.visibility</p:attrName>
                                        </p:attrNameLst>
                                      </p:cBhvr>
                                      <p:to>
                                        <p:strVal val="visible"/>
                                      </p:to>
                                    </p:set>
                                    <p:anim calcmode="lin" valueType="num">
                                      <p:cBhvr additive="base">
                                        <p:cTn id="13" dur="500"/>
                                        <p:tgtEl>
                                          <p:spTgt spid="51">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51">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4"/>
                                        </p:tgtEl>
                                        <p:attrNameLst>
                                          <p:attrName>style.visibility</p:attrName>
                                        </p:attrNameLst>
                                      </p:cBhvr>
                                      <p:to>
                                        <p:strVal val="visible"/>
                                      </p:to>
                                    </p:set>
                                    <p:anim calcmode="lin" valueType="num">
                                      <p:cBhvr additive="base">
                                        <p:cTn id="19" dur="500" fill="hold"/>
                                        <p:tgtEl>
                                          <p:spTgt spid="54"/>
                                        </p:tgtEl>
                                        <p:attrNameLst>
                                          <p:attrName>ppt_x</p:attrName>
                                        </p:attrNameLst>
                                      </p:cBhvr>
                                      <p:tavLst>
                                        <p:tav tm="0">
                                          <p:val>
                                            <p:strVal val="#ppt_x"/>
                                          </p:val>
                                        </p:tav>
                                        <p:tav tm="100000">
                                          <p:val>
                                            <p:strVal val="#ppt_x"/>
                                          </p:val>
                                        </p:tav>
                                      </p:tavLst>
                                    </p:anim>
                                    <p:anim calcmode="lin" valueType="num">
                                      <p:cBhvr additive="base">
                                        <p:cTn id="20" dur="500" fill="hold"/>
                                        <p:tgtEl>
                                          <p:spTgt spid="5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7"/>
                                        </p:tgtEl>
                                        <p:attrNameLst>
                                          <p:attrName>style.visibility</p:attrName>
                                        </p:attrNameLst>
                                      </p:cBhvr>
                                      <p:to>
                                        <p:strVal val="visible"/>
                                      </p:to>
                                    </p:set>
                                    <p:anim calcmode="lin" valueType="num">
                                      <p:cBhvr additive="base">
                                        <p:cTn id="25" dur="500" fill="hold"/>
                                        <p:tgtEl>
                                          <p:spTgt spid="57"/>
                                        </p:tgtEl>
                                        <p:attrNameLst>
                                          <p:attrName>ppt_x</p:attrName>
                                        </p:attrNameLst>
                                      </p:cBhvr>
                                      <p:tavLst>
                                        <p:tav tm="0">
                                          <p:val>
                                            <p:strVal val="#ppt_x"/>
                                          </p:val>
                                        </p:tav>
                                        <p:tav tm="100000">
                                          <p:val>
                                            <p:strVal val="#ppt_x"/>
                                          </p:val>
                                        </p:tav>
                                      </p:tavLst>
                                    </p:anim>
                                    <p:anim calcmode="lin" valueType="num">
                                      <p:cBhvr additive="base">
                                        <p:cTn id="26" dur="500" fill="hold"/>
                                        <p:tgtEl>
                                          <p:spTgt spid="57"/>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60"/>
                                        </p:tgtEl>
                                        <p:attrNameLst>
                                          <p:attrName>style.visibility</p:attrName>
                                        </p:attrNameLst>
                                      </p:cBhvr>
                                      <p:to>
                                        <p:strVal val="visible"/>
                                      </p:to>
                                    </p:set>
                                    <p:anim calcmode="lin" valueType="num">
                                      <p:cBhvr additive="base">
                                        <p:cTn id="31" dur="500" fill="hold"/>
                                        <p:tgtEl>
                                          <p:spTgt spid="60"/>
                                        </p:tgtEl>
                                        <p:attrNameLst>
                                          <p:attrName>ppt_x</p:attrName>
                                        </p:attrNameLst>
                                      </p:cBhvr>
                                      <p:tavLst>
                                        <p:tav tm="0">
                                          <p:val>
                                            <p:strVal val="#ppt_x"/>
                                          </p:val>
                                        </p:tav>
                                        <p:tav tm="100000">
                                          <p:val>
                                            <p:strVal val="#ppt_x"/>
                                          </p:val>
                                        </p:tav>
                                      </p:tavLst>
                                    </p:anim>
                                    <p:anim calcmode="lin" valueType="num">
                                      <p:cBhvr additive="base">
                                        <p:cTn id="32" dur="500" fill="hold"/>
                                        <p:tgtEl>
                                          <p:spTgt spid="6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animBg="1"/>
      <p:bldP spid="57" grpId="0" animBg="1"/>
      <p:bldP spid="60" grpId="0" animBg="1"/>
    </p:bldLst>
  </p:timing>
</p:sld>
</file>

<file path=ppt/slides/slide3.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65" name="Text box"/>
          <p:cNvSpPr>
            <a:spLocks noGrp="1"/>
          </p:cNvSpPr>
          <p:nvPr>
            <p:ph type="title"/>
          </p:nvPr>
        </p:nvSpPr>
        <p:spPr>
          <a:xfrm rot="0">
            <a:off x="609600" y="274638"/>
            <a:ext cx="10972800" cy="1143000"/>
          </a:xfrm>
          <a:prstGeom prst="rect"/>
          <a:noFill/>
          <a:ln w="12700" cmpd="sng" cap="flat">
            <a:noFill/>
            <a:prstDash val="solid"/>
            <a:round/>
          </a:ln>
        </p:spPr>
        <p:txBody>
          <a:bodyPr vert="horz" wrap="square" lIns="91440" tIns="45720" rIns="91440" bIns="45720" anchor="ctr" anchorCtr="0">
            <a:prstTxWarp prst="textNoShape"/>
          </a:bodyPr>
          <a:lstStyle/>
          <a:p>
            <a:pPr marL="0" indent="0" algn="ctr" eaLnBrk="1" hangingPunct="1">
              <a:lnSpc>
                <a:spcPct val="100000"/>
              </a:lnSpc>
              <a:spcBef>
                <a:spcPts val="0"/>
              </a:spcBef>
              <a:spcAft>
                <a:spcPts val="0"/>
              </a:spcAft>
              <a:buNone/>
            </a:pPr>
            <a:r>
              <a:rPr lang="en-US" altLang="zh-CN" sz="2800" b="1" i="0" u="none" strike="noStrike" kern="1200" cap="none" spc="0" baseline="0">
                <a:solidFill>
                  <a:schemeClr val="tx1"/>
                </a:solidFill>
                <a:latin typeface="Arial" pitchFamily="34" charset="0"/>
                <a:ea typeface="MS PGothic" pitchFamily="34" charset="-128"/>
                <a:cs typeface="Arial" pitchFamily="34" charset="0"/>
              </a:rPr>
              <a:t>Basic of Probability</a:t>
            </a:r>
            <a:endParaRPr lang="zh-CN" altLang="en-US" sz="2800" b="1" i="0" u="none" strike="noStrike" kern="1200" cap="none" spc="0" baseline="0">
              <a:solidFill>
                <a:schemeClr val="tx1"/>
              </a:solidFill>
              <a:latin typeface="Arial" pitchFamily="34" charset="0"/>
              <a:ea typeface="MS PGothic" pitchFamily="34" charset="-128"/>
              <a:cs typeface="Arial" pitchFamily="34" charset="0"/>
            </a:endParaRPr>
          </a:p>
        </p:txBody>
      </p:sp>
      <p:sp>
        <p:nvSpPr>
          <p:cNvPr id="66" name="Text box"/>
          <p:cNvSpPr>
            <a:spLocks noGrp="1"/>
          </p:cNvSpPr>
          <p:nvPr>
            <p:ph type="body" idx="1"/>
          </p:nvPr>
        </p:nvSpPr>
        <p:spPr>
          <a:xfrm rot="0">
            <a:off x="609600" y="1600201"/>
            <a:ext cx="10972800" cy="4525963"/>
          </a:xfrm>
          <a:prstGeom prst="rect"/>
          <a:noFill/>
          <a:ln w="12700" cmpd="sng" cap="flat">
            <a:noFill/>
            <a:prstDash val="solid"/>
            <a:round/>
          </a:ln>
        </p:spPr>
        <p:txBody>
          <a:bodyPr vert="horz" wrap="square" lIns="91440" tIns="45720" rIns="91440" bIns="45720" anchor="t" anchorCtr="0">
            <a:prstTxWarp prst="textNoShape"/>
          </a:bodyPr>
          <a:lstStyle/>
          <a:p>
            <a:pPr marL="457200" indent="-457200" algn="just" eaLnBrk="1" hangingPunct="1">
              <a:lnSpc>
                <a:spcPct val="100000"/>
              </a:lnSpc>
              <a:spcBef>
                <a:spcPct val="50000"/>
              </a:spcBef>
              <a:spcAft>
                <a:spcPts val="0"/>
              </a:spcAft>
              <a:buFontTx/>
              <a:buAutoNum type="arabicPeriod"/>
            </a:pPr>
            <a:r>
              <a:rPr lang="en-US" altLang="zh-CN" sz="2400" b="0" i="0" u="none" strike="noStrike" kern="1200" cap="none" spc="0" baseline="0">
                <a:solidFill>
                  <a:srgbClr val="C00000"/>
                </a:solidFill>
                <a:latin typeface="Arial" pitchFamily="34" charset="0"/>
                <a:ea typeface="ＭＳ Ｐゴシック" pitchFamily="0" charset="0"/>
                <a:cs typeface="Arial" pitchFamily="34" charset="0"/>
              </a:rPr>
              <a:t>Experiment</a:t>
            </a:r>
            <a:r>
              <a:rPr lang="en-US" altLang="zh-CN" sz="2400" b="0" i="0" u="none" strike="noStrike" kern="1200" cap="none" spc="0" baseline="0">
                <a:solidFill>
                  <a:schemeClr val="tx1"/>
                </a:solidFill>
                <a:latin typeface="Arial" pitchFamily="34" charset="0"/>
                <a:ea typeface="ＭＳ Ｐゴシック" pitchFamily="0" charset="0"/>
                <a:cs typeface="Arial" pitchFamily="34" charset="0"/>
              </a:rPr>
              <a:t> (an activity with an observable result / outcome).</a:t>
            </a:r>
            <a:endParaRPr lang="en-US" altLang="zh-CN" sz="2400" b="0" i="0" u="none" strike="noStrike" kern="1200" cap="none" spc="0" baseline="0">
              <a:solidFill>
                <a:schemeClr val="tx1"/>
              </a:solidFill>
              <a:latin typeface="Arial" pitchFamily="34" charset="0"/>
              <a:ea typeface="ＭＳ Ｐゴシック" pitchFamily="0" charset="0"/>
              <a:cs typeface="Arial" pitchFamily="34" charset="0"/>
            </a:endParaRPr>
          </a:p>
          <a:p>
            <a:pPr marL="457200" indent="-457200" algn="just" eaLnBrk="1" hangingPunct="1">
              <a:lnSpc>
                <a:spcPct val="100000"/>
              </a:lnSpc>
              <a:spcBef>
                <a:spcPct val="50000"/>
              </a:spcBef>
              <a:spcAft>
                <a:spcPts val="0"/>
              </a:spcAft>
              <a:buFontTx/>
              <a:buAutoNum type="arabicPeriod"/>
            </a:pPr>
            <a:r>
              <a:rPr lang="en-US" altLang="zh-CN" sz="2400" b="0" i="0" u="none" strike="noStrike" kern="1200" cap="none" spc="0" baseline="0">
                <a:solidFill>
                  <a:srgbClr val="C00000"/>
                </a:solidFill>
                <a:latin typeface="Arial" pitchFamily="34" charset="0"/>
                <a:ea typeface="MS PGothic" pitchFamily="34" charset="-128"/>
                <a:cs typeface="Arial" pitchFamily="34" charset="0"/>
              </a:rPr>
              <a:t>Outcome</a:t>
            </a:r>
            <a:r>
              <a:rPr lang="en-US" altLang="zh-CN" sz="2400" b="0" i="0" u="none" strike="noStrike" kern="1200" cap="none" spc="0" baseline="0">
                <a:solidFill>
                  <a:schemeClr val="tx1"/>
                </a:solidFill>
                <a:latin typeface="Arial" pitchFamily="34" charset="0"/>
                <a:ea typeface="MS PGothic" pitchFamily="34" charset="-128"/>
                <a:cs typeface="Arial" pitchFamily="34" charset="0"/>
              </a:rPr>
              <a:t> (the result of obtained from an experiment).</a:t>
            </a:r>
            <a:endParaRPr lang="en-US" altLang="zh-CN" sz="2400" b="0" i="0" u="none" strike="noStrike" kern="1200" cap="none" spc="0" baseline="0">
              <a:solidFill>
                <a:schemeClr val="tx1"/>
              </a:solidFill>
              <a:latin typeface="Arial" pitchFamily="34" charset="0"/>
              <a:ea typeface="MS PGothic" pitchFamily="34" charset="-128"/>
              <a:cs typeface="Arial" pitchFamily="34" charset="0"/>
            </a:endParaRPr>
          </a:p>
          <a:p>
            <a:pPr marL="457200" indent="-457200" algn="just" eaLnBrk="1" hangingPunct="1">
              <a:lnSpc>
                <a:spcPct val="100000"/>
              </a:lnSpc>
              <a:spcBef>
                <a:spcPct val="50000"/>
              </a:spcBef>
              <a:spcAft>
                <a:spcPts val="0"/>
              </a:spcAft>
              <a:buFontTx/>
              <a:buAutoNum type="arabicPeriod"/>
            </a:pPr>
            <a:r>
              <a:rPr lang="en-US" altLang="zh-CN" sz="2400" b="0" i="0" u="none" strike="noStrike" kern="1200" cap="none" spc="0" baseline="0">
                <a:solidFill>
                  <a:srgbClr val="C00000"/>
                </a:solidFill>
                <a:latin typeface="Arial" pitchFamily="34" charset="0"/>
                <a:ea typeface="MS PGothic" pitchFamily="34" charset="-128"/>
                <a:cs typeface="Arial" pitchFamily="34" charset="0"/>
              </a:rPr>
              <a:t>Sample space</a:t>
            </a:r>
            <a:r>
              <a:rPr lang="en-US" altLang="zh-CN" sz="2400" b="0" i="0" u="none" strike="noStrike" kern="1200" cap="none" spc="0" baseline="0">
                <a:solidFill>
                  <a:schemeClr val="tx1"/>
                </a:solidFill>
                <a:latin typeface="Arial" pitchFamily="34" charset="0"/>
                <a:ea typeface="MS PGothic" pitchFamily="34" charset="-128"/>
                <a:cs typeface="Arial" pitchFamily="34" charset="0"/>
              </a:rPr>
              <a:t> (the set of all possible outcomes or sample points of an experiments).</a:t>
            </a:r>
            <a:endParaRPr lang="en-US" altLang="zh-CN" sz="2400" b="0" i="0" u="none" strike="noStrike" kern="1200" cap="none" spc="0" baseline="0">
              <a:solidFill>
                <a:schemeClr val="tx1"/>
              </a:solidFill>
              <a:latin typeface="Arial" pitchFamily="34" charset="0"/>
              <a:ea typeface="MS PGothic" pitchFamily="34" charset="-128"/>
              <a:cs typeface="Arial" pitchFamily="34" charset="0"/>
            </a:endParaRPr>
          </a:p>
          <a:p>
            <a:pPr marL="457200" indent="-457200" algn="just" eaLnBrk="1" hangingPunct="1">
              <a:lnSpc>
                <a:spcPct val="100000"/>
              </a:lnSpc>
              <a:spcBef>
                <a:spcPct val="50000"/>
              </a:spcBef>
              <a:spcAft>
                <a:spcPts val="0"/>
              </a:spcAft>
              <a:buFontTx/>
              <a:buAutoNum type="arabicPeriod"/>
            </a:pPr>
            <a:r>
              <a:rPr lang="en-US" altLang="zh-CN" sz="2400" b="0" i="0" u="none" strike="noStrike" kern="1200" cap="none" spc="0" baseline="0">
                <a:solidFill>
                  <a:srgbClr val="C00000"/>
                </a:solidFill>
                <a:latin typeface="Arial" pitchFamily="34" charset="0"/>
                <a:ea typeface="MS PGothic" pitchFamily="34" charset="-128"/>
                <a:cs typeface="Arial" pitchFamily="34" charset="0"/>
              </a:rPr>
              <a:t>Event</a:t>
            </a:r>
            <a:r>
              <a:rPr lang="en-US" altLang="zh-CN" sz="2400" b="0" i="0" u="none" strike="noStrike" kern="1200" cap="none" spc="0" baseline="0">
                <a:solidFill>
                  <a:schemeClr val="tx1"/>
                </a:solidFill>
                <a:latin typeface="Arial" pitchFamily="34" charset="0"/>
                <a:ea typeface="MS PGothic" pitchFamily="34" charset="-128"/>
                <a:cs typeface="Arial" pitchFamily="34" charset="0"/>
              </a:rPr>
              <a:t> (subset of sample space).</a:t>
            </a:r>
            <a:endParaRPr lang="en-US" altLang="zh-CN" sz="2400" b="0" i="0" u="none" strike="noStrike" kern="1200" cap="none" spc="0" baseline="0">
              <a:solidFill>
                <a:schemeClr val="tx1"/>
              </a:solidFill>
              <a:latin typeface="Arial" pitchFamily="34" charset="0"/>
              <a:ea typeface="MS PGothic" pitchFamily="34" charset="-128"/>
              <a:cs typeface="Arial" pitchFamily="34" charset="0"/>
            </a:endParaRPr>
          </a:p>
          <a:p>
            <a:pPr lvl="1" marL="742950" indent="-285750" algn="just" eaLnBrk="1" hangingPunct="1">
              <a:lnSpc>
                <a:spcPct val="100000"/>
              </a:lnSpc>
              <a:spcBef>
                <a:spcPct val="50000"/>
              </a:spcBef>
              <a:spcAft>
                <a:spcPts val="0"/>
              </a:spcAft>
              <a:buFont typeface="Arial" pitchFamily="34" charset="0"/>
              <a:buChar char="-"/>
            </a:pPr>
            <a:endParaRPr lang="en-US" altLang="zh-CN" sz="2800" b="0" i="0" u="none" strike="noStrike" kern="1200" cap="none" spc="0" baseline="0">
              <a:solidFill>
                <a:schemeClr val="tx1"/>
              </a:solidFill>
              <a:latin typeface="Arial" pitchFamily="34" charset="0"/>
              <a:ea typeface="MS PGothic" pitchFamily="34" charset="-128"/>
              <a:cs typeface="Arial" pitchFamily="34" charset="0"/>
            </a:endParaRPr>
          </a:p>
          <a:p>
            <a:pPr lvl="1" marL="457200" indent="0" algn="just" eaLnBrk="1" hangingPunct="1">
              <a:lnSpc>
                <a:spcPct val="100000"/>
              </a:lnSpc>
              <a:spcBef>
                <a:spcPct val="50000"/>
              </a:spcBef>
              <a:spcAft>
                <a:spcPts val="0"/>
              </a:spcAft>
              <a:buNone/>
            </a:pPr>
            <a:endParaRPr lang="zh-CN" altLang="en-US" sz="2800" b="1" i="0" u="none" strike="noStrike" kern="1200" cap="none" spc="0" baseline="0">
              <a:solidFill>
                <a:schemeClr val="tx1"/>
              </a:solidFill>
              <a:latin typeface="Arial" pitchFamily="34" charset="0"/>
              <a:ea typeface="ＭＳ Ｐゴシック" pitchFamily="0" charset="0"/>
              <a:cs typeface="Arial" pitchFamily="34" charset="0"/>
            </a:endParaRPr>
          </a:p>
        </p:txBody>
      </p:sp>
    </p:spTree>
    <p:extLst>
      <p:ext uri="{BB962C8B-B14F-4D97-AF65-F5344CB8AC3E}">
        <p14:creationId xmlns:p14="http://schemas.microsoft.com/office/powerpoint/2010/main" val="1265331760"/>
      </p:ext>
    </p:extLst>
  </p:cSld>
  <p:clrMapOvr>
    <a:masterClrMapping/>
  </p:clrMapOvr>
</p:sld>
</file>

<file path=ppt/slides/slide4.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78" name="Text box"/>
          <p:cNvSpPr>
            <a:spLocks noGrp="1"/>
          </p:cNvSpPr>
          <p:nvPr>
            <p:ph type="body" idx="4294967295"/>
          </p:nvPr>
        </p:nvSpPr>
        <p:spPr>
          <a:xfrm rot="0">
            <a:off x="1952626" y="4687889"/>
            <a:ext cx="8391525" cy="1404937"/>
          </a:xfrm>
          <a:prstGeom prst="rect"/>
          <a:solidFill>
            <a:srgbClr val="FFFFFF"/>
          </a:solidFill>
          <a:ln w="25400" cmpd="sng" cap="flat">
            <a:solidFill>
              <a:srgbClr val="4BACC6"/>
            </a:solidFill>
            <a:prstDash val="solid"/>
            <a:round/>
          </a:ln>
        </p:spPr>
        <p:txBody>
          <a:bodyPr vert="horz" wrap="square" lIns="91440" tIns="45720" rIns="91440" bIns="45720" anchor="t" anchorCtr="0">
            <a:prstTxWarp prst="textNoShape"/>
          </a:bodyPr>
          <a:lstStyle/>
          <a:p>
            <a:pPr marL="0" indent="3175" algn="just" eaLnBrk="1" hangingPunct="1">
              <a:lnSpc>
                <a:spcPct val="90000"/>
              </a:lnSpc>
              <a:spcBef>
                <a:spcPct val="20000"/>
              </a:spcBef>
              <a:spcAft>
                <a:spcPts val="0"/>
              </a:spcAft>
              <a:buNone/>
            </a:pPr>
            <a:r>
              <a:rPr lang="en-US" altLang="zh-CN" sz="2800" b="0" i="0" u="none" strike="noStrike" kern="1200" cap="none" spc="0" baseline="0">
                <a:solidFill>
                  <a:srgbClr val="000000"/>
                </a:solidFill>
                <a:latin typeface="Calibri" pitchFamily="34" charset="0"/>
                <a:ea typeface="宋体" pitchFamily="0" charset="0"/>
                <a:cs typeface="Calibri" pitchFamily="34" charset="0"/>
              </a:rPr>
              <a:t>A </a:t>
            </a:r>
            <a:r>
              <a:rPr lang="en-US" altLang="zh-CN" sz="2800" b="1" i="0" u="none" strike="noStrike" kern="1200" cap="none" spc="0" baseline="0">
                <a:solidFill>
                  <a:srgbClr val="000000"/>
                </a:solidFill>
                <a:latin typeface="Calibri" pitchFamily="34" charset="0"/>
                <a:ea typeface="宋体" pitchFamily="0" charset="0"/>
                <a:cs typeface="Calibri" pitchFamily="34" charset="0"/>
              </a:rPr>
              <a:t>chance experiment</a:t>
            </a:r>
            <a:r>
              <a:rPr lang="en-US" altLang="zh-CN" sz="2800" b="0" i="0" u="none" strike="noStrike" kern="1200" cap="none" spc="0" baseline="0">
                <a:solidFill>
                  <a:srgbClr val="000000"/>
                </a:solidFill>
                <a:latin typeface="Calibri" pitchFamily="34" charset="0"/>
                <a:ea typeface="宋体" pitchFamily="0" charset="0"/>
                <a:cs typeface="Calibri" pitchFamily="34" charset="0"/>
              </a:rPr>
              <a:t> is any activity or situation in which there is uncertainty about which of two or more plausible outcomes will result.</a:t>
            </a:r>
            <a:endParaRPr lang="zh-CN" altLang="en-US" sz="2800" b="0" i="0" u="none" strike="noStrike" kern="1200" cap="none" spc="0" baseline="0">
              <a:solidFill>
                <a:srgbClr val="000000"/>
              </a:solidFill>
              <a:latin typeface="Calibri" pitchFamily="34" charset="0"/>
              <a:ea typeface="宋体" pitchFamily="0" charset="0"/>
              <a:cs typeface="Calibri" pitchFamily="34" charset="0"/>
            </a:endParaRPr>
          </a:p>
        </p:txBody>
      </p:sp>
      <p:sp>
        <p:nvSpPr>
          <p:cNvPr id="79" name="Rectangles"/>
          <p:cNvSpPr>
            <a:spLocks/>
          </p:cNvSpPr>
          <p:nvPr/>
        </p:nvSpPr>
        <p:spPr>
          <a:xfrm rot="0">
            <a:off x="1847850" y="1412875"/>
            <a:ext cx="8534401" cy="2663190"/>
          </a:xfrm>
          <a:prstGeom prst="rect"/>
          <a:noFill/>
          <a:ln w="9525" cmpd="sng" cap="flat">
            <a:noFill/>
            <a:prstDash val="solid"/>
            <a:miter/>
          </a:ln>
        </p:spPr>
        <p:txBody>
          <a:bodyPr vert="horz" wrap="square" lIns="91440" tIns="45720" rIns="91440" bIns="45720" anchor="t" anchorCtr="0">
            <a:prstTxWarp prst="textNoShape"/>
            <a:spAutoFit/>
          </a:bodyPr>
          <a:lstStyle/>
          <a:p>
            <a:pPr marL="6350" indent="7874" algn="just" eaLnBrk="1" hangingPunct="1">
              <a:lnSpc>
                <a:spcPct val="90000"/>
              </a:lnSpc>
              <a:spcBef>
                <a:spcPct val="50000"/>
              </a:spcBef>
              <a:spcAft>
                <a:spcPts val="0"/>
              </a:spcAft>
              <a:buNone/>
            </a:pPr>
            <a:r>
              <a:rPr lang="en-US" altLang="zh-CN" sz="2800" b="0" i="0" u="none" strike="noStrike" kern="1200" cap="none" spc="0" baseline="0">
                <a:solidFill>
                  <a:schemeClr val="tx1"/>
                </a:solidFill>
                <a:latin typeface="Calibri" pitchFamily="34" charset="0"/>
                <a:ea typeface="ＭＳ Ｐゴシック" pitchFamily="0" charset="0"/>
                <a:cs typeface="ＭＳ Ｐゴシック" pitchFamily="0" charset="0"/>
              </a:rPr>
              <a:t>Suppose:</a:t>
            </a:r>
            <a:endParaRPr lang="en-US" altLang="zh-CN" sz="2800" b="0" i="0" u="none" strike="noStrike" kern="1200" cap="none" spc="0" baseline="0">
              <a:solidFill>
                <a:schemeClr val="tx1"/>
              </a:solidFill>
              <a:latin typeface="Calibri" pitchFamily="34" charset="0"/>
              <a:ea typeface="ＭＳ Ｐゴシック" pitchFamily="0" charset="0"/>
              <a:cs typeface="ＭＳ Ｐゴシック" pitchFamily="0" charset="0"/>
            </a:endParaRPr>
          </a:p>
          <a:p>
            <a:pPr lvl="1" marL="471297" indent="-342900" algn="just" eaLnBrk="1" hangingPunct="1">
              <a:lnSpc>
                <a:spcPct val="90000"/>
              </a:lnSpc>
              <a:spcBef>
                <a:spcPct val="50000"/>
              </a:spcBef>
              <a:spcAft>
                <a:spcPts val="0"/>
              </a:spcAft>
              <a:buFont typeface="Arial" pitchFamily="34" charset="0"/>
              <a:buChar char="•"/>
            </a:pPr>
            <a:r>
              <a:rPr lang="en-US" altLang="zh-CN" sz="2800" b="0" i="0" u="none" strike="noStrike" kern="1200" cap="none" spc="0" baseline="0">
                <a:solidFill>
                  <a:schemeClr val="tx1"/>
                </a:solidFill>
                <a:latin typeface="Calibri" pitchFamily="34" charset="0"/>
                <a:ea typeface="ＭＳ Ｐゴシック" pitchFamily="0" charset="0"/>
                <a:cs typeface="ＭＳ Ｐゴシック" pitchFamily="0" charset="0"/>
              </a:rPr>
              <a:t>two six-sided dice is rolled and they both land on </a:t>
            </a:r>
            <a:r>
              <a:rPr lang="en-US" altLang="zh-CN" sz="2800" b="0" i="0" u="none" strike="noStrike" kern="1200" cap="none" spc="0" baseline="0">
                <a:solidFill>
                  <a:srgbClr val="0000FF"/>
                </a:solidFill>
                <a:latin typeface="Calibri" pitchFamily="34" charset="0"/>
                <a:ea typeface="ＭＳ Ｐゴシック" pitchFamily="0" charset="0"/>
                <a:cs typeface="ＭＳ Ｐゴシック" pitchFamily="0" charset="0"/>
              </a:rPr>
              <a:t>sixes.</a:t>
            </a:r>
            <a:endParaRPr lang="en-US" altLang="zh-CN" sz="2800" b="0" i="0" u="none" strike="noStrike" kern="1200" cap="none" spc="0" baseline="0">
              <a:solidFill>
                <a:srgbClr val="0000FF"/>
              </a:solidFill>
              <a:latin typeface="Calibri" pitchFamily="34" charset="0"/>
              <a:ea typeface="ＭＳ Ｐゴシック" pitchFamily="0" charset="0"/>
              <a:cs typeface="ＭＳ Ｐゴシック" pitchFamily="0" charset="0"/>
            </a:endParaRPr>
          </a:p>
          <a:p>
            <a:pPr lvl="1" marL="471297" indent="-342900" algn="just" eaLnBrk="1" hangingPunct="1">
              <a:lnSpc>
                <a:spcPct val="90000"/>
              </a:lnSpc>
              <a:spcBef>
                <a:spcPct val="50000"/>
              </a:spcBef>
              <a:spcAft>
                <a:spcPts val="0"/>
              </a:spcAft>
              <a:buFont typeface="Arial" pitchFamily="34" charset="0"/>
              <a:buChar char="•"/>
            </a:pPr>
            <a:r>
              <a:rPr lang="en-US" altLang="zh-CN" sz="2800" b="0" i="0" u="none" strike="noStrike" kern="1200" cap="none" spc="0" baseline="0">
                <a:solidFill>
                  <a:schemeClr val="tx1"/>
                </a:solidFill>
                <a:latin typeface="Calibri" pitchFamily="34" charset="0"/>
                <a:ea typeface="ＭＳ Ｐゴシック" pitchFamily="0" charset="0"/>
                <a:cs typeface="ＭＳ Ｐゴシック" pitchFamily="0" charset="0"/>
              </a:rPr>
              <a:t>a coin is flipped and it lands on </a:t>
            </a:r>
            <a:r>
              <a:rPr lang="en-US" altLang="zh-CN" sz="2800" b="0" i="0" u="none" strike="noStrike" kern="1200" cap="none" spc="0" baseline="0">
                <a:solidFill>
                  <a:srgbClr val="0000FF"/>
                </a:solidFill>
                <a:latin typeface="Calibri" pitchFamily="34" charset="0"/>
                <a:ea typeface="ＭＳ Ｐゴシック" pitchFamily="0" charset="0"/>
                <a:cs typeface="ＭＳ Ｐゴシック" pitchFamily="0" charset="0"/>
              </a:rPr>
              <a:t>heads.</a:t>
            </a:r>
            <a:endParaRPr lang="en-US" altLang="zh-CN" sz="2800" b="0" i="0" u="none" strike="noStrike" kern="1200" cap="none" spc="0" baseline="0">
              <a:solidFill>
                <a:srgbClr val="0000FF"/>
              </a:solidFill>
              <a:latin typeface="Calibri" pitchFamily="34" charset="0"/>
              <a:ea typeface="ＭＳ Ｐゴシック" pitchFamily="0" charset="0"/>
              <a:cs typeface="ＭＳ Ｐゴシック" pitchFamily="0" charset="0"/>
            </a:endParaRPr>
          </a:p>
          <a:p>
            <a:pPr marL="6350" indent="7874" algn="just" eaLnBrk="1" hangingPunct="1">
              <a:lnSpc>
                <a:spcPct val="90000"/>
              </a:lnSpc>
              <a:spcBef>
                <a:spcPct val="50000"/>
              </a:spcBef>
              <a:spcAft>
                <a:spcPts val="0"/>
              </a:spcAft>
              <a:buNone/>
            </a:pPr>
            <a:r>
              <a:rPr lang="en-US" altLang="zh-CN" sz="2800" b="0" i="0" u="none" strike="noStrike" kern="1200" cap="none" spc="0" baseline="0">
                <a:solidFill>
                  <a:schemeClr val="tx1"/>
                </a:solidFill>
                <a:latin typeface="Calibri" pitchFamily="34" charset="0"/>
                <a:ea typeface="ＭＳ Ｐゴシック" pitchFamily="0" charset="0"/>
                <a:cs typeface="ＭＳ Ｐゴシック" pitchFamily="0" charset="0"/>
              </a:rPr>
              <a:t>These would be examples of </a:t>
            </a:r>
            <a:r>
              <a:rPr lang="en-US" altLang="zh-CN" sz="2800" b="1" i="0" u="none" strike="noStrike" kern="1200" cap="none" spc="0" baseline="0">
                <a:solidFill>
                  <a:srgbClr val="0000FF"/>
                </a:solidFill>
                <a:latin typeface="Calibri" pitchFamily="34" charset="0"/>
                <a:ea typeface="ＭＳ Ｐゴシック" pitchFamily="0" charset="0"/>
                <a:cs typeface="ＭＳ Ｐゴシック" pitchFamily="0" charset="0"/>
              </a:rPr>
              <a:t>chance experiments.</a:t>
            </a:r>
            <a:endParaRPr lang="zh-CN" altLang="en-US" sz="2800" b="1" i="0" u="none" strike="noStrike" kern="1200" cap="none" spc="0" baseline="0">
              <a:solidFill>
                <a:srgbClr val="0000FF"/>
              </a:solidFill>
              <a:latin typeface="Calibri" pitchFamily="34" charset="0"/>
              <a:ea typeface="ＭＳ Ｐゴシック" pitchFamily="0" charset="0"/>
              <a:cs typeface="ＭＳ Ｐゴシック" pitchFamily="0" charset="0"/>
            </a:endParaRPr>
          </a:p>
        </p:txBody>
      </p:sp>
      <p:sp>
        <p:nvSpPr>
          <p:cNvPr id="80" name="Rectangles"/>
          <p:cNvSpPr>
            <a:spLocks/>
          </p:cNvSpPr>
          <p:nvPr/>
        </p:nvSpPr>
        <p:spPr>
          <a:xfrm rot="0">
            <a:off x="3895726" y="357189"/>
            <a:ext cx="6272212" cy="716913"/>
          </a:xfrm>
          <a:prstGeom prst="rect"/>
          <a:solidFill>
            <a:srgbClr val="FFFFFF"/>
          </a:solidFill>
          <a:ln w="25400" cmpd="sng" cap="flat">
            <a:solidFill>
              <a:srgbClr val="C0504D"/>
            </a:solidFill>
            <a:prstDash val="solid"/>
            <a:round/>
          </a:ln>
        </p:spPr>
        <p:txBody>
          <a:bodyPr vert="horz" wrap="square" lIns="91440" tIns="45720" rIns="91440" bIns="45720" anchor="t" anchorCtr="0">
            <a:prstTxWarp prst="textNoShape"/>
            <a:spAutoFit/>
          </a:bodyPr>
          <a:lstStyle/>
          <a:p>
            <a:pPr marL="0" indent="0" algn="ctr">
              <a:lnSpc>
                <a:spcPct val="100000"/>
              </a:lnSpc>
              <a:spcBef>
                <a:spcPts val="0"/>
              </a:spcBef>
              <a:spcAft>
                <a:spcPts val="0"/>
              </a:spcAft>
              <a:buNone/>
            </a:pPr>
            <a:r>
              <a:rPr lang="en-US" altLang="zh-CN" sz="4000" b="1" i="0" u="none" strike="noStrike" kern="1200" cap="none" spc="0" baseline="0">
                <a:solidFill>
                  <a:srgbClr val="000000"/>
                </a:solidFill>
                <a:latin typeface="Calibri" pitchFamily="34" charset="0"/>
                <a:ea typeface="宋体" pitchFamily="0" charset="0"/>
                <a:cs typeface="Calibri" pitchFamily="34" charset="0"/>
              </a:rPr>
              <a:t>Chance Experiments</a:t>
            </a:r>
            <a:endParaRPr lang="zh-CN" altLang="en-US" sz="4000" b="1" i="0" u="none" strike="noStrike" kern="1200" cap="none" spc="0" baseline="0">
              <a:solidFill>
                <a:srgbClr val="000000"/>
              </a:solidFill>
              <a:latin typeface="Calibri" pitchFamily="34" charset="0"/>
              <a:ea typeface="宋体" pitchFamily="0" charset="0"/>
              <a:cs typeface="Calibri" pitchFamily="34" charset="0"/>
            </a:endParaRPr>
          </a:p>
        </p:txBody>
      </p:sp>
      <p:sp>
        <p:nvSpPr>
          <p:cNvPr id="81" name="Rectangles"/>
          <p:cNvSpPr>
            <a:spLocks noGrp="1"/>
          </p:cNvSpPr>
          <p:nvPr>
            <p:ph type="sldNum" idx="12"/>
          </p:nvPr>
        </p:nvSpPr>
        <p:spPr>
          <a:xfrm rot="0">
            <a:off x="5989639" y="6519863"/>
            <a:ext cx="466724" cy="365125"/>
          </a:xfrm>
          <a:prstGeom prst="rect"/>
          <a:noFill/>
          <a:ln w="12700" cmpd="sng" cap="flat">
            <a:noFill/>
            <a:prstDash val="solid"/>
            <a:miter/>
          </a:ln>
        </p:spPr>
        <p:txBody>
          <a:bodyPr vert="horz" wrap="square" lIns="91440" tIns="45720" rIns="91440" bIns="45720" anchor="ctr" anchorCtr="0">
            <a:prstTxWarp prst="textNoShape"/>
          </a:bodyPr>
          <a:lstStyle/>
          <a:p>
            <a:pPr marL="0" indent="0" algn="l" eaLnBrk="1" hangingPunct="1">
              <a:lnSpc>
                <a:spcPct val="100000"/>
              </a:lnSpc>
              <a:spcBef>
                <a:spcPts val="0"/>
              </a:spcBef>
              <a:spcAft>
                <a:spcPts val="0"/>
              </a:spcAft>
              <a:buNone/>
            </a:pPr>
            <a:fld id="{CAD2D6BD-DE1B-4B5F-8B41-2702339687B9}" type="slidenum">
              <a:rPr lang="en-US" altLang="zh-CN" sz="1200" b="0" i="0" u="none" strike="noStrike" kern="1200" cap="none" spc="0" baseline="0">
                <a:solidFill>
                  <a:srgbClr val="FFFFFF"/>
                </a:solidFill>
                <a:latin typeface="Calibri" pitchFamily="34" charset="0"/>
                <a:ea typeface="MS PGothic" pitchFamily="34" charset="-128"/>
                <a:cs typeface="Arial" pitchFamily="34" charset="0"/>
              </a:rPr>
              <a:t>4</a:t>
            </a:fld>
            <a:endParaRPr lang="zh-CN" altLang="en-US" sz="1200" b="0" i="0" u="none" strike="noStrike" kern="1200" cap="none" spc="0" baseline="0">
              <a:solidFill>
                <a:srgbClr val="FFFFFF"/>
              </a:solidFill>
              <a:latin typeface="Calibri" pitchFamily="34" charset="0"/>
              <a:ea typeface="MS PGothic" pitchFamily="34" charset="-128"/>
              <a:cs typeface="Arial" pitchFamily="34" charset="0"/>
            </a:endParaRPr>
          </a:p>
        </p:txBody>
      </p:sp>
    </p:spTree>
    <p:extLst>
      <p:ext uri="{BB962C8B-B14F-4D97-AF65-F5344CB8AC3E}">
        <p14:creationId xmlns:p14="http://schemas.microsoft.com/office/powerpoint/2010/main" val="1733772561"/>
      </p:ext>
    </p:extLst>
  </p:cSld>
  <p:clrMapOvr>
    <a:masterClrMapping/>
  </p:clrMapOvr>
  <p:transition spd="slow"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8"/>
                                        </p:tgtEl>
                                        <p:attrNameLst>
                                          <p:attrName>style.visibility</p:attrName>
                                        </p:attrNameLst>
                                      </p:cBhvr>
                                      <p:to>
                                        <p:strVal val="visible"/>
                                      </p:to>
                                    </p:set>
                                    <p:anim calcmode="lin" valueType="num">
                                      <p:cBhvr additive="base">
                                        <p:cTn id="7" dur="500" fill="hold"/>
                                        <p:tgtEl>
                                          <p:spTgt spid="78"/>
                                        </p:tgtEl>
                                        <p:attrNameLst>
                                          <p:attrName>ppt_x</p:attrName>
                                        </p:attrNameLst>
                                      </p:cBhvr>
                                      <p:tavLst>
                                        <p:tav tm="0">
                                          <p:val>
                                            <p:strVal val="#ppt_x"/>
                                          </p:val>
                                        </p:tav>
                                        <p:tav tm="100000">
                                          <p:val>
                                            <p:strVal val="#ppt_x"/>
                                          </p:val>
                                        </p:tav>
                                      </p:tavLst>
                                    </p:anim>
                                    <p:anim calcmode="lin" valueType="num">
                                      <p:cBhvr additive="base">
                                        <p:cTn id="8" dur="500" fill="hold"/>
                                        <p:tgtEl>
                                          <p:spTgt spid="7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 grpId="0" build="p" bldLvl="1" animBg="1"/>
    </p:bldLst>
  </p:timing>
</p:sld>
</file>

<file path=ppt/slides/slide5.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86" name="Text box"/>
          <p:cNvSpPr>
            <a:spLocks noGrp="1"/>
          </p:cNvSpPr>
          <p:nvPr>
            <p:ph type="body" idx="4294967295"/>
          </p:nvPr>
        </p:nvSpPr>
        <p:spPr>
          <a:xfrm rot="0">
            <a:off x="1981200" y="4581526"/>
            <a:ext cx="8229600" cy="1133475"/>
          </a:xfrm>
          <a:prstGeom prst="rect"/>
          <a:solidFill>
            <a:srgbClr val="FFFFFF"/>
          </a:solidFill>
          <a:ln w="25400" cmpd="sng" cap="flat">
            <a:solidFill>
              <a:srgbClr val="4BACC6"/>
            </a:solidFill>
            <a:prstDash val="solid"/>
            <a:round/>
          </a:ln>
        </p:spPr>
        <p:txBody>
          <a:bodyPr vert="horz" wrap="square" lIns="91440" tIns="45720" rIns="91440" bIns="45720" anchor="t" anchorCtr="0">
            <a:prstTxWarp prst="textNoShape"/>
          </a:bodyPr>
          <a:lstStyle/>
          <a:p>
            <a:pPr marL="0" indent="3175" algn="just" eaLnBrk="1" hangingPunct="1">
              <a:lnSpc>
                <a:spcPct val="100000"/>
              </a:lnSpc>
              <a:spcBef>
                <a:spcPct val="20000"/>
              </a:spcBef>
              <a:spcAft>
                <a:spcPts val="0"/>
              </a:spcAft>
              <a:buNone/>
            </a:pPr>
            <a:r>
              <a:rPr lang="en-US" altLang="zh-CN" sz="2800" b="0" i="0" u="none" strike="noStrike" kern="1200" cap="none" spc="0" baseline="0">
                <a:solidFill>
                  <a:srgbClr val="000000"/>
                </a:solidFill>
                <a:latin typeface="Calibri" pitchFamily="34" charset="0"/>
                <a:ea typeface="宋体" pitchFamily="0" charset="0"/>
                <a:cs typeface="Calibri" pitchFamily="34" charset="0"/>
              </a:rPr>
              <a:t> The collection of all possible outcomes of a chance  experiment is the </a:t>
            </a:r>
            <a:r>
              <a:rPr lang="en-US" altLang="zh-CN" sz="2800" b="1" i="0" u="none" strike="noStrike" kern="1200" cap="none" spc="0" baseline="0">
                <a:solidFill>
                  <a:srgbClr val="000000"/>
                </a:solidFill>
                <a:latin typeface="Calibri" pitchFamily="34" charset="0"/>
                <a:ea typeface="宋体" pitchFamily="0" charset="0"/>
                <a:cs typeface="Calibri" pitchFamily="34" charset="0"/>
              </a:rPr>
              <a:t>sample space </a:t>
            </a:r>
            <a:r>
              <a:rPr lang="en-US" altLang="zh-CN" sz="2800" b="0" i="0" u="none" strike="noStrike" kern="1200" cap="none" spc="0" baseline="0">
                <a:solidFill>
                  <a:srgbClr val="000000"/>
                </a:solidFill>
                <a:latin typeface="Calibri" pitchFamily="34" charset="0"/>
                <a:ea typeface="宋体" pitchFamily="0" charset="0"/>
                <a:cs typeface="Calibri" pitchFamily="34" charset="0"/>
              </a:rPr>
              <a:t>for the experiment. </a:t>
            </a:r>
            <a:endParaRPr lang="zh-CN" altLang="en-US" sz="3200" b="0" i="0" u="none" strike="noStrike" kern="1200" cap="none" spc="0" baseline="0">
              <a:solidFill>
                <a:srgbClr val="000000"/>
              </a:solidFill>
              <a:latin typeface="Calibri" pitchFamily="34" charset="0"/>
              <a:ea typeface="宋体" pitchFamily="0" charset="0"/>
              <a:cs typeface="Calibri" pitchFamily="34" charset="0"/>
            </a:endParaRPr>
          </a:p>
        </p:txBody>
      </p:sp>
      <p:sp>
        <p:nvSpPr>
          <p:cNvPr id="87" name="Rectangles"/>
          <p:cNvSpPr>
            <a:spLocks/>
          </p:cNvSpPr>
          <p:nvPr/>
        </p:nvSpPr>
        <p:spPr>
          <a:xfrm rot="0">
            <a:off x="1905000" y="1368426"/>
            <a:ext cx="8381999" cy="2663190"/>
          </a:xfrm>
          <a:prstGeom prst="rect"/>
          <a:noFill/>
          <a:ln w="9525" cmpd="sng" cap="flat">
            <a:noFill/>
            <a:prstDash val="solid"/>
            <a:miter/>
          </a:ln>
        </p:spPr>
        <p:txBody>
          <a:bodyPr vert="horz" wrap="square" lIns="91440" tIns="45720" rIns="91440" bIns="45720" anchor="t" anchorCtr="0">
            <a:prstTxWarp prst="textNoShape"/>
            <a:spAutoFit/>
          </a:bodyPr>
          <a:lstStyle/>
          <a:p>
            <a:pPr marL="6350" indent="7874" algn="just" eaLnBrk="1" hangingPunct="1">
              <a:lnSpc>
                <a:spcPct val="100000"/>
              </a:lnSpc>
              <a:spcBef>
                <a:spcPct val="50000"/>
              </a:spcBef>
              <a:spcAft>
                <a:spcPts val="0"/>
              </a:spcAft>
              <a:buNone/>
            </a:pPr>
            <a:r>
              <a:rPr lang="en-US" altLang="zh-CN" sz="2800" b="0" i="0" u="none" strike="noStrike" kern="1200" cap="none" spc="0" baseline="0">
                <a:solidFill>
                  <a:srgbClr val="000000"/>
                </a:solidFill>
                <a:latin typeface="Calibri" pitchFamily="34" charset="0"/>
                <a:ea typeface="ＭＳ Ｐゴシック" pitchFamily="0" charset="0"/>
                <a:cs typeface="ＭＳ Ｐゴシック" pitchFamily="0" charset="0"/>
              </a:rPr>
              <a:t>Suppose a six-sided dice is rolled.  The possible outcomes are that the dice could land with 1 dot up or 2, 3, 4, 5, or 6 dots up.</a:t>
            </a:r>
            <a:endParaRPr lang="en-US" altLang="zh-CN" sz="2800" b="0" i="0" u="none" strike="noStrike" kern="1200" cap="none" spc="0" baseline="0">
              <a:solidFill>
                <a:srgbClr val="000000"/>
              </a:solidFill>
              <a:latin typeface="Calibri" pitchFamily="34" charset="0"/>
              <a:ea typeface="ＭＳ Ｐゴシック" pitchFamily="0" charset="0"/>
              <a:cs typeface="ＭＳ Ｐゴシック" pitchFamily="0" charset="0"/>
            </a:endParaRPr>
          </a:p>
          <a:p>
            <a:pPr marL="6350" indent="7874" algn="just" eaLnBrk="1" hangingPunct="1">
              <a:lnSpc>
                <a:spcPct val="100000"/>
              </a:lnSpc>
              <a:spcBef>
                <a:spcPct val="50000"/>
              </a:spcBef>
              <a:spcAft>
                <a:spcPts val="0"/>
              </a:spcAft>
              <a:buNone/>
            </a:pPr>
            <a:r>
              <a:rPr lang="en-US" altLang="zh-CN" sz="2800" b="0" i="0" u="none" strike="noStrike" kern="1200" cap="none" spc="0" baseline="0">
                <a:solidFill>
                  <a:srgbClr val="000000"/>
                </a:solidFill>
                <a:latin typeface="Calibri" pitchFamily="34" charset="0"/>
                <a:ea typeface="ＭＳ Ｐゴシック" pitchFamily="0" charset="0"/>
                <a:cs typeface="ＭＳ Ｐゴシック" pitchFamily="0" charset="0"/>
              </a:rPr>
              <a:t>		S = {1, 2, 3, 4, 5, 6}</a:t>
            </a:r>
            <a:endParaRPr lang="en-US" altLang="zh-CN" sz="2800" b="0" i="0" u="none" strike="noStrike" kern="1200" cap="none" spc="0" baseline="0">
              <a:solidFill>
                <a:srgbClr val="000000"/>
              </a:solidFill>
              <a:latin typeface="Calibri" pitchFamily="34" charset="0"/>
              <a:ea typeface="ＭＳ Ｐゴシック" pitchFamily="0" charset="0"/>
              <a:cs typeface="ＭＳ Ｐゴシック" pitchFamily="0" charset="0"/>
            </a:endParaRPr>
          </a:p>
          <a:p>
            <a:pPr marL="6350" indent="7874" algn="just" eaLnBrk="1" hangingPunct="1">
              <a:lnSpc>
                <a:spcPct val="100000"/>
              </a:lnSpc>
              <a:spcBef>
                <a:spcPct val="50000"/>
              </a:spcBef>
              <a:spcAft>
                <a:spcPts val="0"/>
              </a:spcAft>
              <a:buNone/>
            </a:pPr>
            <a:r>
              <a:rPr lang="en-US" altLang="zh-CN" sz="2800" b="0" i="0" u="none" strike="noStrike" kern="1200" cap="none" spc="0" baseline="0">
                <a:solidFill>
                  <a:srgbClr val="000000"/>
                </a:solidFill>
                <a:latin typeface="Calibri" pitchFamily="34" charset="0"/>
                <a:ea typeface="ＭＳ Ｐゴシック" pitchFamily="0" charset="0"/>
                <a:cs typeface="ＭＳ Ｐゴシック" pitchFamily="0" charset="0"/>
              </a:rPr>
              <a:t>This would be an example of a </a:t>
            </a:r>
            <a:r>
              <a:rPr lang="en-US" altLang="zh-CN" sz="2800" b="0" i="0" u="none" strike="noStrike" kern="1200" cap="none" spc="0" baseline="0">
                <a:solidFill>
                  <a:srgbClr val="0000FF"/>
                </a:solidFill>
                <a:latin typeface="Calibri" pitchFamily="34" charset="0"/>
                <a:ea typeface="ＭＳ Ｐゴシック" pitchFamily="0" charset="0"/>
                <a:cs typeface="ＭＳ Ｐゴシック" pitchFamily="0" charset="0"/>
              </a:rPr>
              <a:t>sample space (S)</a:t>
            </a:r>
            <a:r>
              <a:rPr lang="en-US" altLang="zh-CN" sz="2800" b="0" i="0" u="none" strike="noStrike" kern="1200" cap="none" spc="0" baseline="0">
                <a:solidFill>
                  <a:srgbClr val="000000"/>
                </a:solidFill>
                <a:latin typeface="Calibri" pitchFamily="34" charset="0"/>
                <a:ea typeface="ＭＳ Ｐゴシック" pitchFamily="0" charset="0"/>
                <a:cs typeface="ＭＳ Ｐゴシック" pitchFamily="0" charset="0"/>
              </a:rPr>
              <a:t>.</a:t>
            </a:r>
            <a:endParaRPr lang="zh-CN" altLang="en-US" sz="2800" b="0" i="0" u="none" strike="noStrike" kern="1200" cap="none" spc="0" baseline="0">
              <a:solidFill>
                <a:srgbClr val="000000"/>
              </a:solidFill>
              <a:latin typeface="Calibri" pitchFamily="34" charset="0"/>
              <a:ea typeface="ＭＳ Ｐゴシック" pitchFamily="0" charset="0"/>
              <a:cs typeface="ＭＳ Ｐゴシック" pitchFamily="0" charset="0"/>
            </a:endParaRPr>
          </a:p>
        </p:txBody>
      </p:sp>
      <p:sp>
        <p:nvSpPr>
          <p:cNvPr id="88" name="Rectangles"/>
          <p:cNvSpPr>
            <a:spLocks/>
          </p:cNvSpPr>
          <p:nvPr/>
        </p:nvSpPr>
        <p:spPr>
          <a:xfrm rot="0">
            <a:off x="3895726" y="357189"/>
            <a:ext cx="6272212" cy="716913"/>
          </a:xfrm>
          <a:prstGeom prst="rect"/>
          <a:solidFill>
            <a:srgbClr val="FFFFFF"/>
          </a:solidFill>
          <a:ln w="25400" cmpd="sng" cap="flat">
            <a:solidFill>
              <a:srgbClr val="C0504D"/>
            </a:solidFill>
            <a:prstDash val="solid"/>
            <a:round/>
          </a:ln>
        </p:spPr>
        <p:txBody>
          <a:bodyPr vert="horz" wrap="square" lIns="91440" tIns="45720" rIns="91440" bIns="45720" anchor="t" anchorCtr="0">
            <a:prstTxWarp prst="textNoShape"/>
            <a:spAutoFit/>
          </a:bodyPr>
          <a:lstStyle/>
          <a:p>
            <a:pPr marL="0" indent="0" algn="ctr">
              <a:lnSpc>
                <a:spcPct val="100000"/>
              </a:lnSpc>
              <a:spcBef>
                <a:spcPts val="0"/>
              </a:spcBef>
              <a:spcAft>
                <a:spcPts val="0"/>
              </a:spcAft>
              <a:buNone/>
            </a:pPr>
            <a:r>
              <a:rPr lang="en-US" altLang="zh-CN" sz="4000" b="1" i="0" u="none" strike="noStrike" kern="1200" cap="none" spc="0" baseline="0">
                <a:solidFill>
                  <a:srgbClr val="000000"/>
                </a:solidFill>
                <a:latin typeface="Calibri" pitchFamily="34" charset="0"/>
                <a:ea typeface="宋体" pitchFamily="0" charset="0"/>
                <a:cs typeface="Calibri" pitchFamily="34" charset="0"/>
              </a:rPr>
              <a:t>Sample Space</a:t>
            </a:r>
            <a:endParaRPr lang="zh-CN" altLang="en-US" sz="4000" b="1" i="0" u="none" strike="noStrike" kern="1200" cap="none" spc="0" baseline="0">
              <a:solidFill>
                <a:srgbClr val="000000"/>
              </a:solidFill>
              <a:latin typeface="Calibri" pitchFamily="34" charset="0"/>
              <a:ea typeface="宋体" pitchFamily="0" charset="0"/>
              <a:cs typeface="Calibri" pitchFamily="34" charset="0"/>
            </a:endParaRPr>
          </a:p>
        </p:txBody>
      </p:sp>
      <p:sp>
        <p:nvSpPr>
          <p:cNvPr id="89" name="Rectangles"/>
          <p:cNvSpPr>
            <a:spLocks noGrp="1"/>
          </p:cNvSpPr>
          <p:nvPr>
            <p:ph type="sldNum" idx="12"/>
          </p:nvPr>
        </p:nvSpPr>
        <p:spPr>
          <a:xfrm rot="0">
            <a:off x="6061076" y="6524626"/>
            <a:ext cx="466723" cy="365125"/>
          </a:xfrm>
          <a:prstGeom prst="rect"/>
          <a:noFill/>
          <a:ln w="12700" cmpd="sng" cap="flat">
            <a:noFill/>
            <a:prstDash val="solid"/>
            <a:miter/>
          </a:ln>
        </p:spPr>
        <p:txBody>
          <a:bodyPr vert="horz" wrap="square" lIns="91440" tIns="45720" rIns="91440" bIns="45720" anchor="ctr" anchorCtr="0">
            <a:prstTxWarp prst="textNoShape"/>
          </a:bodyPr>
          <a:lstStyle/>
          <a:p>
            <a:pPr marL="0" indent="0" algn="l" eaLnBrk="1" hangingPunct="1">
              <a:lnSpc>
                <a:spcPct val="100000"/>
              </a:lnSpc>
              <a:spcBef>
                <a:spcPts val="0"/>
              </a:spcBef>
              <a:spcAft>
                <a:spcPts val="0"/>
              </a:spcAft>
              <a:buNone/>
            </a:pPr>
            <a:fld id="{CAD2D6BD-DE1B-4B5F-8B41-2702339687B9}" type="slidenum">
              <a:rPr lang="en-US" altLang="zh-CN" sz="1200" b="0" i="0" u="none" strike="noStrike" kern="1200" cap="none" spc="0" baseline="0">
                <a:solidFill>
                  <a:srgbClr val="FFFFFF"/>
                </a:solidFill>
                <a:latin typeface="Calibri" pitchFamily="34" charset="0"/>
                <a:ea typeface="MS PGothic" pitchFamily="34" charset="-128"/>
                <a:cs typeface="Arial" pitchFamily="34" charset="0"/>
              </a:rPr>
              <a:t>5</a:t>
            </a:fld>
            <a:endParaRPr lang="zh-CN" altLang="en-US" sz="1200" b="0" i="0" u="none" strike="noStrike" kern="1200" cap="none" spc="0" baseline="0">
              <a:solidFill>
                <a:srgbClr val="FFFFFF"/>
              </a:solidFill>
              <a:latin typeface="Calibri" pitchFamily="34" charset="0"/>
              <a:ea typeface="MS PGothic" pitchFamily="34" charset="-128"/>
              <a:cs typeface="Arial" pitchFamily="34" charset="0"/>
            </a:endParaRPr>
          </a:p>
        </p:txBody>
      </p:sp>
    </p:spTree>
    <p:extLst>
      <p:ext uri="{BB962C8B-B14F-4D97-AF65-F5344CB8AC3E}">
        <p14:creationId xmlns:p14="http://schemas.microsoft.com/office/powerpoint/2010/main" val="6153330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6"/>
                                        </p:tgtEl>
                                        <p:attrNameLst>
                                          <p:attrName>style.visibility</p:attrName>
                                        </p:attrNameLst>
                                      </p:cBhvr>
                                      <p:to>
                                        <p:strVal val="visible"/>
                                      </p:to>
                                    </p:set>
                                    <p:anim calcmode="lin" valueType="num">
                                      <p:cBhvr additive="base">
                                        <p:cTn id="7" dur="500" fill="hold"/>
                                        <p:tgtEl>
                                          <p:spTgt spid="86"/>
                                        </p:tgtEl>
                                        <p:attrNameLst>
                                          <p:attrName>ppt_x</p:attrName>
                                        </p:attrNameLst>
                                      </p:cBhvr>
                                      <p:tavLst>
                                        <p:tav tm="0">
                                          <p:val>
                                            <p:strVal val="#ppt_x"/>
                                          </p:val>
                                        </p:tav>
                                        <p:tav tm="100000">
                                          <p:val>
                                            <p:strVal val="#ppt_x"/>
                                          </p:val>
                                        </p:tav>
                                      </p:tavLst>
                                    </p:anim>
                                    <p:anim calcmode="lin" valueType="num">
                                      <p:cBhvr additive="base">
                                        <p:cTn id="8" dur="500" fill="hold"/>
                                        <p:tgtEl>
                                          <p:spTgt spid="8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6">
                                            <p:txEl>
                                              <p:pRg st="0" end="0"/>
                                            </p:txEl>
                                          </p:spTgt>
                                        </p:tgtEl>
                                        <p:attrNameLst>
                                          <p:attrName>style.visibility</p:attrName>
                                        </p:attrNameLst>
                                      </p:cBhvr>
                                      <p:to>
                                        <p:strVal val="visible"/>
                                      </p:to>
                                    </p:set>
                                    <p:anim calcmode="lin" valueType="num">
                                      <p:cBhvr additive="base">
                                        <p:cTn id="13" dur="500" fill="hold"/>
                                        <p:tgtEl>
                                          <p:spTgt spid="86">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6">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 grpId="0" animBg="1"/>
    </p:bldLst>
  </p:timing>
</p:sld>
</file>

<file path=ppt/slides/slide6.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93" name="Rectangles"/>
          <p:cNvSpPr>
            <a:spLocks/>
          </p:cNvSpPr>
          <p:nvPr/>
        </p:nvSpPr>
        <p:spPr>
          <a:xfrm rot="0">
            <a:off x="1928813" y="1000124"/>
            <a:ext cx="8382000" cy="2020252"/>
          </a:xfrm>
          <a:prstGeom prst="rect"/>
          <a:noFill/>
          <a:ln w="9525" cmpd="sng" cap="flat">
            <a:noFill/>
            <a:prstDash val="solid"/>
            <a:miter/>
          </a:ln>
        </p:spPr>
        <p:txBody>
          <a:bodyPr vert="horz" wrap="square" lIns="91440" tIns="45720" rIns="91440" bIns="45720" anchor="t" anchorCtr="0">
            <a:prstTxWarp prst="textNoShape"/>
            <a:spAutoFit/>
          </a:bodyPr>
          <a:lstStyle/>
          <a:p>
            <a:pPr marL="6350" indent="7874" algn="l" eaLnBrk="1" hangingPunct="1">
              <a:lnSpc>
                <a:spcPct val="100000"/>
              </a:lnSpc>
              <a:spcBef>
                <a:spcPct val="50000"/>
              </a:spcBef>
              <a:spcAft>
                <a:spcPts val="0"/>
              </a:spcAft>
              <a:buNone/>
            </a:pPr>
            <a:r>
              <a:rPr lang="en-US" altLang="zh-CN" sz="2800" b="0" i="0" u="none" strike="noStrike" kern="1200" cap="none" spc="0" baseline="0">
                <a:solidFill>
                  <a:schemeClr val="tx1"/>
                </a:solidFill>
                <a:latin typeface="Calibri" pitchFamily="34" charset="0"/>
                <a:ea typeface="ＭＳ Ｐゴシック" pitchFamily="0" charset="0"/>
                <a:cs typeface="ＭＳ Ｐゴシック" pitchFamily="0" charset="0"/>
              </a:rPr>
              <a:t>Suppose two coins are flipped.  The </a:t>
            </a:r>
            <a:r>
              <a:rPr lang="en-US" altLang="zh-CN" sz="2800" b="0" i="0" u="none" strike="noStrike" kern="1200" cap="none" spc="0" baseline="0">
                <a:solidFill>
                  <a:srgbClr val="0000FF"/>
                </a:solidFill>
                <a:latin typeface="Calibri" pitchFamily="34" charset="0"/>
                <a:ea typeface="ＭＳ Ｐゴシック" pitchFamily="0" charset="0"/>
                <a:cs typeface="ＭＳ Ｐゴシック" pitchFamily="0" charset="0"/>
              </a:rPr>
              <a:t>sample space </a:t>
            </a:r>
            <a:r>
              <a:rPr lang="en-US" altLang="zh-CN" sz="2800" b="0" i="0" u="none" strike="noStrike" kern="1200" cap="none" spc="0" baseline="0">
                <a:solidFill>
                  <a:schemeClr val="tx1"/>
                </a:solidFill>
                <a:latin typeface="Calibri" pitchFamily="34" charset="0"/>
                <a:ea typeface="ＭＳ Ｐゴシック" pitchFamily="0" charset="0"/>
                <a:cs typeface="ＭＳ Ｐゴシック" pitchFamily="0" charset="0"/>
              </a:rPr>
              <a:t>would be:</a:t>
            </a:r>
            <a:endParaRPr lang="en-US" altLang="zh-CN" sz="2800" b="0" i="0" u="none" strike="noStrike" kern="1200" cap="none" spc="0" baseline="0">
              <a:solidFill>
                <a:schemeClr val="tx1"/>
              </a:solidFill>
              <a:latin typeface="Calibri" pitchFamily="34" charset="0"/>
              <a:ea typeface="ＭＳ Ｐゴシック" pitchFamily="0" charset="0"/>
              <a:cs typeface="ＭＳ Ｐゴシック" pitchFamily="0" charset="0"/>
            </a:endParaRPr>
          </a:p>
          <a:p>
            <a:pPr marL="6350" indent="7874" algn="l" eaLnBrk="1" hangingPunct="1">
              <a:lnSpc>
                <a:spcPct val="100000"/>
              </a:lnSpc>
              <a:spcBef>
                <a:spcPct val="50000"/>
              </a:spcBef>
              <a:spcAft>
                <a:spcPts val="0"/>
              </a:spcAft>
              <a:buNone/>
            </a:pPr>
            <a:r>
              <a:rPr lang="en-US" altLang="zh-CN" sz="2800" b="0" i="0" u="none" strike="noStrike" kern="1200" cap="none" spc="0" baseline="0">
                <a:solidFill>
                  <a:schemeClr val="tx1"/>
                </a:solidFill>
                <a:latin typeface="Calibri" pitchFamily="34" charset="0"/>
                <a:ea typeface="ＭＳ Ｐゴシック" pitchFamily="0" charset="0"/>
                <a:cs typeface="ＭＳ Ｐゴシック" pitchFamily="0" charset="0"/>
              </a:rPr>
              <a:t>		S = {HH, HT, TH, TT} ;  H = heads and T = tails</a:t>
            </a:r>
            <a:endParaRPr lang="zh-CN" altLang="en-US" sz="2800" b="0" i="0" u="none" strike="noStrike" kern="1200" cap="none" spc="0" baseline="0">
              <a:solidFill>
                <a:schemeClr val="tx1"/>
              </a:solidFill>
              <a:latin typeface="Calibri" pitchFamily="34" charset="0"/>
              <a:ea typeface="ＭＳ Ｐゴシック" pitchFamily="0" charset="0"/>
              <a:cs typeface="ＭＳ Ｐゴシック" pitchFamily="0" charset="0"/>
            </a:endParaRPr>
          </a:p>
        </p:txBody>
      </p:sp>
      <p:grpSp>
        <p:nvGrpSpPr>
          <p:cNvPr id="118" name="Combination"/>
          <p:cNvGrpSpPr>
            <a:grpSpLocks/>
          </p:cNvGrpSpPr>
          <p:nvPr/>
        </p:nvGrpSpPr>
        <p:grpSpPr>
          <a:xfrm>
            <a:off x="1919288" y="2708276"/>
            <a:ext cx="8064501" cy="3595053"/>
            <a:chOff x="1919288" y="2708276"/>
            <a:chExt cx="8064501" cy="3595053"/>
          </a:xfrm>
        </p:grpSpPr>
        <p:sp>
          <p:nvSpPr>
            <p:cNvPr id="94" name="Rectangles"/>
            <p:cNvSpPr>
              <a:spLocks/>
            </p:cNvSpPr>
            <p:nvPr/>
          </p:nvSpPr>
          <p:spPr>
            <a:xfrm rot="0">
              <a:off x="1919288" y="2708276"/>
              <a:ext cx="7920038" cy="948688"/>
            </a:xfrm>
            <a:prstGeom prst="rect"/>
            <a:noFill/>
            <a:ln w="9525" cmpd="sng" cap="flat">
              <a:noFill/>
              <a:prstDash val="solid"/>
              <a:miter/>
            </a:ln>
          </p:spPr>
          <p:txBody>
            <a:bodyPr vert="horz" wrap="square" lIns="91440" tIns="45720" rIns="91440" bIns="45720" anchor="t" anchorCtr="0">
              <a:prstTxWarp prst="textNoShape"/>
              <a:spAutoFit/>
            </a:bodyPr>
            <a:lstStyle/>
            <a:p>
              <a:pPr marL="0" indent="0" algn="l">
                <a:lnSpc>
                  <a:spcPct val="100000"/>
                </a:lnSpc>
                <a:spcBef>
                  <a:spcPts val="0"/>
                </a:spcBef>
                <a:spcAft>
                  <a:spcPts val="0"/>
                </a:spcAft>
                <a:buNone/>
              </a:pPr>
              <a:r>
                <a:rPr lang="en-US" altLang="zh-CN" sz="2800" b="0" i="0" u="none" strike="noStrike" kern="1200" cap="none" spc="0" baseline="0">
                  <a:solidFill>
                    <a:schemeClr val="tx1"/>
                  </a:solidFill>
                  <a:latin typeface="Calibri" pitchFamily="34" charset="0"/>
                  <a:ea typeface="MS PGothic" pitchFamily="34" charset="-128"/>
                  <a:cs typeface="Calibri" pitchFamily="34" charset="0"/>
                </a:rPr>
                <a:t>We can also use a tree diagram to represent a sample space.</a:t>
              </a:r>
              <a:endParaRPr lang="zh-CN" altLang="en-US" sz="2800" b="0" i="0" u="none" strike="noStrike" kern="1200" cap="none" spc="0" baseline="0">
                <a:solidFill>
                  <a:schemeClr val="tx1"/>
                </a:solidFill>
                <a:latin typeface="Calibri" pitchFamily="34" charset="0"/>
                <a:ea typeface="MS PGothic" pitchFamily="34" charset="-128"/>
                <a:cs typeface="Calibri" pitchFamily="34" charset="0"/>
              </a:endParaRPr>
            </a:p>
          </p:txBody>
        </p:sp>
        <p:grpSp>
          <p:nvGrpSpPr>
            <p:cNvPr id="117" name="Combination"/>
            <p:cNvGrpSpPr>
              <a:grpSpLocks/>
            </p:cNvGrpSpPr>
            <p:nvPr/>
          </p:nvGrpSpPr>
          <p:grpSpPr>
            <a:xfrm>
              <a:off x="2135301" y="3213100"/>
              <a:ext cx="7848488" cy="3090229"/>
              <a:chOff x="2135301" y="3213100"/>
              <a:chExt cx="7848488" cy="3090229"/>
            </a:xfrm>
          </p:grpSpPr>
          <p:grpSp>
            <p:nvGrpSpPr>
              <p:cNvPr id="97" name="Combination"/>
              <p:cNvGrpSpPr>
                <a:grpSpLocks/>
              </p:cNvGrpSpPr>
              <p:nvPr/>
            </p:nvGrpSpPr>
            <p:grpSpPr>
              <a:xfrm>
                <a:off x="4074386" y="3962123"/>
                <a:ext cx="1371532" cy="1676891"/>
                <a:chOff x="4074386" y="3962123"/>
                <a:chExt cx="1371532" cy="1676891"/>
              </a:xfrm>
            </p:grpSpPr>
            <p:sp>
              <p:nvSpPr>
                <p:cNvPr id="95" name="Straight line"/>
                <p:cNvSpPr>
                  <a:spLocks/>
                </p:cNvSpPr>
                <p:nvPr/>
              </p:nvSpPr>
              <p:spPr>
                <a:xfrm flipV="1" rot="0">
                  <a:off x="4074386" y="3962123"/>
                  <a:ext cx="1371532" cy="838446"/>
                </a:xfrm>
                <a:prstGeom prst="line"/>
                <a:noFill/>
                <a:ln w="38100" cmpd="sng" cap="flat">
                  <a:solidFill>
                    <a:srgbClr val="0000FF"/>
                  </a:solidFill>
                  <a:prstDash val="solid"/>
                  <a:round/>
                </a:ln>
              </p:spPr>
            </p:sp>
            <p:sp>
              <p:nvSpPr>
                <p:cNvPr id="96" name="Straight line"/>
                <p:cNvSpPr>
                  <a:spLocks/>
                </p:cNvSpPr>
                <p:nvPr/>
              </p:nvSpPr>
              <p:spPr>
                <a:xfrm rot="0">
                  <a:off x="4074386" y="4800568"/>
                  <a:ext cx="1371532" cy="838446"/>
                </a:xfrm>
                <a:prstGeom prst="line"/>
                <a:noFill/>
                <a:ln w="38100" cmpd="sng" cap="flat">
                  <a:solidFill>
                    <a:srgbClr val="0000FF"/>
                  </a:solidFill>
                  <a:prstDash val="solid"/>
                  <a:round/>
                </a:ln>
              </p:spPr>
            </p:sp>
          </p:grpSp>
          <p:grpSp>
            <p:nvGrpSpPr>
              <p:cNvPr id="100" name="Combination"/>
              <p:cNvGrpSpPr>
                <a:grpSpLocks/>
              </p:cNvGrpSpPr>
              <p:nvPr/>
            </p:nvGrpSpPr>
            <p:grpSpPr>
              <a:xfrm>
                <a:off x="5184776" y="3644901"/>
                <a:ext cx="838200" cy="2221864"/>
                <a:chOff x="5184776" y="3644901"/>
                <a:chExt cx="838200" cy="2221864"/>
              </a:xfrm>
            </p:grpSpPr>
            <p:sp>
              <p:nvSpPr>
                <p:cNvPr id="98" name="Rectangles"/>
                <p:cNvSpPr>
                  <a:spLocks/>
                </p:cNvSpPr>
                <p:nvPr/>
              </p:nvSpPr>
              <p:spPr>
                <a:xfrm rot="0">
                  <a:off x="5184776" y="3644901"/>
                  <a:ext cx="838200" cy="520065"/>
                </a:xfrm>
                <a:prstGeom prst="rect"/>
                <a:noFill/>
                <a:ln w="9525" cmpd="sng" cap="flat">
                  <a:noFill/>
                  <a:prstDash val="solid"/>
                  <a:miter/>
                </a:ln>
              </p:spPr>
              <p:txBody>
                <a:bodyPr vert="horz" wrap="square" lIns="91440" tIns="45720" rIns="91440" bIns="45720" anchor="t" anchorCtr="0">
                  <a:prstTxWarp prst="textNoShape"/>
                  <a:spAutoFit/>
                </a:bodyPr>
                <a:lstStyle/>
                <a:p>
                  <a:pPr marL="342900" indent="-342900" algn="ctr">
                    <a:lnSpc>
                      <a:spcPct val="100000"/>
                    </a:lnSpc>
                    <a:spcBef>
                      <a:spcPct val="50000"/>
                    </a:spcBef>
                    <a:spcAft>
                      <a:spcPts val="0"/>
                    </a:spcAft>
                    <a:buNone/>
                  </a:pPr>
                  <a:r>
                    <a:rPr lang="en-US" altLang="zh-CN" sz="2800" b="0" i="0" u="none" strike="noStrike" kern="1200" cap="none" spc="0" baseline="0">
                      <a:solidFill>
                        <a:srgbClr val="0000FF"/>
                      </a:solidFill>
                      <a:latin typeface="Calibri" pitchFamily="34" charset="0"/>
                      <a:ea typeface="MS PGothic" pitchFamily="34" charset="-128"/>
                      <a:cs typeface="Calibri" pitchFamily="34" charset="0"/>
                    </a:rPr>
                    <a:t>H</a:t>
                  </a:r>
                  <a:endParaRPr lang="zh-CN" altLang="en-US" sz="2800" b="0" i="0" u="none" strike="noStrike" kern="1200" cap="none" spc="0" baseline="0">
                    <a:solidFill>
                      <a:srgbClr val="0000FF"/>
                    </a:solidFill>
                    <a:latin typeface="Calibri" pitchFamily="34" charset="0"/>
                    <a:ea typeface="MS PGothic" pitchFamily="34" charset="-128"/>
                    <a:cs typeface="Calibri" pitchFamily="34" charset="0"/>
                  </a:endParaRPr>
                </a:p>
              </p:txBody>
            </p:sp>
            <p:sp>
              <p:nvSpPr>
                <p:cNvPr id="99" name="Rectangles"/>
                <p:cNvSpPr>
                  <a:spLocks/>
                </p:cNvSpPr>
                <p:nvPr/>
              </p:nvSpPr>
              <p:spPr>
                <a:xfrm rot="0">
                  <a:off x="5184776" y="5346701"/>
                  <a:ext cx="838200" cy="520065"/>
                </a:xfrm>
                <a:prstGeom prst="rect"/>
                <a:noFill/>
                <a:ln w="9525" cmpd="sng" cap="flat">
                  <a:noFill/>
                  <a:prstDash val="solid"/>
                  <a:miter/>
                </a:ln>
              </p:spPr>
              <p:txBody>
                <a:bodyPr vert="horz" wrap="square" lIns="91440" tIns="45720" rIns="91440" bIns="45720" anchor="t" anchorCtr="0">
                  <a:prstTxWarp prst="textNoShape"/>
                  <a:spAutoFit/>
                </a:bodyPr>
                <a:lstStyle/>
                <a:p>
                  <a:pPr marL="342900" indent="-342900" algn="ctr">
                    <a:lnSpc>
                      <a:spcPct val="100000"/>
                    </a:lnSpc>
                    <a:spcBef>
                      <a:spcPct val="50000"/>
                    </a:spcBef>
                    <a:spcAft>
                      <a:spcPts val="0"/>
                    </a:spcAft>
                    <a:buNone/>
                  </a:pPr>
                  <a:r>
                    <a:rPr lang="en-US" altLang="zh-CN" sz="2800" b="0" i="0" u="none" strike="noStrike" kern="1200" cap="none" spc="0" baseline="0">
                      <a:solidFill>
                        <a:srgbClr val="0000FF"/>
                      </a:solidFill>
                      <a:latin typeface="Calibri" pitchFamily="34" charset="0"/>
                      <a:ea typeface="MS PGothic" pitchFamily="34" charset="-128"/>
                      <a:cs typeface="Calibri" pitchFamily="34" charset="0"/>
                    </a:rPr>
                    <a:t>T</a:t>
                  </a:r>
                  <a:endParaRPr lang="zh-CN" altLang="en-US" sz="2800" b="0" i="0" u="none" strike="noStrike" kern="1200" cap="none" spc="0" baseline="0">
                    <a:solidFill>
                      <a:srgbClr val="0000FF"/>
                    </a:solidFill>
                    <a:latin typeface="Calibri" pitchFamily="34" charset="0"/>
                    <a:ea typeface="MS PGothic" pitchFamily="34" charset="-128"/>
                    <a:cs typeface="Calibri" pitchFamily="34" charset="0"/>
                  </a:endParaRPr>
                </a:p>
              </p:txBody>
            </p:sp>
          </p:grpSp>
          <p:grpSp>
            <p:nvGrpSpPr>
              <p:cNvPr id="103" name="Combination"/>
              <p:cNvGrpSpPr>
                <a:grpSpLocks/>
              </p:cNvGrpSpPr>
              <p:nvPr/>
            </p:nvGrpSpPr>
            <p:grpSpPr>
              <a:xfrm>
                <a:off x="5879534" y="3572205"/>
                <a:ext cx="1219140" cy="761501"/>
                <a:chOff x="5879534" y="3572205"/>
                <a:chExt cx="1219140" cy="761501"/>
              </a:xfrm>
            </p:grpSpPr>
            <p:sp>
              <p:nvSpPr>
                <p:cNvPr id="101" name="Straight line"/>
                <p:cNvSpPr>
                  <a:spLocks/>
                </p:cNvSpPr>
                <p:nvPr/>
              </p:nvSpPr>
              <p:spPr>
                <a:xfrm flipV="1" rot="0">
                  <a:off x="5879534" y="3572205"/>
                  <a:ext cx="1219140" cy="381111"/>
                </a:xfrm>
                <a:prstGeom prst="line"/>
                <a:noFill/>
                <a:ln w="38100" cmpd="sng" cap="flat">
                  <a:solidFill>
                    <a:srgbClr val="0000FF"/>
                  </a:solidFill>
                  <a:prstDash val="solid"/>
                  <a:round/>
                </a:ln>
              </p:spPr>
            </p:sp>
            <p:sp>
              <p:nvSpPr>
                <p:cNvPr id="102" name="Straight line"/>
                <p:cNvSpPr>
                  <a:spLocks/>
                </p:cNvSpPr>
                <p:nvPr/>
              </p:nvSpPr>
              <p:spPr>
                <a:xfrm rot="0">
                  <a:off x="5879534" y="3952595"/>
                  <a:ext cx="1219140" cy="381111"/>
                </a:xfrm>
                <a:prstGeom prst="line"/>
                <a:noFill/>
                <a:ln w="38100" cmpd="sng" cap="flat">
                  <a:solidFill>
                    <a:srgbClr val="0000FF"/>
                  </a:solidFill>
                  <a:prstDash val="solid"/>
                  <a:round/>
                </a:ln>
              </p:spPr>
            </p:sp>
          </p:grpSp>
          <p:grpSp>
            <p:nvGrpSpPr>
              <p:cNvPr id="106" name="Combination"/>
              <p:cNvGrpSpPr>
                <a:grpSpLocks/>
              </p:cNvGrpSpPr>
              <p:nvPr/>
            </p:nvGrpSpPr>
            <p:grpSpPr>
              <a:xfrm>
                <a:off x="5812464" y="5286485"/>
                <a:ext cx="1219140" cy="762222"/>
                <a:chOff x="5812464" y="5286485"/>
                <a:chExt cx="1219140" cy="762222"/>
              </a:xfrm>
            </p:grpSpPr>
            <p:sp>
              <p:nvSpPr>
                <p:cNvPr id="104" name="Straight line"/>
                <p:cNvSpPr>
                  <a:spLocks/>
                </p:cNvSpPr>
                <p:nvPr/>
              </p:nvSpPr>
              <p:spPr>
                <a:xfrm flipV="1" rot="0">
                  <a:off x="5812464" y="5286485"/>
                  <a:ext cx="1219140" cy="381111"/>
                </a:xfrm>
                <a:prstGeom prst="line"/>
                <a:noFill/>
                <a:ln w="38100" cmpd="sng" cap="flat">
                  <a:solidFill>
                    <a:srgbClr val="0000FF"/>
                  </a:solidFill>
                  <a:prstDash val="solid"/>
                  <a:round/>
                </a:ln>
              </p:spPr>
            </p:sp>
            <p:sp>
              <p:nvSpPr>
                <p:cNvPr id="105" name="Straight line"/>
                <p:cNvSpPr>
                  <a:spLocks/>
                </p:cNvSpPr>
                <p:nvPr/>
              </p:nvSpPr>
              <p:spPr>
                <a:xfrm rot="0">
                  <a:off x="5812464" y="5667597"/>
                  <a:ext cx="1219140" cy="381111"/>
                </a:xfrm>
                <a:prstGeom prst="line"/>
                <a:noFill/>
                <a:ln w="38100" cmpd="sng" cap="flat">
                  <a:solidFill>
                    <a:srgbClr val="0000FF"/>
                  </a:solidFill>
                  <a:prstDash val="solid"/>
                  <a:round/>
                </a:ln>
              </p:spPr>
            </p:sp>
          </p:grpSp>
          <p:grpSp>
            <p:nvGrpSpPr>
              <p:cNvPr id="109" name="Combination"/>
              <p:cNvGrpSpPr>
                <a:grpSpLocks/>
              </p:cNvGrpSpPr>
              <p:nvPr/>
            </p:nvGrpSpPr>
            <p:grpSpPr>
              <a:xfrm>
                <a:off x="6842126" y="3213100"/>
                <a:ext cx="838198" cy="1245554"/>
                <a:chOff x="6842126" y="3213100"/>
                <a:chExt cx="838198" cy="1245554"/>
              </a:xfrm>
            </p:grpSpPr>
            <p:sp>
              <p:nvSpPr>
                <p:cNvPr id="107" name="Rectangles"/>
                <p:cNvSpPr>
                  <a:spLocks/>
                </p:cNvSpPr>
                <p:nvPr/>
              </p:nvSpPr>
              <p:spPr>
                <a:xfrm rot="0">
                  <a:off x="6842126" y="3213100"/>
                  <a:ext cx="838198" cy="520065"/>
                </a:xfrm>
                <a:prstGeom prst="rect"/>
                <a:noFill/>
                <a:ln w="9525" cmpd="sng" cap="flat">
                  <a:noFill/>
                  <a:prstDash val="solid"/>
                  <a:miter/>
                </a:ln>
              </p:spPr>
              <p:txBody>
                <a:bodyPr vert="horz" wrap="square" lIns="91440" tIns="45720" rIns="91440" bIns="45720" anchor="t" anchorCtr="0">
                  <a:prstTxWarp prst="textNoShape"/>
                  <a:spAutoFit/>
                </a:bodyPr>
                <a:lstStyle/>
                <a:p>
                  <a:pPr marL="342900" indent="-342900" algn="ctr">
                    <a:lnSpc>
                      <a:spcPct val="100000"/>
                    </a:lnSpc>
                    <a:spcBef>
                      <a:spcPct val="50000"/>
                    </a:spcBef>
                    <a:spcAft>
                      <a:spcPts val="0"/>
                    </a:spcAft>
                    <a:buNone/>
                  </a:pPr>
                  <a:r>
                    <a:rPr lang="en-US" altLang="zh-CN" sz="2800" b="0" i="0" u="none" strike="noStrike" kern="1200" cap="none" spc="0" baseline="0">
                      <a:solidFill>
                        <a:srgbClr val="0000FF"/>
                      </a:solidFill>
                      <a:latin typeface="Calibri" pitchFamily="34" charset="0"/>
                      <a:ea typeface="MS PGothic" pitchFamily="34" charset="-128"/>
                      <a:cs typeface="Calibri" pitchFamily="34" charset="0"/>
                    </a:rPr>
                    <a:t>H</a:t>
                  </a:r>
                  <a:endParaRPr lang="zh-CN" altLang="en-US" sz="2800" b="0" i="0" u="none" strike="noStrike" kern="1200" cap="none" spc="0" baseline="0">
                    <a:solidFill>
                      <a:srgbClr val="0000FF"/>
                    </a:solidFill>
                    <a:latin typeface="Calibri" pitchFamily="34" charset="0"/>
                    <a:ea typeface="MS PGothic" pitchFamily="34" charset="-128"/>
                    <a:cs typeface="Calibri" pitchFamily="34" charset="0"/>
                  </a:endParaRPr>
                </a:p>
              </p:txBody>
            </p:sp>
            <p:sp>
              <p:nvSpPr>
                <p:cNvPr id="108" name="Rectangles"/>
                <p:cNvSpPr>
                  <a:spLocks/>
                </p:cNvSpPr>
                <p:nvPr/>
              </p:nvSpPr>
              <p:spPr>
                <a:xfrm rot="0">
                  <a:off x="6842126" y="3938589"/>
                  <a:ext cx="838198" cy="520065"/>
                </a:xfrm>
                <a:prstGeom prst="rect"/>
                <a:noFill/>
                <a:ln w="9525" cmpd="sng" cap="flat">
                  <a:noFill/>
                  <a:prstDash val="solid"/>
                  <a:miter/>
                </a:ln>
              </p:spPr>
              <p:txBody>
                <a:bodyPr vert="horz" wrap="square" lIns="91440" tIns="45720" rIns="91440" bIns="45720" anchor="t" anchorCtr="0">
                  <a:prstTxWarp prst="textNoShape"/>
                  <a:spAutoFit/>
                </a:bodyPr>
                <a:lstStyle/>
                <a:p>
                  <a:pPr marL="342900" indent="-342900" algn="ctr">
                    <a:lnSpc>
                      <a:spcPct val="100000"/>
                    </a:lnSpc>
                    <a:spcBef>
                      <a:spcPct val="50000"/>
                    </a:spcBef>
                    <a:spcAft>
                      <a:spcPts val="0"/>
                    </a:spcAft>
                    <a:buNone/>
                  </a:pPr>
                  <a:r>
                    <a:rPr lang="en-US" altLang="zh-CN" sz="2800" b="0" i="0" u="none" strike="noStrike" kern="1200" cap="none" spc="0" baseline="0">
                      <a:solidFill>
                        <a:srgbClr val="0000FF"/>
                      </a:solidFill>
                      <a:latin typeface="Calibri" pitchFamily="34" charset="0"/>
                      <a:ea typeface="MS PGothic" pitchFamily="34" charset="-128"/>
                      <a:cs typeface="Calibri" pitchFamily="34" charset="0"/>
                    </a:rPr>
                    <a:t>T</a:t>
                  </a:r>
                  <a:endParaRPr lang="zh-CN" altLang="en-US" sz="2800" b="0" i="0" u="none" strike="noStrike" kern="1200" cap="none" spc="0" baseline="0">
                    <a:solidFill>
                      <a:srgbClr val="0000FF"/>
                    </a:solidFill>
                    <a:latin typeface="Calibri" pitchFamily="34" charset="0"/>
                    <a:ea typeface="MS PGothic" pitchFamily="34" charset="-128"/>
                    <a:cs typeface="Calibri" pitchFamily="34" charset="0"/>
                  </a:endParaRPr>
                </a:p>
              </p:txBody>
            </p:sp>
          </p:grpSp>
          <p:sp>
            <p:nvSpPr>
              <p:cNvPr id="110" name="Rectangles"/>
              <p:cNvSpPr>
                <a:spLocks/>
              </p:cNvSpPr>
              <p:nvPr/>
            </p:nvSpPr>
            <p:spPr>
              <a:xfrm rot="0">
                <a:off x="6743701" y="4868864"/>
                <a:ext cx="838198" cy="520064"/>
              </a:xfrm>
              <a:prstGeom prst="rect"/>
              <a:noFill/>
              <a:ln w="9525" cmpd="sng" cap="flat">
                <a:noFill/>
                <a:prstDash val="solid"/>
                <a:miter/>
              </a:ln>
            </p:spPr>
            <p:txBody>
              <a:bodyPr vert="horz" wrap="square" lIns="91440" tIns="45720" rIns="91440" bIns="45720" anchor="t" anchorCtr="0">
                <a:prstTxWarp prst="textNoShape"/>
                <a:spAutoFit/>
              </a:bodyPr>
              <a:lstStyle/>
              <a:p>
                <a:pPr marL="342900" indent="-342900" algn="ctr">
                  <a:lnSpc>
                    <a:spcPct val="100000"/>
                  </a:lnSpc>
                  <a:spcBef>
                    <a:spcPct val="50000"/>
                  </a:spcBef>
                  <a:spcAft>
                    <a:spcPts val="0"/>
                  </a:spcAft>
                  <a:buNone/>
                </a:pPr>
                <a:r>
                  <a:rPr lang="en-US" altLang="zh-CN" sz="2800" b="0" i="0" u="none" strike="noStrike" kern="1200" cap="none" spc="0" baseline="0">
                    <a:solidFill>
                      <a:srgbClr val="0000FF"/>
                    </a:solidFill>
                    <a:latin typeface="Calibri" pitchFamily="34" charset="0"/>
                    <a:ea typeface="MS PGothic" pitchFamily="34" charset="-128"/>
                    <a:cs typeface="Calibri" pitchFamily="34" charset="0"/>
                  </a:rPr>
                  <a:t>H</a:t>
                </a:r>
                <a:endParaRPr lang="zh-CN" altLang="en-US" sz="2800" b="0" i="0" u="none" strike="noStrike" kern="1200" cap="none" spc="0" baseline="0">
                  <a:solidFill>
                    <a:srgbClr val="0000FF"/>
                  </a:solidFill>
                  <a:latin typeface="Calibri" pitchFamily="34" charset="0"/>
                  <a:ea typeface="MS PGothic" pitchFamily="34" charset="-128"/>
                  <a:cs typeface="Calibri" pitchFamily="34" charset="0"/>
                </a:endParaRPr>
              </a:p>
            </p:txBody>
          </p:sp>
          <p:sp>
            <p:nvSpPr>
              <p:cNvPr id="111" name="Rectangles"/>
              <p:cNvSpPr>
                <a:spLocks/>
              </p:cNvSpPr>
              <p:nvPr/>
            </p:nvSpPr>
            <p:spPr>
              <a:xfrm rot="0">
                <a:off x="6743701" y="5783264"/>
                <a:ext cx="838198" cy="520065"/>
              </a:xfrm>
              <a:prstGeom prst="rect"/>
              <a:noFill/>
              <a:ln w="9525" cmpd="sng" cap="flat">
                <a:noFill/>
                <a:prstDash val="solid"/>
                <a:miter/>
              </a:ln>
            </p:spPr>
            <p:txBody>
              <a:bodyPr vert="horz" wrap="square" lIns="91440" tIns="45720" rIns="91440" bIns="45720" anchor="t" anchorCtr="0">
                <a:prstTxWarp prst="textNoShape"/>
                <a:spAutoFit/>
              </a:bodyPr>
              <a:lstStyle/>
              <a:p>
                <a:pPr marL="342900" indent="-342900" algn="ctr">
                  <a:lnSpc>
                    <a:spcPct val="100000"/>
                  </a:lnSpc>
                  <a:spcBef>
                    <a:spcPct val="50000"/>
                  </a:spcBef>
                  <a:spcAft>
                    <a:spcPts val="0"/>
                  </a:spcAft>
                  <a:buNone/>
                </a:pPr>
                <a:r>
                  <a:rPr lang="en-US" altLang="zh-CN" sz="2800" b="0" i="0" u="none" strike="noStrike" kern="1200" cap="none" spc="0" baseline="0">
                    <a:solidFill>
                      <a:srgbClr val="0000FF"/>
                    </a:solidFill>
                    <a:latin typeface="Calibri" pitchFamily="34" charset="0"/>
                    <a:ea typeface="MS PGothic" pitchFamily="34" charset="-128"/>
                    <a:cs typeface="Calibri" pitchFamily="34" charset="0"/>
                  </a:rPr>
                  <a:t>T</a:t>
                </a:r>
                <a:endParaRPr lang="zh-CN" altLang="en-US" sz="2800" b="0" i="0" u="none" strike="noStrike" kern="1200" cap="none" spc="0" baseline="0">
                  <a:solidFill>
                    <a:srgbClr val="0000FF"/>
                  </a:solidFill>
                  <a:latin typeface="Calibri" pitchFamily="34" charset="0"/>
                  <a:ea typeface="MS PGothic" pitchFamily="34" charset="-128"/>
                  <a:cs typeface="Calibri" pitchFamily="34" charset="0"/>
                </a:endParaRPr>
              </a:p>
            </p:txBody>
          </p:sp>
          <p:sp>
            <p:nvSpPr>
              <p:cNvPr id="112" name="Straight line"/>
              <p:cNvSpPr>
                <a:spLocks/>
              </p:cNvSpPr>
              <p:nvPr/>
            </p:nvSpPr>
            <p:spPr>
              <a:xfrm flipV="1" rot="0">
                <a:off x="4151314" y="4106862"/>
                <a:ext cx="1295399" cy="762000"/>
              </a:xfrm>
              <a:prstGeom prst="line"/>
              <a:noFill/>
              <a:ln w="38100" cmpd="sng" cap="flat">
                <a:solidFill>
                  <a:srgbClr val="FF0000"/>
                </a:solidFill>
                <a:prstDash val="solid"/>
                <a:round/>
                <a:tailEnd type="triangle" w="med" len="med"/>
              </a:ln>
            </p:spPr>
          </p:sp>
          <p:sp>
            <p:nvSpPr>
              <p:cNvPr id="113" name="Straight line"/>
              <p:cNvSpPr>
                <a:spLocks/>
              </p:cNvSpPr>
              <p:nvPr/>
            </p:nvSpPr>
            <p:spPr>
              <a:xfrm rot="0">
                <a:off x="5888039" y="4029076"/>
                <a:ext cx="1143000" cy="336549"/>
              </a:xfrm>
              <a:prstGeom prst="line"/>
              <a:noFill/>
              <a:ln w="38100" cmpd="sng" cap="flat">
                <a:solidFill>
                  <a:srgbClr val="FF0000"/>
                </a:solidFill>
                <a:prstDash val="solid"/>
                <a:round/>
                <a:tailEnd type="triangle" w="med" len="med"/>
              </a:ln>
            </p:spPr>
          </p:sp>
          <p:sp>
            <p:nvSpPr>
              <p:cNvPr id="114" name="Rectangles"/>
              <p:cNvSpPr>
                <a:spLocks/>
              </p:cNvSpPr>
              <p:nvPr/>
            </p:nvSpPr>
            <p:spPr>
              <a:xfrm rot="0">
                <a:off x="8916989" y="4191001"/>
                <a:ext cx="1066799" cy="520065"/>
              </a:xfrm>
              <a:prstGeom prst="rect"/>
              <a:noFill/>
              <a:ln w="9525" cmpd="sng" cap="flat">
                <a:noFill/>
                <a:prstDash val="solid"/>
                <a:miter/>
              </a:ln>
            </p:spPr>
            <p:txBody>
              <a:bodyPr vert="horz" wrap="square" lIns="91440" tIns="45720" rIns="91440" bIns="45720" anchor="t" anchorCtr="0">
                <a:prstTxWarp prst="textNoShape"/>
                <a:spAutoFit/>
              </a:bodyPr>
              <a:lstStyle/>
              <a:p>
                <a:pPr marL="342900" indent="-342900" algn="l">
                  <a:lnSpc>
                    <a:spcPct val="100000"/>
                  </a:lnSpc>
                  <a:spcBef>
                    <a:spcPct val="50000"/>
                  </a:spcBef>
                  <a:spcAft>
                    <a:spcPts val="0"/>
                  </a:spcAft>
                  <a:buNone/>
                </a:pPr>
                <a:r>
                  <a:rPr lang="en-US" altLang="zh-CN" sz="2800" b="0" i="0" u="none" strike="noStrike" kern="1200" cap="none" spc="0" baseline="0">
                    <a:solidFill>
                      <a:srgbClr val="0000FF"/>
                    </a:solidFill>
                    <a:latin typeface="Calibri" pitchFamily="34" charset="0"/>
                    <a:ea typeface="MS PGothic" pitchFamily="34" charset="-128"/>
                    <a:cs typeface="Calibri" pitchFamily="34" charset="0"/>
                  </a:rPr>
                  <a:t>HT</a:t>
                </a:r>
                <a:endParaRPr lang="zh-CN" altLang="en-US" sz="2800" b="0" i="0" u="none" strike="noStrike" kern="1200" cap="none" spc="0" baseline="0">
                  <a:solidFill>
                    <a:srgbClr val="0000FF"/>
                  </a:solidFill>
                  <a:latin typeface="Calibri" pitchFamily="34" charset="0"/>
                  <a:ea typeface="MS PGothic" pitchFamily="34" charset="-128"/>
                  <a:cs typeface="Calibri" pitchFamily="34" charset="0"/>
                </a:endParaRPr>
              </a:p>
            </p:txBody>
          </p:sp>
          <p:sp>
            <p:nvSpPr>
              <p:cNvPr id="115" name="Straight line"/>
              <p:cNvSpPr>
                <a:spLocks/>
              </p:cNvSpPr>
              <p:nvPr/>
            </p:nvSpPr>
            <p:spPr>
              <a:xfrm rot="0">
                <a:off x="7540626" y="4435475"/>
                <a:ext cx="1219200" cy="0"/>
              </a:xfrm>
              <a:prstGeom prst="line"/>
              <a:noFill/>
              <a:ln w="38100" cmpd="sng" cap="flat">
                <a:solidFill>
                  <a:srgbClr val="FF0000"/>
                </a:solidFill>
                <a:prstDash val="solid"/>
                <a:round/>
                <a:tailEnd type="triangle" w="med" len="med"/>
              </a:ln>
            </p:spPr>
          </p:sp>
          <p:pic>
            <p:nvPicPr>
              <p:cNvPr id="116" name="Images" descr="queen-elizabeth-decimal-gold-sovereign.jpg"/>
              <p:cNvPicPr>
                <a:picLocks noChangeAspect="1"/>
              </p:cNvPicPr>
              <p:nvPr/>
            </p:nvPicPr>
            <p:blipFill>
              <a:blip r:embed="rId1" cstate="print"/>
              <a:stretch>
                <a:fillRect/>
              </a:stretch>
            </p:blipFill>
            <p:spPr>
              <a:xfrm rot="0">
                <a:off x="2135301" y="3932769"/>
                <a:ext cx="1872114" cy="1872754"/>
              </a:xfrm>
              <a:prstGeom prst="rect"/>
              <a:noFill/>
              <a:ln w="12700" cmpd="sng" cap="flat">
                <a:noFill/>
                <a:prstDash val="solid"/>
                <a:round/>
              </a:ln>
            </p:spPr>
          </p:pic>
        </p:grpSp>
      </p:grpSp>
      <p:sp>
        <p:nvSpPr>
          <p:cNvPr id="119" name="Rectangles"/>
          <p:cNvSpPr>
            <a:spLocks noGrp="1"/>
          </p:cNvSpPr>
          <p:nvPr>
            <p:ph type="sldNum" idx="12"/>
          </p:nvPr>
        </p:nvSpPr>
        <p:spPr>
          <a:xfrm rot="0">
            <a:off x="5989639" y="6519863"/>
            <a:ext cx="466724" cy="365125"/>
          </a:xfrm>
          <a:prstGeom prst="rect"/>
          <a:noFill/>
          <a:ln w="12700" cmpd="sng" cap="flat">
            <a:noFill/>
            <a:prstDash val="solid"/>
            <a:miter/>
          </a:ln>
        </p:spPr>
        <p:txBody>
          <a:bodyPr vert="horz" wrap="square" lIns="91440" tIns="45720" rIns="91440" bIns="45720" anchor="ctr" anchorCtr="0">
            <a:prstTxWarp prst="textNoShape"/>
          </a:bodyPr>
          <a:lstStyle/>
          <a:p>
            <a:pPr marL="0" indent="0" algn="l" eaLnBrk="1" hangingPunct="1">
              <a:lnSpc>
                <a:spcPct val="100000"/>
              </a:lnSpc>
              <a:spcBef>
                <a:spcPts val="0"/>
              </a:spcBef>
              <a:spcAft>
                <a:spcPts val="0"/>
              </a:spcAft>
              <a:buNone/>
            </a:pPr>
            <a:fld id="{CAD2D6BD-DE1B-4B5F-8B41-2702339687B9}" type="slidenum">
              <a:rPr lang="en-US" altLang="zh-CN" sz="1200" b="0" i="0" u="none" strike="noStrike" kern="1200" cap="none" spc="0" baseline="0">
                <a:solidFill>
                  <a:srgbClr val="FFFFFF"/>
                </a:solidFill>
                <a:latin typeface="Calibri" pitchFamily="34" charset="0"/>
                <a:ea typeface="MS PGothic" pitchFamily="34" charset="-128"/>
                <a:cs typeface="Arial" pitchFamily="34" charset="0"/>
              </a:rPr>
              <a:t>6</a:t>
            </a:fld>
            <a:endParaRPr lang="zh-CN" altLang="en-US" sz="1200" b="0" i="0" u="none" strike="noStrike" kern="1200" cap="none" spc="0" baseline="0">
              <a:solidFill>
                <a:srgbClr val="FFFFFF"/>
              </a:solidFill>
              <a:latin typeface="Calibri" pitchFamily="34" charset="0"/>
              <a:ea typeface="MS PGothic" pitchFamily="34" charset="-128"/>
              <a:cs typeface="Arial" pitchFamily="34" charset="0"/>
            </a:endParaRPr>
          </a:p>
        </p:txBody>
      </p:sp>
    </p:spTree>
    <p:extLst>
      <p:ext uri="{BB962C8B-B14F-4D97-AF65-F5344CB8AC3E}">
        <p14:creationId xmlns:p14="http://schemas.microsoft.com/office/powerpoint/2010/main" val="8913011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8"/>
                                        </p:tgtEl>
                                        <p:attrNameLst>
                                          <p:attrName>style.visibility</p:attrName>
                                        </p:attrNameLst>
                                      </p:cBhvr>
                                      <p:to>
                                        <p:strVal val="visible"/>
                                      </p:to>
                                    </p:set>
                                    <p:anim calcmode="lin" valueType="num">
                                      <p:cBhvr additive="base">
                                        <p:cTn id="7" dur="500" fill="hold"/>
                                        <p:tgtEl>
                                          <p:spTgt spid="118"/>
                                        </p:tgtEl>
                                        <p:attrNameLst>
                                          <p:attrName>ppt_x</p:attrName>
                                        </p:attrNameLst>
                                      </p:cBhvr>
                                      <p:tavLst>
                                        <p:tav tm="0">
                                          <p:val>
                                            <p:strVal val="#ppt_x"/>
                                          </p:val>
                                        </p:tav>
                                        <p:tav tm="100000">
                                          <p:val>
                                            <p:strVal val="#ppt_x"/>
                                          </p:val>
                                        </p:tav>
                                      </p:tavLst>
                                    </p:anim>
                                    <p:anim calcmode="lin" valueType="num">
                                      <p:cBhvr additive="base">
                                        <p:cTn id="8" dur="500" fill="hold"/>
                                        <p:tgtEl>
                                          <p:spTgt spid="1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 grpId="0" animBg="1"/>
    </p:bldLst>
  </p:timing>
</p:sld>
</file>

<file path=ppt/slides/slide7.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23" name="Rectangles"/>
          <p:cNvSpPr>
            <a:spLocks/>
          </p:cNvSpPr>
          <p:nvPr/>
        </p:nvSpPr>
        <p:spPr>
          <a:xfrm rot="0">
            <a:off x="1774826" y="1149351"/>
            <a:ext cx="8607425" cy="4615815"/>
          </a:xfrm>
          <a:prstGeom prst="rect"/>
          <a:noFill/>
          <a:ln w="9525" cmpd="sng" cap="flat">
            <a:noFill/>
            <a:prstDash val="solid"/>
            <a:miter/>
          </a:ln>
        </p:spPr>
        <p:txBody>
          <a:bodyPr vert="horz" wrap="square" lIns="91440" tIns="45720" rIns="91440" bIns="45720" anchor="t" anchorCtr="0">
            <a:prstTxWarp prst="textNoShape"/>
            <a:spAutoFit/>
          </a:bodyPr>
          <a:lstStyle/>
          <a:p>
            <a:pPr marL="349250" indent="-342900" algn="just">
              <a:lnSpc>
                <a:spcPct val="100000"/>
              </a:lnSpc>
              <a:spcBef>
                <a:spcPct val="50000"/>
              </a:spcBef>
              <a:spcAft>
                <a:spcPts val="0"/>
              </a:spcAft>
              <a:buFont typeface="Wingdings" pitchFamily="2" charset="2"/>
              <a:buChar char="§"/>
            </a:pPr>
            <a:r>
              <a:rPr lang="en-US" altLang="zh-CN" sz="2400" b="0" i="0" u="none" strike="noStrike" kern="1200" cap="none" spc="0" baseline="0">
                <a:solidFill>
                  <a:schemeClr val="tx1"/>
                </a:solidFill>
                <a:latin typeface="Calibri" pitchFamily="34" charset="0"/>
                <a:ea typeface="MS PGothic" pitchFamily="34" charset="-128"/>
                <a:cs typeface="Calibri" pitchFamily="34" charset="0"/>
              </a:rPr>
              <a:t>Example: The car purchase chance experiment has a sample space:</a:t>
            </a:r>
            <a:endParaRPr lang="en-US" altLang="zh-CN" sz="2400" b="0" i="0" u="none" strike="noStrike" kern="1200" cap="none" spc="0" baseline="0">
              <a:solidFill>
                <a:schemeClr val="tx1"/>
              </a:solidFill>
              <a:latin typeface="Calibri" pitchFamily="34" charset="0"/>
              <a:ea typeface="MS PGothic" pitchFamily="34" charset="-128"/>
              <a:cs typeface="Calibri" pitchFamily="34" charset="0"/>
            </a:endParaRPr>
          </a:p>
          <a:p>
            <a:pPr marL="349250" indent="-342900" algn="just">
              <a:lnSpc>
                <a:spcPct val="100000"/>
              </a:lnSpc>
              <a:spcBef>
                <a:spcPct val="50000"/>
              </a:spcBef>
              <a:spcAft>
                <a:spcPts val="0"/>
              </a:spcAft>
              <a:buNone/>
            </a:pPr>
            <a:r>
              <a:rPr lang="en-US" altLang="zh-CN" sz="2400" b="0" i="0" u="none" strike="noStrike" kern="1200" cap="none" spc="0" baseline="0">
                <a:solidFill>
                  <a:schemeClr val="tx1"/>
                </a:solidFill>
                <a:latin typeface="Calibri" pitchFamily="34" charset="0"/>
                <a:ea typeface="MS PGothic" pitchFamily="34" charset="-128"/>
                <a:cs typeface="Calibri" pitchFamily="34" charset="0"/>
              </a:rPr>
              <a:t>               S = {MH, FH, MT, FT} ;</a:t>
            </a:r>
            <a:endParaRPr lang="en-US" altLang="zh-CN" sz="2400" b="0" i="0" u="none" strike="noStrike" kern="1200" cap="none" spc="0" baseline="0">
              <a:solidFill>
                <a:schemeClr val="tx1"/>
              </a:solidFill>
              <a:latin typeface="Calibri" pitchFamily="34" charset="0"/>
              <a:ea typeface="MS PGothic" pitchFamily="34" charset="-128"/>
              <a:cs typeface="Calibri" pitchFamily="34" charset="0"/>
            </a:endParaRPr>
          </a:p>
          <a:p>
            <a:pPr marL="349123" indent="-4699" algn="just">
              <a:lnSpc>
                <a:spcPct val="100000"/>
              </a:lnSpc>
              <a:spcBef>
                <a:spcPct val="50000"/>
              </a:spcBef>
              <a:spcAft>
                <a:spcPts val="0"/>
              </a:spcAft>
              <a:buNone/>
            </a:pPr>
            <a:r>
              <a:rPr lang="en-US" altLang="zh-CN" sz="2400" b="0" i="0" u="none" strike="noStrike" kern="1200" cap="none" spc="0" baseline="0">
                <a:solidFill>
                  <a:schemeClr val="tx1"/>
                </a:solidFill>
                <a:latin typeface="Calibri" pitchFamily="34" charset="0"/>
                <a:ea typeface="MS PGothic" pitchFamily="34" charset="-128"/>
                <a:cs typeface="Calibri" pitchFamily="34" charset="0"/>
              </a:rPr>
              <a:t>where  M=male, F=female, H=hybrid, T= traditional.</a:t>
            </a:r>
            <a:endParaRPr lang="en-US" altLang="zh-CN" sz="2400" b="0" i="0" u="none" strike="noStrike" kern="1200" cap="none" spc="0" baseline="0">
              <a:solidFill>
                <a:schemeClr val="tx1"/>
              </a:solidFill>
              <a:latin typeface="Calibri" pitchFamily="34" charset="0"/>
              <a:ea typeface="MS PGothic" pitchFamily="34" charset="-128"/>
              <a:cs typeface="Calibri" pitchFamily="34" charset="0"/>
            </a:endParaRPr>
          </a:p>
          <a:p>
            <a:pPr marL="349250" indent="-342900" algn="just">
              <a:lnSpc>
                <a:spcPct val="100000"/>
              </a:lnSpc>
              <a:spcBef>
                <a:spcPct val="50000"/>
              </a:spcBef>
              <a:spcAft>
                <a:spcPts val="0"/>
              </a:spcAft>
              <a:buFont typeface="Wingdings" pitchFamily="2" charset="2"/>
              <a:buChar char="§"/>
            </a:pPr>
            <a:r>
              <a:rPr lang="en-US" altLang="zh-CN" sz="2400" b="0" i="0" u="none" strike="noStrike" kern="1200" cap="none" spc="0" baseline="0">
                <a:solidFill>
                  <a:schemeClr val="tx1"/>
                </a:solidFill>
                <a:latin typeface="Calibri" pitchFamily="34" charset="0"/>
                <a:ea typeface="MS PGothic" pitchFamily="34" charset="-128"/>
                <a:cs typeface="Calibri" pitchFamily="34" charset="0"/>
              </a:rPr>
              <a:t>We might focus on a group of outcomes that involve the purchase of a hybrid – the group consisting of (male, hybrid) and (female, hybrid). </a:t>
            </a:r>
            <a:endParaRPr lang="en-US" altLang="zh-CN" sz="2400" b="0" i="0" u="none" strike="noStrike" kern="1200" cap="none" spc="0" baseline="0">
              <a:solidFill>
                <a:schemeClr val="tx1"/>
              </a:solidFill>
              <a:latin typeface="Calibri" pitchFamily="34" charset="0"/>
              <a:ea typeface="MS PGothic" pitchFamily="34" charset="-128"/>
              <a:cs typeface="Calibri" pitchFamily="34" charset="0"/>
            </a:endParaRPr>
          </a:p>
          <a:p>
            <a:pPr marL="349250" indent="-342900" algn="just">
              <a:lnSpc>
                <a:spcPct val="100000"/>
              </a:lnSpc>
              <a:spcBef>
                <a:spcPct val="50000"/>
              </a:spcBef>
              <a:spcAft>
                <a:spcPts val="0"/>
              </a:spcAft>
              <a:buFont typeface="Wingdings" pitchFamily="2" charset="2"/>
              <a:buChar char="§"/>
            </a:pPr>
            <a:r>
              <a:rPr lang="en-US" altLang="zh-CN" sz="2400" b="0" i="0" u="none" strike="noStrike" kern="1200" cap="none" spc="0" baseline="0">
                <a:solidFill>
                  <a:schemeClr val="tx1"/>
                </a:solidFill>
                <a:latin typeface="Calibri" pitchFamily="34" charset="0"/>
                <a:ea typeface="MS PGothic" pitchFamily="34" charset="-128"/>
                <a:cs typeface="Calibri" pitchFamily="34" charset="0"/>
              </a:rPr>
              <a:t>When we combine one or more individual outcomes in a collection, we are creating what is known as  </a:t>
            </a:r>
            <a:r>
              <a:rPr lang="en-US" altLang="zh-CN" sz="2400" b="1" i="0" u="none" strike="noStrike" kern="1200" cap="none" spc="0" baseline="0">
                <a:solidFill>
                  <a:srgbClr val="0000FF"/>
                </a:solidFill>
                <a:latin typeface="Calibri" pitchFamily="34" charset="0"/>
                <a:ea typeface="MS PGothic" pitchFamily="34" charset="-128"/>
                <a:cs typeface="Calibri" pitchFamily="34" charset="0"/>
              </a:rPr>
              <a:t>event.</a:t>
            </a:r>
            <a:endParaRPr lang="en-US" altLang="zh-CN" sz="2400" b="1" i="0" u="none" strike="noStrike" kern="1200" cap="none" spc="0" baseline="0">
              <a:solidFill>
                <a:srgbClr val="0000FF"/>
              </a:solidFill>
              <a:latin typeface="Calibri" pitchFamily="34" charset="0"/>
              <a:ea typeface="MS PGothic" pitchFamily="34" charset="-128"/>
              <a:cs typeface="Calibri" pitchFamily="34" charset="0"/>
            </a:endParaRPr>
          </a:p>
          <a:p>
            <a:pPr marL="349250" indent="-342900" algn="just">
              <a:lnSpc>
                <a:spcPct val="100000"/>
              </a:lnSpc>
              <a:spcBef>
                <a:spcPct val="50000"/>
              </a:spcBef>
              <a:spcAft>
                <a:spcPts val="0"/>
              </a:spcAft>
              <a:buNone/>
            </a:pPr>
            <a:r>
              <a:rPr lang="en-US" altLang="zh-CN" sz="2400" b="0" i="0" u="none" strike="noStrike" kern="1200" cap="none" spc="0" baseline="0">
                <a:solidFill>
                  <a:schemeClr val="tx1"/>
                </a:solidFill>
                <a:latin typeface="Calibri" pitchFamily="34" charset="0"/>
                <a:ea typeface="MS PGothic" pitchFamily="34" charset="-128"/>
                <a:cs typeface="Calibri" pitchFamily="34" charset="0"/>
              </a:rPr>
              <a:t>		</a:t>
            </a:r>
            <a:endParaRPr lang="zh-CN" altLang="en-US" sz="2400" b="0" i="0" u="none" strike="noStrike" kern="1200" cap="none" spc="0" baseline="0">
              <a:solidFill>
                <a:schemeClr val="tx1"/>
              </a:solidFill>
              <a:latin typeface="Calibri" pitchFamily="34" charset="0"/>
              <a:ea typeface="MS PGothic" pitchFamily="34" charset="-128"/>
              <a:cs typeface="Calibri" pitchFamily="34" charset="0"/>
            </a:endParaRPr>
          </a:p>
        </p:txBody>
      </p:sp>
      <p:sp>
        <p:nvSpPr>
          <p:cNvPr id="124" name="Rectangles"/>
          <p:cNvSpPr>
            <a:spLocks/>
          </p:cNvSpPr>
          <p:nvPr/>
        </p:nvSpPr>
        <p:spPr>
          <a:xfrm rot="0">
            <a:off x="3895726" y="357188"/>
            <a:ext cx="6272212" cy="716913"/>
          </a:xfrm>
          <a:prstGeom prst="rect"/>
          <a:solidFill>
            <a:srgbClr val="FFFFFF"/>
          </a:solidFill>
          <a:ln w="25400" cmpd="sng" cap="flat">
            <a:solidFill>
              <a:srgbClr val="C0504D"/>
            </a:solidFill>
            <a:prstDash val="solid"/>
            <a:round/>
          </a:ln>
        </p:spPr>
        <p:txBody>
          <a:bodyPr vert="horz" wrap="square" lIns="91440" tIns="45720" rIns="91440" bIns="45720" anchor="t" anchorCtr="0">
            <a:prstTxWarp prst="textNoShape"/>
            <a:spAutoFit/>
          </a:bodyPr>
          <a:lstStyle/>
          <a:p>
            <a:pPr marL="0" indent="0" algn="ctr">
              <a:lnSpc>
                <a:spcPct val="100000"/>
              </a:lnSpc>
              <a:spcBef>
                <a:spcPts val="0"/>
              </a:spcBef>
              <a:spcAft>
                <a:spcPts val="0"/>
              </a:spcAft>
              <a:buNone/>
            </a:pPr>
            <a:r>
              <a:rPr lang="en-US" altLang="zh-CN" sz="4000" b="1" i="0" u="none" strike="noStrike" kern="1200" cap="none" spc="0" baseline="0">
                <a:solidFill>
                  <a:srgbClr val="000000"/>
                </a:solidFill>
                <a:latin typeface="Calibri" pitchFamily="34" charset="0"/>
                <a:ea typeface="宋体" pitchFamily="0" charset="0"/>
                <a:cs typeface="Calibri" pitchFamily="34" charset="0"/>
              </a:rPr>
              <a:t>Event</a:t>
            </a:r>
            <a:endParaRPr lang="zh-CN" altLang="en-US" sz="2000" b="1" i="0" u="none" strike="noStrike" kern="1200" cap="none" spc="0" baseline="0">
              <a:solidFill>
                <a:srgbClr val="000000"/>
              </a:solidFill>
              <a:latin typeface="Calibri" pitchFamily="34" charset="0"/>
              <a:ea typeface="宋体" pitchFamily="0" charset="0"/>
              <a:cs typeface="Calibri" pitchFamily="34" charset="0"/>
            </a:endParaRPr>
          </a:p>
        </p:txBody>
      </p:sp>
      <p:sp>
        <p:nvSpPr>
          <p:cNvPr id="125" name="Rectangles"/>
          <p:cNvSpPr>
            <a:spLocks/>
          </p:cNvSpPr>
          <p:nvPr/>
        </p:nvSpPr>
        <p:spPr>
          <a:xfrm rot="0">
            <a:off x="2152650" y="5421313"/>
            <a:ext cx="8229600" cy="1079500"/>
          </a:xfrm>
          <a:prstGeom prst="rect"/>
          <a:solidFill>
            <a:srgbClr val="FFFFFF"/>
          </a:solidFill>
          <a:ln w="25400" cmpd="sng" cap="flat">
            <a:solidFill>
              <a:srgbClr val="4BACC6"/>
            </a:solidFill>
            <a:prstDash val="solid"/>
            <a:round/>
          </a:ln>
        </p:spPr>
        <p:txBody>
          <a:bodyPr vert="horz" wrap="square" lIns="91440" tIns="45720" rIns="91440" bIns="45720" anchor="t" anchorCtr="0">
            <a:prstTxWarp prst="textNoShape"/>
          </a:bodyPr>
          <a:lstStyle/>
          <a:p>
            <a:pPr marL="0" indent="3175" algn="just" eaLnBrk="1" fontAlgn="base" hangingPunct="1">
              <a:lnSpc>
                <a:spcPct val="100000"/>
              </a:lnSpc>
              <a:spcBef>
                <a:spcPct val="20000"/>
              </a:spcBef>
              <a:spcAft>
                <a:spcPts val="0"/>
              </a:spcAft>
              <a:buNone/>
            </a:pPr>
            <a:r>
              <a:rPr lang="en-US" altLang="zh-CN" sz="2800" b="0" i="0" u="none" strike="noStrike" kern="1200" cap="none" spc="0" baseline="0">
                <a:solidFill>
                  <a:srgbClr val="000000"/>
                </a:solidFill>
                <a:latin typeface="Calibri" pitchFamily="34" charset="0"/>
                <a:ea typeface="宋体" pitchFamily="0" charset="0"/>
                <a:cs typeface="Calibri" pitchFamily="34" charset="0"/>
              </a:rPr>
              <a:t> An </a:t>
            </a:r>
            <a:r>
              <a:rPr lang="en-US" altLang="zh-CN" sz="2800" b="1" i="0" u="none" strike="noStrike" kern="1200" cap="none" spc="0" baseline="0">
                <a:solidFill>
                  <a:srgbClr val="000000"/>
                </a:solidFill>
                <a:latin typeface="Calibri" pitchFamily="34" charset="0"/>
                <a:ea typeface="宋体" pitchFamily="0" charset="0"/>
                <a:cs typeface="Calibri" pitchFamily="34" charset="0"/>
              </a:rPr>
              <a:t>event </a:t>
            </a:r>
            <a:r>
              <a:rPr lang="en-US" altLang="zh-CN" sz="2800" b="0" i="0" u="none" strike="noStrike" kern="1200" cap="none" spc="0" baseline="0">
                <a:solidFill>
                  <a:srgbClr val="000000"/>
                </a:solidFill>
                <a:latin typeface="Calibri" pitchFamily="34" charset="0"/>
                <a:ea typeface="宋体" pitchFamily="0" charset="0"/>
                <a:cs typeface="Calibri" pitchFamily="34" charset="0"/>
              </a:rPr>
              <a:t>is any collection of outcomes from the sample space of a chance experiment.</a:t>
            </a:r>
            <a:endParaRPr lang="zh-CN" altLang="en-US" sz="2800" b="0" i="0" u="none" strike="noStrike" kern="1200" cap="none" spc="0" baseline="0">
              <a:solidFill>
                <a:srgbClr val="000000"/>
              </a:solidFill>
              <a:latin typeface="Calibri" pitchFamily="34" charset="0"/>
              <a:ea typeface="宋体" pitchFamily="0" charset="0"/>
              <a:cs typeface="Calibri" pitchFamily="34" charset="0"/>
            </a:endParaRPr>
          </a:p>
        </p:txBody>
      </p:sp>
      <p:sp>
        <p:nvSpPr>
          <p:cNvPr id="126" name="Rectangles"/>
          <p:cNvSpPr>
            <a:spLocks noGrp="1"/>
          </p:cNvSpPr>
          <p:nvPr>
            <p:ph type="sldNum" idx="12"/>
          </p:nvPr>
        </p:nvSpPr>
        <p:spPr>
          <a:xfrm rot="0">
            <a:off x="5989639" y="6519863"/>
            <a:ext cx="466724" cy="365125"/>
          </a:xfrm>
          <a:prstGeom prst="rect"/>
          <a:noFill/>
          <a:ln w="12700" cmpd="sng" cap="flat">
            <a:noFill/>
            <a:prstDash val="solid"/>
            <a:miter/>
          </a:ln>
        </p:spPr>
        <p:txBody>
          <a:bodyPr vert="horz" wrap="square" lIns="91440" tIns="45720" rIns="91440" bIns="45720" anchor="ctr" anchorCtr="0">
            <a:prstTxWarp prst="textNoShape"/>
          </a:bodyPr>
          <a:lstStyle/>
          <a:p>
            <a:pPr marL="0" indent="0" algn="l" eaLnBrk="1" hangingPunct="1">
              <a:lnSpc>
                <a:spcPct val="100000"/>
              </a:lnSpc>
              <a:spcBef>
                <a:spcPts val="0"/>
              </a:spcBef>
              <a:spcAft>
                <a:spcPts val="0"/>
              </a:spcAft>
              <a:buNone/>
            </a:pPr>
            <a:fld id="{CAD2D6BD-DE1B-4B5F-8B41-2702339687B9}" type="slidenum">
              <a:rPr lang="en-US" altLang="zh-CN" sz="1200" b="0" i="0" u="none" strike="noStrike" kern="1200" cap="none" spc="0" baseline="0">
                <a:solidFill>
                  <a:srgbClr val="FFFFFF"/>
                </a:solidFill>
                <a:latin typeface="Calibri" pitchFamily="34" charset="0"/>
                <a:ea typeface="MS PGothic" pitchFamily="34" charset="-128"/>
                <a:cs typeface="Arial" pitchFamily="34" charset="0"/>
              </a:rPr>
              <a:t>7</a:t>
            </a:fld>
            <a:endParaRPr lang="zh-CN" altLang="en-US" sz="1200" b="0" i="0" u="none" strike="noStrike" kern="1200" cap="none" spc="0" baseline="0">
              <a:solidFill>
                <a:srgbClr val="FFFFFF"/>
              </a:solidFill>
              <a:latin typeface="Calibri" pitchFamily="34" charset="0"/>
              <a:ea typeface="MS PGothic" pitchFamily="34" charset="-128"/>
              <a:cs typeface="Arial" pitchFamily="34" charset="0"/>
            </a:endParaRPr>
          </a:p>
        </p:txBody>
      </p:sp>
    </p:spTree>
    <p:extLst>
      <p:ext uri="{BB962C8B-B14F-4D97-AF65-F5344CB8AC3E}">
        <p14:creationId xmlns:p14="http://schemas.microsoft.com/office/powerpoint/2010/main" val="547242280"/>
      </p:ext>
    </p:extLst>
  </p:cSld>
  <p:clrMapOvr>
    <a:masterClrMapping/>
  </p:clrMapOvr>
</p:sld>
</file>

<file path=ppt/slides/slide8.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30" name="Rectangles"/>
          <p:cNvSpPr>
            <a:spLocks/>
          </p:cNvSpPr>
          <p:nvPr/>
        </p:nvSpPr>
        <p:spPr>
          <a:xfrm rot="0">
            <a:off x="1952625" y="2143126"/>
            <a:ext cx="8382000" cy="2663190"/>
          </a:xfrm>
          <a:prstGeom prst="rect"/>
          <a:noFill/>
          <a:ln w="9525" cmpd="sng" cap="flat">
            <a:noFill/>
            <a:prstDash val="solid"/>
            <a:miter/>
          </a:ln>
        </p:spPr>
        <p:txBody>
          <a:bodyPr vert="horz" wrap="square" lIns="91440" tIns="45720" rIns="91440" bIns="45720" anchor="t" anchorCtr="0">
            <a:prstTxWarp prst="textNoShape"/>
            <a:spAutoFit/>
          </a:bodyPr>
          <a:lstStyle/>
          <a:p>
            <a:pPr marL="6350" indent="0" algn="just" eaLnBrk="1" hangingPunct="1">
              <a:lnSpc>
                <a:spcPct val="100000"/>
              </a:lnSpc>
              <a:spcBef>
                <a:spcPct val="50000"/>
              </a:spcBef>
              <a:spcAft>
                <a:spcPts val="0"/>
              </a:spcAft>
              <a:buNone/>
            </a:pPr>
            <a:r>
              <a:rPr lang="en-US" altLang="zh-CN" sz="2800" b="0" i="0" u="none" strike="noStrike" kern="1200" cap="none" spc="0" baseline="0">
                <a:solidFill>
                  <a:schemeClr val="tx1"/>
                </a:solidFill>
                <a:latin typeface="Calibri" pitchFamily="34" charset="0"/>
                <a:ea typeface="ＭＳ Ｐゴシック" pitchFamily="0" charset="0"/>
                <a:cs typeface="ＭＳ Ｐゴシック" pitchFamily="0" charset="0"/>
              </a:rPr>
              <a:t>Let  A and B denote two events.</a:t>
            </a:r>
            <a:endParaRPr lang="en-US" altLang="zh-CN" sz="2800" b="0" i="0" u="none" strike="noStrike" kern="1200" cap="none" spc="0" baseline="0">
              <a:solidFill>
                <a:schemeClr val="tx1"/>
              </a:solidFill>
              <a:latin typeface="Calibri" pitchFamily="34" charset="0"/>
              <a:ea typeface="ＭＳ Ｐゴシック" pitchFamily="0" charset="0"/>
              <a:cs typeface="ＭＳ Ｐゴシック" pitchFamily="0" charset="0"/>
            </a:endParaRPr>
          </a:p>
          <a:p>
            <a:pPr marL="349250" indent="-342900" algn="just" eaLnBrk="1" hangingPunct="1">
              <a:lnSpc>
                <a:spcPct val="100000"/>
              </a:lnSpc>
              <a:spcBef>
                <a:spcPct val="50000"/>
              </a:spcBef>
              <a:spcAft>
                <a:spcPts val="0"/>
              </a:spcAft>
              <a:buFont typeface="Wingdings" pitchFamily="2" charset="2"/>
              <a:buChar char="§"/>
            </a:pPr>
            <a:r>
              <a:rPr lang="en-US" altLang="zh-CN" sz="2800" b="0" i="0" u="none" strike="noStrike" kern="1200" cap="none" spc="0" baseline="0">
                <a:solidFill>
                  <a:schemeClr val="tx1"/>
                </a:solidFill>
                <a:latin typeface="Calibri" pitchFamily="34" charset="0"/>
                <a:ea typeface="ＭＳ Ｐゴシック" pitchFamily="0" charset="0"/>
                <a:cs typeface="ＭＳ Ｐゴシック" pitchFamily="0" charset="0"/>
              </a:rPr>
              <a:t>The event </a:t>
            </a:r>
            <a:r>
              <a:rPr lang="en-US" altLang="zh-CN" sz="2800" b="1" i="1" u="none" strike="noStrike" kern="1200" cap="none" spc="0" baseline="0">
                <a:solidFill>
                  <a:schemeClr val="tx1"/>
                </a:solidFill>
                <a:latin typeface="Calibri" pitchFamily="34" charset="0"/>
                <a:ea typeface="ＭＳ Ｐゴシック" pitchFamily="0" charset="0"/>
                <a:cs typeface="ＭＳ Ｐゴシック" pitchFamily="0" charset="0"/>
              </a:rPr>
              <a:t>not A</a:t>
            </a:r>
            <a:r>
              <a:rPr lang="en-US" altLang="zh-CN" sz="2800" b="0" i="0" u="none" strike="noStrike" kern="1200" cap="none" spc="0" baseline="0">
                <a:solidFill>
                  <a:schemeClr val="tx1"/>
                </a:solidFill>
                <a:latin typeface="Calibri" pitchFamily="34" charset="0"/>
                <a:ea typeface="ＭＳ Ｐゴシック" pitchFamily="0" charset="0"/>
                <a:cs typeface="ＭＳ Ｐゴシック" pitchFamily="0" charset="0"/>
              </a:rPr>
              <a:t> (or </a:t>
            </a:r>
            <a:r>
              <a:rPr lang="en-US" altLang="zh-CN" sz="2800" b="1" i="0" u="none" strike="noStrike" kern="1200" cap="none" spc="0" baseline="0">
                <a:solidFill>
                  <a:schemeClr val="tx1"/>
                </a:solidFill>
                <a:latin typeface="Calibri" pitchFamily="34" charset="0"/>
                <a:ea typeface="ＭＳ Ｐゴシック" pitchFamily="0" charset="0"/>
                <a:cs typeface="ＭＳ Ｐゴシック" pitchFamily="0" charset="0"/>
              </a:rPr>
              <a:t>complement of A</a:t>
            </a:r>
            <a:r>
              <a:rPr lang="en-US" altLang="zh-CN" sz="2800" b="0" i="0" u="none" strike="noStrike" kern="1200" cap="none" spc="0" baseline="0">
                <a:solidFill>
                  <a:schemeClr val="tx1"/>
                </a:solidFill>
                <a:latin typeface="Calibri" pitchFamily="34" charset="0"/>
                <a:ea typeface="ＭＳ Ｐゴシック" pitchFamily="0" charset="0"/>
                <a:cs typeface="ＭＳ Ｐゴシック" pitchFamily="0" charset="0"/>
              </a:rPr>
              <a:t>) consists of all experimental outcome that are not in event A, denoted by</a:t>
            </a:r>
            <a:endParaRPr lang="en-US" altLang="zh-CN" sz="2800" b="0" i="0" u="none" strike="noStrike" kern="1200" cap="none" spc="0" baseline="0">
              <a:solidFill>
                <a:schemeClr val="tx1"/>
              </a:solidFill>
              <a:latin typeface="Calibri" pitchFamily="34" charset="0"/>
              <a:ea typeface="ＭＳ Ｐゴシック" pitchFamily="0" charset="0"/>
              <a:cs typeface="ＭＳ Ｐゴシック" pitchFamily="0" charset="0"/>
            </a:endParaRPr>
          </a:p>
          <a:p>
            <a:pPr marL="6350" indent="0" algn="just" eaLnBrk="1" hangingPunct="1">
              <a:lnSpc>
                <a:spcPct val="100000"/>
              </a:lnSpc>
              <a:spcBef>
                <a:spcPct val="50000"/>
              </a:spcBef>
              <a:spcAft>
                <a:spcPts val="0"/>
              </a:spcAft>
              <a:buNone/>
            </a:pPr>
            <a:endParaRPr lang="zh-CN" altLang="en-US" sz="2800" b="0" i="0" u="none" strike="noStrike" kern="1200" cap="none" spc="0" baseline="0">
              <a:solidFill>
                <a:schemeClr val="tx1"/>
              </a:solidFill>
              <a:latin typeface="Calibri" pitchFamily="34" charset="0"/>
              <a:ea typeface="ＭＳ Ｐゴシック" pitchFamily="0" charset="0"/>
              <a:cs typeface="ＭＳ Ｐゴシック" pitchFamily="0" charset="0"/>
            </a:endParaRPr>
          </a:p>
        </p:txBody>
      </p:sp>
      <p:sp>
        <p:nvSpPr>
          <p:cNvPr id="131" name="Rectangles"/>
          <p:cNvSpPr>
            <a:spLocks/>
          </p:cNvSpPr>
          <p:nvPr/>
        </p:nvSpPr>
        <p:spPr>
          <a:xfrm rot="0">
            <a:off x="3895726" y="390526"/>
            <a:ext cx="6272212" cy="1316989"/>
          </a:xfrm>
          <a:prstGeom prst="rect"/>
          <a:solidFill>
            <a:srgbClr val="FFFFFF"/>
          </a:solidFill>
          <a:ln w="25400" cmpd="sng" cap="flat">
            <a:solidFill>
              <a:srgbClr val="C0504D"/>
            </a:solidFill>
            <a:prstDash val="solid"/>
            <a:round/>
          </a:ln>
        </p:spPr>
        <p:txBody>
          <a:bodyPr vert="horz" wrap="square" lIns="91440" tIns="45720" rIns="91440" bIns="45720" anchor="t" anchorCtr="0">
            <a:prstTxWarp prst="textNoShape"/>
            <a:spAutoFit/>
          </a:bodyPr>
          <a:lstStyle/>
          <a:p>
            <a:pPr marL="0" indent="0" algn="ctr">
              <a:lnSpc>
                <a:spcPct val="100000"/>
              </a:lnSpc>
              <a:spcBef>
                <a:spcPts val="0"/>
              </a:spcBef>
              <a:spcAft>
                <a:spcPts val="0"/>
              </a:spcAft>
              <a:buNone/>
            </a:pPr>
            <a:r>
              <a:rPr lang="en-US" altLang="zh-CN" sz="4000" b="1" i="0" u="none" strike="noStrike" kern="1200" cap="none" spc="0" baseline="0">
                <a:solidFill>
                  <a:srgbClr val="000000"/>
                </a:solidFill>
                <a:latin typeface="Calibri" pitchFamily="34" charset="0"/>
                <a:ea typeface="宋体" pitchFamily="0" charset="0"/>
                <a:cs typeface="Calibri" pitchFamily="34" charset="0"/>
              </a:rPr>
              <a:t>Complement, Union &amp; Intersection</a:t>
            </a:r>
            <a:endParaRPr lang="zh-CN" altLang="en-US" sz="2000" b="1" i="0" u="none" strike="noStrike" kern="1200" cap="none" spc="0" baseline="0">
              <a:solidFill>
                <a:srgbClr val="000000"/>
              </a:solidFill>
              <a:latin typeface="Calibri" pitchFamily="34" charset="0"/>
              <a:ea typeface="宋体" pitchFamily="0" charset="0"/>
              <a:cs typeface="Calibri" pitchFamily="34" charset="0"/>
            </a:endParaRPr>
          </a:p>
        </p:txBody>
      </p:sp>
      <p:graphicFrame>
        <p:nvGraphicFramePr>
          <p:cNvPr id="132" name="Object"/>
          <p:cNvGraphicFramePr>
            <a:graphicFrameLocks noChangeAspect="1"/>
          </p:cNvGraphicFramePr>
          <p:nvPr/>
        </p:nvGraphicFramePr>
        <p:xfrm>
          <a:off x="4810126" y="4429126"/>
          <a:ext cx="2016123" cy="576263"/>
        </p:xfrm>
        <a:graphic>
          <a:graphicData uri="http://schemas.openxmlformats.org/presentationml/2006/ole">
            <mc:AlternateContent xmlns:mc="http://schemas.openxmlformats.org/markup-compatibility/2006">
              <mc:Choice xmlns:v="urn:schemas-microsoft-com:vml" Requires="v">
                <p:oleObj spid="" name="package" imgW="1587500" imgH="444500" progId="package">
                  <p:embed/>
                </p:oleObj>
              </mc:Choice>
              <mc:Fallback>
                <p:oleObj name="package" imgW="1587500" imgH="444500" progId="package">
                  <p:embed/>
                  <p:pic>
                    <p:nvPicPr>
                      <p:cNvPr id="132" name="Object"/>
                      <p:cNvPicPr>
                        <a:picLocks noChangeAspect="1"/>
                      </p:cNvPicPr>
                      <p:nvPr/>
                    </p:nvPicPr>
                    <p:blipFill>
                      <a:blip r:embed="rId1" cstate="print"/>
                      <a:stretch>
                        <a:fillRect/>
                      </a:stretch>
                    </p:blipFill>
                    <p:spPr>
                      <a:xfrm rot="0">
                        <a:off x="4810126" y="4429126"/>
                        <a:ext cx="2016123" cy="576263"/>
                      </a:xfrm>
                      <a:prstGeom prst="rect"/>
                      <a:noFill/>
                      <a:ln cmpd="sng" cap="flat">
                        <a:noFill/>
                        <a:prstDash val="solid"/>
                        <a:round/>
                      </a:ln>
                    </p:spPr>
                  </p:pic>
                </p:oleObj>
              </mc:Fallback>
            </mc:AlternateContent>
          </a:graphicData>
        </a:graphic>
      </p:graphicFrame>
      <p:sp>
        <p:nvSpPr>
          <p:cNvPr id="133" name="Rectangles"/>
          <p:cNvSpPr>
            <a:spLocks noGrp="1"/>
          </p:cNvSpPr>
          <p:nvPr>
            <p:ph type="sldNum" idx="12"/>
          </p:nvPr>
        </p:nvSpPr>
        <p:spPr>
          <a:xfrm rot="0">
            <a:off x="5989639" y="6519863"/>
            <a:ext cx="466724" cy="365125"/>
          </a:xfrm>
          <a:prstGeom prst="rect"/>
          <a:noFill/>
          <a:ln w="12700" cmpd="sng" cap="flat">
            <a:noFill/>
            <a:prstDash val="solid"/>
            <a:miter/>
          </a:ln>
        </p:spPr>
        <p:txBody>
          <a:bodyPr vert="horz" wrap="square" lIns="91440" tIns="45720" rIns="91440" bIns="45720" anchor="ctr" anchorCtr="0">
            <a:prstTxWarp prst="textNoShape"/>
          </a:bodyPr>
          <a:lstStyle/>
          <a:p>
            <a:pPr marL="0" indent="0" algn="l" eaLnBrk="1" hangingPunct="1">
              <a:lnSpc>
                <a:spcPct val="100000"/>
              </a:lnSpc>
              <a:spcBef>
                <a:spcPts val="0"/>
              </a:spcBef>
              <a:spcAft>
                <a:spcPts val="0"/>
              </a:spcAft>
              <a:buNone/>
            </a:pPr>
            <a:fld id="{CAD2D6BD-DE1B-4B5F-8B41-2702339687B9}" type="slidenum">
              <a:rPr lang="en-US" altLang="zh-CN" sz="1200" b="0" i="0" u="none" strike="noStrike" kern="1200" cap="none" spc="0" baseline="0">
                <a:solidFill>
                  <a:srgbClr val="FFFFFF"/>
                </a:solidFill>
                <a:latin typeface="Calibri" pitchFamily="34" charset="0"/>
                <a:ea typeface="MS PGothic" pitchFamily="34" charset="-128"/>
                <a:cs typeface="Arial" pitchFamily="34" charset="0"/>
              </a:rPr>
              <a:t>8</a:t>
            </a:fld>
            <a:endParaRPr lang="zh-CN" altLang="en-US" sz="1200" b="0" i="0" u="none" strike="noStrike" kern="1200" cap="none" spc="0" baseline="0">
              <a:solidFill>
                <a:srgbClr val="FFFFFF"/>
              </a:solidFill>
              <a:latin typeface="Calibri" pitchFamily="34" charset="0"/>
              <a:ea typeface="MS PGothic" pitchFamily="34" charset="-128"/>
              <a:cs typeface="Arial" pitchFamily="34" charset="0"/>
            </a:endParaRPr>
          </a:p>
        </p:txBody>
      </p:sp>
    </p:spTree>
    <p:extLst>
      <p:ext uri="{BB962C8B-B14F-4D97-AF65-F5344CB8AC3E}">
        <p14:creationId xmlns:p14="http://schemas.microsoft.com/office/powerpoint/2010/main" val="1052898936"/>
      </p:ext>
    </p:extLst>
  </p:cSld>
  <p:clrMapOvr>
    <a:masterClrMapping/>
  </p:clrMapOvr>
</p:sld>
</file>

<file path=ppt/slides/slide9.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37" name="Rectangles"/>
          <p:cNvSpPr>
            <a:spLocks/>
          </p:cNvSpPr>
          <p:nvPr/>
        </p:nvSpPr>
        <p:spPr>
          <a:xfrm rot="0">
            <a:off x="1890713" y="1227139"/>
            <a:ext cx="8382000" cy="3949065"/>
          </a:xfrm>
          <a:prstGeom prst="rect"/>
          <a:noFill/>
          <a:ln w="9525" cmpd="sng" cap="flat">
            <a:noFill/>
            <a:prstDash val="solid"/>
            <a:miter/>
          </a:ln>
        </p:spPr>
        <p:txBody>
          <a:bodyPr vert="horz" wrap="square" lIns="91440" tIns="45720" rIns="91440" bIns="45720" anchor="t" anchorCtr="0">
            <a:prstTxWarp prst="textNoShape"/>
            <a:spAutoFit/>
          </a:bodyPr>
          <a:lstStyle/>
          <a:p>
            <a:pPr marL="349250" indent="-342900" algn="just" eaLnBrk="1" hangingPunct="1">
              <a:lnSpc>
                <a:spcPct val="100000"/>
              </a:lnSpc>
              <a:spcBef>
                <a:spcPct val="50000"/>
              </a:spcBef>
              <a:spcAft>
                <a:spcPts val="0"/>
              </a:spcAft>
              <a:buFont typeface="Wingdings" pitchFamily="2" charset="2"/>
              <a:buChar char="§"/>
            </a:pPr>
            <a:r>
              <a:rPr lang="en-US" altLang="zh-CN" sz="2800" b="0" i="0" u="none" strike="noStrike" kern="1200" cap="none" spc="0" baseline="0">
                <a:solidFill>
                  <a:schemeClr val="tx1"/>
                </a:solidFill>
                <a:latin typeface="Calibri" pitchFamily="34" charset="0"/>
                <a:ea typeface="ＭＳ Ｐゴシック" pitchFamily="0" charset="0"/>
                <a:cs typeface="ＭＳ Ｐゴシック" pitchFamily="0" charset="0"/>
              </a:rPr>
              <a:t>The event </a:t>
            </a:r>
            <a:r>
              <a:rPr lang="en-US" altLang="zh-CN" sz="2800" b="1" i="1" u="none" strike="noStrike" kern="1200" cap="none" spc="0" baseline="0">
                <a:solidFill>
                  <a:schemeClr val="tx1"/>
                </a:solidFill>
                <a:latin typeface="Calibri" pitchFamily="34" charset="0"/>
                <a:ea typeface="ＭＳ Ｐゴシック" pitchFamily="0" charset="0"/>
                <a:cs typeface="ＭＳ Ｐゴシック" pitchFamily="0" charset="0"/>
              </a:rPr>
              <a:t>A or B  </a:t>
            </a:r>
            <a:r>
              <a:rPr lang="en-US" altLang="zh-CN" sz="2800" b="0" i="0" u="none" strike="noStrike" kern="1200" cap="none" spc="0" baseline="0">
                <a:solidFill>
                  <a:schemeClr val="tx1"/>
                </a:solidFill>
                <a:latin typeface="Calibri" pitchFamily="34" charset="0"/>
                <a:ea typeface="ＭＳ Ｐゴシック" pitchFamily="0" charset="0"/>
                <a:cs typeface="ＭＳ Ｐゴシック" pitchFamily="0" charset="0"/>
              </a:rPr>
              <a:t>(or </a:t>
            </a:r>
            <a:r>
              <a:rPr lang="en-US" altLang="zh-CN" sz="2800" b="1" i="0" u="none" strike="noStrike" kern="1200" cap="none" spc="0" baseline="0">
                <a:solidFill>
                  <a:schemeClr val="tx1"/>
                </a:solidFill>
                <a:latin typeface="Calibri" pitchFamily="34" charset="0"/>
                <a:ea typeface="ＭＳ Ｐゴシック" pitchFamily="0" charset="0"/>
                <a:cs typeface="ＭＳ Ｐゴシック" pitchFamily="0" charset="0"/>
              </a:rPr>
              <a:t>the union of two events</a:t>
            </a:r>
            <a:r>
              <a:rPr lang="en-US" altLang="zh-CN" sz="2800" b="0" i="0" u="none" strike="noStrike" kern="1200" cap="none" spc="0" baseline="0">
                <a:solidFill>
                  <a:schemeClr val="tx1"/>
                </a:solidFill>
                <a:latin typeface="Calibri" pitchFamily="34" charset="0"/>
                <a:ea typeface="ＭＳ Ｐゴシック" pitchFamily="0" charset="0"/>
                <a:cs typeface="ＭＳ Ｐゴシック" pitchFamily="0" charset="0"/>
              </a:rPr>
              <a:t>) consists of all experimental outcome that are in at least one of the two events, that is, in A or in B or in both of these, denoted by</a:t>
            </a:r>
            <a:endParaRPr lang="en-US" altLang="zh-CN" sz="2800" b="0" i="0" u="none" strike="noStrike" kern="1200" cap="none" spc="0" baseline="0">
              <a:solidFill>
                <a:schemeClr val="tx1"/>
              </a:solidFill>
              <a:latin typeface="Calibri" pitchFamily="34" charset="0"/>
              <a:ea typeface="ＭＳ Ｐゴシック" pitchFamily="0" charset="0"/>
              <a:cs typeface="ＭＳ Ｐゴシック" pitchFamily="0" charset="0"/>
            </a:endParaRPr>
          </a:p>
          <a:p>
            <a:pPr marL="6350" indent="0" algn="just" eaLnBrk="1" hangingPunct="1">
              <a:lnSpc>
                <a:spcPct val="100000"/>
              </a:lnSpc>
              <a:spcBef>
                <a:spcPct val="50000"/>
              </a:spcBef>
              <a:spcAft>
                <a:spcPts val="0"/>
              </a:spcAft>
              <a:buNone/>
            </a:pPr>
            <a:endParaRPr lang="en-US" altLang="zh-CN" sz="2800" b="1" i="0" u="none" strike="noStrike" kern="1200" cap="none" spc="0" baseline="0">
              <a:solidFill>
                <a:schemeClr val="tx1"/>
              </a:solidFill>
              <a:latin typeface="Calibri" pitchFamily="34" charset="0"/>
              <a:ea typeface="ＭＳ Ｐゴシック" pitchFamily="0" charset="0"/>
              <a:cs typeface="ＭＳ Ｐゴシック" pitchFamily="0" charset="0"/>
            </a:endParaRPr>
          </a:p>
          <a:p>
            <a:pPr marL="349250" indent="-342900" algn="just" eaLnBrk="1" hangingPunct="1">
              <a:lnSpc>
                <a:spcPct val="100000"/>
              </a:lnSpc>
              <a:spcBef>
                <a:spcPct val="50000"/>
              </a:spcBef>
              <a:spcAft>
                <a:spcPts val="0"/>
              </a:spcAft>
              <a:buFont typeface="Wingdings" pitchFamily="2" charset="2"/>
              <a:buChar char="§"/>
            </a:pPr>
            <a:r>
              <a:rPr lang="en-US" altLang="zh-CN" sz="2800" b="0" i="0" u="none" strike="noStrike" kern="1200" cap="none" spc="0" baseline="0">
                <a:solidFill>
                  <a:schemeClr val="tx1"/>
                </a:solidFill>
                <a:latin typeface="Calibri" pitchFamily="34" charset="0"/>
                <a:ea typeface="ＭＳ Ｐゴシック" pitchFamily="0" charset="0"/>
                <a:cs typeface="ＭＳ Ｐゴシック" pitchFamily="0" charset="0"/>
              </a:rPr>
              <a:t>The event </a:t>
            </a:r>
            <a:r>
              <a:rPr lang="en-US" altLang="zh-CN" sz="2800" b="1" i="1" u="none" strike="noStrike" kern="1200" cap="none" spc="0" baseline="0">
                <a:solidFill>
                  <a:schemeClr val="tx1"/>
                </a:solidFill>
                <a:latin typeface="Calibri" pitchFamily="34" charset="0"/>
                <a:ea typeface="ＭＳ Ｐゴシック" pitchFamily="0" charset="0"/>
                <a:cs typeface="ＭＳ Ｐゴシック" pitchFamily="0" charset="0"/>
              </a:rPr>
              <a:t>A and B  </a:t>
            </a:r>
            <a:r>
              <a:rPr lang="en-US" altLang="zh-CN" sz="2800" b="0" i="0" u="none" strike="noStrike" kern="1200" cap="none" spc="0" baseline="0">
                <a:solidFill>
                  <a:schemeClr val="tx1"/>
                </a:solidFill>
                <a:latin typeface="Calibri" pitchFamily="34" charset="0"/>
                <a:ea typeface="ＭＳ Ｐゴシック" pitchFamily="0" charset="0"/>
                <a:cs typeface="ＭＳ Ｐゴシック" pitchFamily="0" charset="0"/>
              </a:rPr>
              <a:t>(or </a:t>
            </a:r>
            <a:r>
              <a:rPr lang="en-US" altLang="zh-CN" sz="2800" b="1" i="0" u="none" strike="noStrike" kern="1200" cap="none" spc="0" baseline="0">
                <a:solidFill>
                  <a:schemeClr val="tx1"/>
                </a:solidFill>
                <a:latin typeface="Calibri" pitchFamily="34" charset="0"/>
                <a:ea typeface="ＭＳ Ｐゴシック" pitchFamily="0" charset="0"/>
                <a:cs typeface="ＭＳ Ｐゴシック" pitchFamily="0" charset="0"/>
              </a:rPr>
              <a:t>the intersection of two events</a:t>
            </a:r>
            <a:r>
              <a:rPr lang="en-US" altLang="zh-CN" sz="2800" b="0" i="0" u="none" strike="noStrike" kern="1200" cap="none" spc="0" baseline="0">
                <a:solidFill>
                  <a:schemeClr val="tx1"/>
                </a:solidFill>
                <a:latin typeface="Calibri" pitchFamily="34" charset="0"/>
                <a:ea typeface="ＭＳ Ｐゴシック" pitchFamily="0" charset="0"/>
                <a:cs typeface="ＭＳ Ｐゴシック" pitchFamily="0" charset="0"/>
              </a:rPr>
              <a:t>) consists of all experimental outcome that are in both A and B, denoted by</a:t>
            </a:r>
            <a:endParaRPr lang="zh-CN" altLang="en-US" sz="2800" b="0" i="0" u="none" strike="noStrike" kern="1200" cap="none" spc="0" baseline="0">
              <a:solidFill>
                <a:schemeClr val="tx1"/>
              </a:solidFill>
              <a:latin typeface="Calibri" pitchFamily="34" charset="0"/>
              <a:ea typeface="ＭＳ Ｐゴシック" pitchFamily="0" charset="0"/>
              <a:cs typeface="ＭＳ Ｐゴシック" pitchFamily="0" charset="0"/>
            </a:endParaRPr>
          </a:p>
        </p:txBody>
      </p:sp>
      <p:graphicFrame>
        <p:nvGraphicFramePr>
          <p:cNvPr id="138" name="Object"/>
          <p:cNvGraphicFramePr>
            <a:graphicFrameLocks noChangeAspect="1"/>
          </p:cNvGraphicFramePr>
          <p:nvPr/>
        </p:nvGraphicFramePr>
        <p:xfrm>
          <a:off x="5453064" y="3071813"/>
          <a:ext cx="1203325" cy="457200"/>
        </p:xfrm>
        <a:graphic>
          <a:graphicData uri="http://schemas.openxmlformats.org/presentationml/2006/ole">
            <mc:AlternateContent xmlns:mc="http://schemas.openxmlformats.org/markup-compatibility/2006">
              <mc:Choice xmlns:v="urn:schemas-microsoft-com:vml" Requires="v">
                <p:oleObj spid="" name="package" imgW="863600" imgH="317500" progId="package">
                  <p:embed/>
                </p:oleObj>
              </mc:Choice>
              <mc:Fallback>
                <p:oleObj name="package" imgW="863600" imgH="317500" progId="package">
                  <p:embed/>
                  <p:pic>
                    <p:nvPicPr>
                      <p:cNvPr id="138" name="Object"/>
                      <p:cNvPicPr>
                        <a:picLocks noChangeAspect="1"/>
                      </p:cNvPicPr>
                      <p:nvPr/>
                    </p:nvPicPr>
                    <p:blipFill>
                      <a:blip r:embed="rId1" cstate="print"/>
                      <a:stretch>
                        <a:fillRect/>
                      </a:stretch>
                    </p:blipFill>
                    <p:spPr>
                      <a:xfrm rot="0">
                        <a:off x="5453064" y="3071813"/>
                        <a:ext cx="1203325" cy="457200"/>
                      </a:xfrm>
                      <a:prstGeom prst="rect"/>
                      <a:noFill/>
                      <a:ln cmpd="sng" cap="flat">
                        <a:noFill/>
                        <a:prstDash val="solid"/>
                        <a:round/>
                      </a:ln>
                    </p:spPr>
                  </p:pic>
                </p:oleObj>
              </mc:Fallback>
            </mc:AlternateContent>
          </a:graphicData>
        </a:graphic>
      </p:graphicFrame>
      <p:graphicFrame>
        <p:nvGraphicFramePr>
          <p:cNvPr id="139" name="Object"/>
          <p:cNvGraphicFramePr>
            <a:graphicFrameLocks noChangeAspect="1"/>
          </p:cNvGraphicFramePr>
          <p:nvPr/>
        </p:nvGraphicFramePr>
        <p:xfrm>
          <a:off x="5453063" y="5214936"/>
          <a:ext cx="1200150" cy="431800"/>
        </p:xfrm>
        <a:graphic>
          <a:graphicData uri="http://schemas.openxmlformats.org/presentationml/2006/ole">
            <mc:AlternateContent xmlns:mc="http://schemas.openxmlformats.org/markup-compatibility/2006">
              <mc:Choice xmlns:v="urn:schemas-microsoft-com:vml" Requires="v">
                <p:oleObj spid="" name="package" imgW="863600" imgH="304800" progId="package">
                  <p:embed/>
                </p:oleObj>
              </mc:Choice>
              <mc:Fallback>
                <p:oleObj name="package" imgW="863600" imgH="304800" progId="package">
                  <p:embed/>
                  <p:pic>
                    <p:nvPicPr>
                      <p:cNvPr id="139" name="Object"/>
                      <p:cNvPicPr>
                        <a:picLocks noChangeAspect="1"/>
                      </p:cNvPicPr>
                      <p:nvPr/>
                    </p:nvPicPr>
                    <p:blipFill>
                      <a:blip r:embed="rId2" cstate="print"/>
                      <a:stretch>
                        <a:fillRect/>
                      </a:stretch>
                    </p:blipFill>
                    <p:spPr>
                      <a:xfrm rot="0">
                        <a:off x="5453063" y="5214936"/>
                        <a:ext cx="1200150" cy="431800"/>
                      </a:xfrm>
                      <a:prstGeom prst="rect"/>
                      <a:noFill/>
                      <a:ln cmpd="sng" cap="flat">
                        <a:noFill/>
                        <a:prstDash val="solid"/>
                        <a:round/>
                      </a:ln>
                    </p:spPr>
                  </p:pic>
                </p:oleObj>
              </mc:Fallback>
            </mc:AlternateContent>
          </a:graphicData>
        </a:graphic>
      </p:graphicFrame>
      <p:sp>
        <p:nvSpPr>
          <p:cNvPr id="140" name="Rectangles"/>
          <p:cNvSpPr>
            <a:spLocks noGrp="1"/>
          </p:cNvSpPr>
          <p:nvPr>
            <p:ph type="sldNum" idx="12"/>
          </p:nvPr>
        </p:nvSpPr>
        <p:spPr>
          <a:xfrm rot="0">
            <a:off x="5989639" y="6519863"/>
            <a:ext cx="466724" cy="365125"/>
          </a:xfrm>
          <a:prstGeom prst="rect"/>
          <a:noFill/>
          <a:ln w="12700" cmpd="sng" cap="flat">
            <a:noFill/>
            <a:prstDash val="solid"/>
            <a:miter/>
          </a:ln>
        </p:spPr>
        <p:txBody>
          <a:bodyPr vert="horz" wrap="square" lIns="91440" tIns="45720" rIns="91440" bIns="45720" anchor="ctr" anchorCtr="0">
            <a:prstTxWarp prst="textNoShape"/>
          </a:bodyPr>
          <a:lstStyle/>
          <a:p>
            <a:pPr marL="0" indent="0" algn="l" eaLnBrk="1" hangingPunct="1">
              <a:lnSpc>
                <a:spcPct val="100000"/>
              </a:lnSpc>
              <a:spcBef>
                <a:spcPts val="0"/>
              </a:spcBef>
              <a:spcAft>
                <a:spcPts val="0"/>
              </a:spcAft>
              <a:buNone/>
            </a:pPr>
            <a:fld id="{CAD2D6BD-DE1B-4B5F-8B41-2702339687B9}" type="slidenum">
              <a:rPr lang="en-US" altLang="zh-CN" sz="1200" b="0" i="0" u="none" strike="noStrike" kern="1200" cap="none" spc="0" baseline="0">
                <a:solidFill>
                  <a:srgbClr val="FFFFFF"/>
                </a:solidFill>
                <a:latin typeface="Calibri" pitchFamily="34" charset="0"/>
                <a:ea typeface="MS PGothic" pitchFamily="34" charset="-128"/>
                <a:cs typeface="Arial" pitchFamily="34" charset="0"/>
              </a:rPr>
              <a:t>9</a:t>
            </a:fld>
            <a:endParaRPr lang="zh-CN" altLang="en-US" sz="1200" b="0" i="0" u="none" strike="noStrike" kern="1200" cap="none" spc="0" baseline="0">
              <a:solidFill>
                <a:srgbClr val="FFFFFF"/>
              </a:solidFill>
              <a:latin typeface="Calibri" pitchFamily="34" charset="0"/>
              <a:ea typeface="MS PGothic" pitchFamily="34" charset="-128"/>
              <a:cs typeface="Arial" pitchFamily="34" charset="0"/>
            </a:endParaRPr>
          </a:p>
        </p:txBody>
      </p:sp>
    </p:spTree>
    <p:extLst>
      <p:ext uri="{BB962C8B-B14F-4D97-AF65-F5344CB8AC3E}">
        <p14:creationId xmlns:p14="http://schemas.microsoft.com/office/powerpoint/2010/main" val="152773695"/>
      </p:ext>
    </p:extLst>
  </p:cSld>
  <p:clrMapOvr>
    <a:masterClrMapping/>
  </p:clrMapOvr>
</p:sld>
</file>

<file path=ppt/slides/slide10.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44" name="Text box"/>
          <p:cNvSpPr>
            <a:spLocks noGrp="1"/>
          </p:cNvSpPr>
          <p:nvPr>
            <p:ph type="title"/>
          </p:nvPr>
        </p:nvSpPr>
        <p:spPr>
          <a:xfrm rot="0">
            <a:off x="3648076" y="274638"/>
            <a:ext cx="6562725" cy="1143000"/>
          </a:xfrm>
          <a:prstGeom prst="rect"/>
          <a:noFill/>
          <a:ln w="12700" cmpd="sng" cap="flat">
            <a:noFill/>
            <a:prstDash val="solid"/>
            <a:round/>
          </a:ln>
        </p:spPr>
        <p:txBody>
          <a:bodyPr vert="horz" wrap="square" lIns="91440" tIns="45720" rIns="91440" bIns="45720" anchor="ctr" anchorCtr="0">
            <a:prstTxWarp prst="textNoShape"/>
          </a:bodyPr>
          <a:lstStyle/>
          <a:p>
            <a:pPr marL="0" indent="0" algn="ctr" eaLnBrk="1" hangingPunct="1">
              <a:lnSpc>
                <a:spcPct val="100000"/>
              </a:lnSpc>
              <a:spcBef>
                <a:spcPts val="0"/>
              </a:spcBef>
              <a:spcAft>
                <a:spcPts val="0"/>
              </a:spcAft>
              <a:buNone/>
            </a:pPr>
            <a:r>
              <a:rPr lang="en-US" altLang="zh-CN" sz="6300" b="0" i="0" u="none" strike="noStrike" kern="1200" cap="none" spc="0" baseline="0">
                <a:solidFill>
                  <a:schemeClr val="tx1"/>
                </a:solidFill>
                <a:latin typeface="Calibri" pitchFamily="34" charset="0"/>
                <a:ea typeface="ＭＳ Ｐゴシック" pitchFamily="0" charset="0"/>
                <a:cs typeface="Lucida Sans" pitchFamily="0" charset="0"/>
              </a:rPr>
              <a:t> </a:t>
            </a:r>
            <a:endParaRPr lang="zh-CN" altLang="en-US" sz="6300" b="0" i="0" u="none" strike="noStrike" kern="1200" cap="none" spc="0" baseline="0">
              <a:solidFill>
                <a:schemeClr val="tx1"/>
              </a:solidFill>
              <a:latin typeface="Calibri" pitchFamily="34" charset="0"/>
              <a:ea typeface="ＭＳ Ｐゴシック" pitchFamily="0" charset="0"/>
              <a:cs typeface="Lucida Sans" pitchFamily="0" charset="0"/>
            </a:endParaRPr>
          </a:p>
        </p:txBody>
      </p:sp>
      <p:sp>
        <p:nvSpPr>
          <p:cNvPr id="145" name="Rectangles"/>
          <p:cNvSpPr>
            <a:spLocks/>
          </p:cNvSpPr>
          <p:nvPr/>
        </p:nvSpPr>
        <p:spPr>
          <a:xfrm rot="0">
            <a:off x="1774824" y="1308100"/>
            <a:ext cx="8281988" cy="4249102"/>
          </a:xfrm>
          <a:prstGeom prst="rect"/>
          <a:noFill/>
          <a:ln w="9525" cmpd="sng" cap="flat">
            <a:noFill/>
            <a:prstDash val="solid"/>
            <a:miter/>
          </a:ln>
        </p:spPr>
        <p:txBody>
          <a:bodyPr vert="horz" wrap="square" lIns="91440" tIns="45720" rIns="91440" bIns="45720" anchor="t" anchorCtr="0">
            <a:prstTxWarp prst="textNoShape"/>
            <a:spAutoFit/>
          </a:bodyPr>
          <a:lstStyle/>
          <a:p>
            <a:pPr marL="6350" indent="7874" algn="just" eaLnBrk="1" hangingPunct="1">
              <a:lnSpc>
                <a:spcPct val="100000"/>
              </a:lnSpc>
              <a:spcBef>
                <a:spcPct val="50000"/>
              </a:spcBef>
              <a:spcAft>
                <a:spcPts val="0"/>
              </a:spcAft>
              <a:buNone/>
            </a:pPr>
            <a:r>
              <a:rPr lang="en-US" altLang="zh-CN" sz="2800" b="0" i="0" u="none" strike="noStrike" kern="1200" cap="none" spc="0" baseline="0">
                <a:solidFill>
                  <a:schemeClr val="tx1"/>
                </a:solidFill>
                <a:latin typeface="Calibri" pitchFamily="34" charset="0"/>
                <a:ea typeface="ＭＳ Ｐゴシック" pitchFamily="0" charset="0"/>
                <a:cs typeface="ＭＳ Ｐゴシック" pitchFamily="0" charset="0"/>
              </a:rPr>
              <a:t>Suppose a six-sided dice is rolled.  The event that the dice would land on an even number would be</a:t>
            </a:r>
            <a:endParaRPr lang="en-US" altLang="zh-CN" sz="2800" b="0" i="0" u="none" strike="noStrike" kern="1200" cap="none" spc="0" baseline="0">
              <a:solidFill>
                <a:schemeClr val="tx1"/>
              </a:solidFill>
              <a:latin typeface="Calibri" pitchFamily="34" charset="0"/>
              <a:ea typeface="ＭＳ Ｐゴシック" pitchFamily="0" charset="0"/>
              <a:cs typeface="ＭＳ Ｐゴシック" pitchFamily="0" charset="0"/>
            </a:endParaRPr>
          </a:p>
          <a:p>
            <a:pPr marL="6350" indent="7874" algn="just" eaLnBrk="1" hangingPunct="1">
              <a:lnSpc>
                <a:spcPct val="100000"/>
              </a:lnSpc>
              <a:spcBef>
                <a:spcPct val="50000"/>
              </a:spcBef>
              <a:spcAft>
                <a:spcPts val="0"/>
              </a:spcAft>
              <a:buNone/>
            </a:pPr>
            <a:r>
              <a:rPr lang="en-US" altLang="zh-CN" sz="2800" b="0" i="0" u="none" strike="noStrike" kern="1200" cap="none" spc="0" baseline="0">
                <a:solidFill>
                  <a:schemeClr val="tx1"/>
                </a:solidFill>
                <a:latin typeface="Calibri" pitchFamily="34" charset="0"/>
                <a:ea typeface="ＭＳ Ｐゴシック" pitchFamily="0" charset="0"/>
                <a:cs typeface="ＭＳ Ｐゴシック" pitchFamily="0" charset="0"/>
              </a:rPr>
              <a:t>		</a:t>
            </a:r>
            <a:r>
              <a:rPr lang="en-US" altLang="zh-CN" sz="4000" b="0" i="0" u="none" strike="noStrike" kern="1200" cap="none" spc="0" baseline="0">
                <a:solidFill>
                  <a:schemeClr val="tx1"/>
                </a:solidFill>
                <a:latin typeface="Calibri" pitchFamily="34" charset="0"/>
                <a:ea typeface="ＭＳ Ｐゴシック" pitchFamily="0" charset="0"/>
                <a:cs typeface="ＭＳ Ｐゴシック" pitchFamily="0" charset="0"/>
              </a:rPr>
              <a:t>E = {2, 4, 6}</a:t>
            </a:r>
            <a:endParaRPr lang="en-US" altLang="zh-CN" sz="4000" b="0" i="0" u="none" strike="noStrike" kern="1200" cap="none" spc="0" baseline="0">
              <a:solidFill>
                <a:schemeClr val="tx1"/>
              </a:solidFill>
              <a:latin typeface="Calibri" pitchFamily="34" charset="0"/>
              <a:ea typeface="ＭＳ Ｐゴシック" pitchFamily="0" charset="0"/>
              <a:cs typeface="ＭＳ Ｐゴシック" pitchFamily="0" charset="0"/>
            </a:endParaRPr>
          </a:p>
          <a:p>
            <a:pPr marL="6350" indent="7874" algn="just" eaLnBrk="1" hangingPunct="1">
              <a:lnSpc>
                <a:spcPct val="100000"/>
              </a:lnSpc>
              <a:spcBef>
                <a:spcPct val="50000"/>
              </a:spcBef>
              <a:spcAft>
                <a:spcPts val="0"/>
              </a:spcAft>
              <a:buNone/>
            </a:pPr>
            <a:r>
              <a:rPr lang="en-US" altLang="zh-CN" sz="2800" b="0" i="0" u="none" strike="noStrike" kern="1200" cap="none" spc="0" baseline="0">
                <a:solidFill>
                  <a:schemeClr val="tx1"/>
                </a:solidFill>
                <a:latin typeface="Calibri" pitchFamily="34" charset="0"/>
                <a:ea typeface="ＭＳ Ｐゴシック" pitchFamily="0" charset="0"/>
                <a:cs typeface="ＭＳ Ｐゴシック" pitchFamily="0" charset="0"/>
              </a:rPr>
              <a:t>What would the event be that is the dice </a:t>
            </a:r>
            <a:r>
              <a:rPr lang="en-US" altLang="zh-CN" sz="2800" b="1" i="0" u="none" strike="noStrike" kern="1200" cap="none" spc="0" baseline="0">
                <a:solidFill>
                  <a:schemeClr val="tx1"/>
                </a:solidFill>
                <a:latin typeface="Calibri" pitchFamily="34" charset="0"/>
                <a:ea typeface="ＭＳ Ｐゴシック" pitchFamily="0" charset="0"/>
                <a:cs typeface="ＭＳ Ｐゴシック" pitchFamily="0" charset="0"/>
              </a:rPr>
              <a:t>NOT</a:t>
            </a:r>
            <a:r>
              <a:rPr lang="en-US" altLang="zh-CN" sz="2800" b="0" i="0" u="none" strike="noStrike" kern="1200" cap="none" spc="0" baseline="0">
                <a:solidFill>
                  <a:schemeClr val="tx1"/>
                </a:solidFill>
                <a:latin typeface="Calibri" pitchFamily="34" charset="0"/>
                <a:ea typeface="ＭＳ Ｐゴシック" pitchFamily="0" charset="0"/>
                <a:cs typeface="ＭＳ Ｐゴシック" pitchFamily="0" charset="0"/>
              </a:rPr>
              <a:t> landing on an even number?</a:t>
            </a:r>
            <a:endParaRPr lang="en-US" altLang="zh-CN" sz="2800" b="0" i="0" u="none" strike="noStrike" kern="1200" cap="none" spc="0" baseline="0">
              <a:solidFill>
                <a:schemeClr val="tx1"/>
              </a:solidFill>
              <a:latin typeface="Calibri" pitchFamily="34" charset="0"/>
              <a:ea typeface="ＭＳ Ｐゴシック" pitchFamily="0" charset="0"/>
              <a:cs typeface="ＭＳ Ｐゴシック" pitchFamily="0" charset="0"/>
            </a:endParaRPr>
          </a:p>
          <a:p>
            <a:pPr marL="6350" indent="7874" algn="just" eaLnBrk="1" hangingPunct="1">
              <a:lnSpc>
                <a:spcPct val="100000"/>
              </a:lnSpc>
              <a:spcBef>
                <a:spcPct val="50000"/>
              </a:spcBef>
              <a:spcAft>
                <a:spcPts val="0"/>
              </a:spcAft>
              <a:buNone/>
            </a:pPr>
            <a:r>
              <a:rPr lang="en-US" altLang="zh-CN" sz="2800" b="0" i="0" u="none" strike="noStrike" kern="1200" cap="none" spc="0" baseline="0">
                <a:solidFill>
                  <a:schemeClr val="tx1"/>
                </a:solidFill>
                <a:latin typeface="Calibri" pitchFamily="34" charset="0"/>
                <a:ea typeface="ＭＳ Ｐゴシック" pitchFamily="0" charset="0"/>
                <a:cs typeface="ＭＳ Ｐゴシック" pitchFamily="0" charset="0"/>
              </a:rPr>
              <a:t>		</a:t>
            </a:r>
            <a:r>
              <a:rPr lang="en-US" altLang="zh-CN" sz="4000" b="0" i="0" u="none" strike="noStrike" kern="1200" cap="none" spc="0" baseline="0">
                <a:solidFill>
                  <a:schemeClr val="tx1"/>
                </a:solidFill>
                <a:latin typeface="Calibri" pitchFamily="34" charset="0"/>
                <a:ea typeface="ＭＳ Ｐゴシック" pitchFamily="0" charset="0"/>
                <a:cs typeface="ＭＳ Ｐゴシック" pitchFamily="0" charset="0"/>
              </a:rPr>
              <a:t>E</a:t>
            </a:r>
            <a:r>
              <a:rPr lang="en-US" altLang="zh-CN" sz="4000" b="0" i="0" u="none" strike="noStrike" kern="1200" cap="none" spc="0" baseline="30000">
                <a:solidFill>
                  <a:schemeClr val="tx1"/>
                </a:solidFill>
                <a:latin typeface="Calibri" pitchFamily="34" charset="0"/>
                <a:ea typeface="ＭＳ Ｐゴシック" pitchFamily="0" charset="0"/>
                <a:cs typeface="ＭＳ Ｐゴシック" pitchFamily="0" charset="0"/>
              </a:rPr>
              <a:t>C</a:t>
            </a:r>
            <a:r>
              <a:rPr lang="en-US" altLang="zh-CN" sz="4000" b="0" i="0" u="none" strike="noStrike" kern="1200" cap="none" spc="0" baseline="0">
                <a:solidFill>
                  <a:schemeClr val="tx1"/>
                </a:solidFill>
                <a:latin typeface="Calibri" pitchFamily="34" charset="0"/>
                <a:ea typeface="ＭＳ Ｐゴシック" pitchFamily="0" charset="0"/>
                <a:cs typeface="ＭＳ Ｐゴシック" pitchFamily="0" charset="0"/>
              </a:rPr>
              <a:t> = {1, 3, 5}</a:t>
            </a:r>
            <a:endParaRPr lang="zh-CN" altLang="en-US" sz="4000" b="0" i="0" u="none" strike="noStrike" kern="1200" cap="none" spc="0" baseline="0">
              <a:solidFill>
                <a:schemeClr val="tx1"/>
              </a:solidFill>
              <a:latin typeface="Calibri" pitchFamily="34" charset="0"/>
              <a:ea typeface="ＭＳ Ｐゴシック" pitchFamily="0" charset="0"/>
              <a:cs typeface="ＭＳ Ｐゴシック" pitchFamily="0" charset="0"/>
            </a:endParaRPr>
          </a:p>
        </p:txBody>
      </p:sp>
      <p:sp>
        <p:nvSpPr>
          <p:cNvPr id="146" name="Rectangles"/>
          <p:cNvSpPr>
            <a:spLocks/>
          </p:cNvSpPr>
          <p:nvPr/>
        </p:nvSpPr>
        <p:spPr>
          <a:xfrm rot="0">
            <a:off x="3194049" y="357189"/>
            <a:ext cx="5759449" cy="1291590"/>
          </a:xfrm>
          <a:prstGeom prst="rect"/>
          <a:noFill/>
          <a:ln w="25400" cmpd="sng" cap="flat">
            <a:noFill/>
            <a:prstDash val="solid"/>
            <a:round/>
          </a:ln>
        </p:spPr>
        <p:txBody>
          <a:bodyPr vert="horz" wrap="square" lIns="91440" tIns="45720" rIns="91440" bIns="45720" anchor="t" anchorCtr="0">
            <a:prstTxWarp prst="textNoShape"/>
            <a:spAutoFit/>
          </a:bodyPr>
          <a:lstStyle/>
          <a:p>
            <a:pPr marL="0" indent="0" algn="ctr">
              <a:lnSpc>
                <a:spcPct val="100000"/>
              </a:lnSpc>
              <a:spcBef>
                <a:spcPts val="0"/>
              </a:spcBef>
              <a:spcAft>
                <a:spcPts val="0"/>
              </a:spcAft>
              <a:buNone/>
            </a:pPr>
            <a:r>
              <a:rPr lang="en-US" altLang="zh-CN" sz="4000" b="1" i="0" u="none" strike="noStrike" kern="1200" cap="none" spc="0" baseline="0">
                <a:solidFill>
                  <a:srgbClr val="000000"/>
                </a:solidFill>
                <a:latin typeface="Calibri" pitchFamily="34" charset="0"/>
                <a:ea typeface="宋体" pitchFamily="0" charset="0"/>
                <a:cs typeface="Calibri" pitchFamily="34" charset="0"/>
              </a:rPr>
              <a:t>Example - Complement</a:t>
            </a:r>
            <a:endParaRPr lang="zh-CN" altLang="en-US" sz="4000" b="1" i="0" u="none" strike="noStrike" kern="1200" cap="none" spc="0" baseline="0">
              <a:solidFill>
                <a:srgbClr val="000000"/>
              </a:solidFill>
              <a:latin typeface="Calibri" pitchFamily="34" charset="0"/>
              <a:ea typeface="宋体" pitchFamily="0" charset="0"/>
              <a:cs typeface="Calibri" pitchFamily="34" charset="0"/>
            </a:endParaRPr>
          </a:p>
        </p:txBody>
      </p:sp>
      <p:grpSp>
        <p:nvGrpSpPr>
          <p:cNvPr id="150" name="Combination"/>
          <p:cNvGrpSpPr>
            <a:grpSpLocks/>
          </p:cNvGrpSpPr>
          <p:nvPr/>
        </p:nvGrpSpPr>
        <p:grpSpPr>
          <a:xfrm>
            <a:off x="4024313" y="2786063"/>
            <a:ext cx="6110287" cy="3379787"/>
            <a:chOff x="4024313" y="2786063"/>
            <a:chExt cx="6110287" cy="3379787"/>
          </a:xfrm>
        </p:grpSpPr>
        <p:sp>
          <p:nvSpPr>
            <p:cNvPr id="147" name="Rounded rectangle callout"/>
            <p:cNvSpPr>
              <a:spLocks/>
            </p:cNvSpPr>
            <p:nvPr/>
          </p:nvSpPr>
          <p:spPr>
            <a:xfrm rot="0">
              <a:off x="6205539" y="4868863"/>
              <a:ext cx="3929062" cy="1296987"/>
            </a:xfrm>
            <a:prstGeom prst="wedgeRoundRectCallout">
              <a:avLst>
                <a:gd name="adj1" fmla="val -29273"/>
                <a:gd name="adj2" fmla="val 16935"/>
                <a:gd name="adj3" fmla="val 16667"/>
              </a:avLst>
            </a:prstGeom>
            <a:solidFill>
              <a:srgbClr val="FFFFFF"/>
            </a:solidFill>
            <a:ln w="25400" cmpd="sng" cap="flat">
              <a:solidFill>
                <a:srgbClr val="C0504D"/>
              </a:solidFill>
              <a:prstDash val="solid"/>
              <a:round/>
            </a:ln>
          </p:spPr>
          <p:txBody>
            <a:bodyPr vert="horz" wrap="square" lIns="91440" tIns="45720" rIns="91440" bIns="45720" anchor="t" anchorCtr="0">
              <a:prstTxWarp prst="textNoShape"/>
            </a:bodyPr>
            <a:lstStyle/>
            <a:p>
              <a:pPr marL="6350" indent="7874" algn="ctr" eaLnBrk="1" hangingPunct="1">
                <a:lnSpc>
                  <a:spcPct val="100000"/>
                </a:lnSpc>
                <a:spcBef>
                  <a:spcPts val="0"/>
                </a:spcBef>
                <a:spcAft>
                  <a:spcPts val="0"/>
                </a:spcAft>
                <a:buNone/>
              </a:pPr>
              <a:r>
                <a:rPr lang="en-US" altLang="zh-CN" sz="2400" b="0" i="0" u="none" strike="noStrike" kern="1200" cap="none" spc="0" baseline="0">
                  <a:solidFill>
                    <a:srgbClr val="000000"/>
                  </a:solidFill>
                  <a:latin typeface="Calibri" pitchFamily="34" charset="0"/>
                  <a:ea typeface="宋体" pitchFamily="0" charset="0"/>
                  <a:cs typeface="Cambria" pitchFamily="0" charset="0"/>
                </a:rPr>
                <a:t>The </a:t>
              </a:r>
              <a:r>
                <a:rPr lang="en-US" altLang="zh-CN" sz="2400" b="1" i="0" u="none" strike="noStrike" kern="1200" cap="none" spc="0" baseline="0">
                  <a:solidFill>
                    <a:srgbClr val="000000"/>
                  </a:solidFill>
                  <a:latin typeface="Calibri" pitchFamily="34" charset="0"/>
                  <a:ea typeface="宋体" pitchFamily="0" charset="0"/>
                  <a:cs typeface="Cambria" pitchFamily="0" charset="0"/>
                </a:rPr>
                <a:t>sum</a:t>
              </a:r>
              <a:r>
                <a:rPr lang="en-US" altLang="zh-CN" sz="2400" b="0" i="0" u="none" strike="noStrike" kern="1200" cap="none" spc="0" baseline="0">
                  <a:solidFill>
                    <a:srgbClr val="000000"/>
                  </a:solidFill>
                  <a:latin typeface="Calibri" pitchFamily="34" charset="0"/>
                  <a:ea typeface="宋体" pitchFamily="0" charset="0"/>
                  <a:cs typeface="Cambria" pitchFamily="0" charset="0"/>
                </a:rPr>
                <a:t> of the probabilities of complementary events equals </a:t>
              </a:r>
              <a:r>
                <a:rPr lang="en-US" altLang="zh-CN" sz="2400" b="1" i="0" u="none" strike="noStrike" kern="1200" cap="none" spc="0" baseline="0">
                  <a:solidFill>
                    <a:srgbClr val="000000"/>
                  </a:solidFill>
                  <a:latin typeface="Calibri" pitchFamily="34" charset="0"/>
                  <a:ea typeface="宋体" pitchFamily="0" charset="0"/>
                  <a:cs typeface="Cambria" pitchFamily="0" charset="0"/>
                </a:rPr>
                <a:t>ONE</a:t>
              </a:r>
              <a:r>
                <a:rPr lang="en-US" altLang="zh-CN" sz="2400" b="0" i="0" u="none" strike="noStrike" kern="1200" cap="none" spc="0" baseline="0">
                  <a:solidFill>
                    <a:srgbClr val="000000"/>
                  </a:solidFill>
                  <a:latin typeface="Calibri" pitchFamily="34" charset="0"/>
                  <a:ea typeface="宋体" pitchFamily="0" charset="0"/>
                  <a:cs typeface="Cambria" pitchFamily="0" charset="0"/>
                </a:rPr>
                <a:t>.</a:t>
              </a:r>
              <a:endParaRPr lang="zh-CN" altLang="en-US" sz="2400" b="0" i="0" u="none" strike="noStrike" kern="1200" cap="none" spc="0" baseline="0">
                <a:solidFill>
                  <a:srgbClr val="000000"/>
                </a:solidFill>
                <a:latin typeface="Calibri" pitchFamily="34" charset="0"/>
                <a:ea typeface="宋体" pitchFamily="0" charset="0"/>
                <a:cs typeface="Cambria" pitchFamily="0" charset="0"/>
              </a:endParaRPr>
            </a:p>
          </p:txBody>
        </p:sp>
        <p:cxnSp>
          <p:nvCxnSpPr>
            <p:cNvPr id="148" name="曲线连接线"/>
            <p:cNvCxnSpPr>
              <a:cxnSpLocks/>
            </p:cNvCxnSpPr>
            <p:nvPr/>
          </p:nvCxnSpPr>
          <p:spPr>
            <a:xfrm flipH="1" rot="16200000">
              <a:off x="5921378" y="2927350"/>
              <a:ext cx="2082799" cy="1800224"/>
            </a:xfrm>
            <a:prstGeom prst="curvedConnector3">
              <a:avLst>
                <a:gd name="adj1" fmla="val 21203"/>
              </a:avLst>
            </a:prstGeom>
            <a:noFill/>
            <a:ln w="25400" cmpd="sng" cap="flat">
              <a:solidFill>
                <a:srgbClr val="4F81BD"/>
              </a:solidFill>
              <a:prstDash val="solid"/>
              <a:round/>
              <a:tailEnd type="arrow" w="med" len="med"/>
            </a:ln>
            <a:effectLst>
              <a:outerShdw sx="100000" sy="100000" algn="b" rotWithShape="0" blurRad="0" dist="20000" dir="5400000">
                <a:srgbClr val="808080">
                  <a:alpha val="37647"/>
                </a:srgbClr>
              </a:outerShdw>
            </a:effectLst>
          </p:spPr>
        </p:cxnSp>
        <p:cxnSp>
          <p:nvCxnSpPr>
            <p:cNvPr id="149" name="曲线连接线"/>
            <p:cNvCxnSpPr>
              <a:cxnSpLocks/>
              <a:endCxn id="147" idx="1"/>
            </p:cNvCxnSpPr>
            <p:nvPr/>
          </p:nvCxnSpPr>
          <p:spPr>
            <a:xfrm rot="0">
              <a:off x="4024313" y="5072063"/>
              <a:ext cx="2181224" cy="446085"/>
            </a:xfrm>
            <a:prstGeom prst="curvedConnector3">
              <a:avLst>
                <a:gd name="adj1" fmla="val 49995"/>
              </a:avLst>
            </a:prstGeom>
            <a:noFill/>
            <a:ln w="25400" cmpd="sng" cap="flat">
              <a:solidFill>
                <a:srgbClr val="4F81BD"/>
              </a:solidFill>
              <a:prstDash val="solid"/>
              <a:round/>
              <a:tailEnd type="arrow" w="med" len="med"/>
            </a:ln>
            <a:effectLst>
              <a:outerShdw sx="100000" sy="100000" algn="b" rotWithShape="0" blurRad="0" dist="20000" dir="5400000">
                <a:srgbClr val="808080">
                  <a:alpha val="37647"/>
                </a:srgbClr>
              </a:outerShdw>
            </a:effectLst>
          </p:spPr>
        </p:cxnSp>
      </p:grpSp>
      <p:sp>
        <p:nvSpPr>
          <p:cNvPr id="151" name="Rectangles"/>
          <p:cNvSpPr>
            <a:spLocks noGrp="1"/>
          </p:cNvSpPr>
          <p:nvPr>
            <p:ph type="sldNum" idx="12"/>
          </p:nvPr>
        </p:nvSpPr>
        <p:spPr>
          <a:xfrm rot="0">
            <a:off x="5989639" y="6519863"/>
            <a:ext cx="466724" cy="365125"/>
          </a:xfrm>
          <a:prstGeom prst="rect"/>
          <a:noFill/>
          <a:ln w="12700" cmpd="sng" cap="flat">
            <a:noFill/>
            <a:prstDash val="solid"/>
            <a:miter/>
          </a:ln>
        </p:spPr>
        <p:txBody>
          <a:bodyPr vert="horz" wrap="square" lIns="91440" tIns="45720" rIns="91440" bIns="45720" anchor="ctr" anchorCtr="0">
            <a:prstTxWarp prst="textNoShape"/>
          </a:bodyPr>
          <a:lstStyle/>
          <a:p>
            <a:pPr marL="0" indent="0" algn="l" eaLnBrk="1" hangingPunct="1">
              <a:lnSpc>
                <a:spcPct val="100000"/>
              </a:lnSpc>
              <a:spcBef>
                <a:spcPts val="0"/>
              </a:spcBef>
              <a:spcAft>
                <a:spcPts val="0"/>
              </a:spcAft>
              <a:buNone/>
            </a:pPr>
            <a:fld id="{CAD2D6BD-DE1B-4B5F-8B41-2702339687B9}" type="slidenum">
              <a:rPr lang="en-US" altLang="zh-CN" sz="1200" b="0" i="0" u="none" strike="noStrike" kern="1200" cap="none" spc="0" baseline="0">
                <a:solidFill>
                  <a:srgbClr val="FFFFFF"/>
                </a:solidFill>
                <a:latin typeface="Calibri" pitchFamily="34" charset="0"/>
                <a:ea typeface="MS PGothic" pitchFamily="34" charset="-128"/>
                <a:cs typeface="Arial" pitchFamily="34" charset="0"/>
              </a:rPr>
              <a:t>10</a:t>
            </a:fld>
            <a:endParaRPr lang="zh-CN" altLang="en-US" sz="1200" b="0" i="0" u="none" strike="noStrike" kern="1200" cap="none" spc="0" baseline="0">
              <a:solidFill>
                <a:srgbClr val="FFFFFF"/>
              </a:solidFill>
              <a:latin typeface="Calibri" pitchFamily="34" charset="0"/>
              <a:ea typeface="MS PGothic" pitchFamily="34" charset="-128"/>
              <a:cs typeface="Arial" pitchFamily="34" charset="0"/>
            </a:endParaRPr>
          </a:p>
        </p:txBody>
      </p:sp>
    </p:spTree>
    <p:extLst>
      <p:ext uri="{BB962C8B-B14F-4D97-AF65-F5344CB8AC3E}">
        <p14:creationId xmlns:p14="http://schemas.microsoft.com/office/powerpoint/2010/main" val="20757855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0"/>
                                        </p:tgtEl>
                                        <p:attrNameLst>
                                          <p:attrName>style.visibility</p:attrName>
                                        </p:attrNameLst>
                                      </p:cBhvr>
                                      <p:to>
                                        <p:strVal val="visible"/>
                                      </p:to>
                                    </p:set>
                                    <p:anim calcmode="lin" valueType="num">
                                      <p:cBhvr additive="base">
                                        <p:cTn id="7" dur="500" fill="hold"/>
                                        <p:tgtEl>
                                          <p:spTgt spid="150"/>
                                        </p:tgtEl>
                                        <p:attrNameLst>
                                          <p:attrName>ppt_x</p:attrName>
                                        </p:attrNameLst>
                                      </p:cBhvr>
                                      <p:tavLst>
                                        <p:tav tm="0">
                                          <p:val>
                                            <p:strVal val="#ppt_x"/>
                                          </p:val>
                                        </p:tav>
                                        <p:tav tm="100000">
                                          <p:val>
                                            <p:strVal val="#ppt_x"/>
                                          </p:val>
                                        </p:tav>
                                      </p:tavLst>
                                    </p:anim>
                                    <p:anim calcmode="lin" valueType="num">
                                      <p:cBhvr additive="base">
                                        <p:cTn id="8" dur="500" fill="hold"/>
                                        <p:tgtEl>
                                          <p:spTgt spid="15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 grpId="0" animBg="1"/>
    </p:bldLst>
  </p:timing>
</p:sld>
</file>

<file path=ppt/slides/slide11.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66" name="Rectangles"/>
          <p:cNvSpPr>
            <a:spLocks/>
          </p:cNvSpPr>
          <p:nvPr/>
        </p:nvSpPr>
        <p:spPr>
          <a:xfrm rot="0">
            <a:off x="1703387" y="1484313"/>
            <a:ext cx="8763001" cy="4677727"/>
          </a:xfrm>
          <a:prstGeom prst="rect"/>
          <a:noFill/>
          <a:ln w="9525" cmpd="sng" cap="flat">
            <a:noFill/>
            <a:prstDash val="solid"/>
            <a:miter/>
          </a:ln>
        </p:spPr>
        <p:txBody>
          <a:bodyPr vert="horz" wrap="square" lIns="91440" tIns="45720" rIns="91440" bIns="45720" anchor="t" anchorCtr="0">
            <a:prstTxWarp prst="textNoShape"/>
            <a:spAutoFit/>
          </a:bodyPr>
          <a:lstStyle/>
          <a:p>
            <a:pPr marL="6350" indent="7874" algn="just" eaLnBrk="1" hangingPunct="1">
              <a:lnSpc>
                <a:spcPct val="100000"/>
              </a:lnSpc>
              <a:spcBef>
                <a:spcPct val="50000"/>
              </a:spcBef>
              <a:spcAft>
                <a:spcPts val="0"/>
              </a:spcAft>
              <a:buNone/>
            </a:pPr>
            <a:r>
              <a:rPr lang="en-US" altLang="zh-CN" sz="2800" b="0" i="0" u="none" strike="noStrike" kern="1200" cap="none" spc="0" baseline="0">
                <a:solidFill>
                  <a:srgbClr val="000000"/>
                </a:solidFill>
                <a:latin typeface="Calibri" pitchFamily="34" charset="0"/>
                <a:ea typeface="ＭＳ Ｐゴシック" pitchFamily="0" charset="0"/>
                <a:cs typeface="ＭＳ Ｐゴシック" pitchFamily="0" charset="0"/>
              </a:rPr>
              <a:t>Suppose a six-sided dice is rolled.  The event that the dice would land on an even number would be </a:t>
            </a:r>
            <a:endParaRPr lang="en-US" altLang="zh-CN" sz="2800" b="0" i="0" u="none" strike="noStrike" kern="1200" cap="none" spc="0" baseline="0">
              <a:solidFill>
                <a:srgbClr val="000000"/>
              </a:solidFill>
              <a:latin typeface="Calibri" pitchFamily="34" charset="0"/>
              <a:ea typeface="ＭＳ Ｐゴシック" pitchFamily="0" charset="0"/>
              <a:cs typeface="ＭＳ Ｐゴシック" pitchFamily="0" charset="0"/>
            </a:endParaRPr>
          </a:p>
          <a:p>
            <a:pPr marL="6350" indent="7874" algn="just" eaLnBrk="1" hangingPunct="1">
              <a:lnSpc>
                <a:spcPct val="100000"/>
              </a:lnSpc>
              <a:spcBef>
                <a:spcPct val="50000"/>
              </a:spcBef>
              <a:spcAft>
                <a:spcPts val="0"/>
              </a:spcAft>
              <a:buNone/>
            </a:pPr>
            <a:r>
              <a:rPr lang="en-US" altLang="zh-CN" sz="2800" b="0" i="0" u="none" strike="noStrike" kern="1200" cap="none" spc="0" baseline="0">
                <a:solidFill>
                  <a:srgbClr val="000000"/>
                </a:solidFill>
                <a:latin typeface="Calibri" pitchFamily="34" charset="0"/>
                <a:ea typeface="ＭＳ Ｐゴシック" pitchFamily="0" charset="0"/>
                <a:cs typeface="ＭＳ Ｐゴシック" pitchFamily="0" charset="0"/>
              </a:rPr>
              <a:t>			</a:t>
            </a:r>
            <a:r>
              <a:rPr lang="en-US" altLang="zh-CN" sz="2800" b="1" i="0" u="none" strike="noStrike" kern="1200" cap="none" spc="0" baseline="0">
                <a:solidFill>
                  <a:srgbClr val="0000FF"/>
                </a:solidFill>
                <a:latin typeface="Calibri" pitchFamily="34" charset="0"/>
                <a:ea typeface="ＭＳ Ｐゴシック" pitchFamily="0" charset="0"/>
                <a:cs typeface="ＭＳ Ｐゴシック" pitchFamily="0" charset="0"/>
              </a:rPr>
              <a:t> E = {2, 4, 6}</a:t>
            </a:r>
            <a:endParaRPr lang="en-US" altLang="zh-CN" sz="3200" b="1" i="0" u="none" strike="noStrike" kern="1200" cap="none" spc="0" baseline="0">
              <a:solidFill>
                <a:srgbClr val="0000FF"/>
              </a:solidFill>
              <a:latin typeface="Calibri" pitchFamily="34" charset="0"/>
              <a:ea typeface="ＭＳ Ｐゴシック" pitchFamily="0" charset="0"/>
              <a:cs typeface="ＭＳ Ｐゴシック" pitchFamily="0" charset="0"/>
            </a:endParaRPr>
          </a:p>
          <a:p>
            <a:pPr marL="6350" indent="7874" algn="just" eaLnBrk="1" hangingPunct="1">
              <a:lnSpc>
                <a:spcPct val="100000"/>
              </a:lnSpc>
              <a:spcBef>
                <a:spcPct val="50000"/>
              </a:spcBef>
              <a:spcAft>
                <a:spcPts val="0"/>
              </a:spcAft>
              <a:buNone/>
            </a:pPr>
            <a:r>
              <a:rPr lang="en-US" altLang="zh-CN" sz="2800" b="0" i="0" u="none" strike="noStrike" kern="1200" cap="none" spc="0" baseline="0">
                <a:solidFill>
                  <a:srgbClr val="000000"/>
                </a:solidFill>
                <a:latin typeface="Calibri" pitchFamily="34" charset="0"/>
                <a:ea typeface="ＭＳ Ｐゴシック" pitchFamily="0" charset="0"/>
                <a:cs typeface="ＭＳ Ｐゴシック" pitchFamily="0" charset="0"/>
              </a:rPr>
              <a:t>The event that the dice would land on a prime number would be </a:t>
            </a:r>
            <a:endParaRPr lang="en-US" altLang="zh-CN" sz="2800" b="0" i="0" u="none" strike="noStrike" kern="1200" cap="none" spc="0" baseline="0">
              <a:solidFill>
                <a:srgbClr val="000000"/>
              </a:solidFill>
              <a:latin typeface="Calibri" pitchFamily="34" charset="0"/>
              <a:ea typeface="ＭＳ Ｐゴシック" pitchFamily="0" charset="0"/>
              <a:cs typeface="ＭＳ Ｐゴシック" pitchFamily="0" charset="0"/>
            </a:endParaRPr>
          </a:p>
          <a:p>
            <a:pPr marL="6350" indent="7874" algn="just" eaLnBrk="1" hangingPunct="1">
              <a:lnSpc>
                <a:spcPct val="100000"/>
              </a:lnSpc>
              <a:spcBef>
                <a:spcPct val="50000"/>
              </a:spcBef>
              <a:spcAft>
                <a:spcPts val="0"/>
              </a:spcAft>
              <a:buNone/>
            </a:pPr>
            <a:r>
              <a:rPr lang="en-US" altLang="zh-CN" sz="3200" b="1" i="0" u="none" strike="noStrike" kern="1200" cap="none" spc="0" baseline="0">
                <a:solidFill>
                  <a:srgbClr val="0000FF"/>
                </a:solidFill>
                <a:latin typeface="Calibri" pitchFamily="34" charset="0"/>
                <a:ea typeface="ＭＳ Ｐゴシック" pitchFamily="0" charset="0"/>
                <a:cs typeface="ＭＳ Ｐゴシック" pitchFamily="0" charset="0"/>
              </a:rPr>
              <a:t>			</a:t>
            </a:r>
            <a:r>
              <a:rPr lang="en-US" altLang="zh-CN" sz="2800" b="1" i="0" u="none" strike="noStrike" kern="1200" cap="none" spc="0" baseline="0">
                <a:solidFill>
                  <a:srgbClr val="0000FF"/>
                </a:solidFill>
                <a:latin typeface="Calibri" pitchFamily="34" charset="0"/>
                <a:ea typeface="ＭＳ Ｐゴシック" pitchFamily="0" charset="0"/>
                <a:cs typeface="ＭＳ Ｐゴシック" pitchFamily="0" charset="0"/>
              </a:rPr>
              <a:t>P = {2, 3, 5}</a:t>
            </a:r>
            <a:endParaRPr lang="en-US" altLang="zh-CN" sz="3200" b="1" i="0" u="none" strike="noStrike" kern="1200" cap="none" spc="0" baseline="0">
              <a:solidFill>
                <a:srgbClr val="0000FF"/>
              </a:solidFill>
              <a:latin typeface="Calibri" pitchFamily="34" charset="0"/>
              <a:ea typeface="ＭＳ Ｐゴシック" pitchFamily="0" charset="0"/>
              <a:cs typeface="ＭＳ Ｐゴシック" pitchFamily="0" charset="0"/>
            </a:endParaRPr>
          </a:p>
          <a:p>
            <a:pPr marL="6350" indent="7874" algn="just" eaLnBrk="1" hangingPunct="1">
              <a:lnSpc>
                <a:spcPct val="100000"/>
              </a:lnSpc>
              <a:spcBef>
                <a:spcPct val="50000"/>
              </a:spcBef>
              <a:spcAft>
                <a:spcPts val="0"/>
              </a:spcAft>
              <a:buNone/>
            </a:pPr>
            <a:r>
              <a:rPr lang="en-US" altLang="zh-CN" sz="2800" b="0" i="0" u="none" strike="noStrike" kern="1200" cap="none" spc="0" baseline="0">
                <a:solidFill>
                  <a:srgbClr val="000000"/>
                </a:solidFill>
                <a:latin typeface="Calibri" pitchFamily="34" charset="0"/>
                <a:ea typeface="ＭＳ Ｐゴシック" pitchFamily="0" charset="0"/>
                <a:cs typeface="ＭＳ Ｐゴシック" pitchFamily="0" charset="0"/>
              </a:rPr>
              <a:t>What would be the event </a:t>
            </a:r>
            <a:r>
              <a:rPr lang="en-US" altLang="zh-CN" sz="2800" b="1" i="0" u="none" strike="noStrike" kern="1200" cap="none" spc="0" baseline="0">
                <a:solidFill>
                  <a:srgbClr val="000000"/>
                </a:solidFill>
                <a:latin typeface="Calibri" pitchFamily="34" charset="0"/>
                <a:ea typeface="ＭＳ Ｐゴシック" pitchFamily="0" charset="0"/>
                <a:cs typeface="ＭＳ Ｐゴシック" pitchFamily="0" charset="0"/>
              </a:rPr>
              <a:t>E or P </a:t>
            </a:r>
            <a:r>
              <a:rPr lang="en-US" altLang="zh-CN" sz="2800" b="0" i="0" u="none" strike="noStrike" kern="1200" cap="none" spc="0" baseline="0">
                <a:solidFill>
                  <a:srgbClr val="000000"/>
                </a:solidFill>
                <a:latin typeface="Calibri" pitchFamily="34" charset="0"/>
                <a:ea typeface="ＭＳ Ｐゴシック" pitchFamily="0" charset="0"/>
                <a:cs typeface="ＭＳ Ｐゴシック" pitchFamily="0" charset="0"/>
              </a:rPr>
              <a:t>happening?		</a:t>
            </a:r>
            <a:endParaRPr lang="en-US" altLang="zh-CN" sz="2800" b="0" i="0" u="none" strike="noStrike" kern="1200" cap="none" spc="0" baseline="0">
              <a:solidFill>
                <a:srgbClr val="000000"/>
              </a:solidFill>
              <a:latin typeface="Calibri" pitchFamily="34" charset="0"/>
              <a:ea typeface="ＭＳ Ｐゴシック" pitchFamily="0" charset="0"/>
              <a:cs typeface="ＭＳ Ｐゴシック" pitchFamily="0" charset="0"/>
            </a:endParaRPr>
          </a:p>
          <a:p>
            <a:pPr marL="6350" indent="7874" algn="just" eaLnBrk="1" hangingPunct="1">
              <a:lnSpc>
                <a:spcPct val="100000"/>
              </a:lnSpc>
              <a:spcBef>
                <a:spcPct val="50000"/>
              </a:spcBef>
              <a:spcAft>
                <a:spcPts val="0"/>
              </a:spcAft>
              <a:buNone/>
            </a:pPr>
            <a:r>
              <a:rPr lang="en-US" altLang="zh-CN" sz="2800" b="0" i="0" u="none" strike="noStrike" kern="1200" cap="none" spc="0" baseline="0">
                <a:solidFill>
                  <a:srgbClr val="000000"/>
                </a:solidFill>
                <a:latin typeface="Calibri" pitchFamily="34" charset="0"/>
                <a:ea typeface="ＭＳ Ｐゴシック" pitchFamily="0" charset="0"/>
                <a:cs typeface="ＭＳ Ｐゴシック" pitchFamily="0" charset="0"/>
              </a:rPr>
              <a:t>			</a:t>
            </a:r>
            <a:r>
              <a:rPr lang="en-US" altLang="zh-CN" sz="2800" b="1" i="0" u="none" strike="noStrike" kern="1200" cap="none" spc="0" baseline="0">
                <a:solidFill>
                  <a:srgbClr val="0000FF"/>
                </a:solidFill>
                <a:latin typeface="Calibri" pitchFamily="34" charset="0"/>
                <a:ea typeface="ＭＳ Ｐゴシック" pitchFamily="0" charset="0"/>
                <a:cs typeface="ＭＳ Ｐゴシック" pitchFamily="0" charset="0"/>
              </a:rPr>
              <a:t>E or P = {2, 3, 4, 5, 6}</a:t>
            </a:r>
            <a:endParaRPr lang="zh-CN" altLang="en-US" sz="3600" b="1" i="0" u="none" strike="noStrike" kern="1200" cap="none" spc="0" baseline="0">
              <a:solidFill>
                <a:srgbClr val="0000FF"/>
              </a:solidFill>
              <a:latin typeface="Calibri" pitchFamily="34" charset="0"/>
              <a:ea typeface="ＭＳ Ｐゴシック" pitchFamily="0" charset="0"/>
              <a:cs typeface="ＭＳ Ｐゴシック" pitchFamily="0" charset="0"/>
            </a:endParaRPr>
          </a:p>
        </p:txBody>
      </p:sp>
      <p:sp>
        <p:nvSpPr>
          <p:cNvPr id="167" name="Rectangles"/>
          <p:cNvSpPr>
            <a:spLocks/>
          </p:cNvSpPr>
          <p:nvPr/>
        </p:nvSpPr>
        <p:spPr>
          <a:xfrm rot="0">
            <a:off x="3194049" y="357189"/>
            <a:ext cx="5759449" cy="691515"/>
          </a:xfrm>
          <a:prstGeom prst="rect"/>
          <a:noFill/>
          <a:ln w="25400" cmpd="sng" cap="flat">
            <a:noFill/>
            <a:prstDash val="solid"/>
            <a:round/>
          </a:ln>
        </p:spPr>
        <p:txBody>
          <a:bodyPr vert="horz" wrap="square" lIns="91440" tIns="45720" rIns="91440" bIns="45720" anchor="t" anchorCtr="0">
            <a:prstTxWarp prst="textNoShape"/>
            <a:spAutoFit/>
          </a:bodyPr>
          <a:lstStyle/>
          <a:p>
            <a:pPr marL="0" indent="0" algn="ctr">
              <a:lnSpc>
                <a:spcPct val="100000"/>
              </a:lnSpc>
              <a:spcBef>
                <a:spcPts val="0"/>
              </a:spcBef>
              <a:spcAft>
                <a:spcPts val="0"/>
              </a:spcAft>
              <a:buNone/>
            </a:pPr>
            <a:r>
              <a:rPr lang="en-US" altLang="zh-CN" sz="4000" b="1" i="0" u="none" strike="noStrike" kern="1200" cap="none" spc="0" baseline="0">
                <a:solidFill>
                  <a:srgbClr val="000000"/>
                </a:solidFill>
                <a:latin typeface="Calibri" pitchFamily="34" charset="0"/>
                <a:ea typeface="宋体" pitchFamily="0" charset="0"/>
                <a:cs typeface="Calibri" pitchFamily="34" charset="0"/>
              </a:rPr>
              <a:t>Example - Union</a:t>
            </a:r>
            <a:endParaRPr lang="zh-CN" altLang="en-US" sz="4000" b="1" i="0" u="none" strike="noStrike" kern="1200" cap="none" spc="0" baseline="0">
              <a:solidFill>
                <a:srgbClr val="000000"/>
              </a:solidFill>
              <a:latin typeface="Calibri" pitchFamily="34" charset="0"/>
              <a:ea typeface="宋体" pitchFamily="0" charset="0"/>
              <a:cs typeface="Calibri" pitchFamily="34" charset="0"/>
            </a:endParaRPr>
          </a:p>
        </p:txBody>
      </p:sp>
      <p:sp>
        <p:nvSpPr>
          <p:cNvPr id="168" name="Rectangles"/>
          <p:cNvSpPr>
            <a:spLocks/>
          </p:cNvSpPr>
          <p:nvPr/>
        </p:nvSpPr>
        <p:spPr>
          <a:xfrm rot="0">
            <a:off x="5989639" y="6519863"/>
            <a:ext cx="466724" cy="365125"/>
          </a:xfrm>
          <a:prstGeom prst="rect"/>
          <a:noFill/>
          <a:ln w="12700" cmpd="sng" cap="flat">
            <a:noFill/>
            <a:prstDash val="solid"/>
            <a:round/>
          </a:ln>
        </p:spPr>
        <p:txBody>
          <a:bodyPr vert="horz" wrap="square" lIns="91440" tIns="45720" rIns="91440" bIns="45720" anchor="ctr" anchorCtr="0">
            <a:prstTxWarp prst="textNoShape"/>
          </a:bodyPr>
          <a:lstStyle/>
          <a:p>
            <a:pPr marL="0" indent="0" algn="l" eaLnBrk="1" hangingPunct="1">
              <a:lnSpc>
                <a:spcPct val="100000"/>
              </a:lnSpc>
              <a:spcBef>
                <a:spcPts val="0"/>
              </a:spcBef>
              <a:spcAft>
                <a:spcPts val="0"/>
              </a:spcAft>
              <a:buNone/>
            </a:pPr>
            <a:fld id="{CAD2D6BD-DE1B-4B5F-8B41-2702339687B9}" type="slidenum">
              <a:rPr lang="en-US" altLang="zh-CN" sz="1200" b="0" i="0" u="none" strike="noStrike" kern="1200" cap="none" spc="0" baseline="0">
                <a:solidFill>
                  <a:srgbClr val="FFFFFF"/>
                </a:solidFill>
                <a:latin typeface="Calibri" pitchFamily="34" charset="0"/>
                <a:ea typeface="MS PGothic" pitchFamily="34" charset="-128"/>
                <a:cs typeface="Arial" pitchFamily="34" charset="0"/>
              </a:rPr>
              <a:t>11</a:t>
            </a:fld>
            <a:endParaRPr lang="zh-CN" altLang="en-US" sz="1200" b="0" i="0" u="none" strike="noStrike" kern="1200" cap="none" spc="0" baseline="0">
              <a:solidFill>
                <a:srgbClr val="FFFFFF"/>
              </a:solidFill>
              <a:latin typeface="Calibri" pitchFamily="34" charset="0"/>
              <a:ea typeface="MS PGothic" pitchFamily="34" charset="-128"/>
              <a:cs typeface="Arial" pitchFamily="34" charset="0"/>
            </a:endParaRPr>
          </a:p>
        </p:txBody>
      </p:sp>
    </p:spTree>
    <p:extLst>
      <p:ext uri="{BB962C8B-B14F-4D97-AF65-F5344CB8AC3E}">
        <p14:creationId xmlns:p14="http://schemas.microsoft.com/office/powerpoint/2010/main" val="521951197"/>
      </p:ext>
    </p:extLst>
  </p:cSld>
  <p:clrMapOvr>
    <a:masterClrMapping/>
  </p:clrMapOvr>
</p:sld>
</file>

<file path=ppt/slides/slide12.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72" name="Rectangles"/>
          <p:cNvSpPr>
            <a:spLocks/>
          </p:cNvSpPr>
          <p:nvPr/>
        </p:nvSpPr>
        <p:spPr>
          <a:xfrm rot="0">
            <a:off x="1752599" y="1200150"/>
            <a:ext cx="8686799" cy="5249226"/>
          </a:xfrm>
          <a:prstGeom prst="rect"/>
          <a:noFill/>
          <a:ln w="9525" cmpd="sng" cap="flat">
            <a:noFill/>
            <a:prstDash val="solid"/>
            <a:miter/>
          </a:ln>
        </p:spPr>
        <p:txBody>
          <a:bodyPr vert="horz" wrap="square" lIns="91440" tIns="45720" rIns="91440" bIns="45720" anchor="t" anchorCtr="0">
            <a:prstTxWarp prst="textNoShape"/>
            <a:spAutoFit/>
          </a:bodyPr>
          <a:lstStyle/>
          <a:p>
            <a:pPr marL="6350" indent="7874" algn="just">
              <a:lnSpc>
                <a:spcPct val="100000"/>
              </a:lnSpc>
              <a:spcBef>
                <a:spcPct val="50000"/>
              </a:spcBef>
              <a:spcAft>
                <a:spcPts val="0"/>
              </a:spcAft>
              <a:buNone/>
            </a:pPr>
            <a:r>
              <a:rPr lang="en-US" altLang="zh-CN" sz="2800" b="0" i="0" u="none" strike="noStrike" kern="1200" cap="none" spc="0" baseline="0">
                <a:solidFill>
                  <a:srgbClr val="000000"/>
                </a:solidFill>
                <a:latin typeface="Calibri" pitchFamily="34" charset="0"/>
                <a:ea typeface="ＭＳ Ｐゴシック" pitchFamily="0" charset="0"/>
                <a:cs typeface="ＭＳ Ｐゴシック" pitchFamily="0" charset="0"/>
              </a:rPr>
              <a:t>Suppose a six-sided dice is rolled.  The event that the dice would land on an even number would be  </a:t>
            </a:r>
            <a:endParaRPr lang="en-US" altLang="zh-CN" sz="2800" b="0" i="0" u="none" strike="noStrike" kern="1200" cap="none" spc="0" baseline="0">
              <a:solidFill>
                <a:srgbClr val="000000"/>
              </a:solidFill>
              <a:latin typeface="Calibri" pitchFamily="34" charset="0"/>
              <a:ea typeface="ＭＳ Ｐゴシック" pitchFamily="0" charset="0"/>
              <a:cs typeface="ＭＳ Ｐゴシック" pitchFamily="0" charset="0"/>
            </a:endParaRPr>
          </a:p>
          <a:p>
            <a:pPr marL="6350" indent="7874" algn="just">
              <a:lnSpc>
                <a:spcPct val="100000"/>
              </a:lnSpc>
              <a:spcBef>
                <a:spcPct val="50000"/>
              </a:spcBef>
              <a:spcAft>
                <a:spcPts val="0"/>
              </a:spcAft>
              <a:buNone/>
            </a:pPr>
            <a:r>
              <a:rPr lang="en-US" altLang="zh-CN" sz="2800" b="0" i="0" u="none" strike="noStrike" kern="1200" cap="none" spc="0" baseline="0">
                <a:solidFill>
                  <a:srgbClr val="000000"/>
                </a:solidFill>
                <a:latin typeface="Calibri" pitchFamily="34" charset="0"/>
                <a:ea typeface="ＭＳ Ｐゴシック" pitchFamily="0" charset="0"/>
                <a:cs typeface="ＭＳ Ｐゴシック" pitchFamily="0" charset="0"/>
              </a:rPr>
              <a:t>        			</a:t>
            </a:r>
            <a:r>
              <a:rPr lang="en-US" altLang="zh-CN" sz="2800" b="1" i="0" u="none" strike="noStrike" kern="1200" cap="none" spc="0" baseline="0">
                <a:solidFill>
                  <a:srgbClr val="0000FF"/>
                </a:solidFill>
                <a:latin typeface="Calibri" pitchFamily="34" charset="0"/>
                <a:ea typeface="ＭＳ Ｐゴシック" pitchFamily="0" charset="0"/>
                <a:cs typeface="ＭＳ Ｐゴシック" pitchFamily="0" charset="0"/>
              </a:rPr>
              <a:t>E = {2, 4, 6}</a:t>
            </a:r>
            <a:endParaRPr lang="en-US" altLang="zh-CN" sz="2800" b="1" i="0" u="none" strike="noStrike" kern="1200" cap="none" spc="0" baseline="0">
              <a:solidFill>
                <a:srgbClr val="0000FF"/>
              </a:solidFill>
              <a:latin typeface="Calibri" pitchFamily="34" charset="0"/>
              <a:ea typeface="ＭＳ Ｐゴシック" pitchFamily="0" charset="0"/>
              <a:cs typeface="ＭＳ Ｐゴシック" pitchFamily="0" charset="0"/>
            </a:endParaRPr>
          </a:p>
          <a:p>
            <a:pPr marL="6350" indent="7874" algn="just">
              <a:lnSpc>
                <a:spcPct val="100000"/>
              </a:lnSpc>
              <a:spcBef>
                <a:spcPct val="50000"/>
              </a:spcBef>
              <a:spcAft>
                <a:spcPts val="0"/>
              </a:spcAft>
              <a:buNone/>
            </a:pPr>
            <a:r>
              <a:rPr lang="en-US" altLang="zh-CN" sz="2800" b="0" i="0" u="none" strike="noStrike" kern="1200" cap="none" spc="0" baseline="0">
                <a:solidFill>
                  <a:srgbClr val="000000"/>
                </a:solidFill>
                <a:latin typeface="Calibri" pitchFamily="34" charset="0"/>
                <a:ea typeface="ＭＳ Ｐゴシック" pitchFamily="0" charset="0"/>
                <a:cs typeface="ＭＳ Ｐゴシック" pitchFamily="0" charset="0"/>
              </a:rPr>
              <a:t>The event that the dice would land on a prime number would be </a:t>
            </a:r>
            <a:endParaRPr lang="en-US" altLang="zh-CN" sz="2800" b="0" i="0" u="none" strike="noStrike" kern="1200" cap="none" spc="0" baseline="0">
              <a:solidFill>
                <a:srgbClr val="000000"/>
              </a:solidFill>
              <a:latin typeface="Calibri" pitchFamily="34" charset="0"/>
              <a:ea typeface="ＭＳ Ｐゴシック" pitchFamily="0" charset="0"/>
              <a:cs typeface="ＭＳ Ｐゴシック" pitchFamily="0" charset="0"/>
            </a:endParaRPr>
          </a:p>
          <a:p>
            <a:pPr marL="6350" indent="7874" algn="just">
              <a:lnSpc>
                <a:spcPct val="100000"/>
              </a:lnSpc>
              <a:spcBef>
                <a:spcPct val="50000"/>
              </a:spcBef>
              <a:spcAft>
                <a:spcPts val="0"/>
              </a:spcAft>
              <a:buNone/>
            </a:pPr>
            <a:r>
              <a:rPr lang="en-US" altLang="zh-CN" sz="2800" b="0" i="0" u="none" strike="noStrike" kern="1200" cap="none" spc="0" baseline="0">
                <a:solidFill>
                  <a:srgbClr val="000000"/>
                </a:solidFill>
                <a:latin typeface="Calibri" pitchFamily="34" charset="0"/>
                <a:ea typeface="ＭＳ Ｐゴシック" pitchFamily="0" charset="0"/>
                <a:cs typeface="ＭＳ Ｐゴシック" pitchFamily="0" charset="0"/>
              </a:rPr>
              <a:t>			</a:t>
            </a:r>
            <a:r>
              <a:rPr lang="en-US" altLang="zh-CN" sz="2800" b="1" i="0" u="none" strike="noStrike" kern="1200" cap="none" spc="0" baseline="0">
                <a:solidFill>
                  <a:srgbClr val="0000FF"/>
                </a:solidFill>
                <a:latin typeface="Calibri" pitchFamily="34" charset="0"/>
                <a:ea typeface="ＭＳ Ｐゴシック" pitchFamily="0" charset="0"/>
                <a:cs typeface="ＭＳ Ｐゴシック" pitchFamily="0" charset="0"/>
              </a:rPr>
              <a:t>P = {2, 3, 5}</a:t>
            </a:r>
            <a:endParaRPr lang="en-US" altLang="zh-CN" sz="2800" b="1" i="0" u="none" strike="noStrike" kern="1200" cap="none" spc="0" baseline="0">
              <a:solidFill>
                <a:srgbClr val="0000FF"/>
              </a:solidFill>
              <a:latin typeface="Calibri" pitchFamily="34" charset="0"/>
              <a:ea typeface="ＭＳ Ｐゴシック" pitchFamily="0" charset="0"/>
              <a:cs typeface="ＭＳ Ｐゴシック" pitchFamily="0" charset="0"/>
            </a:endParaRPr>
          </a:p>
          <a:p>
            <a:pPr marL="6350" indent="7874" algn="just">
              <a:lnSpc>
                <a:spcPct val="100000"/>
              </a:lnSpc>
              <a:spcBef>
                <a:spcPct val="50000"/>
              </a:spcBef>
              <a:spcAft>
                <a:spcPts val="0"/>
              </a:spcAft>
              <a:buNone/>
            </a:pPr>
            <a:r>
              <a:rPr lang="en-US" altLang="zh-CN" sz="3200" b="0" i="0" u="none" strike="noStrike" kern="1200" cap="none" spc="0" baseline="0">
                <a:solidFill>
                  <a:srgbClr val="000000"/>
                </a:solidFill>
                <a:latin typeface="Calibri" pitchFamily="34" charset="0"/>
                <a:ea typeface="ＭＳ Ｐゴシック" pitchFamily="0" charset="0"/>
                <a:cs typeface="ＭＳ Ｐゴシック" pitchFamily="0" charset="0"/>
              </a:rPr>
              <a:t>What would be the event </a:t>
            </a:r>
            <a:r>
              <a:rPr lang="en-US" altLang="zh-CN" sz="3200" b="1" i="0" u="none" strike="noStrike" kern="1200" cap="none" spc="0" baseline="0">
                <a:solidFill>
                  <a:srgbClr val="000000"/>
                </a:solidFill>
                <a:latin typeface="Calibri" pitchFamily="34" charset="0"/>
                <a:ea typeface="ＭＳ Ｐゴシック" pitchFamily="0" charset="0"/>
                <a:cs typeface="ＭＳ Ｐゴシック" pitchFamily="0" charset="0"/>
              </a:rPr>
              <a:t>E and</a:t>
            </a:r>
            <a:r>
              <a:rPr lang="en-US" altLang="zh-CN" sz="3200" b="1" i="0" u="none" strike="noStrike" kern="1200" cap="none" spc="0" baseline="0">
                <a:solidFill>
                  <a:srgbClr val="000000"/>
                </a:solidFill>
                <a:effectLst>
                  <a:outerShdw sx="100000" sy="100000" blurRad="38100" dir="2700000" dist="38100" algn="tl">
                    <a:srgbClr val="C0C0C0"/>
                  </a:outerShdw>
                </a:effectLst>
                <a:latin typeface="Calibri" pitchFamily="34" charset="0"/>
                <a:ea typeface="ＭＳ Ｐゴシック" pitchFamily="0" charset="0"/>
                <a:cs typeface="ＭＳ Ｐゴシック" pitchFamily="0" charset="0"/>
              </a:rPr>
              <a:t> </a:t>
            </a:r>
            <a:r>
              <a:rPr lang="en-US" altLang="zh-CN" sz="3200" b="1" i="0" u="none" strike="noStrike" kern="1200" cap="none" spc="0" baseline="0">
                <a:solidFill>
                  <a:srgbClr val="000000"/>
                </a:solidFill>
                <a:latin typeface="Calibri" pitchFamily="34" charset="0"/>
                <a:ea typeface="ＭＳ Ｐゴシック" pitchFamily="0" charset="0"/>
                <a:cs typeface="ＭＳ Ｐゴシック" pitchFamily="0" charset="0"/>
              </a:rPr>
              <a:t>P</a:t>
            </a:r>
            <a:r>
              <a:rPr lang="en-US" altLang="zh-CN" sz="3200" b="0" i="0" u="none" strike="noStrike" kern="1200" cap="none" spc="0" baseline="0">
                <a:solidFill>
                  <a:srgbClr val="000000"/>
                </a:solidFill>
                <a:latin typeface="Calibri" pitchFamily="34" charset="0"/>
                <a:ea typeface="ＭＳ Ｐゴシック" pitchFamily="0" charset="0"/>
                <a:cs typeface="ＭＳ Ｐゴシック" pitchFamily="0" charset="0"/>
              </a:rPr>
              <a:t> happening?</a:t>
            </a:r>
            <a:endParaRPr lang="en-US" altLang="zh-CN" sz="3200" b="0" i="0" u="none" strike="noStrike" kern="1200" cap="none" spc="0" baseline="0">
              <a:solidFill>
                <a:srgbClr val="000000"/>
              </a:solidFill>
              <a:latin typeface="Calibri" pitchFamily="34" charset="0"/>
              <a:ea typeface="ＭＳ Ｐゴシック" pitchFamily="0" charset="0"/>
              <a:cs typeface="ＭＳ Ｐゴシック" pitchFamily="0" charset="0"/>
            </a:endParaRPr>
          </a:p>
          <a:p>
            <a:pPr marL="6350" indent="7874" algn="just">
              <a:lnSpc>
                <a:spcPct val="100000"/>
              </a:lnSpc>
              <a:spcBef>
                <a:spcPct val="50000"/>
              </a:spcBef>
              <a:spcAft>
                <a:spcPts val="0"/>
              </a:spcAft>
              <a:buNone/>
            </a:pPr>
            <a:r>
              <a:rPr lang="en-US" altLang="zh-CN" sz="3200" b="0" i="0" u="none" strike="noStrike" kern="1200" cap="none" spc="0" baseline="0">
                <a:solidFill>
                  <a:srgbClr val="000000"/>
                </a:solidFill>
                <a:latin typeface="Calibri" pitchFamily="34" charset="0"/>
                <a:ea typeface="ＭＳ Ｐゴシック" pitchFamily="0" charset="0"/>
                <a:cs typeface="ＭＳ Ｐゴシック" pitchFamily="0" charset="0"/>
              </a:rPr>
              <a:t>			</a:t>
            </a:r>
            <a:r>
              <a:rPr lang="en-US" altLang="zh-CN" sz="2800" b="1" i="0" u="none" strike="noStrike" kern="1200" cap="none" spc="0" baseline="0">
                <a:solidFill>
                  <a:srgbClr val="0000FF"/>
                </a:solidFill>
                <a:latin typeface="Calibri" pitchFamily="34" charset="0"/>
                <a:ea typeface="ＭＳ Ｐゴシック" pitchFamily="0" charset="0"/>
                <a:cs typeface="ＭＳ Ｐゴシック" pitchFamily="0" charset="0"/>
              </a:rPr>
              <a:t>E and P = {2}</a:t>
            </a:r>
            <a:endParaRPr lang="zh-CN" altLang="en-US" sz="3600" b="1" i="0" u="none" strike="noStrike" kern="1200" cap="none" spc="0" baseline="0">
              <a:solidFill>
                <a:srgbClr val="0000FF"/>
              </a:solidFill>
              <a:latin typeface="Calibri" pitchFamily="34" charset="0"/>
              <a:ea typeface="ＭＳ Ｐゴシック" pitchFamily="0" charset="0"/>
              <a:cs typeface="ＭＳ Ｐゴシック" pitchFamily="0" charset="0"/>
            </a:endParaRPr>
          </a:p>
        </p:txBody>
      </p:sp>
      <p:sp>
        <p:nvSpPr>
          <p:cNvPr id="173" name="Rectangles"/>
          <p:cNvSpPr>
            <a:spLocks/>
          </p:cNvSpPr>
          <p:nvPr/>
        </p:nvSpPr>
        <p:spPr>
          <a:xfrm rot="0">
            <a:off x="2967038" y="357189"/>
            <a:ext cx="6272212" cy="691515"/>
          </a:xfrm>
          <a:prstGeom prst="rect"/>
          <a:noFill/>
          <a:ln w="25400" cmpd="sng" cap="flat">
            <a:noFill/>
            <a:prstDash val="solid"/>
            <a:round/>
          </a:ln>
        </p:spPr>
        <p:txBody>
          <a:bodyPr vert="horz" wrap="square" lIns="91440" tIns="45720" rIns="91440" bIns="45720" anchor="t" anchorCtr="0">
            <a:prstTxWarp prst="textNoShape"/>
            <a:spAutoFit/>
          </a:bodyPr>
          <a:lstStyle/>
          <a:p>
            <a:pPr marL="0" indent="0" algn="ctr">
              <a:lnSpc>
                <a:spcPct val="100000"/>
              </a:lnSpc>
              <a:spcBef>
                <a:spcPts val="0"/>
              </a:spcBef>
              <a:spcAft>
                <a:spcPts val="0"/>
              </a:spcAft>
              <a:buNone/>
              <a:tabLst>
                <a:tab pos="2054225" algn="l"/>
              </a:tabLst>
            </a:pPr>
            <a:r>
              <a:rPr lang="en-US" altLang="zh-CN" sz="4000" b="1" i="0" u="none" strike="noStrike" kern="1200" cap="none" spc="0" baseline="0">
                <a:solidFill>
                  <a:srgbClr val="000000"/>
                </a:solidFill>
                <a:latin typeface="Calibri" pitchFamily="34" charset="0"/>
                <a:ea typeface="宋体" pitchFamily="0" charset="0"/>
                <a:cs typeface="Calibri" pitchFamily="34" charset="0"/>
              </a:rPr>
              <a:t>Example - Intersection</a:t>
            </a:r>
            <a:endParaRPr lang="zh-CN" altLang="en-US" sz="4000" b="1" i="0" u="none" strike="noStrike" kern="1200" cap="none" spc="0" baseline="0">
              <a:solidFill>
                <a:srgbClr val="000000"/>
              </a:solidFill>
              <a:latin typeface="Calibri" pitchFamily="34" charset="0"/>
              <a:ea typeface="宋体" pitchFamily="0" charset="0"/>
              <a:cs typeface="Calibri" pitchFamily="34" charset="0"/>
            </a:endParaRPr>
          </a:p>
        </p:txBody>
      </p:sp>
      <p:sp>
        <p:nvSpPr>
          <p:cNvPr id="174" name="Rectangles"/>
          <p:cNvSpPr>
            <a:spLocks/>
          </p:cNvSpPr>
          <p:nvPr/>
        </p:nvSpPr>
        <p:spPr>
          <a:xfrm rot="0">
            <a:off x="5989639" y="6519863"/>
            <a:ext cx="466724" cy="365125"/>
          </a:xfrm>
          <a:prstGeom prst="rect"/>
          <a:noFill/>
          <a:ln w="12700" cmpd="sng" cap="flat">
            <a:noFill/>
            <a:prstDash val="solid"/>
            <a:round/>
          </a:ln>
        </p:spPr>
        <p:txBody>
          <a:bodyPr vert="horz" wrap="square" lIns="91440" tIns="45720" rIns="91440" bIns="45720" anchor="ctr" anchorCtr="0">
            <a:prstTxWarp prst="textNoShape"/>
          </a:bodyPr>
          <a:lstStyle/>
          <a:p>
            <a:pPr marL="0" indent="0" algn="l" eaLnBrk="1" hangingPunct="1">
              <a:lnSpc>
                <a:spcPct val="100000"/>
              </a:lnSpc>
              <a:spcBef>
                <a:spcPts val="0"/>
              </a:spcBef>
              <a:spcAft>
                <a:spcPts val="0"/>
              </a:spcAft>
              <a:buNone/>
            </a:pPr>
            <a:fld id="{CAD2D6BD-DE1B-4B5F-8B41-2702339687B9}" type="slidenum">
              <a:rPr lang="en-US" altLang="zh-CN" sz="1200" b="0" i="0" u="none" strike="noStrike" kern="1200" cap="none" spc="0" baseline="0">
                <a:solidFill>
                  <a:srgbClr val="FFFFFF"/>
                </a:solidFill>
                <a:latin typeface="Calibri" pitchFamily="34" charset="0"/>
                <a:ea typeface="MS PGothic" pitchFamily="34" charset="-128"/>
                <a:cs typeface="Arial" pitchFamily="34" charset="0"/>
              </a:rPr>
              <a:t>12</a:t>
            </a:fld>
            <a:endParaRPr lang="zh-CN" altLang="en-US" sz="1200" b="0" i="0" u="none" strike="noStrike" kern="1200" cap="none" spc="0" baseline="0">
              <a:solidFill>
                <a:srgbClr val="FFFFFF"/>
              </a:solidFill>
              <a:latin typeface="Calibri" pitchFamily="34" charset="0"/>
              <a:ea typeface="MS PGothic" pitchFamily="34" charset="-128"/>
              <a:cs typeface="Arial" pitchFamily="34" charset="0"/>
            </a:endParaRPr>
          </a:p>
        </p:txBody>
      </p:sp>
    </p:spTree>
    <p:extLst>
      <p:ext uri="{BB962C8B-B14F-4D97-AF65-F5344CB8AC3E}">
        <p14:creationId xmlns:p14="http://schemas.microsoft.com/office/powerpoint/2010/main" val="1441154855"/>
      </p:ext>
    </p:extLst>
  </p:cSld>
  <p:clrMapOvr>
    <a:masterClrMapping/>
  </p:clrMapOvr>
</p:sld>
</file>

<file path=ppt/slides/slide13.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78" name="Rectangles"/>
          <p:cNvSpPr>
            <a:spLocks/>
          </p:cNvSpPr>
          <p:nvPr/>
        </p:nvSpPr>
        <p:spPr>
          <a:xfrm rot="0">
            <a:off x="1774824" y="1185863"/>
            <a:ext cx="8763000" cy="2020251"/>
          </a:xfrm>
          <a:prstGeom prst="rect"/>
          <a:noFill/>
          <a:ln w="12700" cmpd="sng" cap="flat">
            <a:noFill/>
            <a:prstDash val="solid"/>
            <a:round/>
          </a:ln>
        </p:spPr>
        <p:txBody>
          <a:bodyPr vert="horz" wrap="square" lIns="91440" tIns="45720" rIns="91440" bIns="45720" anchor="t" anchorCtr="0">
            <a:prstTxWarp prst="textNoShape"/>
            <a:spAutoFit/>
          </a:bodyPr>
          <a:lstStyle/>
          <a:p>
            <a:pPr marL="6350" indent="7874" algn="just" eaLnBrk="1" hangingPunct="1">
              <a:lnSpc>
                <a:spcPct val="100000"/>
              </a:lnSpc>
              <a:spcBef>
                <a:spcPct val="50000"/>
              </a:spcBef>
              <a:spcAft>
                <a:spcPts val="0"/>
              </a:spcAft>
              <a:buNone/>
            </a:pPr>
            <a:r>
              <a:rPr lang="en-US" altLang="zh-CN" sz="2800" b="0" i="0" u="none" strike="noStrike" kern="1200" cap="none" spc="0" baseline="0">
                <a:solidFill>
                  <a:schemeClr val="tx1"/>
                </a:solidFill>
                <a:latin typeface="Calibri" pitchFamily="34" charset="0"/>
                <a:ea typeface="MS PGothic" pitchFamily="34" charset="-128"/>
                <a:cs typeface="Calibri" pitchFamily="34" charset="0"/>
              </a:rPr>
              <a:t>Let’s revisit rolling a dice and getting an even or a prime number . . .		E or P = {2, 3, 4, 5, 6}</a:t>
            </a:r>
            <a:endParaRPr lang="en-US" altLang="zh-CN" sz="2800" b="0" i="0" u="none" strike="noStrike" kern="1200" cap="none" spc="0" baseline="0">
              <a:solidFill>
                <a:schemeClr val="tx1"/>
              </a:solidFill>
              <a:latin typeface="Calibri" pitchFamily="34" charset="0"/>
              <a:ea typeface="MS PGothic" pitchFamily="34" charset="-128"/>
              <a:cs typeface="Calibri" pitchFamily="34" charset="0"/>
            </a:endParaRPr>
          </a:p>
          <a:p>
            <a:pPr marL="6350" indent="7874" algn="just" eaLnBrk="1" hangingPunct="1">
              <a:lnSpc>
                <a:spcPct val="100000"/>
              </a:lnSpc>
              <a:spcBef>
                <a:spcPct val="50000"/>
              </a:spcBef>
              <a:spcAft>
                <a:spcPts val="0"/>
              </a:spcAft>
              <a:buNone/>
            </a:pPr>
            <a:r>
              <a:rPr lang="en-US" altLang="zh-CN" sz="2800" b="0" i="0" u="none" strike="noStrike" kern="1200" cap="none" spc="0" baseline="0">
                <a:solidFill>
                  <a:schemeClr val="tx1"/>
                </a:solidFill>
                <a:latin typeface="Calibri" pitchFamily="34" charset="0"/>
                <a:ea typeface="MS PGothic" pitchFamily="34" charset="-128"/>
                <a:cs typeface="Calibri" pitchFamily="34" charset="0"/>
              </a:rPr>
              <a:t>Another way to represent this is with a </a:t>
            </a:r>
            <a:r>
              <a:rPr lang="en-US" altLang="zh-CN" sz="2800" b="0" i="0" u="none" strike="noStrike" kern="1200" cap="none" spc="0" baseline="0">
                <a:solidFill>
                  <a:srgbClr val="0000FF"/>
                </a:solidFill>
                <a:latin typeface="Calibri" pitchFamily="34" charset="0"/>
                <a:ea typeface="MS PGothic" pitchFamily="34" charset="-128"/>
                <a:cs typeface="Calibri" pitchFamily="34" charset="0"/>
              </a:rPr>
              <a:t>Venn Diagram</a:t>
            </a:r>
            <a:r>
              <a:rPr lang="en-US" altLang="zh-CN" sz="2800" b="0" i="0" u="none" strike="noStrike" kern="1200" cap="none" spc="0" baseline="0">
                <a:solidFill>
                  <a:schemeClr val="tx1"/>
                </a:solidFill>
                <a:latin typeface="Calibri" pitchFamily="34" charset="0"/>
                <a:ea typeface="MS PGothic" pitchFamily="34" charset="-128"/>
                <a:cs typeface="Calibri" pitchFamily="34" charset="0"/>
              </a:rPr>
              <a:t>.</a:t>
            </a:r>
            <a:endParaRPr lang="zh-CN" altLang="en-US" sz="2800" b="0" i="0" u="none" strike="noStrike" kern="1200" cap="none" spc="0" baseline="0">
              <a:solidFill>
                <a:schemeClr val="tx1"/>
              </a:solidFill>
              <a:latin typeface="Calibri" pitchFamily="34" charset="0"/>
              <a:ea typeface="MS PGothic" pitchFamily="34" charset="-128"/>
              <a:cs typeface="Calibri" pitchFamily="34" charset="0"/>
            </a:endParaRPr>
          </a:p>
        </p:txBody>
      </p:sp>
      <p:grpSp>
        <p:nvGrpSpPr>
          <p:cNvPr id="193" name="Combination"/>
          <p:cNvGrpSpPr>
            <a:grpSpLocks/>
          </p:cNvGrpSpPr>
          <p:nvPr/>
        </p:nvGrpSpPr>
        <p:grpSpPr>
          <a:xfrm>
            <a:off x="2247900" y="2755900"/>
            <a:ext cx="7848599" cy="3673474"/>
            <a:chOff x="2247900" y="2755900"/>
            <a:chExt cx="7848599" cy="3673474"/>
          </a:xfrm>
        </p:grpSpPr>
        <p:sp>
          <p:nvSpPr>
            <p:cNvPr id="179" name="Rectangles"/>
            <p:cNvSpPr>
              <a:spLocks/>
            </p:cNvSpPr>
            <p:nvPr/>
          </p:nvSpPr>
          <p:spPr>
            <a:xfrm rot="0">
              <a:off x="2247900" y="2755900"/>
              <a:ext cx="7848599" cy="3673474"/>
            </a:xfrm>
            <a:prstGeom prst="rect"/>
            <a:noFill/>
            <a:ln w="38100" cmpd="sng" cap="flat">
              <a:solidFill>
                <a:srgbClr val="0000FF"/>
              </a:solidFill>
              <a:prstDash val="solid"/>
              <a:miter/>
            </a:ln>
          </p:spPr>
        </p:sp>
        <p:sp>
          <p:nvSpPr>
            <p:cNvPr id="180" name="Oval"/>
            <p:cNvSpPr>
              <a:spLocks/>
            </p:cNvSpPr>
            <p:nvPr/>
          </p:nvSpPr>
          <p:spPr>
            <a:xfrm rot="0">
              <a:off x="4199213" y="3293088"/>
              <a:ext cx="2285646" cy="2332626"/>
            </a:xfrm>
            <a:prstGeom prst="ellipse"/>
            <a:solidFill>
              <a:srgbClr val="FFFF99"/>
            </a:solidFill>
            <a:ln w="38100" cmpd="sng" cap="flat">
              <a:solidFill>
                <a:srgbClr val="00CC00"/>
              </a:solidFill>
              <a:prstDash val="solid"/>
              <a:round/>
            </a:ln>
          </p:spPr>
        </p:sp>
        <p:sp>
          <p:nvSpPr>
            <p:cNvPr id="181" name="Oval"/>
            <p:cNvSpPr>
              <a:spLocks/>
            </p:cNvSpPr>
            <p:nvPr/>
          </p:nvSpPr>
          <p:spPr>
            <a:xfrm rot="0">
              <a:off x="5799166" y="3293088"/>
              <a:ext cx="2285647" cy="2332626"/>
            </a:xfrm>
            <a:prstGeom prst="ellipse"/>
            <a:solidFill>
              <a:srgbClr val="FFFF99"/>
            </a:solidFill>
            <a:ln w="38100" cmpd="sng" cap="flat">
              <a:solidFill>
                <a:srgbClr val="FF0000"/>
              </a:solidFill>
              <a:prstDash val="solid"/>
              <a:round/>
            </a:ln>
          </p:spPr>
        </p:sp>
        <p:sp>
          <p:nvSpPr>
            <p:cNvPr id="182" name="Oval"/>
            <p:cNvSpPr>
              <a:spLocks/>
            </p:cNvSpPr>
            <p:nvPr/>
          </p:nvSpPr>
          <p:spPr>
            <a:xfrm rot="0">
              <a:off x="4199213" y="3274460"/>
              <a:ext cx="2285646" cy="2332626"/>
            </a:xfrm>
            <a:prstGeom prst="ellipse"/>
            <a:noFill/>
            <a:ln w="38100" cmpd="sng" cap="flat">
              <a:solidFill>
                <a:srgbClr val="00CC00"/>
              </a:solidFill>
              <a:prstDash val="solid"/>
              <a:round/>
            </a:ln>
          </p:spPr>
        </p:sp>
        <p:sp>
          <p:nvSpPr>
            <p:cNvPr id="183" name="Oval"/>
            <p:cNvSpPr>
              <a:spLocks/>
            </p:cNvSpPr>
            <p:nvPr/>
          </p:nvSpPr>
          <p:spPr>
            <a:xfrm rot="0">
              <a:off x="5799166" y="3293088"/>
              <a:ext cx="2285647" cy="2332626"/>
            </a:xfrm>
            <a:prstGeom prst="ellipse"/>
            <a:noFill/>
            <a:ln w="38100" cmpd="sng" cap="flat">
              <a:solidFill>
                <a:srgbClr val="FF0000"/>
              </a:solidFill>
              <a:prstDash val="solid"/>
              <a:round/>
            </a:ln>
          </p:spPr>
        </p:sp>
        <p:sp>
          <p:nvSpPr>
            <p:cNvPr id="184" name="Rounded rectangle callout"/>
            <p:cNvSpPr>
              <a:spLocks/>
            </p:cNvSpPr>
            <p:nvPr/>
          </p:nvSpPr>
          <p:spPr>
            <a:xfrm rot="0">
              <a:off x="2522538" y="2760663"/>
              <a:ext cx="2666998" cy="388936"/>
            </a:xfrm>
            <a:prstGeom prst="wedgeRoundRectCallout">
              <a:avLst>
                <a:gd name="adj1" fmla="val 22435"/>
                <a:gd name="adj2" fmla="val 166250"/>
                <a:gd name="adj3" fmla="val 16667"/>
              </a:avLst>
            </a:prstGeom>
            <a:solidFill>
              <a:srgbClr val="FFFF00"/>
            </a:solidFill>
            <a:ln w="9525" cmpd="sng" cap="flat">
              <a:solidFill>
                <a:srgbClr val="000000"/>
              </a:solidFill>
              <a:prstDash val="solid"/>
              <a:miter/>
            </a:ln>
          </p:spPr>
          <p:txBody>
            <a:bodyPr vert="horz" wrap="square" lIns="91440" tIns="45720" rIns="91440" bIns="45720" anchor="ctr" anchorCtr="0">
              <a:prstTxWarp prst="textNoShape"/>
            </a:bodyPr>
            <a:lstStyle/>
            <a:p>
              <a:pPr marL="342900" indent="-342900" algn="ctr">
                <a:lnSpc>
                  <a:spcPct val="100000"/>
                </a:lnSpc>
                <a:spcBef>
                  <a:spcPts val="0"/>
                </a:spcBef>
                <a:spcAft>
                  <a:spcPts val="0"/>
                </a:spcAft>
                <a:buNone/>
              </a:pPr>
              <a:r>
                <a:rPr lang="en-US" altLang="zh-CN" sz="2400" b="0" i="0" u="none" strike="noStrike" kern="1200" cap="none" spc="0" baseline="0">
                  <a:solidFill>
                    <a:srgbClr val="0000FF"/>
                  </a:solidFill>
                  <a:latin typeface="Calibri" pitchFamily="34" charset="0"/>
                  <a:ea typeface="MS PGothic" pitchFamily="34" charset="-128"/>
                  <a:cs typeface="Calibri" pitchFamily="34" charset="0"/>
                </a:rPr>
                <a:t>Even number</a:t>
              </a:r>
              <a:endParaRPr lang="zh-CN" altLang="en-US" sz="2400" b="0" i="0" u="none" strike="noStrike" kern="1200" cap="none" spc="0" baseline="0">
                <a:solidFill>
                  <a:srgbClr val="0000FF"/>
                </a:solidFill>
                <a:latin typeface="Calibri" pitchFamily="34" charset="0"/>
                <a:ea typeface="MS PGothic" pitchFamily="34" charset="-128"/>
                <a:cs typeface="Calibri" pitchFamily="34" charset="0"/>
              </a:endParaRPr>
            </a:p>
          </p:txBody>
        </p:sp>
        <p:sp>
          <p:nvSpPr>
            <p:cNvPr id="185" name="Rectangles"/>
            <p:cNvSpPr>
              <a:spLocks/>
            </p:cNvSpPr>
            <p:nvPr/>
          </p:nvSpPr>
          <p:spPr>
            <a:xfrm rot="0">
              <a:off x="5934777" y="4229659"/>
              <a:ext cx="457129" cy="453389"/>
            </a:xfrm>
            <a:prstGeom prst="rect"/>
            <a:noFill/>
            <a:ln w="12700" cmpd="sng" cap="flat">
              <a:noFill/>
              <a:prstDash val="solid"/>
              <a:round/>
            </a:ln>
          </p:spPr>
          <p:txBody>
            <a:bodyPr vert="horz" wrap="square" lIns="91440" tIns="45720" rIns="91440" bIns="45720" anchor="t" anchorCtr="0">
              <a:prstTxWarp prst="textNoShape"/>
              <a:spAutoFit/>
            </a:bodyPr>
            <a:lstStyle/>
            <a:p>
              <a:pPr marL="342900" indent="-342900" algn="l" eaLnBrk="1" hangingPunct="1">
                <a:lnSpc>
                  <a:spcPct val="100000"/>
                </a:lnSpc>
                <a:spcBef>
                  <a:spcPct val="50000"/>
                </a:spcBef>
                <a:spcAft>
                  <a:spcPts val="0"/>
                </a:spcAft>
                <a:buNone/>
              </a:pPr>
              <a:r>
                <a:rPr lang="en-US" altLang="zh-CN" sz="2400" b="0" i="0" u="none" strike="noStrike" kern="1200" cap="none" spc="0" baseline="0">
                  <a:solidFill>
                    <a:srgbClr val="00CC00"/>
                  </a:solidFill>
                  <a:latin typeface="Comic Sans MS" pitchFamily="66" charset="0"/>
                  <a:ea typeface="MS PGothic" pitchFamily="34" charset="-128"/>
                  <a:cs typeface="Calibri" pitchFamily="34" charset="0"/>
                </a:rPr>
                <a:t>2</a:t>
              </a:r>
              <a:endParaRPr lang="zh-CN" altLang="en-US" sz="2400" b="0" i="0" u="none" strike="noStrike" kern="1200" cap="none" spc="0" baseline="0">
                <a:solidFill>
                  <a:srgbClr val="00CC00"/>
                </a:solidFill>
                <a:latin typeface="Comic Sans MS" pitchFamily="66" charset="0"/>
                <a:ea typeface="MS PGothic" pitchFamily="34" charset="-128"/>
                <a:cs typeface="Calibri" pitchFamily="34" charset="0"/>
              </a:endParaRPr>
            </a:p>
          </p:txBody>
        </p:sp>
        <p:sp>
          <p:nvSpPr>
            <p:cNvPr id="186" name="Rectangles"/>
            <p:cNvSpPr>
              <a:spLocks/>
            </p:cNvSpPr>
            <p:nvPr/>
          </p:nvSpPr>
          <p:spPr>
            <a:xfrm rot="0">
              <a:off x="5037282" y="4121201"/>
              <a:ext cx="457129" cy="453389"/>
            </a:xfrm>
            <a:prstGeom prst="rect"/>
            <a:noFill/>
            <a:ln w="12700" cmpd="sng" cap="flat">
              <a:noFill/>
              <a:prstDash val="solid"/>
              <a:round/>
            </a:ln>
          </p:spPr>
          <p:txBody>
            <a:bodyPr vert="horz" wrap="square" lIns="91440" tIns="45720" rIns="91440" bIns="45720" anchor="t" anchorCtr="0">
              <a:prstTxWarp prst="textNoShape"/>
              <a:spAutoFit/>
            </a:bodyPr>
            <a:lstStyle/>
            <a:p>
              <a:pPr marL="342900" indent="-342900" algn="l" eaLnBrk="1" hangingPunct="1">
                <a:lnSpc>
                  <a:spcPct val="100000"/>
                </a:lnSpc>
                <a:spcBef>
                  <a:spcPct val="50000"/>
                </a:spcBef>
                <a:spcAft>
                  <a:spcPts val="0"/>
                </a:spcAft>
                <a:buNone/>
              </a:pPr>
              <a:r>
                <a:rPr lang="en-US" altLang="zh-CN" sz="2400" b="0" i="0" u="none" strike="noStrike" kern="1200" cap="none" spc="0" baseline="0">
                  <a:solidFill>
                    <a:srgbClr val="00CC00"/>
                  </a:solidFill>
                  <a:latin typeface="Comic Sans MS" pitchFamily="66" charset="0"/>
                  <a:ea typeface="MS PGothic" pitchFamily="34" charset="-128"/>
                  <a:cs typeface="Calibri" pitchFamily="34" charset="0"/>
                </a:rPr>
                <a:t>4</a:t>
              </a:r>
              <a:endParaRPr lang="zh-CN" altLang="en-US" sz="2400" b="0" i="0" u="none" strike="noStrike" kern="1200" cap="none" spc="0" baseline="0">
                <a:solidFill>
                  <a:srgbClr val="00CC00"/>
                </a:solidFill>
                <a:latin typeface="Comic Sans MS" pitchFamily="66" charset="0"/>
                <a:ea typeface="MS PGothic" pitchFamily="34" charset="-128"/>
                <a:cs typeface="Calibri" pitchFamily="34" charset="0"/>
              </a:endParaRPr>
            </a:p>
          </p:txBody>
        </p:sp>
        <p:sp>
          <p:nvSpPr>
            <p:cNvPr id="187" name="Rectangles"/>
            <p:cNvSpPr>
              <a:spLocks/>
            </p:cNvSpPr>
            <p:nvPr/>
          </p:nvSpPr>
          <p:spPr>
            <a:xfrm rot="0">
              <a:off x="4732530" y="4976498"/>
              <a:ext cx="457128" cy="453389"/>
            </a:xfrm>
            <a:prstGeom prst="rect"/>
            <a:noFill/>
            <a:ln w="12700" cmpd="sng" cap="flat">
              <a:noFill/>
              <a:prstDash val="solid"/>
              <a:round/>
            </a:ln>
          </p:spPr>
          <p:txBody>
            <a:bodyPr vert="horz" wrap="square" lIns="91440" tIns="45720" rIns="91440" bIns="45720" anchor="t" anchorCtr="0">
              <a:prstTxWarp prst="textNoShape"/>
              <a:spAutoFit/>
            </a:bodyPr>
            <a:lstStyle/>
            <a:p>
              <a:pPr marL="342900" indent="-342900" algn="l" eaLnBrk="1" hangingPunct="1">
                <a:lnSpc>
                  <a:spcPct val="100000"/>
                </a:lnSpc>
                <a:spcBef>
                  <a:spcPct val="50000"/>
                </a:spcBef>
                <a:spcAft>
                  <a:spcPts val="0"/>
                </a:spcAft>
                <a:buNone/>
              </a:pPr>
              <a:r>
                <a:rPr lang="en-US" altLang="zh-CN" sz="2400" b="0" i="0" u="none" strike="noStrike" kern="1200" cap="none" spc="0" baseline="0">
                  <a:solidFill>
                    <a:srgbClr val="00CC00"/>
                  </a:solidFill>
                  <a:latin typeface="Comic Sans MS" pitchFamily="66" charset="0"/>
                  <a:ea typeface="MS PGothic" pitchFamily="34" charset="-128"/>
                  <a:cs typeface="Calibri" pitchFamily="34" charset="0"/>
                </a:rPr>
                <a:t>6</a:t>
              </a:r>
              <a:endParaRPr lang="zh-CN" altLang="en-US" sz="2400" b="0" i="0" u="none" strike="noStrike" kern="1200" cap="none" spc="0" baseline="0">
                <a:solidFill>
                  <a:srgbClr val="00CC00"/>
                </a:solidFill>
                <a:latin typeface="Comic Sans MS" pitchFamily="66" charset="0"/>
                <a:ea typeface="MS PGothic" pitchFamily="34" charset="-128"/>
                <a:cs typeface="Calibri" pitchFamily="34" charset="0"/>
              </a:endParaRPr>
            </a:p>
          </p:txBody>
        </p:sp>
        <p:sp>
          <p:nvSpPr>
            <p:cNvPr id="188" name="Rounded rectangle callout"/>
            <p:cNvSpPr>
              <a:spLocks/>
            </p:cNvSpPr>
            <p:nvPr/>
          </p:nvSpPr>
          <p:spPr>
            <a:xfrm rot="0">
              <a:off x="7170738" y="2760663"/>
              <a:ext cx="2666999" cy="388936"/>
            </a:xfrm>
            <a:prstGeom prst="wedgeRoundRectCallout">
              <a:avLst>
                <a:gd name="adj1" fmla="val -24398"/>
                <a:gd name="adj2" fmla="val 158324"/>
                <a:gd name="adj3" fmla="val 16667"/>
              </a:avLst>
            </a:prstGeom>
            <a:solidFill>
              <a:srgbClr val="FFFF00"/>
            </a:solidFill>
            <a:ln w="9525" cmpd="sng" cap="flat">
              <a:solidFill>
                <a:srgbClr val="000000"/>
              </a:solidFill>
              <a:prstDash val="solid"/>
              <a:miter/>
            </a:ln>
          </p:spPr>
          <p:txBody>
            <a:bodyPr vert="horz" wrap="square" lIns="91440" tIns="45720" rIns="91440" bIns="45720" anchor="ctr" anchorCtr="0">
              <a:prstTxWarp prst="textNoShape"/>
            </a:bodyPr>
            <a:lstStyle/>
            <a:p>
              <a:pPr marL="342900" indent="-342900" algn="ctr">
                <a:lnSpc>
                  <a:spcPct val="100000"/>
                </a:lnSpc>
                <a:spcBef>
                  <a:spcPts val="0"/>
                </a:spcBef>
                <a:spcAft>
                  <a:spcPts val="0"/>
                </a:spcAft>
                <a:buNone/>
              </a:pPr>
              <a:r>
                <a:rPr lang="en-US" altLang="zh-CN" sz="2400" b="0" i="0" u="none" strike="noStrike" kern="1200" cap="none" spc="0" baseline="0">
                  <a:solidFill>
                    <a:srgbClr val="0000FF"/>
                  </a:solidFill>
                  <a:latin typeface="Calibri" pitchFamily="34" charset="0"/>
                  <a:ea typeface="MS PGothic" pitchFamily="34" charset="-128"/>
                  <a:cs typeface="Calibri" pitchFamily="34" charset="0"/>
                </a:rPr>
                <a:t>Prime number</a:t>
              </a:r>
              <a:endParaRPr lang="zh-CN" altLang="en-US" sz="2400" b="0" i="0" u="none" strike="noStrike" kern="1200" cap="none" spc="0" baseline="0">
                <a:solidFill>
                  <a:srgbClr val="0000FF"/>
                </a:solidFill>
                <a:latin typeface="Calibri" pitchFamily="34" charset="0"/>
                <a:ea typeface="MS PGothic" pitchFamily="34" charset="-128"/>
                <a:cs typeface="Calibri" pitchFamily="34" charset="0"/>
              </a:endParaRPr>
            </a:p>
          </p:txBody>
        </p:sp>
        <p:sp>
          <p:nvSpPr>
            <p:cNvPr id="189" name="Rectangles"/>
            <p:cNvSpPr>
              <a:spLocks/>
            </p:cNvSpPr>
            <p:nvPr/>
          </p:nvSpPr>
          <p:spPr>
            <a:xfrm rot="0">
              <a:off x="6713425" y="4043448"/>
              <a:ext cx="457129" cy="453389"/>
            </a:xfrm>
            <a:prstGeom prst="rect"/>
            <a:noFill/>
            <a:ln w="12700" cmpd="sng" cap="flat">
              <a:noFill/>
              <a:prstDash val="solid"/>
              <a:round/>
            </a:ln>
          </p:spPr>
          <p:txBody>
            <a:bodyPr vert="horz" wrap="square" lIns="91440" tIns="45720" rIns="91440" bIns="45720" anchor="t" anchorCtr="0">
              <a:prstTxWarp prst="textNoShape"/>
              <a:spAutoFit/>
            </a:bodyPr>
            <a:lstStyle/>
            <a:p>
              <a:pPr marL="342900" indent="-342900" algn="l" eaLnBrk="1" hangingPunct="1">
                <a:lnSpc>
                  <a:spcPct val="100000"/>
                </a:lnSpc>
                <a:spcBef>
                  <a:spcPct val="50000"/>
                </a:spcBef>
                <a:spcAft>
                  <a:spcPts val="0"/>
                </a:spcAft>
                <a:buNone/>
              </a:pPr>
              <a:r>
                <a:rPr lang="en-US" altLang="zh-CN" sz="2400" b="0" i="0" u="none" strike="noStrike" kern="1200" cap="none" spc="0" baseline="0">
                  <a:solidFill>
                    <a:srgbClr val="FF0000"/>
                  </a:solidFill>
                  <a:latin typeface="Comic Sans MS" pitchFamily="66" charset="0"/>
                  <a:ea typeface="MS PGothic" pitchFamily="34" charset="-128"/>
                  <a:cs typeface="Calibri" pitchFamily="34" charset="0"/>
                </a:rPr>
                <a:t>3</a:t>
              </a:r>
              <a:endParaRPr lang="zh-CN" altLang="en-US" sz="2400" b="0" i="0" u="none" strike="noStrike" kern="1200" cap="none" spc="0" baseline="0">
                <a:solidFill>
                  <a:srgbClr val="FF0000"/>
                </a:solidFill>
                <a:latin typeface="Comic Sans MS" pitchFamily="66" charset="0"/>
                <a:ea typeface="MS PGothic" pitchFamily="34" charset="-128"/>
                <a:cs typeface="Calibri" pitchFamily="34" charset="0"/>
              </a:endParaRPr>
            </a:p>
          </p:txBody>
        </p:sp>
        <p:sp>
          <p:nvSpPr>
            <p:cNvPr id="190" name="Rectangles"/>
            <p:cNvSpPr>
              <a:spLocks/>
            </p:cNvSpPr>
            <p:nvPr/>
          </p:nvSpPr>
          <p:spPr>
            <a:xfrm rot="0">
              <a:off x="7018178" y="4976498"/>
              <a:ext cx="457129" cy="453389"/>
            </a:xfrm>
            <a:prstGeom prst="rect"/>
            <a:noFill/>
            <a:ln w="12700" cmpd="sng" cap="flat">
              <a:noFill/>
              <a:prstDash val="solid"/>
              <a:round/>
            </a:ln>
          </p:spPr>
          <p:txBody>
            <a:bodyPr vert="horz" wrap="square" lIns="91440" tIns="45720" rIns="91440" bIns="45720" anchor="t" anchorCtr="0">
              <a:prstTxWarp prst="textNoShape"/>
              <a:spAutoFit/>
            </a:bodyPr>
            <a:lstStyle/>
            <a:p>
              <a:pPr marL="342900" indent="-342900" algn="l" eaLnBrk="1" hangingPunct="1">
                <a:lnSpc>
                  <a:spcPct val="100000"/>
                </a:lnSpc>
                <a:spcBef>
                  <a:spcPct val="50000"/>
                </a:spcBef>
                <a:spcAft>
                  <a:spcPts val="0"/>
                </a:spcAft>
                <a:buNone/>
              </a:pPr>
              <a:r>
                <a:rPr lang="en-US" altLang="zh-CN" sz="2400" b="0" i="0" u="none" strike="noStrike" kern="1200" cap="none" spc="0" baseline="0">
                  <a:solidFill>
                    <a:srgbClr val="FF0000"/>
                  </a:solidFill>
                  <a:latin typeface="Comic Sans MS" pitchFamily="66" charset="0"/>
                  <a:ea typeface="MS PGothic" pitchFamily="34" charset="-128"/>
                  <a:cs typeface="Calibri" pitchFamily="34" charset="0"/>
                </a:rPr>
                <a:t>5</a:t>
              </a:r>
              <a:endParaRPr lang="zh-CN" altLang="en-US" sz="2400" b="0" i="0" u="none" strike="noStrike" kern="1200" cap="none" spc="0" baseline="0">
                <a:solidFill>
                  <a:srgbClr val="FF0000"/>
                </a:solidFill>
                <a:latin typeface="Comic Sans MS" pitchFamily="66" charset="0"/>
                <a:ea typeface="MS PGothic" pitchFamily="34" charset="-128"/>
                <a:cs typeface="Calibri" pitchFamily="34" charset="0"/>
              </a:endParaRPr>
            </a:p>
          </p:txBody>
        </p:sp>
        <p:sp>
          <p:nvSpPr>
            <p:cNvPr id="191" name="Rectangles"/>
            <p:cNvSpPr>
              <a:spLocks/>
            </p:cNvSpPr>
            <p:nvPr/>
          </p:nvSpPr>
          <p:spPr>
            <a:xfrm rot="0">
              <a:off x="2792062" y="4670518"/>
              <a:ext cx="457129" cy="453390"/>
            </a:xfrm>
            <a:prstGeom prst="rect"/>
            <a:noFill/>
            <a:ln w="12700" cmpd="sng" cap="flat">
              <a:noFill/>
              <a:prstDash val="solid"/>
              <a:round/>
            </a:ln>
          </p:spPr>
          <p:txBody>
            <a:bodyPr vert="horz" wrap="square" lIns="91440" tIns="45720" rIns="91440" bIns="45720" anchor="t" anchorCtr="0">
              <a:prstTxWarp prst="textNoShape"/>
              <a:spAutoFit/>
            </a:bodyPr>
            <a:lstStyle/>
            <a:p>
              <a:pPr marL="342900" indent="-342900" algn="l" eaLnBrk="1" hangingPunct="1">
                <a:lnSpc>
                  <a:spcPct val="100000"/>
                </a:lnSpc>
                <a:spcBef>
                  <a:spcPct val="50000"/>
                </a:spcBef>
                <a:spcAft>
                  <a:spcPts val="0"/>
                </a:spcAft>
                <a:buNone/>
              </a:pPr>
              <a:r>
                <a:rPr lang="en-US" altLang="zh-CN" sz="2400" b="0" i="0" u="none" strike="noStrike" kern="1200" cap="none" spc="0" baseline="0">
                  <a:solidFill>
                    <a:srgbClr val="0000FF"/>
                  </a:solidFill>
                  <a:latin typeface="Comic Sans MS" pitchFamily="66" charset="0"/>
                  <a:ea typeface="MS PGothic" pitchFamily="34" charset="-128"/>
                  <a:cs typeface="Calibri" pitchFamily="34" charset="0"/>
                </a:rPr>
                <a:t>1</a:t>
              </a:r>
              <a:endParaRPr lang="zh-CN" altLang="en-US" sz="2400" b="0" i="0" u="none" strike="noStrike" kern="1200" cap="none" spc="0" baseline="0">
                <a:solidFill>
                  <a:srgbClr val="0000FF"/>
                </a:solidFill>
                <a:latin typeface="Comic Sans MS" pitchFamily="66" charset="0"/>
                <a:ea typeface="MS PGothic" pitchFamily="34" charset="-128"/>
                <a:cs typeface="Calibri" pitchFamily="34" charset="0"/>
              </a:endParaRPr>
            </a:p>
          </p:txBody>
        </p:sp>
        <p:sp>
          <p:nvSpPr>
            <p:cNvPr id="192" name="Rounded rectangle callout"/>
            <p:cNvSpPr>
              <a:spLocks/>
            </p:cNvSpPr>
            <p:nvPr/>
          </p:nvSpPr>
          <p:spPr>
            <a:xfrm rot="0">
              <a:off x="2347913" y="5478463"/>
              <a:ext cx="2273299" cy="700086"/>
            </a:xfrm>
            <a:prstGeom prst="wedgeRoundRectCallout">
              <a:avLst>
                <a:gd name="adj1" fmla="val -25259"/>
                <a:gd name="adj2" fmla="val -105824"/>
                <a:gd name="adj3" fmla="val 16667"/>
              </a:avLst>
            </a:prstGeom>
            <a:gradFill rotWithShape="1">
              <a:gsLst>
                <a:gs pos="0">
                  <a:srgbClr val="F5FFE6">
                    <a:alpha val="100000"/>
                  </a:srgbClr>
                </a:gs>
                <a:gs pos="64999">
                  <a:srgbClr val="E4FDC2">
                    <a:alpha val="100000"/>
                  </a:srgbClr>
                </a:gs>
                <a:gs pos="100000">
                  <a:srgbClr val="DAFDA7">
                    <a:alpha val="100000"/>
                  </a:srgbClr>
                </a:gs>
              </a:gsLst>
              <a:lin ang="5400000" scaled="1"/>
            </a:gradFill>
            <a:ln w="9525" cmpd="sng" cap="flat">
              <a:solidFill>
                <a:srgbClr val="98B954"/>
              </a:solidFill>
              <a:prstDash val="solid"/>
              <a:miter/>
            </a:ln>
            <a:effectLst>
              <a:outerShdw sx="100000" sy="100000" algn="b" rotWithShape="0" blurRad="0" dist="20000" dir="5400000">
                <a:srgbClr val="808080">
                  <a:alpha val="37647"/>
                </a:srgbClr>
              </a:outerShdw>
            </a:effectLst>
          </p:spPr>
          <p:txBody>
            <a:bodyPr vert="horz" wrap="square" lIns="91440" tIns="45720" rIns="91440" bIns="45720" anchor="ctr" anchorCtr="0">
              <a:prstTxWarp prst="textNoShape"/>
            </a:bodyPr>
            <a:lstStyle/>
            <a:p>
              <a:pPr marL="6350" indent="7874" algn="ctr" eaLnBrk="1" hangingPunct="1">
                <a:lnSpc>
                  <a:spcPct val="100000"/>
                </a:lnSpc>
                <a:spcBef>
                  <a:spcPts val="0"/>
                </a:spcBef>
                <a:spcAft>
                  <a:spcPts val="0"/>
                </a:spcAft>
                <a:buNone/>
              </a:pPr>
              <a:r>
                <a:rPr lang="en-US" altLang="zh-CN" sz="1800" b="0" i="0" u="none" strike="noStrike" kern="1200" cap="none" spc="0" baseline="0">
                  <a:solidFill>
                    <a:schemeClr val="tx1"/>
                  </a:solidFill>
                  <a:latin typeface="Calibri" pitchFamily="34" charset="0"/>
                  <a:ea typeface="宋体" pitchFamily="0" charset="0"/>
                  <a:cs typeface="Cambria" pitchFamily="0" charset="0"/>
                </a:rPr>
                <a:t>Why is the number 1 outside the circles?</a:t>
              </a:r>
              <a:endParaRPr lang="zh-CN" altLang="en-US" sz="1800" b="0" i="0" u="none" strike="noStrike" kern="1200" cap="none" spc="0" baseline="0">
                <a:solidFill>
                  <a:schemeClr val="tx1"/>
                </a:solidFill>
                <a:latin typeface="Calibri" pitchFamily="34" charset="0"/>
                <a:ea typeface="宋体" pitchFamily="0" charset="0"/>
                <a:cs typeface="Cambria" pitchFamily="0" charset="0"/>
              </a:endParaRPr>
            </a:p>
          </p:txBody>
        </p:sp>
      </p:grpSp>
      <p:sp>
        <p:nvSpPr>
          <p:cNvPr id="194" name="Rectangles"/>
          <p:cNvSpPr>
            <a:spLocks/>
          </p:cNvSpPr>
          <p:nvPr/>
        </p:nvSpPr>
        <p:spPr>
          <a:xfrm rot="0">
            <a:off x="3895726" y="363539"/>
            <a:ext cx="6272212" cy="716914"/>
          </a:xfrm>
          <a:prstGeom prst="rect"/>
          <a:solidFill>
            <a:srgbClr val="FFFFFF"/>
          </a:solidFill>
          <a:ln w="25400" cmpd="sng" cap="flat">
            <a:solidFill>
              <a:srgbClr val="C0504D"/>
            </a:solidFill>
            <a:prstDash val="solid"/>
            <a:round/>
          </a:ln>
        </p:spPr>
        <p:txBody>
          <a:bodyPr vert="horz" wrap="square" lIns="91440" tIns="45720" rIns="91440" bIns="45720" anchor="t" anchorCtr="0">
            <a:prstTxWarp prst="textNoShape"/>
            <a:spAutoFit/>
          </a:bodyPr>
          <a:lstStyle/>
          <a:p>
            <a:pPr marL="0" indent="0" algn="ctr">
              <a:lnSpc>
                <a:spcPct val="100000"/>
              </a:lnSpc>
              <a:spcBef>
                <a:spcPts val="0"/>
              </a:spcBef>
              <a:spcAft>
                <a:spcPts val="0"/>
              </a:spcAft>
              <a:buNone/>
            </a:pPr>
            <a:r>
              <a:rPr lang="en-US" altLang="zh-CN" sz="4000" b="1" i="0" u="none" strike="noStrike" kern="1200" cap="none" spc="0" baseline="0">
                <a:solidFill>
                  <a:srgbClr val="000000"/>
                </a:solidFill>
                <a:latin typeface="Calibri" pitchFamily="34" charset="0"/>
                <a:ea typeface="ＭＳ Ｐゴシック" pitchFamily="0" charset="0"/>
                <a:cs typeface="ＭＳ Ｐゴシック" pitchFamily="0" charset="0"/>
              </a:rPr>
              <a:t>Venn Diagram</a:t>
            </a:r>
            <a:endParaRPr lang="zh-CN" altLang="en-US" sz="4000" b="1" i="0" u="none" strike="noStrike" kern="1200" cap="none" spc="0" baseline="0">
              <a:solidFill>
                <a:srgbClr val="000000"/>
              </a:solidFill>
              <a:latin typeface="Calibri" pitchFamily="34" charset="0"/>
              <a:ea typeface="ＭＳ Ｐゴシック" pitchFamily="0" charset="0"/>
              <a:cs typeface="ＭＳ Ｐゴシック" pitchFamily="0" charset="0"/>
            </a:endParaRPr>
          </a:p>
        </p:txBody>
      </p:sp>
      <p:sp>
        <p:nvSpPr>
          <p:cNvPr id="195" name="Rectangles"/>
          <p:cNvSpPr>
            <a:spLocks/>
          </p:cNvSpPr>
          <p:nvPr/>
        </p:nvSpPr>
        <p:spPr>
          <a:xfrm rot="0">
            <a:off x="5989639" y="6519863"/>
            <a:ext cx="466724" cy="365125"/>
          </a:xfrm>
          <a:prstGeom prst="rect"/>
          <a:noFill/>
          <a:ln w="12700" cmpd="sng" cap="flat">
            <a:noFill/>
            <a:prstDash val="solid"/>
            <a:round/>
          </a:ln>
        </p:spPr>
        <p:txBody>
          <a:bodyPr vert="horz" wrap="square" lIns="91440" tIns="45720" rIns="91440" bIns="45720" anchor="ctr" anchorCtr="0">
            <a:prstTxWarp prst="textNoShape"/>
          </a:bodyPr>
          <a:lstStyle/>
          <a:p>
            <a:pPr marL="0" indent="0" algn="l" eaLnBrk="1" hangingPunct="1">
              <a:lnSpc>
                <a:spcPct val="100000"/>
              </a:lnSpc>
              <a:spcBef>
                <a:spcPts val="0"/>
              </a:spcBef>
              <a:spcAft>
                <a:spcPts val="0"/>
              </a:spcAft>
              <a:buNone/>
            </a:pPr>
            <a:fld id="{CAD2D6BD-DE1B-4B5F-8B41-2702339687B9}" type="slidenum">
              <a:rPr lang="en-US" altLang="zh-CN" sz="1200" b="0" i="0" u="none" strike="noStrike" kern="1200" cap="none" spc="0" baseline="0">
                <a:solidFill>
                  <a:srgbClr val="FFFFFF"/>
                </a:solidFill>
                <a:latin typeface="Calibri" pitchFamily="34" charset="0"/>
                <a:ea typeface="MS PGothic" pitchFamily="34" charset="-128"/>
                <a:cs typeface="Arial" pitchFamily="34" charset="0"/>
              </a:rPr>
              <a:t>13</a:t>
            </a:fld>
            <a:endParaRPr lang="zh-CN" altLang="en-US" sz="1200" b="0" i="0" u="none" strike="noStrike" kern="1200" cap="none" spc="0" baseline="0">
              <a:solidFill>
                <a:srgbClr val="FFFFFF"/>
              </a:solidFill>
              <a:latin typeface="Calibri" pitchFamily="34" charset="0"/>
              <a:ea typeface="MS PGothic" pitchFamily="34" charset="-128"/>
              <a:cs typeface="Arial" pitchFamily="34" charset="0"/>
            </a:endParaRPr>
          </a:p>
        </p:txBody>
      </p:sp>
    </p:spTree>
    <p:extLst>
      <p:ext uri="{BB962C8B-B14F-4D97-AF65-F5344CB8AC3E}">
        <p14:creationId xmlns:p14="http://schemas.microsoft.com/office/powerpoint/2010/main" val="586856233"/>
      </p:ext>
    </p:extLst>
  </p:cSld>
  <p:clrMapOvr>
    <a:masterClrMapping/>
  </p:clrMapOvr>
</p:sld>
</file>

<file path=ppt/slides/slide14.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99" name="Text box"/>
          <p:cNvSpPr>
            <a:spLocks noGrp="1"/>
          </p:cNvSpPr>
          <p:nvPr>
            <p:ph type="title"/>
          </p:nvPr>
        </p:nvSpPr>
        <p:spPr>
          <a:xfrm rot="0">
            <a:off x="3863976" y="357189"/>
            <a:ext cx="6272211" cy="777875"/>
          </a:xfrm>
          <a:prstGeom prst="rect"/>
          <a:solidFill>
            <a:srgbClr val="FFFFFF"/>
          </a:solidFill>
          <a:ln w="25400" cmpd="sng" cap="flat">
            <a:solidFill>
              <a:srgbClr val="C0504D"/>
            </a:solidFill>
            <a:prstDash val="solid"/>
            <a:round/>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en-US" altLang="zh-CN" sz="4000" b="1" i="0" u="none" strike="noStrike" kern="1200" cap="none" spc="0" baseline="0">
                <a:solidFill>
                  <a:srgbClr val="000000"/>
                </a:solidFill>
                <a:latin typeface="Calibri" pitchFamily="34" charset="0"/>
                <a:ea typeface="宋体" pitchFamily="0" charset="0"/>
                <a:cs typeface="Calibri" pitchFamily="34" charset="0"/>
              </a:rPr>
              <a:t>Approach to Probability  </a:t>
            </a:r>
            <a:endParaRPr lang="zh-CN" altLang="en-US" sz="4000" b="1" i="0" u="none" strike="noStrike" kern="1200" cap="none" spc="0" baseline="0">
              <a:solidFill>
                <a:srgbClr val="000000"/>
              </a:solidFill>
              <a:latin typeface="Calibri" pitchFamily="34" charset="0"/>
              <a:ea typeface="宋体" pitchFamily="0" charset="0"/>
              <a:cs typeface="Calibri" pitchFamily="34" charset="0"/>
            </a:endParaRPr>
          </a:p>
        </p:txBody>
      </p:sp>
      <p:sp>
        <p:nvSpPr>
          <p:cNvPr id="200" name="Rectangles"/>
          <p:cNvSpPr>
            <a:spLocks/>
          </p:cNvSpPr>
          <p:nvPr/>
        </p:nvSpPr>
        <p:spPr>
          <a:xfrm rot="0">
            <a:off x="1919288" y="1412875"/>
            <a:ext cx="8229600" cy="4525963"/>
          </a:xfrm>
          <a:prstGeom prst="rect"/>
          <a:noFill/>
          <a:ln w="12700" cmpd="sng" cap="flat">
            <a:noFill/>
            <a:prstDash val="solid"/>
            <a:round/>
          </a:ln>
        </p:spPr>
        <p:txBody>
          <a:bodyPr vert="horz" wrap="square" lIns="91440" tIns="45720" rIns="91440" bIns="45720" anchor="t" anchorCtr="0">
            <a:prstTxWarp prst="textNoShape"/>
          </a:bodyPr>
          <a:lstStyle/>
          <a:p>
            <a:pPr marL="6350" indent="7874" algn="just" eaLnBrk="1" hangingPunct="1">
              <a:lnSpc>
                <a:spcPct val="100000"/>
              </a:lnSpc>
              <a:spcBef>
                <a:spcPct val="20000"/>
              </a:spcBef>
              <a:spcAft>
                <a:spcPts val="0"/>
              </a:spcAft>
              <a:buNone/>
            </a:pPr>
            <a:r>
              <a:rPr lang="en-US" altLang="zh-CN" sz="2800" b="0" i="0" u="none" strike="noStrike" kern="1200" cap="none" spc="0" baseline="0">
                <a:solidFill>
                  <a:schemeClr val="tx1"/>
                </a:solidFill>
                <a:latin typeface="Calibri" pitchFamily="34" charset="0"/>
                <a:ea typeface="MS PGothic" pitchFamily="34" charset="-128"/>
                <a:cs typeface="Calibri" pitchFamily="34" charset="0"/>
              </a:rPr>
              <a:t>When the outcomes in a sample space are </a:t>
            </a:r>
            <a:r>
              <a:rPr lang="en-US" altLang="zh-CN" sz="2800" b="0" i="0" u="none" strike="noStrike" kern="1200" cap="none" spc="0" baseline="0">
                <a:solidFill>
                  <a:srgbClr val="0000FF"/>
                </a:solidFill>
                <a:latin typeface="Calibri" pitchFamily="34" charset="0"/>
                <a:ea typeface="MS PGothic" pitchFamily="34" charset="-128"/>
                <a:cs typeface="Calibri" pitchFamily="34" charset="0"/>
              </a:rPr>
              <a:t>equally likely</a:t>
            </a:r>
            <a:r>
              <a:rPr lang="en-US" altLang="zh-CN" sz="2800" b="0" i="0" u="none" strike="noStrike" kern="1200" cap="none" spc="0" baseline="0">
                <a:solidFill>
                  <a:schemeClr val="tx1"/>
                </a:solidFill>
                <a:latin typeface="Calibri" pitchFamily="34" charset="0"/>
                <a:ea typeface="MS PGothic" pitchFamily="34" charset="-128"/>
                <a:cs typeface="Calibri" pitchFamily="34" charset="0"/>
              </a:rPr>
              <a:t>, the probability of an event E, denoted by </a:t>
            </a:r>
            <a:r>
              <a:rPr lang="en-US" altLang="zh-CN" sz="2800" b="1" i="1" u="none" strike="noStrike" kern="1200" cap="none" spc="0" baseline="0">
                <a:solidFill>
                  <a:srgbClr val="0000FF"/>
                </a:solidFill>
                <a:latin typeface="Calibri" pitchFamily="34" charset="0"/>
                <a:ea typeface="MS PGothic" pitchFamily="34" charset="-128"/>
                <a:cs typeface="Calibri" pitchFamily="34" charset="0"/>
              </a:rPr>
              <a:t>P</a:t>
            </a:r>
            <a:r>
              <a:rPr lang="en-US" altLang="zh-CN" sz="2800" b="1" i="0" u="none" strike="noStrike" kern="1200" cap="none" spc="0" baseline="0">
                <a:solidFill>
                  <a:srgbClr val="0000FF"/>
                </a:solidFill>
                <a:latin typeface="Calibri" pitchFamily="34" charset="0"/>
                <a:ea typeface="MS PGothic" pitchFamily="34" charset="-128"/>
                <a:cs typeface="Calibri" pitchFamily="34" charset="0"/>
              </a:rPr>
              <a:t>(</a:t>
            </a:r>
            <a:r>
              <a:rPr lang="en-US" altLang="zh-CN" sz="2800" b="1" i="1" u="none" strike="noStrike" kern="1200" cap="none" spc="0" baseline="0">
                <a:solidFill>
                  <a:srgbClr val="0000FF"/>
                </a:solidFill>
                <a:latin typeface="Calibri" pitchFamily="34" charset="0"/>
                <a:ea typeface="MS PGothic" pitchFamily="34" charset="-128"/>
                <a:cs typeface="Calibri" pitchFamily="34" charset="0"/>
              </a:rPr>
              <a:t>E</a:t>
            </a:r>
            <a:r>
              <a:rPr lang="en-US" altLang="zh-CN" sz="2800" b="1" i="0" u="none" strike="noStrike" kern="1200" cap="none" spc="0" baseline="0">
                <a:solidFill>
                  <a:srgbClr val="0000FF"/>
                </a:solidFill>
                <a:latin typeface="Calibri" pitchFamily="34" charset="0"/>
                <a:ea typeface="MS PGothic" pitchFamily="34" charset="-128"/>
                <a:cs typeface="Calibri" pitchFamily="34" charset="0"/>
              </a:rPr>
              <a:t>)</a:t>
            </a:r>
            <a:r>
              <a:rPr lang="en-US" altLang="zh-CN" sz="2800" b="0" i="0" u="none" strike="noStrike" kern="1200" cap="none" spc="0" baseline="0">
                <a:solidFill>
                  <a:schemeClr val="tx1"/>
                </a:solidFill>
                <a:latin typeface="Calibri" pitchFamily="34" charset="0"/>
                <a:ea typeface="MS PGothic" pitchFamily="34" charset="-128"/>
                <a:cs typeface="Calibri" pitchFamily="34" charset="0"/>
              </a:rPr>
              <a:t>, is the </a:t>
            </a:r>
            <a:r>
              <a:rPr lang="en-US" altLang="zh-CN" sz="2800" b="1" i="0" u="none" strike="noStrike" kern="1200" cap="none" spc="0" baseline="0">
                <a:solidFill>
                  <a:schemeClr val="tx1"/>
                </a:solidFill>
                <a:latin typeface="Calibri" pitchFamily="34" charset="0"/>
                <a:ea typeface="MS PGothic" pitchFamily="34" charset="-128"/>
                <a:cs typeface="Calibri" pitchFamily="34" charset="0"/>
              </a:rPr>
              <a:t>ratio</a:t>
            </a:r>
            <a:r>
              <a:rPr lang="en-US" altLang="zh-CN" sz="2800" b="0" i="0" u="none" strike="noStrike" kern="1200" cap="none" spc="0" baseline="0">
                <a:solidFill>
                  <a:schemeClr val="tx1"/>
                </a:solidFill>
                <a:latin typeface="Calibri" pitchFamily="34" charset="0"/>
                <a:ea typeface="MS PGothic" pitchFamily="34" charset="-128"/>
                <a:cs typeface="Calibri" pitchFamily="34" charset="0"/>
              </a:rPr>
              <a:t> of the number of outcomes favorable to E to the total number of outcomes in the sample space. </a:t>
            </a:r>
            <a:endParaRPr lang="zh-CN" altLang="en-US" sz="2800" b="0" i="0" u="none" strike="noStrike" kern="1200" cap="none" spc="0" baseline="0">
              <a:solidFill>
                <a:schemeClr val="tx1"/>
              </a:solidFill>
              <a:latin typeface="Calibri" pitchFamily="34" charset="0"/>
              <a:ea typeface="MS PGothic" pitchFamily="34" charset="-128"/>
              <a:cs typeface="Calibri" pitchFamily="34" charset="0"/>
            </a:endParaRPr>
          </a:p>
        </p:txBody>
      </p:sp>
      <p:graphicFrame>
        <p:nvGraphicFramePr>
          <p:cNvPr id="201" name="Object"/>
          <p:cNvGraphicFramePr>
            <a:graphicFrameLocks noChangeAspect="1"/>
          </p:cNvGraphicFramePr>
          <p:nvPr/>
        </p:nvGraphicFramePr>
        <p:xfrm>
          <a:off x="2524125" y="3429001"/>
          <a:ext cx="7000874" cy="1069975"/>
        </p:xfrm>
        <a:graphic>
          <a:graphicData uri="http://schemas.openxmlformats.org/presentationml/2006/ole">
            <mc:AlternateContent xmlns:mc="http://schemas.openxmlformats.org/markup-compatibility/2006">
              <mc:Choice xmlns:v="urn:schemas-microsoft-com:vml" Requires="v">
                <p:oleObj spid="" name="package" imgW="6108700" imgH="914400" progId="package">
                  <p:embed/>
                </p:oleObj>
              </mc:Choice>
              <mc:Fallback>
                <p:oleObj name="package" imgW="6108700" imgH="914400" progId="package">
                  <p:embed/>
                  <p:pic>
                    <p:nvPicPr>
                      <p:cNvPr id="201" name="Object"/>
                      <p:cNvPicPr>
                        <a:picLocks noChangeAspect="1"/>
                      </p:cNvPicPr>
                      <p:nvPr/>
                    </p:nvPicPr>
                    <p:blipFill>
                      <a:blip r:embed="rId1" cstate="print"/>
                      <a:stretch>
                        <a:fillRect/>
                      </a:stretch>
                    </p:blipFill>
                    <p:spPr>
                      <a:xfrm rot="0">
                        <a:off x="2524125" y="3429001"/>
                        <a:ext cx="7000874" cy="1069975"/>
                      </a:xfrm>
                      <a:prstGeom prst="rect"/>
                      <a:noFill/>
                      <a:ln cmpd="sng" cap="flat">
                        <a:noFill/>
                        <a:prstDash val="solid"/>
                        <a:round/>
                      </a:ln>
                    </p:spPr>
                  </p:pic>
                </p:oleObj>
              </mc:Fallback>
            </mc:AlternateContent>
          </a:graphicData>
        </a:graphic>
      </p:graphicFrame>
      <p:sp>
        <p:nvSpPr>
          <p:cNvPr id="202" name="Rectangles"/>
          <p:cNvSpPr>
            <a:spLocks/>
          </p:cNvSpPr>
          <p:nvPr/>
        </p:nvSpPr>
        <p:spPr>
          <a:xfrm rot="0">
            <a:off x="2024063" y="4681539"/>
            <a:ext cx="7772400" cy="520065"/>
          </a:xfrm>
          <a:prstGeom prst="rect"/>
          <a:noFill/>
          <a:ln w="9525" cmpd="sng" cap="flat">
            <a:noFill/>
            <a:prstDash val="solid"/>
            <a:miter/>
          </a:ln>
        </p:spPr>
        <p:txBody>
          <a:bodyPr vert="horz" wrap="square" lIns="91440" tIns="45720" rIns="91440" bIns="45720" anchor="t" anchorCtr="0">
            <a:prstTxWarp prst="textNoShape"/>
            <a:spAutoFit/>
          </a:bodyPr>
          <a:lstStyle/>
          <a:p>
            <a:pPr marL="6350" indent="7874" algn="l">
              <a:lnSpc>
                <a:spcPct val="100000"/>
              </a:lnSpc>
              <a:spcBef>
                <a:spcPct val="50000"/>
              </a:spcBef>
              <a:spcAft>
                <a:spcPts val="0"/>
              </a:spcAft>
              <a:buNone/>
            </a:pPr>
            <a:r>
              <a:rPr lang="en-US" altLang="zh-CN" sz="2800" b="0" i="0" u="none" strike="noStrike" kern="1200" cap="none" spc="0" baseline="0">
                <a:solidFill>
                  <a:schemeClr val="tx1"/>
                </a:solidFill>
                <a:latin typeface="Calibri" pitchFamily="34" charset="0"/>
                <a:ea typeface="MS PGothic" pitchFamily="34" charset="-128"/>
                <a:cs typeface="Calibri" pitchFamily="34" charset="0"/>
              </a:rPr>
              <a:t>Examples: flipping a coin, rolling a dice, etc.</a:t>
            </a:r>
            <a:endParaRPr lang="zh-CN" altLang="en-US" sz="2800" b="0" i="0" u="none" strike="noStrike" kern="1200" cap="none" spc="0" baseline="0">
              <a:solidFill>
                <a:schemeClr val="tx1"/>
              </a:solidFill>
              <a:latin typeface="Calibri" pitchFamily="34" charset="0"/>
              <a:ea typeface="MS PGothic" pitchFamily="34" charset="-128"/>
              <a:cs typeface="Calibri" pitchFamily="34" charset="0"/>
            </a:endParaRPr>
          </a:p>
        </p:txBody>
      </p:sp>
      <p:sp>
        <p:nvSpPr>
          <p:cNvPr id="203" name="Rectangles"/>
          <p:cNvSpPr>
            <a:spLocks noGrp="1"/>
          </p:cNvSpPr>
          <p:nvPr>
            <p:ph type="sldNum" idx="12"/>
          </p:nvPr>
        </p:nvSpPr>
        <p:spPr>
          <a:xfrm rot="0">
            <a:off x="5989639" y="6519863"/>
            <a:ext cx="466724" cy="365125"/>
          </a:xfrm>
          <a:prstGeom prst="rect"/>
          <a:noFill/>
          <a:ln w="12700" cmpd="sng" cap="flat">
            <a:noFill/>
            <a:prstDash val="solid"/>
            <a:miter/>
          </a:ln>
        </p:spPr>
        <p:txBody>
          <a:bodyPr vert="horz" wrap="square" lIns="91440" tIns="45720" rIns="91440" bIns="45720" anchor="ctr" anchorCtr="0">
            <a:prstTxWarp prst="textNoShape"/>
          </a:bodyPr>
          <a:lstStyle/>
          <a:p>
            <a:pPr marL="0" indent="0" algn="l" eaLnBrk="1" hangingPunct="1">
              <a:lnSpc>
                <a:spcPct val="100000"/>
              </a:lnSpc>
              <a:spcBef>
                <a:spcPts val="0"/>
              </a:spcBef>
              <a:spcAft>
                <a:spcPts val="0"/>
              </a:spcAft>
              <a:buNone/>
            </a:pPr>
            <a:fld id="{CAD2D6BD-DE1B-4B5F-8B41-2702339687B9}" type="slidenum">
              <a:rPr lang="en-US" altLang="zh-CN" sz="1200" b="0" i="0" u="none" strike="noStrike" kern="1200" cap="none" spc="0" baseline="0">
                <a:solidFill>
                  <a:srgbClr val="FFFFFF"/>
                </a:solidFill>
                <a:latin typeface="Calibri" pitchFamily="34" charset="0"/>
                <a:ea typeface="MS PGothic" pitchFamily="34" charset="-128"/>
                <a:cs typeface="Arial" pitchFamily="34" charset="0"/>
              </a:rPr>
              <a:t>14</a:t>
            </a:fld>
            <a:endParaRPr lang="zh-CN" altLang="en-US" sz="1200" b="0" i="0" u="none" strike="noStrike" kern="1200" cap="none" spc="0" baseline="0">
              <a:solidFill>
                <a:srgbClr val="FFFFFF"/>
              </a:solidFill>
              <a:latin typeface="Calibri" pitchFamily="34" charset="0"/>
              <a:ea typeface="MS PGothic" pitchFamily="34" charset="-128"/>
              <a:cs typeface="Arial" pitchFamily="34" charset="0"/>
            </a:endParaRPr>
          </a:p>
        </p:txBody>
      </p:sp>
    </p:spTree>
    <p:extLst>
      <p:ext uri="{BB962C8B-B14F-4D97-AF65-F5344CB8AC3E}">
        <p14:creationId xmlns:p14="http://schemas.microsoft.com/office/powerpoint/2010/main" val="2049281502"/>
      </p:ext>
    </p:extLst>
  </p:cSld>
  <p:clrMapOvr>
    <a:masterClrMapping/>
  </p:clrMapOvr>
</p:sld>
</file>

<file path=ppt/slides/slide15.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207" name="Text box"/>
          <p:cNvSpPr>
            <a:spLocks noGrp="1"/>
          </p:cNvSpPr>
          <p:nvPr>
            <p:ph type="title"/>
          </p:nvPr>
        </p:nvSpPr>
        <p:spPr>
          <a:xfrm rot="0">
            <a:off x="3881439" y="365126"/>
            <a:ext cx="6275387" cy="777875"/>
          </a:xfrm>
          <a:prstGeom prst="rect"/>
          <a:solidFill>
            <a:srgbClr val="FFFFFF"/>
          </a:solidFill>
          <a:ln w="25400" cmpd="sng" cap="flat">
            <a:solidFill>
              <a:srgbClr val="C0504D"/>
            </a:solidFill>
            <a:prstDash val="solid"/>
            <a:round/>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en-US" altLang="zh-CN" sz="4000" b="1" i="0" u="none" strike="noStrike" kern="1200" cap="none" spc="0" baseline="0">
                <a:solidFill>
                  <a:srgbClr val="000000"/>
                </a:solidFill>
                <a:latin typeface="Calibri" pitchFamily="34" charset="0"/>
                <a:ea typeface="宋体" pitchFamily="0" charset="0"/>
                <a:cs typeface="Calibri" pitchFamily="34" charset="0"/>
              </a:rPr>
              <a:t>Probability - Rules</a:t>
            </a:r>
            <a:endParaRPr lang="zh-CN" altLang="en-US" sz="4000" b="1" i="0" u="none" strike="noStrike" kern="1200" cap="none" spc="0" baseline="0">
              <a:solidFill>
                <a:srgbClr val="000000"/>
              </a:solidFill>
              <a:latin typeface="Calibri" pitchFamily="34" charset="0"/>
              <a:ea typeface="宋体" pitchFamily="0" charset="0"/>
              <a:cs typeface="Calibri" pitchFamily="34" charset="0"/>
            </a:endParaRPr>
          </a:p>
        </p:txBody>
      </p:sp>
      <p:sp>
        <p:nvSpPr>
          <p:cNvPr id="208" name="Text box"/>
          <p:cNvSpPr>
            <a:spLocks noGrp="1"/>
          </p:cNvSpPr>
          <p:nvPr>
            <p:ph type="body" idx="1"/>
          </p:nvPr>
        </p:nvSpPr>
        <p:spPr>
          <a:xfrm rot="0">
            <a:off x="1828800" y="1635126"/>
            <a:ext cx="8686800" cy="650874"/>
          </a:xfrm>
          <a:prstGeom prst="rect"/>
          <a:noFill/>
          <a:ln w="12700" cmpd="sng" cap="flat">
            <a:noFill/>
            <a:prstDash val="solid"/>
            <a:round/>
          </a:ln>
        </p:spPr>
        <p:txBody>
          <a:bodyPr vert="horz" wrap="square" lIns="91440" tIns="45720" rIns="91440" bIns="45720" anchor="t" anchorCtr="0">
            <a:prstTxWarp prst="textNoShape"/>
          </a:bodyPr>
          <a:lstStyle/>
          <a:p>
            <a:pPr marL="342900" indent="-342900" algn="l">
              <a:lnSpc>
                <a:spcPct val="100000"/>
              </a:lnSpc>
              <a:spcBef>
                <a:spcPct val="20000"/>
              </a:spcBef>
              <a:spcAft>
                <a:spcPts val="0"/>
              </a:spcAft>
              <a:buFont typeface="Arial" pitchFamily="34" charset="0"/>
              <a:buChar char="•"/>
            </a:pPr>
            <a:r>
              <a:rPr lang="en-US" altLang="zh-CN" sz="2800" b="0" i="0" u="none" strike="noStrike" kern="1200" cap="none" spc="0" baseline="0">
                <a:solidFill>
                  <a:schemeClr val="tx1"/>
                </a:solidFill>
                <a:latin typeface="Calibri" pitchFamily="34" charset="0"/>
                <a:ea typeface="MS PGothic" pitchFamily="34" charset="-128"/>
                <a:cs typeface="Lucida Sans" pitchFamily="0" charset="0"/>
              </a:rPr>
              <a:t>Fundamental Properties of Probability</a:t>
            </a:r>
            <a:endParaRPr lang="en-US" altLang="zh-CN" sz="2800" b="0" i="0" u="none" strike="noStrike" kern="1200" cap="none" spc="0" baseline="0">
              <a:solidFill>
                <a:schemeClr val="tx1"/>
              </a:solidFill>
              <a:latin typeface="Calibri" pitchFamily="34" charset="0"/>
              <a:ea typeface="MS PGothic" pitchFamily="34" charset="-128"/>
              <a:cs typeface="Lucida Sans" pitchFamily="0" charset="0"/>
            </a:endParaRPr>
          </a:p>
          <a:p>
            <a:pPr marL="342900" indent="-342900" algn="l">
              <a:lnSpc>
                <a:spcPct val="100000"/>
              </a:lnSpc>
              <a:spcBef>
                <a:spcPct val="20000"/>
              </a:spcBef>
              <a:spcAft>
                <a:spcPts val="0"/>
              </a:spcAft>
              <a:buFont typeface="Arial" pitchFamily="34" charset="0"/>
              <a:buChar char="•"/>
            </a:pPr>
            <a:endParaRPr lang="zh-CN" altLang="en-US" sz="2800" b="0" i="0" u="none" strike="noStrike" kern="1200" cap="none" spc="0" baseline="0">
              <a:solidFill>
                <a:schemeClr val="tx1"/>
              </a:solidFill>
              <a:latin typeface="Calibri" pitchFamily="34" charset="0"/>
              <a:ea typeface="MS PGothic" pitchFamily="34" charset="-128"/>
              <a:cs typeface="Lucida Sans" pitchFamily="0" charset="0"/>
            </a:endParaRPr>
          </a:p>
        </p:txBody>
      </p:sp>
      <p:sp>
        <p:nvSpPr>
          <p:cNvPr id="209" name="Rectangles"/>
          <p:cNvSpPr>
            <a:spLocks/>
          </p:cNvSpPr>
          <p:nvPr/>
        </p:nvSpPr>
        <p:spPr>
          <a:xfrm rot="0">
            <a:off x="2279650" y="2420939"/>
            <a:ext cx="7481888" cy="3311525"/>
          </a:xfrm>
          <a:prstGeom prst="rect"/>
          <a:noFill/>
          <a:ln w="12700" cmpd="sng" cap="flat">
            <a:noFill/>
            <a:prstDash val="solid"/>
            <a:round/>
          </a:ln>
        </p:spPr>
        <p:txBody>
          <a:bodyPr vert="horz" wrap="square" lIns="91440" tIns="45720" rIns="91440" bIns="45720" anchor="t" anchorCtr="0">
            <a:prstTxWarp prst="textNoShape"/>
          </a:bodyPr>
          <a:lstStyle/>
          <a:p>
            <a:pPr marL="609600" indent="-609600" algn="l" eaLnBrk="1" hangingPunct="1">
              <a:lnSpc>
                <a:spcPct val="90000"/>
              </a:lnSpc>
              <a:spcBef>
                <a:spcPct val="20000"/>
              </a:spcBef>
              <a:spcAft>
                <a:spcPts val="0"/>
              </a:spcAft>
              <a:buNone/>
            </a:pPr>
            <a:r>
              <a:rPr lang="en-US" altLang="zh-CN" sz="2800" b="1" i="0" u="none" strike="noStrike" kern="1200" cap="none" spc="0" baseline="0">
                <a:solidFill>
                  <a:srgbClr val="0101FF"/>
                </a:solidFill>
                <a:latin typeface="Calibri" pitchFamily="34" charset="0"/>
                <a:ea typeface="MS PGothic" pitchFamily="34" charset="-128"/>
                <a:cs typeface="Calibri" pitchFamily="34" charset="0"/>
              </a:rPr>
              <a:t>Property 1.</a:t>
            </a:r>
            <a:r>
              <a:rPr lang="en-US" altLang="zh-CN" sz="2800" b="0" i="0" u="none" strike="noStrike" kern="1200" cap="none" spc="0" baseline="0">
                <a:solidFill>
                  <a:srgbClr val="0101FF"/>
                </a:solidFill>
                <a:latin typeface="Calibri" pitchFamily="34" charset="0"/>
                <a:ea typeface="MS PGothic" pitchFamily="34" charset="-128"/>
                <a:cs typeface="Calibri" pitchFamily="34" charset="0"/>
              </a:rPr>
              <a:t> </a:t>
            </a:r>
            <a:r>
              <a:rPr lang="en-US" altLang="zh-CN" sz="2800" b="0" i="0" u="sng" strike="noStrike" kern="1200" cap="none" spc="0" baseline="0">
                <a:solidFill>
                  <a:srgbClr val="0101FF"/>
                </a:solidFill>
                <a:latin typeface="Calibri" pitchFamily="34" charset="0"/>
                <a:ea typeface="MS PGothic" pitchFamily="34" charset="-128"/>
                <a:cs typeface="Calibri" pitchFamily="34" charset="0"/>
              </a:rPr>
              <a:t>Legitimate Values</a:t>
            </a:r>
            <a:endParaRPr lang="en-US" altLang="zh-CN" sz="2800" b="0" i="0" u="sng" strike="noStrike" kern="1200" cap="none" spc="0" baseline="0">
              <a:solidFill>
                <a:srgbClr val="0101FF"/>
              </a:solidFill>
              <a:latin typeface="Calibri" pitchFamily="34" charset="0"/>
              <a:ea typeface="MS PGothic" pitchFamily="34" charset="-128"/>
              <a:cs typeface="Calibri" pitchFamily="34" charset="0"/>
            </a:endParaRPr>
          </a:p>
          <a:p>
            <a:pPr marL="609600" indent="-609600" algn="l" eaLnBrk="1" hangingPunct="1">
              <a:lnSpc>
                <a:spcPct val="90000"/>
              </a:lnSpc>
              <a:spcBef>
                <a:spcPct val="20000"/>
              </a:spcBef>
              <a:spcAft>
                <a:spcPts val="0"/>
              </a:spcAft>
              <a:buNone/>
            </a:pPr>
            <a:r>
              <a:rPr lang="en-US" altLang="zh-CN" sz="2800" b="0" i="0" u="none" strike="noStrike" kern="1200" cap="none" spc="0" baseline="0">
                <a:solidFill>
                  <a:srgbClr val="000000"/>
                </a:solidFill>
                <a:latin typeface="Calibri" pitchFamily="34" charset="0"/>
                <a:ea typeface="MS PGothic" pitchFamily="34" charset="-128"/>
                <a:cs typeface="Arial" pitchFamily="34" charset="0"/>
              </a:rPr>
              <a:t>For any event </a:t>
            </a:r>
            <a:r>
              <a:rPr lang="en-US" altLang="zh-CN" sz="2800" b="0" i="1" u="none" strike="noStrike" kern="1200" cap="none" spc="0" baseline="0">
                <a:solidFill>
                  <a:srgbClr val="000000"/>
                </a:solidFill>
                <a:latin typeface="Calibri" pitchFamily="34" charset="0"/>
                <a:ea typeface="MS PGothic" pitchFamily="34" charset="-128"/>
                <a:cs typeface="Arial" pitchFamily="34" charset="0"/>
              </a:rPr>
              <a:t>E</a:t>
            </a:r>
            <a:r>
              <a:rPr lang="en-US" altLang="zh-CN" sz="2800" b="0" i="0" u="none" strike="noStrike" kern="1200" cap="none" spc="0" baseline="0">
                <a:solidFill>
                  <a:srgbClr val="000000"/>
                </a:solidFill>
                <a:latin typeface="Calibri" pitchFamily="34" charset="0"/>
                <a:ea typeface="MS PGothic" pitchFamily="34" charset="-128"/>
                <a:cs typeface="Arial" pitchFamily="34" charset="0"/>
              </a:rPr>
              <a:t>, </a:t>
            </a:r>
            <a:endParaRPr lang="en-US" altLang="zh-CN" sz="2800" b="0" i="0" u="none" strike="noStrike" kern="1200" cap="none" spc="0" baseline="0">
              <a:solidFill>
                <a:srgbClr val="000000"/>
              </a:solidFill>
              <a:latin typeface="Calibri" pitchFamily="34" charset="0"/>
              <a:ea typeface="MS PGothic" pitchFamily="34" charset="-128"/>
              <a:cs typeface="Arial" pitchFamily="34" charset="0"/>
            </a:endParaRPr>
          </a:p>
          <a:p>
            <a:pPr marL="609600" indent="-609600" algn="l" eaLnBrk="1" hangingPunct="1">
              <a:lnSpc>
                <a:spcPct val="90000"/>
              </a:lnSpc>
              <a:spcBef>
                <a:spcPct val="20000"/>
              </a:spcBef>
              <a:spcAft>
                <a:spcPts val="0"/>
              </a:spcAft>
              <a:buNone/>
            </a:pPr>
            <a:r>
              <a:rPr lang="en-US" altLang="zh-CN" sz="2800" b="0" i="0" u="none" strike="noStrike" kern="1200" cap="none" spc="0" baseline="0">
                <a:solidFill>
                  <a:srgbClr val="000000"/>
                </a:solidFill>
                <a:latin typeface="Calibri" pitchFamily="34" charset="0"/>
                <a:ea typeface="MS PGothic" pitchFamily="34" charset="-128"/>
                <a:cs typeface="Arial" pitchFamily="34" charset="0"/>
              </a:rPr>
              <a:t>				0 </a:t>
            </a:r>
            <a:r>
              <a:rPr lang="en-US" altLang="zh-CN" sz="2800" b="0" i="0" u="sng" strike="noStrike" kern="1200" cap="none" spc="0" baseline="0">
                <a:solidFill>
                  <a:srgbClr val="000000"/>
                </a:solidFill>
                <a:latin typeface="Calibri" pitchFamily="34" charset="0"/>
                <a:ea typeface="MS PGothic" pitchFamily="34" charset="-128"/>
                <a:cs typeface="Arial" pitchFamily="34" charset="0"/>
              </a:rPr>
              <a:t>&lt;</a:t>
            </a:r>
            <a:r>
              <a:rPr lang="en-US" altLang="zh-CN" sz="2800" b="0" i="0" u="none" strike="noStrike" kern="1200" cap="none" spc="0" baseline="0">
                <a:solidFill>
                  <a:srgbClr val="000000"/>
                </a:solidFill>
                <a:latin typeface="Calibri" pitchFamily="34" charset="0"/>
                <a:ea typeface="MS PGothic" pitchFamily="34" charset="-128"/>
                <a:cs typeface="Arial" pitchFamily="34" charset="0"/>
              </a:rPr>
              <a:t> </a:t>
            </a:r>
            <a:r>
              <a:rPr lang="en-US" altLang="zh-CN" sz="2800" b="0" i="1" u="none" strike="noStrike" kern="1200" cap="none" spc="0" baseline="0">
                <a:solidFill>
                  <a:srgbClr val="000000"/>
                </a:solidFill>
                <a:latin typeface="Calibri" pitchFamily="34" charset="0"/>
                <a:ea typeface="MS PGothic" pitchFamily="34" charset="-128"/>
                <a:cs typeface="Arial" pitchFamily="34" charset="0"/>
              </a:rPr>
              <a:t>P</a:t>
            </a:r>
            <a:r>
              <a:rPr lang="en-US" altLang="zh-CN" sz="2800" b="0" i="0" u="none" strike="noStrike" kern="1200" cap="none" spc="0" baseline="0">
                <a:solidFill>
                  <a:srgbClr val="000000"/>
                </a:solidFill>
                <a:latin typeface="Calibri" pitchFamily="34" charset="0"/>
                <a:ea typeface="MS PGothic" pitchFamily="34" charset="-128"/>
                <a:cs typeface="Arial" pitchFamily="34" charset="0"/>
              </a:rPr>
              <a:t>(</a:t>
            </a:r>
            <a:r>
              <a:rPr lang="en-US" altLang="zh-CN" sz="2800" b="0" i="1" u="none" strike="noStrike" kern="1200" cap="none" spc="0" baseline="0">
                <a:solidFill>
                  <a:srgbClr val="000000"/>
                </a:solidFill>
                <a:latin typeface="Calibri" pitchFamily="34" charset="0"/>
                <a:ea typeface="MS PGothic" pitchFamily="34" charset="-128"/>
                <a:cs typeface="Arial" pitchFamily="34" charset="0"/>
              </a:rPr>
              <a:t>E</a:t>
            </a:r>
            <a:r>
              <a:rPr lang="en-US" altLang="zh-CN" sz="2800" b="0" i="0" u="none" strike="noStrike" kern="1200" cap="none" spc="0" baseline="0">
                <a:solidFill>
                  <a:srgbClr val="000000"/>
                </a:solidFill>
                <a:latin typeface="Calibri" pitchFamily="34" charset="0"/>
                <a:ea typeface="MS PGothic" pitchFamily="34" charset="-128"/>
                <a:cs typeface="Arial" pitchFamily="34" charset="0"/>
              </a:rPr>
              <a:t>) </a:t>
            </a:r>
            <a:r>
              <a:rPr lang="en-US" altLang="zh-CN" sz="2800" b="0" i="0" u="sng" strike="noStrike" kern="1200" cap="none" spc="0" baseline="0">
                <a:solidFill>
                  <a:srgbClr val="000000"/>
                </a:solidFill>
                <a:latin typeface="Calibri" pitchFamily="34" charset="0"/>
                <a:ea typeface="MS PGothic" pitchFamily="34" charset="-128"/>
                <a:cs typeface="Arial" pitchFamily="34" charset="0"/>
              </a:rPr>
              <a:t>&lt;</a:t>
            </a:r>
            <a:r>
              <a:rPr lang="en-US" altLang="zh-CN" sz="2800" b="0" i="0" u="none" strike="noStrike" kern="1200" cap="none" spc="0" baseline="0">
                <a:solidFill>
                  <a:srgbClr val="000000"/>
                </a:solidFill>
                <a:latin typeface="Calibri" pitchFamily="34" charset="0"/>
                <a:ea typeface="MS PGothic" pitchFamily="34" charset="-128"/>
                <a:cs typeface="Arial" pitchFamily="34" charset="0"/>
              </a:rPr>
              <a:t> 1</a:t>
            </a:r>
            <a:endParaRPr lang="en-US" altLang="zh-CN" sz="2800" b="0" i="0" u="none" strike="noStrike" kern="1200" cap="none" spc="0" baseline="0">
              <a:solidFill>
                <a:srgbClr val="000000"/>
              </a:solidFill>
              <a:latin typeface="Calibri" pitchFamily="34" charset="0"/>
              <a:ea typeface="MS PGothic" pitchFamily="34" charset="-128"/>
              <a:cs typeface="Arial" pitchFamily="34" charset="0"/>
            </a:endParaRPr>
          </a:p>
          <a:p>
            <a:pPr marL="609600" indent="-609600" algn="l" eaLnBrk="1" hangingPunct="1">
              <a:lnSpc>
                <a:spcPct val="90000"/>
              </a:lnSpc>
              <a:spcBef>
                <a:spcPct val="20000"/>
              </a:spcBef>
              <a:spcAft>
                <a:spcPts val="0"/>
              </a:spcAft>
              <a:buNone/>
            </a:pPr>
            <a:endParaRPr lang="en-US" altLang="zh-CN" sz="2800" b="0" i="0" u="none" strike="noStrike" kern="1200" cap="none" spc="0" baseline="0">
              <a:solidFill>
                <a:srgbClr val="00CC00"/>
              </a:solidFill>
              <a:latin typeface="Calibri" pitchFamily="34" charset="0"/>
              <a:ea typeface="MS PGothic" pitchFamily="34" charset="-128"/>
              <a:cs typeface="Calibri" pitchFamily="34" charset="0"/>
            </a:endParaRPr>
          </a:p>
          <a:p>
            <a:pPr marL="609600" indent="-609600" algn="l" eaLnBrk="1" hangingPunct="1">
              <a:lnSpc>
                <a:spcPct val="90000"/>
              </a:lnSpc>
              <a:spcBef>
                <a:spcPct val="20000"/>
              </a:spcBef>
              <a:spcAft>
                <a:spcPts val="0"/>
              </a:spcAft>
              <a:buNone/>
            </a:pPr>
            <a:r>
              <a:rPr lang="en-US" altLang="zh-CN" sz="2800" b="1" i="0" u="none" strike="noStrike" kern="1200" cap="none" spc="0" baseline="0">
                <a:solidFill>
                  <a:srgbClr val="0101FF"/>
                </a:solidFill>
                <a:latin typeface="Calibri" pitchFamily="34" charset="0"/>
                <a:ea typeface="MS PGothic" pitchFamily="34" charset="-128"/>
                <a:cs typeface="Calibri" pitchFamily="34" charset="0"/>
              </a:rPr>
              <a:t>Property 2.</a:t>
            </a:r>
            <a:r>
              <a:rPr lang="en-US" altLang="zh-CN" sz="2800" b="0" i="0" u="none" strike="noStrike" kern="1200" cap="none" spc="0" baseline="0">
                <a:solidFill>
                  <a:srgbClr val="0101FF"/>
                </a:solidFill>
                <a:latin typeface="Calibri" pitchFamily="34" charset="0"/>
                <a:ea typeface="MS PGothic" pitchFamily="34" charset="-128"/>
                <a:cs typeface="Calibri" pitchFamily="34" charset="0"/>
              </a:rPr>
              <a:t> </a:t>
            </a:r>
            <a:r>
              <a:rPr lang="en-US" altLang="zh-CN" sz="2800" b="0" i="0" u="sng" strike="noStrike" kern="1200" cap="none" spc="0" baseline="0">
                <a:solidFill>
                  <a:srgbClr val="0101FF"/>
                </a:solidFill>
                <a:latin typeface="Calibri" pitchFamily="34" charset="0"/>
                <a:ea typeface="MS PGothic" pitchFamily="34" charset="-128"/>
                <a:cs typeface="Calibri" pitchFamily="34" charset="0"/>
              </a:rPr>
              <a:t>Sample space</a:t>
            </a:r>
            <a:endParaRPr lang="en-US" altLang="zh-CN" sz="2800" b="0" i="0" u="sng" strike="noStrike" kern="1200" cap="none" spc="0" baseline="0">
              <a:solidFill>
                <a:srgbClr val="0101FF"/>
              </a:solidFill>
              <a:latin typeface="Calibri" pitchFamily="34" charset="0"/>
              <a:ea typeface="MS PGothic" pitchFamily="34" charset="-128"/>
              <a:cs typeface="Calibri" pitchFamily="34" charset="0"/>
            </a:endParaRPr>
          </a:p>
          <a:p>
            <a:pPr marL="609600" indent="-609600" algn="l" eaLnBrk="1" hangingPunct="1">
              <a:lnSpc>
                <a:spcPct val="90000"/>
              </a:lnSpc>
              <a:spcBef>
                <a:spcPct val="20000"/>
              </a:spcBef>
              <a:spcAft>
                <a:spcPts val="0"/>
              </a:spcAft>
              <a:buNone/>
            </a:pPr>
            <a:r>
              <a:rPr lang="en-US" altLang="zh-CN" sz="2800" b="0" i="0" u="none" strike="noStrike" kern="1200" cap="none" spc="0" baseline="0">
                <a:solidFill>
                  <a:srgbClr val="000000"/>
                </a:solidFill>
                <a:latin typeface="Calibri" pitchFamily="34" charset="0"/>
                <a:ea typeface="MS PGothic" pitchFamily="34" charset="-128"/>
                <a:cs typeface="Arial" pitchFamily="34" charset="0"/>
              </a:rPr>
              <a:t>If S is the sample space, </a:t>
            </a:r>
            <a:endParaRPr lang="en-US" altLang="zh-CN" sz="2800" b="0" i="0" u="none" strike="noStrike" kern="1200" cap="none" spc="0" baseline="0">
              <a:solidFill>
                <a:srgbClr val="000000"/>
              </a:solidFill>
              <a:latin typeface="Calibri" pitchFamily="34" charset="0"/>
              <a:ea typeface="MS PGothic" pitchFamily="34" charset="-128"/>
              <a:cs typeface="Arial" pitchFamily="34" charset="0"/>
            </a:endParaRPr>
          </a:p>
          <a:p>
            <a:pPr marL="609600" indent="-609600" algn="l" eaLnBrk="1" hangingPunct="1">
              <a:lnSpc>
                <a:spcPct val="90000"/>
              </a:lnSpc>
              <a:spcBef>
                <a:spcPct val="20000"/>
              </a:spcBef>
              <a:spcAft>
                <a:spcPts val="0"/>
              </a:spcAft>
              <a:buNone/>
            </a:pPr>
            <a:r>
              <a:rPr lang="en-US" altLang="zh-CN" sz="2800" b="0" i="0" u="none" strike="noStrike" kern="1200" cap="none" spc="0" baseline="0">
                <a:solidFill>
                  <a:srgbClr val="000000"/>
                </a:solidFill>
                <a:latin typeface="Calibri" pitchFamily="34" charset="0"/>
                <a:ea typeface="MS PGothic" pitchFamily="34" charset="-128"/>
                <a:cs typeface="Arial" pitchFamily="34" charset="0"/>
              </a:rPr>
              <a:t>				P(S) = 1</a:t>
            </a:r>
            <a:endParaRPr lang="zh-CN" altLang="en-US" sz="2800" b="0" i="0" u="none" strike="noStrike" kern="1200" cap="none" spc="0" baseline="0">
              <a:solidFill>
                <a:srgbClr val="000000"/>
              </a:solidFill>
              <a:latin typeface="Calibri" pitchFamily="34" charset="0"/>
              <a:ea typeface="MS PGothic" pitchFamily="34" charset="-128"/>
              <a:cs typeface="Arial" pitchFamily="34" charset="0"/>
            </a:endParaRPr>
          </a:p>
        </p:txBody>
      </p:sp>
      <p:sp>
        <p:nvSpPr>
          <p:cNvPr id="210" name="Rectangles"/>
          <p:cNvSpPr>
            <a:spLocks noGrp="1"/>
          </p:cNvSpPr>
          <p:nvPr>
            <p:ph type="sldNum" idx="12"/>
          </p:nvPr>
        </p:nvSpPr>
        <p:spPr>
          <a:xfrm rot="0">
            <a:off x="5989639" y="6519863"/>
            <a:ext cx="466724" cy="365125"/>
          </a:xfrm>
          <a:prstGeom prst="rect"/>
          <a:noFill/>
          <a:ln w="12700" cmpd="sng" cap="flat">
            <a:noFill/>
            <a:prstDash val="solid"/>
            <a:miter/>
          </a:ln>
        </p:spPr>
        <p:txBody>
          <a:bodyPr vert="horz" wrap="square" lIns="91440" tIns="45720" rIns="91440" bIns="45720" anchor="ctr" anchorCtr="0">
            <a:prstTxWarp prst="textNoShape"/>
          </a:bodyPr>
          <a:lstStyle/>
          <a:p>
            <a:pPr marL="0" indent="0" algn="l" eaLnBrk="1" hangingPunct="1">
              <a:lnSpc>
                <a:spcPct val="100000"/>
              </a:lnSpc>
              <a:spcBef>
                <a:spcPts val="0"/>
              </a:spcBef>
              <a:spcAft>
                <a:spcPts val="0"/>
              </a:spcAft>
              <a:buNone/>
            </a:pPr>
            <a:fld id="{CAD2D6BD-DE1B-4B5F-8B41-2702339687B9}" type="slidenum">
              <a:rPr lang="en-US" altLang="zh-CN" sz="1200" b="0" i="0" u="none" strike="noStrike" kern="1200" cap="none" spc="0" baseline="0">
                <a:solidFill>
                  <a:srgbClr val="FFFFFF"/>
                </a:solidFill>
                <a:latin typeface="Calibri" pitchFamily="34" charset="0"/>
                <a:ea typeface="MS PGothic" pitchFamily="34" charset="-128"/>
                <a:cs typeface="Arial" pitchFamily="34" charset="0"/>
              </a:rPr>
              <a:t>15</a:t>
            </a:fld>
            <a:endParaRPr lang="zh-CN" altLang="en-US" sz="1200" b="0" i="0" u="none" strike="noStrike" kern="1200" cap="none" spc="0" baseline="0">
              <a:solidFill>
                <a:srgbClr val="FFFFFF"/>
              </a:solidFill>
              <a:latin typeface="Calibri" pitchFamily="34" charset="0"/>
              <a:ea typeface="MS PGothic" pitchFamily="34" charset="-128"/>
              <a:cs typeface="Arial" pitchFamily="34" charset="0"/>
            </a:endParaRPr>
          </a:p>
        </p:txBody>
      </p:sp>
    </p:spTree>
    <p:extLst>
      <p:ext uri="{BB962C8B-B14F-4D97-AF65-F5344CB8AC3E}">
        <p14:creationId xmlns:p14="http://schemas.microsoft.com/office/powerpoint/2010/main" val="1947792485"/>
      </p:ext>
    </p:extLst>
  </p:cSld>
  <p:clrMapOvr>
    <a:masterClrMapping/>
  </p:clrMapOvr>
</p:sld>
</file>

<file path=ppt/slides/slide16.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214" name="Text box"/>
          <p:cNvSpPr>
            <a:spLocks noGrp="1"/>
          </p:cNvSpPr>
          <p:nvPr>
            <p:ph type="body" idx="1"/>
          </p:nvPr>
        </p:nvSpPr>
        <p:spPr>
          <a:xfrm rot="0">
            <a:off x="1919289" y="1600201"/>
            <a:ext cx="8569325" cy="4525963"/>
          </a:xfrm>
          <a:prstGeom prst="rect"/>
          <a:noFill/>
          <a:ln w="12700" cmpd="sng" cap="flat">
            <a:noFill/>
            <a:prstDash val="solid"/>
            <a:round/>
          </a:ln>
        </p:spPr>
        <p:txBody>
          <a:bodyPr vert="horz" wrap="square" lIns="91440" tIns="45720" rIns="91440" bIns="45720" anchor="t" anchorCtr="0">
            <a:prstTxWarp prst="textNoShape"/>
          </a:bodyPr>
          <a:lstStyle/>
          <a:p>
            <a:pPr marL="0" indent="0" algn="l">
              <a:lnSpc>
                <a:spcPct val="100000"/>
              </a:lnSpc>
              <a:spcBef>
                <a:spcPct val="20000"/>
              </a:spcBef>
              <a:spcAft>
                <a:spcPts val="0"/>
              </a:spcAft>
              <a:buNone/>
            </a:pPr>
            <a:r>
              <a:rPr lang="en-US" altLang="zh-CN" sz="2800" b="1" i="0" u="none" strike="noStrike" kern="1200" cap="none" spc="0" baseline="0">
                <a:solidFill>
                  <a:srgbClr val="0101FF"/>
                </a:solidFill>
                <a:latin typeface="Calibri" pitchFamily="34" charset="0"/>
                <a:ea typeface="MS PGothic" pitchFamily="34" charset="-128"/>
                <a:cs typeface="Lucida Sans" pitchFamily="0" charset="0"/>
              </a:rPr>
              <a:t>Property 3. </a:t>
            </a:r>
            <a:r>
              <a:rPr lang="en-US" altLang="zh-CN" sz="2800" b="0" i="0" u="sng" strike="noStrike" kern="1200" cap="none" spc="0" baseline="0">
                <a:solidFill>
                  <a:srgbClr val="0101FF"/>
                </a:solidFill>
                <a:latin typeface="Calibri" pitchFamily="34" charset="0"/>
                <a:ea typeface="MS PGothic" pitchFamily="34" charset="-128"/>
                <a:cs typeface="Lucida Sans" pitchFamily="0" charset="0"/>
              </a:rPr>
              <a:t>Addition</a:t>
            </a:r>
            <a:endParaRPr lang="en-US" altLang="zh-CN" sz="2800" b="0" i="0" u="sng" strike="noStrike" kern="1200" cap="none" spc="0" baseline="0">
              <a:solidFill>
                <a:srgbClr val="0101FF"/>
              </a:solidFill>
              <a:latin typeface="Calibri" pitchFamily="34" charset="0"/>
              <a:ea typeface="MS PGothic" pitchFamily="34" charset="-128"/>
              <a:cs typeface="Lucida Sans" pitchFamily="0" charset="0"/>
            </a:endParaRPr>
          </a:p>
          <a:p>
            <a:pPr marL="0" indent="0" algn="l">
              <a:lnSpc>
                <a:spcPct val="100000"/>
              </a:lnSpc>
              <a:spcBef>
                <a:spcPct val="20000"/>
              </a:spcBef>
              <a:spcAft>
                <a:spcPts val="0"/>
              </a:spcAft>
              <a:buNone/>
            </a:pPr>
            <a:r>
              <a:rPr lang="en-US" altLang="zh-CN" sz="2800" b="0" i="0" u="none" strike="noStrike" kern="1200" cap="none" spc="0" baseline="0">
                <a:solidFill>
                  <a:srgbClr val="000000"/>
                </a:solidFill>
                <a:latin typeface="Calibri" pitchFamily="34" charset="0"/>
                <a:ea typeface="MS PGothic" pitchFamily="34" charset="-128"/>
                <a:cs typeface="Arial" pitchFamily="34" charset="0"/>
              </a:rPr>
              <a:t>If two events </a:t>
            </a:r>
            <a:r>
              <a:rPr lang="en-US" altLang="zh-CN" sz="2800" b="0" i="1" u="none" strike="noStrike" kern="1200" cap="none" spc="0" baseline="0">
                <a:solidFill>
                  <a:srgbClr val="000000"/>
                </a:solidFill>
                <a:latin typeface="Calibri" pitchFamily="34" charset="0"/>
                <a:ea typeface="MS PGothic" pitchFamily="34" charset="-128"/>
                <a:cs typeface="Arial" pitchFamily="34" charset="0"/>
              </a:rPr>
              <a:t>E</a:t>
            </a:r>
            <a:r>
              <a:rPr lang="en-US" altLang="zh-CN" sz="2800" b="0" i="0" u="none" strike="noStrike" kern="1200" cap="none" spc="0" baseline="0">
                <a:solidFill>
                  <a:srgbClr val="000000"/>
                </a:solidFill>
                <a:latin typeface="Calibri" pitchFamily="34" charset="0"/>
                <a:ea typeface="MS PGothic" pitchFamily="34" charset="-128"/>
                <a:cs typeface="Arial" pitchFamily="34" charset="0"/>
              </a:rPr>
              <a:t> and </a:t>
            </a:r>
            <a:r>
              <a:rPr lang="en-US" altLang="zh-CN" sz="2800" b="0" i="1" u="none" strike="noStrike" kern="1200" cap="none" spc="0" baseline="0">
                <a:solidFill>
                  <a:srgbClr val="000000"/>
                </a:solidFill>
                <a:latin typeface="Calibri" pitchFamily="34" charset="0"/>
                <a:ea typeface="MS PGothic" pitchFamily="34" charset="-128"/>
                <a:cs typeface="Arial" pitchFamily="34" charset="0"/>
              </a:rPr>
              <a:t>F</a:t>
            </a:r>
            <a:r>
              <a:rPr lang="en-US" altLang="zh-CN" sz="2800" b="0" i="0" u="none" strike="noStrike" kern="1200" cap="none" spc="0" baseline="0">
                <a:solidFill>
                  <a:srgbClr val="000000"/>
                </a:solidFill>
                <a:latin typeface="Calibri" pitchFamily="34" charset="0"/>
                <a:ea typeface="MS PGothic" pitchFamily="34" charset="-128"/>
                <a:cs typeface="Arial" pitchFamily="34" charset="0"/>
              </a:rPr>
              <a:t> are disjoint,  	</a:t>
            </a:r>
            <a:endParaRPr lang="en-US" altLang="zh-CN" sz="2800" b="0" i="0" u="none" strike="noStrike" kern="1200" cap="none" spc="0" baseline="0">
              <a:solidFill>
                <a:srgbClr val="000000"/>
              </a:solidFill>
              <a:latin typeface="Calibri" pitchFamily="34" charset="0"/>
              <a:ea typeface="MS PGothic" pitchFamily="34" charset="-128"/>
              <a:cs typeface="Arial" pitchFamily="34" charset="0"/>
            </a:endParaRPr>
          </a:p>
          <a:p>
            <a:pPr marL="0" indent="0" algn="l">
              <a:lnSpc>
                <a:spcPct val="100000"/>
              </a:lnSpc>
              <a:spcBef>
                <a:spcPct val="20000"/>
              </a:spcBef>
              <a:spcAft>
                <a:spcPts val="0"/>
              </a:spcAft>
              <a:buNone/>
            </a:pPr>
            <a:r>
              <a:rPr lang="en-US" altLang="zh-CN" sz="2800" b="0" i="1" u="none" strike="noStrike" kern="1200" cap="none" spc="0" baseline="0">
                <a:solidFill>
                  <a:srgbClr val="000000"/>
                </a:solidFill>
                <a:latin typeface="Calibri" pitchFamily="34" charset="0"/>
                <a:ea typeface="MS PGothic" pitchFamily="34" charset="-128"/>
                <a:cs typeface="Arial" pitchFamily="34" charset="0"/>
              </a:rPr>
              <a:t>			P</a:t>
            </a:r>
            <a:r>
              <a:rPr lang="en-US" altLang="zh-CN" sz="2800" b="0" i="0" u="none" strike="noStrike" kern="1200" cap="none" spc="0" baseline="0">
                <a:solidFill>
                  <a:srgbClr val="000000"/>
                </a:solidFill>
                <a:latin typeface="Calibri" pitchFamily="34" charset="0"/>
                <a:ea typeface="MS PGothic" pitchFamily="34" charset="-128"/>
                <a:cs typeface="Arial" pitchFamily="34" charset="0"/>
              </a:rPr>
              <a:t>(</a:t>
            </a:r>
            <a:r>
              <a:rPr lang="en-US" altLang="zh-CN" sz="2800" b="0" i="1" u="none" strike="noStrike" kern="1200" cap="none" spc="0" baseline="0">
                <a:solidFill>
                  <a:srgbClr val="000000"/>
                </a:solidFill>
                <a:latin typeface="Calibri" pitchFamily="34" charset="0"/>
                <a:ea typeface="MS PGothic" pitchFamily="34" charset="-128"/>
                <a:cs typeface="Arial" pitchFamily="34" charset="0"/>
              </a:rPr>
              <a:t>E</a:t>
            </a:r>
            <a:r>
              <a:rPr lang="en-US" altLang="zh-CN" sz="2800" b="0" i="0" u="none" strike="noStrike" kern="1200" cap="none" spc="0" baseline="0">
                <a:solidFill>
                  <a:srgbClr val="000000"/>
                </a:solidFill>
                <a:latin typeface="Calibri" pitchFamily="34" charset="0"/>
                <a:ea typeface="MS PGothic" pitchFamily="34" charset="-128"/>
                <a:cs typeface="Arial" pitchFamily="34" charset="0"/>
              </a:rPr>
              <a:t> or </a:t>
            </a:r>
            <a:r>
              <a:rPr lang="en-US" altLang="zh-CN" sz="2800" b="0" i="1" u="none" strike="noStrike" kern="1200" cap="none" spc="0" baseline="0">
                <a:solidFill>
                  <a:srgbClr val="000000"/>
                </a:solidFill>
                <a:latin typeface="Calibri" pitchFamily="34" charset="0"/>
                <a:ea typeface="MS PGothic" pitchFamily="34" charset="-128"/>
                <a:cs typeface="Arial" pitchFamily="34" charset="0"/>
              </a:rPr>
              <a:t>F</a:t>
            </a:r>
            <a:r>
              <a:rPr lang="en-US" altLang="zh-CN" sz="2800" b="0" i="0" u="none" strike="noStrike" kern="1200" cap="none" spc="0" baseline="0">
                <a:solidFill>
                  <a:srgbClr val="000000"/>
                </a:solidFill>
                <a:latin typeface="Calibri" pitchFamily="34" charset="0"/>
                <a:ea typeface="MS PGothic" pitchFamily="34" charset="-128"/>
                <a:cs typeface="Arial" pitchFamily="34" charset="0"/>
              </a:rPr>
              <a:t>) = </a:t>
            </a:r>
            <a:r>
              <a:rPr lang="en-US" altLang="zh-CN" sz="2800" b="0" i="1" u="none" strike="noStrike" kern="1200" cap="none" spc="0" baseline="0">
                <a:solidFill>
                  <a:srgbClr val="000000"/>
                </a:solidFill>
                <a:latin typeface="Calibri" pitchFamily="34" charset="0"/>
                <a:ea typeface="MS PGothic" pitchFamily="34" charset="-128"/>
                <a:cs typeface="Arial" pitchFamily="34" charset="0"/>
              </a:rPr>
              <a:t>P</a:t>
            </a:r>
            <a:r>
              <a:rPr lang="en-US" altLang="zh-CN" sz="2800" b="0" i="0" u="none" strike="noStrike" kern="1200" cap="none" spc="0" baseline="0">
                <a:solidFill>
                  <a:srgbClr val="000000"/>
                </a:solidFill>
                <a:latin typeface="Calibri" pitchFamily="34" charset="0"/>
                <a:ea typeface="MS PGothic" pitchFamily="34" charset="-128"/>
                <a:cs typeface="Arial" pitchFamily="34" charset="0"/>
              </a:rPr>
              <a:t>(</a:t>
            </a:r>
            <a:r>
              <a:rPr lang="en-US" altLang="zh-CN" sz="2800" b="0" i="1" u="none" strike="noStrike" kern="1200" cap="none" spc="0" baseline="0">
                <a:solidFill>
                  <a:srgbClr val="000000"/>
                </a:solidFill>
                <a:latin typeface="Calibri" pitchFamily="34" charset="0"/>
                <a:ea typeface="MS PGothic" pitchFamily="34" charset="-128"/>
                <a:cs typeface="Arial" pitchFamily="34" charset="0"/>
              </a:rPr>
              <a:t>E</a:t>
            </a:r>
            <a:r>
              <a:rPr lang="en-US" altLang="zh-CN" sz="2800" b="0" i="0" u="none" strike="noStrike" kern="1200" cap="none" spc="0" baseline="0">
                <a:solidFill>
                  <a:srgbClr val="000000"/>
                </a:solidFill>
                <a:latin typeface="Calibri" pitchFamily="34" charset="0"/>
                <a:ea typeface="MS PGothic" pitchFamily="34" charset="-128"/>
                <a:cs typeface="Arial" pitchFamily="34" charset="0"/>
              </a:rPr>
              <a:t>) + </a:t>
            </a:r>
            <a:r>
              <a:rPr lang="en-US" altLang="zh-CN" sz="2800" b="0" i="1" u="none" strike="noStrike" kern="1200" cap="none" spc="0" baseline="0">
                <a:solidFill>
                  <a:srgbClr val="000000"/>
                </a:solidFill>
                <a:latin typeface="Calibri" pitchFamily="34" charset="0"/>
                <a:ea typeface="MS PGothic" pitchFamily="34" charset="-128"/>
                <a:cs typeface="Arial" pitchFamily="34" charset="0"/>
              </a:rPr>
              <a:t>P</a:t>
            </a:r>
            <a:r>
              <a:rPr lang="en-US" altLang="zh-CN" sz="2800" b="0" i="0" u="none" strike="noStrike" kern="1200" cap="none" spc="0" baseline="0">
                <a:solidFill>
                  <a:srgbClr val="000000"/>
                </a:solidFill>
                <a:latin typeface="Calibri" pitchFamily="34" charset="0"/>
                <a:ea typeface="MS PGothic" pitchFamily="34" charset="-128"/>
                <a:cs typeface="Arial" pitchFamily="34" charset="0"/>
              </a:rPr>
              <a:t>(</a:t>
            </a:r>
            <a:r>
              <a:rPr lang="en-US" altLang="zh-CN" sz="2800" b="0" i="1" u="none" strike="noStrike" kern="1200" cap="none" spc="0" baseline="0">
                <a:solidFill>
                  <a:srgbClr val="000000"/>
                </a:solidFill>
                <a:latin typeface="Calibri" pitchFamily="34" charset="0"/>
                <a:ea typeface="MS PGothic" pitchFamily="34" charset="-128"/>
                <a:cs typeface="Arial" pitchFamily="34" charset="0"/>
              </a:rPr>
              <a:t>F</a:t>
            </a:r>
            <a:r>
              <a:rPr lang="en-US" altLang="zh-CN" sz="2800" b="0" i="0" u="none" strike="noStrike" kern="1200" cap="none" spc="0" baseline="0">
                <a:solidFill>
                  <a:srgbClr val="000000"/>
                </a:solidFill>
                <a:latin typeface="Calibri" pitchFamily="34" charset="0"/>
                <a:ea typeface="MS PGothic" pitchFamily="34" charset="-128"/>
                <a:cs typeface="Arial" pitchFamily="34" charset="0"/>
              </a:rPr>
              <a:t>)</a:t>
            </a:r>
            <a:endParaRPr lang="en-US" altLang="zh-CN" sz="2800" b="0" i="0" u="none" strike="noStrike" kern="1200" cap="none" spc="0" baseline="0">
              <a:solidFill>
                <a:srgbClr val="000000"/>
              </a:solidFill>
              <a:latin typeface="Calibri" pitchFamily="34" charset="0"/>
              <a:ea typeface="MS PGothic" pitchFamily="34" charset="-128"/>
              <a:cs typeface="Arial" pitchFamily="34" charset="0"/>
            </a:endParaRPr>
          </a:p>
          <a:p>
            <a:pPr marL="0" indent="0" algn="l">
              <a:lnSpc>
                <a:spcPct val="100000"/>
              </a:lnSpc>
              <a:spcBef>
                <a:spcPct val="20000"/>
              </a:spcBef>
              <a:spcAft>
                <a:spcPts val="0"/>
              </a:spcAft>
              <a:buNone/>
            </a:pPr>
            <a:endParaRPr lang="en-US" altLang="zh-CN" sz="2800" b="1" i="0" u="none" strike="noStrike" kern="1200" cap="none" spc="0" baseline="0">
              <a:solidFill>
                <a:srgbClr val="000000"/>
              </a:solidFill>
              <a:latin typeface="Calibri" pitchFamily="34" charset="0"/>
              <a:ea typeface="MS PGothic" pitchFamily="34" charset="-128"/>
              <a:cs typeface="Arial" pitchFamily="34" charset="0"/>
            </a:endParaRPr>
          </a:p>
          <a:p>
            <a:pPr marL="0" indent="0" algn="l">
              <a:lnSpc>
                <a:spcPct val="100000"/>
              </a:lnSpc>
              <a:spcBef>
                <a:spcPct val="20000"/>
              </a:spcBef>
              <a:spcAft>
                <a:spcPts val="0"/>
              </a:spcAft>
              <a:buNone/>
            </a:pPr>
            <a:r>
              <a:rPr lang="en-US" altLang="zh-CN" sz="2800" b="1" i="0" u="none" strike="noStrike" kern="1200" cap="none" spc="0" baseline="0">
                <a:solidFill>
                  <a:srgbClr val="0101FF"/>
                </a:solidFill>
                <a:latin typeface="Calibri" pitchFamily="34" charset="0"/>
                <a:ea typeface="MS PGothic" pitchFamily="34" charset="-128"/>
                <a:cs typeface="Lucida Sans" pitchFamily="0" charset="0"/>
              </a:rPr>
              <a:t>Property 4.</a:t>
            </a:r>
            <a:r>
              <a:rPr lang="en-US" altLang="zh-CN" sz="2800" b="0" i="0" u="none" strike="noStrike" kern="1200" cap="none" spc="0" baseline="0">
                <a:solidFill>
                  <a:srgbClr val="0101FF"/>
                </a:solidFill>
                <a:latin typeface="Calibri" pitchFamily="34" charset="0"/>
                <a:ea typeface="MS PGothic" pitchFamily="34" charset="-128"/>
                <a:cs typeface="Lucida Sans" pitchFamily="0" charset="0"/>
              </a:rPr>
              <a:t> </a:t>
            </a:r>
            <a:r>
              <a:rPr lang="en-US" altLang="zh-CN" sz="2800" b="0" i="0" u="sng" strike="noStrike" kern="1200" cap="none" spc="0" baseline="0">
                <a:solidFill>
                  <a:srgbClr val="0101FF"/>
                </a:solidFill>
                <a:latin typeface="Calibri" pitchFamily="34" charset="0"/>
                <a:ea typeface="MS PGothic" pitchFamily="34" charset="-128"/>
                <a:cs typeface="Lucida Sans" pitchFamily="0" charset="0"/>
              </a:rPr>
              <a:t>Complement</a:t>
            </a:r>
            <a:endParaRPr lang="en-US" altLang="zh-CN" sz="2800" b="0" i="0" u="sng" strike="noStrike" kern="1200" cap="none" spc="0" baseline="0">
              <a:solidFill>
                <a:srgbClr val="0101FF"/>
              </a:solidFill>
              <a:latin typeface="Calibri" pitchFamily="34" charset="0"/>
              <a:ea typeface="MS PGothic" pitchFamily="34" charset="-128"/>
              <a:cs typeface="Lucida Sans" pitchFamily="0" charset="0"/>
            </a:endParaRPr>
          </a:p>
          <a:p>
            <a:pPr marL="0" indent="0" algn="l">
              <a:lnSpc>
                <a:spcPct val="100000"/>
              </a:lnSpc>
              <a:spcBef>
                <a:spcPct val="20000"/>
              </a:spcBef>
              <a:spcAft>
                <a:spcPts val="0"/>
              </a:spcAft>
              <a:buNone/>
            </a:pPr>
            <a:r>
              <a:rPr lang="en-US" altLang="zh-CN" sz="2800" b="0" i="0" u="none" strike="noStrike" kern="1200" cap="none" spc="0" baseline="0">
                <a:solidFill>
                  <a:srgbClr val="000000"/>
                </a:solidFill>
                <a:latin typeface="Calibri" pitchFamily="34" charset="0"/>
                <a:ea typeface="MS PGothic" pitchFamily="34" charset="-128"/>
                <a:cs typeface="Arial" pitchFamily="34" charset="0"/>
              </a:rPr>
              <a:t>For any event </a:t>
            </a:r>
            <a:r>
              <a:rPr lang="en-US" altLang="zh-CN" sz="2800" b="0" i="1" u="none" strike="noStrike" kern="1200" cap="none" spc="0" baseline="0">
                <a:solidFill>
                  <a:srgbClr val="000000"/>
                </a:solidFill>
                <a:latin typeface="Calibri" pitchFamily="34" charset="0"/>
                <a:ea typeface="MS PGothic" pitchFamily="34" charset="-128"/>
                <a:cs typeface="Arial" pitchFamily="34" charset="0"/>
              </a:rPr>
              <a:t>E</a:t>
            </a:r>
            <a:r>
              <a:rPr lang="en-US" altLang="zh-CN" sz="2800" b="0" i="0" u="none" strike="noStrike" kern="1200" cap="none" spc="0" baseline="0">
                <a:solidFill>
                  <a:srgbClr val="000000"/>
                </a:solidFill>
                <a:latin typeface="Calibri" pitchFamily="34" charset="0"/>
                <a:ea typeface="MS PGothic" pitchFamily="34" charset="-128"/>
                <a:cs typeface="Arial" pitchFamily="34" charset="0"/>
              </a:rPr>
              <a:t>, </a:t>
            </a:r>
            <a:endParaRPr lang="en-US" altLang="zh-CN" sz="2800" b="0" i="0" u="none" strike="noStrike" kern="1200" cap="none" spc="0" baseline="0">
              <a:solidFill>
                <a:srgbClr val="000000"/>
              </a:solidFill>
              <a:latin typeface="Calibri" pitchFamily="34" charset="0"/>
              <a:ea typeface="MS PGothic" pitchFamily="34" charset="-128"/>
              <a:cs typeface="Arial" pitchFamily="34" charset="0"/>
            </a:endParaRPr>
          </a:p>
          <a:p>
            <a:pPr marL="0" indent="0" algn="l">
              <a:lnSpc>
                <a:spcPct val="100000"/>
              </a:lnSpc>
              <a:spcBef>
                <a:spcPct val="20000"/>
              </a:spcBef>
              <a:spcAft>
                <a:spcPts val="0"/>
              </a:spcAft>
              <a:buNone/>
            </a:pPr>
            <a:r>
              <a:rPr lang="en-US" altLang="zh-CN" sz="2800" b="0" i="1" u="none" strike="noStrike" kern="1200" cap="none" spc="0" baseline="0">
                <a:solidFill>
                  <a:srgbClr val="000000"/>
                </a:solidFill>
                <a:latin typeface="Calibri" pitchFamily="34" charset="0"/>
                <a:ea typeface="MS PGothic" pitchFamily="34" charset="-128"/>
                <a:cs typeface="Arial" pitchFamily="34" charset="0"/>
              </a:rPr>
              <a:t>			P</a:t>
            </a:r>
            <a:r>
              <a:rPr lang="en-US" altLang="zh-CN" sz="2800" b="0" i="0" u="none" strike="noStrike" kern="1200" cap="none" spc="0" baseline="0">
                <a:solidFill>
                  <a:srgbClr val="000000"/>
                </a:solidFill>
                <a:latin typeface="Calibri" pitchFamily="34" charset="0"/>
                <a:ea typeface="MS PGothic" pitchFamily="34" charset="-128"/>
                <a:cs typeface="Arial" pitchFamily="34" charset="0"/>
              </a:rPr>
              <a:t>(</a:t>
            </a:r>
            <a:r>
              <a:rPr lang="en-US" altLang="zh-CN" sz="2800" b="0" i="1" u="none" strike="noStrike" kern="1200" cap="none" spc="0" baseline="0">
                <a:solidFill>
                  <a:srgbClr val="000000"/>
                </a:solidFill>
                <a:latin typeface="Calibri" pitchFamily="34" charset="0"/>
                <a:ea typeface="MS PGothic" pitchFamily="34" charset="-128"/>
                <a:cs typeface="Arial" pitchFamily="34" charset="0"/>
              </a:rPr>
              <a:t>E</a:t>
            </a:r>
            <a:r>
              <a:rPr lang="en-US" altLang="zh-CN" sz="2800" b="0" i="0" u="none" strike="noStrike" kern="1200" cap="none" spc="0" baseline="0">
                <a:solidFill>
                  <a:srgbClr val="000000"/>
                </a:solidFill>
                <a:latin typeface="Calibri" pitchFamily="34" charset="0"/>
                <a:ea typeface="MS PGothic" pitchFamily="34" charset="-128"/>
                <a:cs typeface="Arial" pitchFamily="34" charset="0"/>
              </a:rPr>
              <a:t>) + </a:t>
            </a:r>
            <a:r>
              <a:rPr lang="en-US" altLang="zh-CN" sz="2800" b="0" i="1" u="none" strike="noStrike" kern="1200" cap="none" spc="0" baseline="0">
                <a:solidFill>
                  <a:srgbClr val="000000"/>
                </a:solidFill>
                <a:latin typeface="Calibri" pitchFamily="34" charset="0"/>
                <a:ea typeface="MS PGothic" pitchFamily="34" charset="-128"/>
                <a:cs typeface="Arial" pitchFamily="34" charset="0"/>
              </a:rPr>
              <a:t>P</a:t>
            </a:r>
            <a:r>
              <a:rPr lang="en-US" altLang="zh-CN" sz="2800" b="0" i="0" u="none" strike="noStrike" kern="1200" cap="none" spc="0" baseline="0">
                <a:solidFill>
                  <a:srgbClr val="000000"/>
                </a:solidFill>
                <a:latin typeface="Calibri" pitchFamily="34" charset="0"/>
                <a:ea typeface="MS PGothic" pitchFamily="34" charset="-128"/>
                <a:cs typeface="Arial" pitchFamily="34" charset="0"/>
              </a:rPr>
              <a:t>(not </a:t>
            </a:r>
            <a:r>
              <a:rPr lang="en-US" altLang="zh-CN" sz="2800" b="0" i="1" u="none" strike="noStrike" kern="1200" cap="none" spc="0" baseline="0">
                <a:solidFill>
                  <a:srgbClr val="000000"/>
                </a:solidFill>
                <a:latin typeface="Calibri" pitchFamily="34" charset="0"/>
                <a:ea typeface="MS PGothic" pitchFamily="34" charset="-128"/>
                <a:cs typeface="Arial" pitchFamily="34" charset="0"/>
              </a:rPr>
              <a:t>E</a:t>
            </a:r>
            <a:r>
              <a:rPr lang="en-US" altLang="zh-CN" sz="2800" b="0" i="0" u="none" strike="noStrike" kern="1200" cap="none" spc="0" baseline="0">
                <a:solidFill>
                  <a:srgbClr val="000000"/>
                </a:solidFill>
                <a:latin typeface="Calibri" pitchFamily="34" charset="0"/>
                <a:ea typeface="MS PGothic" pitchFamily="34" charset="-128"/>
                <a:cs typeface="Arial" pitchFamily="34" charset="0"/>
              </a:rPr>
              <a:t>) = 1</a:t>
            </a:r>
            <a:endParaRPr lang="zh-CN" altLang="en-US" sz="2800" b="0" i="0" u="none" strike="noStrike" kern="1200" cap="none" spc="0" baseline="0">
              <a:solidFill>
                <a:srgbClr val="000000"/>
              </a:solidFill>
              <a:latin typeface="Calibri" pitchFamily="34" charset="0"/>
              <a:ea typeface="MS PGothic" pitchFamily="34" charset="-128"/>
              <a:cs typeface="Arial" pitchFamily="34" charset="0"/>
            </a:endParaRPr>
          </a:p>
        </p:txBody>
      </p:sp>
      <p:sp>
        <p:nvSpPr>
          <p:cNvPr id="215" name="Rectangles"/>
          <p:cNvSpPr>
            <a:spLocks noGrp="1"/>
          </p:cNvSpPr>
          <p:nvPr>
            <p:ph type="sldNum" idx="12"/>
          </p:nvPr>
        </p:nvSpPr>
        <p:spPr>
          <a:xfrm rot="0">
            <a:off x="5989639" y="6519863"/>
            <a:ext cx="466724" cy="365125"/>
          </a:xfrm>
          <a:prstGeom prst="rect"/>
          <a:noFill/>
          <a:ln w="12700" cmpd="sng" cap="flat">
            <a:noFill/>
            <a:prstDash val="solid"/>
            <a:miter/>
          </a:ln>
        </p:spPr>
        <p:txBody>
          <a:bodyPr vert="horz" wrap="square" lIns="91440" tIns="45720" rIns="91440" bIns="45720" anchor="ctr" anchorCtr="0">
            <a:prstTxWarp prst="textNoShape"/>
          </a:bodyPr>
          <a:lstStyle/>
          <a:p>
            <a:pPr marL="0" indent="0" algn="l" eaLnBrk="1" hangingPunct="1">
              <a:lnSpc>
                <a:spcPct val="100000"/>
              </a:lnSpc>
              <a:spcBef>
                <a:spcPts val="0"/>
              </a:spcBef>
              <a:spcAft>
                <a:spcPts val="0"/>
              </a:spcAft>
              <a:buNone/>
            </a:pPr>
            <a:fld id="{CAD2D6BD-DE1B-4B5F-8B41-2702339687B9}" type="slidenum">
              <a:rPr lang="en-US" altLang="zh-CN" sz="1200" b="0" i="0" u="none" strike="noStrike" kern="1200" cap="none" spc="0" baseline="0">
                <a:solidFill>
                  <a:srgbClr val="FFFFFF"/>
                </a:solidFill>
                <a:latin typeface="Calibri" pitchFamily="34" charset="0"/>
                <a:ea typeface="MS PGothic" pitchFamily="34" charset="-128"/>
                <a:cs typeface="Arial" pitchFamily="34" charset="0"/>
              </a:rPr>
              <a:t>16</a:t>
            </a:fld>
            <a:endParaRPr lang="zh-CN" altLang="en-US" sz="1200" b="0" i="0" u="none" strike="noStrike" kern="1200" cap="none" spc="0" baseline="0">
              <a:solidFill>
                <a:srgbClr val="FFFFFF"/>
              </a:solidFill>
              <a:latin typeface="Calibri" pitchFamily="34" charset="0"/>
              <a:ea typeface="MS PGothic" pitchFamily="34" charset="-128"/>
              <a:cs typeface="Arial" pitchFamily="34" charset="0"/>
            </a:endParaRPr>
          </a:p>
        </p:txBody>
      </p:sp>
    </p:spTree>
    <p:extLst>
      <p:ext uri="{BB962C8B-B14F-4D97-AF65-F5344CB8AC3E}">
        <p14:creationId xmlns:p14="http://schemas.microsoft.com/office/powerpoint/2010/main" val="39424296"/>
      </p:ext>
    </p:extLst>
  </p:cSld>
  <p:clrMapOvr>
    <a:masterClrMapping/>
  </p:clrMapOvr>
</p:sld>
</file>

<file path=ppt/slides/slide17.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219" name="Rectangles"/>
          <p:cNvSpPr>
            <a:spLocks/>
          </p:cNvSpPr>
          <p:nvPr/>
        </p:nvSpPr>
        <p:spPr>
          <a:xfrm rot="0">
            <a:off x="3481388" y="272704"/>
            <a:ext cx="5257800" cy="691515"/>
          </a:xfrm>
          <a:prstGeom prst="rect"/>
          <a:noFill/>
          <a:ln w="25400" cmpd="sng" cap="flat">
            <a:noFill/>
            <a:prstDash val="solid"/>
            <a:round/>
          </a:ln>
        </p:spPr>
        <p:txBody>
          <a:bodyPr vert="horz" wrap="square" lIns="91440" tIns="45720" rIns="91440" bIns="45720" anchor="t" anchorCtr="0">
            <a:prstTxWarp prst="textNoShape"/>
            <a:spAutoFit/>
          </a:bodyPr>
          <a:lstStyle/>
          <a:p>
            <a:pPr marL="0" indent="0" algn="ctr">
              <a:lnSpc>
                <a:spcPct val="100000"/>
              </a:lnSpc>
              <a:spcBef>
                <a:spcPts val="0"/>
              </a:spcBef>
              <a:spcAft>
                <a:spcPts val="0"/>
              </a:spcAft>
              <a:buNone/>
            </a:pPr>
            <a:r>
              <a:rPr lang="en-US" altLang="zh-CN" sz="4000" b="1" i="0" u="none" strike="noStrike" kern="1200" cap="none" spc="0" baseline="0">
                <a:solidFill>
                  <a:srgbClr val="000000"/>
                </a:solidFill>
                <a:latin typeface="Calibri" pitchFamily="34" charset="0"/>
                <a:ea typeface="宋体" pitchFamily="0" charset="0"/>
                <a:cs typeface="Calibri" pitchFamily="34" charset="0"/>
              </a:rPr>
              <a:t>Exercise #1</a:t>
            </a:r>
            <a:endParaRPr lang="zh-CN" altLang="en-US" sz="4000" b="1" i="0" u="none" strike="noStrike" kern="1200" cap="none" spc="0" baseline="0">
              <a:solidFill>
                <a:srgbClr val="000000"/>
              </a:solidFill>
              <a:latin typeface="Calibri" pitchFamily="34" charset="0"/>
              <a:ea typeface="宋体" pitchFamily="0" charset="0"/>
              <a:cs typeface="Calibri" pitchFamily="34" charset="0"/>
            </a:endParaRPr>
          </a:p>
        </p:txBody>
      </p:sp>
      <p:sp>
        <p:nvSpPr>
          <p:cNvPr id="220" name="Rectangles"/>
          <p:cNvSpPr>
            <a:spLocks/>
          </p:cNvSpPr>
          <p:nvPr/>
        </p:nvSpPr>
        <p:spPr>
          <a:xfrm rot="0">
            <a:off x="1703387" y="901700"/>
            <a:ext cx="8856662" cy="5692139"/>
          </a:xfrm>
          <a:prstGeom prst="rect"/>
          <a:noFill/>
          <a:ln w="9525" cmpd="sng" cap="flat">
            <a:noFill/>
            <a:prstDash val="solid"/>
            <a:miter/>
          </a:ln>
        </p:spPr>
        <p:txBody>
          <a:bodyPr vert="horz" wrap="square" lIns="91440" tIns="45720" rIns="91440" bIns="45720" anchor="t" anchorCtr="0">
            <a:prstTxWarp prst="textNoShape"/>
            <a:spAutoFit/>
          </a:bodyPr>
          <a:lstStyle/>
          <a:p>
            <a:pPr marL="0" indent="0" algn="just">
              <a:lnSpc>
                <a:spcPct val="120000"/>
              </a:lnSpc>
              <a:spcBef>
                <a:spcPts val="0"/>
              </a:spcBef>
              <a:spcAft>
                <a:spcPts val="0"/>
              </a:spcAft>
              <a:buNone/>
            </a:pPr>
            <a:r>
              <a:rPr lang="en-US" altLang="zh-CN" sz="2200" b="0" i="0" u="none" strike="noStrike" kern="1200" cap="none" spc="0" baseline="0">
                <a:solidFill>
                  <a:schemeClr val="tx1"/>
                </a:solidFill>
                <a:latin typeface="Calibri" pitchFamily="34" charset="0"/>
                <a:ea typeface="MS PGothic" pitchFamily="34" charset="-128"/>
                <a:cs typeface="Calibri" pitchFamily="34" charset="0"/>
              </a:rPr>
              <a:t>The student council for a school of science and math has one representative from each of the five academic departments: Biology (B), Chemistry (C), Mathematics (M), Physics (P), and Statistics (S). Two of these students are to be randomly selected for inclusion on a university-wide student committee (by placing five slips of paper in a bowl, mixing and drawing out two of them).</a:t>
            </a:r>
            <a:endParaRPr lang="en-US" altLang="zh-CN" sz="2200" b="0" i="0" u="none" strike="noStrike" kern="1200" cap="none" spc="0" baseline="0">
              <a:solidFill>
                <a:schemeClr val="tx1"/>
              </a:solidFill>
              <a:latin typeface="Calibri" pitchFamily="34" charset="0"/>
              <a:ea typeface="MS PGothic" pitchFamily="34" charset="-128"/>
              <a:cs typeface="Calibri" pitchFamily="34" charset="0"/>
            </a:endParaRPr>
          </a:p>
          <a:p>
            <a:pPr marL="0" indent="0" algn="just">
              <a:lnSpc>
                <a:spcPct val="120000"/>
              </a:lnSpc>
              <a:spcBef>
                <a:spcPts val="0"/>
              </a:spcBef>
              <a:spcAft>
                <a:spcPts val="0"/>
              </a:spcAft>
              <a:buNone/>
            </a:pPr>
            <a:r>
              <a:rPr lang="en-US" altLang="zh-CN" sz="2200" b="0" i="0" u="none" strike="noStrike" kern="1200" cap="none" spc="0" baseline="0">
                <a:solidFill>
                  <a:schemeClr val="tx1"/>
                </a:solidFill>
                <a:latin typeface="Calibri" pitchFamily="34" charset="0"/>
                <a:ea typeface="MS PGothic" pitchFamily="34" charset="-128"/>
                <a:cs typeface="Calibri" pitchFamily="34" charset="0"/>
              </a:rPr>
              <a:t> </a:t>
            </a:r>
            <a:endParaRPr lang="en-US" altLang="zh-CN" sz="2200" b="0" i="0" u="none" strike="noStrike" kern="1200" cap="none" spc="0" baseline="0">
              <a:solidFill>
                <a:schemeClr val="tx1"/>
              </a:solidFill>
              <a:latin typeface="Calibri" pitchFamily="34" charset="0"/>
              <a:ea typeface="MS PGothic" pitchFamily="34" charset="-128"/>
              <a:cs typeface="Calibri" pitchFamily="34" charset="0"/>
            </a:endParaRPr>
          </a:p>
          <a:p>
            <a:pPr marL="344424" indent="-344424" algn="just">
              <a:lnSpc>
                <a:spcPct val="120000"/>
              </a:lnSpc>
              <a:spcBef>
                <a:spcPts val="0"/>
              </a:spcBef>
              <a:spcAft>
                <a:spcPts val="0"/>
              </a:spcAft>
              <a:buClrTx/>
              <a:buAutoNum type="alphaLcParenR"/>
            </a:pPr>
            <a:r>
              <a:rPr lang="en-US" altLang="zh-CN" sz="2200" b="0" i="0" u="none" strike="noStrike" kern="1200" cap="none" spc="0" baseline="0">
                <a:solidFill>
                  <a:schemeClr val="tx1"/>
                </a:solidFill>
                <a:latin typeface="Calibri" pitchFamily="34" charset="0"/>
                <a:ea typeface="MS PGothic" pitchFamily="34" charset="-128"/>
                <a:cs typeface="Calibri" pitchFamily="34" charset="0"/>
              </a:rPr>
              <a:t>What are the 10 possible outcomes?</a:t>
            </a:r>
            <a:endParaRPr lang="en-US" altLang="zh-CN" sz="2200" b="0" i="0" u="none" strike="noStrike" kern="1200" cap="none" spc="0" baseline="0">
              <a:solidFill>
                <a:schemeClr val="tx1"/>
              </a:solidFill>
              <a:latin typeface="Calibri" pitchFamily="34" charset="0"/>
              <a:ea typeface="MS PGothic" pitchFamily="34" charset="-128"/>
              <a:cs typeface="Calibri" pitchFamily="34" charset="0"/>
            </a:endParaRPr>
          </a:p>
          <a:p>
            <a:pPr marL="344424" indent="-344424" algn="just">
              <a:lnSpc>
                <a:spcPct val="120000"/>
              </a:lnSpc>
              <a:spcBef>
                <a:spcPts val="0"/>
              </a:spcBef>
              <a:spcAft>
                <a:spcPts val="0"/>
              </a:spcAft>
              <a:buClrTx/>
              <a:buAutoNum type="alphaLcParenR"/>
            </a:pPr>
            <a:r>
              <a:rPr lang="en-US" altLang="zh-CN" sz="2200" b="0" i="0" u="none" strike="noStrike" kern="1200" cap="none" spc="0" baseline="0">
                <a:solidFill>
                  <a:schemeClr val="tx1"/>
                </a:solidFill>
                <a:latin typeface="Calibri" pitchFamily="34" charset="0"/>
                <a:ea typeface="MS PGothic" pitchFamily="34" charset="-128"/>
                <a:cs typeface="Calibri" pitchFamily="34" charset="0"/>
              </a:rPr>
              <a:t>From the description of the selection process, all outcomes are equally likely. What is the probability of each event?</a:t>
            </a:r>
            <a:endParaRPr lang="en-US" altLang="zh-CN" sz="2200" b="0" i="0" u="none" strike="noStrike" kern="1200" cap="none" spc="0" baseline="0">
              <a:solidFill>
                <a:schemeClr val="tx1"/>
              </a:solidFill>
              <a:latin typeface="Calibri" pitchFamily="34" charset="0"/>
              <a:ea typeface="MS PGothic" pitchFamily="34" charset="-128"/>
              <a:cs typeface="Calibri" pitchFamily="34" charset="0"/>
            </a:endParaRPr>
          </a:p>
          <a:p>
            <a:pPr marL="344424" indent="-344424" algn="just">
              <a:lnSpc>
                <a:spcPct val="120000"/>
              </a:lnSpc>
              <a:spcBef>
                <a:spcPts val="0"/>
              </a:spcBef>
              <a:spcAft>
                <a:spcPts val="0"/>
              </a:spcAft>
              <a:buClrTx/>
              <a:buAutoNum type="alphaLcParenR"/>
            </a:pPr>
            <a:r>
              <a:rPr lang="en-US" altLang="zh-CN" sz="2200" b="0" i="0" u="none" strike="noStrike" kern="1200" cap="none" spc="0" baseline="0">
                <a:solidFill>
                  <a:schemeClr val="tx1"/>
                </a:solidFill>
                <a:latin typeface="Calibri" pitchFamily="34" charset="0"/>
                <a:ea typeface="MS PGothic" pitchFamily="34" charset="-128"/>
                <a:cs typeface="Calibri" pitchFamily="34" charset="0"/>
              </a:rPr>
              <a:t>What is the probability that one of the committee members is the statistics department representative?</a:t>
            </a:r>
            <a:endParaRPr lang="en-US" altLang="zh-CN" sz="2200" b="0" i="0" u="none" strike="noStrike" kern="1200" cap="none" spc="0" baseline="0">
              <a:solidFill>
                <a:schemeClr val="tx1"/>
              </a:solidFill>
              <a:latin typeface="Calibri" pitchFamily="34" charset="0"/>
              <a:ea typeface="MS PGothic" pitchFamily="34" charset="-128"/>
              <a:cs typeface="Calibri" pitchFamily="34" charset="0"/>
            </a:endParaRPr>
          </a:p>
          <a:p>
            <a:pPr marL="344424" indent="-344424" algn="just">
              <a:lnSpc>
                <a:spcPct val="120000"/>
              </a:lnSpc>
              <a:spcBef>
                <a:spcPts val="0"/>
              </a:spcBef>
              <a:spcAft>
                <a:spcPts val="0"/>
              </a:spcAft>
              <a:buClrTx/>
              <a:buAutoNum type="alphaLcParenR"/>
            </a:pPr>
            <a:r>
              <a:rPr lang="en-US" altLang="zh-CN" sz="2200" b="0" i="0" u="none" strike="noStrike" kern="1200" cap="none" spc="0" baseline="0">
                <a:solidFill>
                  <a:schemeClr val="tx1"/>
                </a:solidFill>
                <a:latin typeface="Calibri" pitchFamily="34" charset="0"/>
                <a:ea typeface="MS PGothic" pitchFamily="34" charset="-128"/>
                <a:cs typeface="Calibri" pitchFamily="34" charset="0"/>
              </a:rPr>
              <a:t>What is the probability that both committee members come from laboratory science departments?</a:t>
            </a:r>
            <a:endParaRPr lang="zh-CN" altLang="en-US" sz="2200" b="0" i="0" u="none" strike="noStrike" kern="1200" cap="none" spc="0" baseline="0">
              <a:solidFill>
                <a:schemeClr val="tx1"/>
              </a:solidFill>
              <a:latin typeface="Calibri" pitchFamily="34" charset="0"/>
              <a:ea typeface="MS PGothic" pitchFamily="34" charset="-128"/>
              <a:cs typeface="Calibri" pitchFamily="34" charset="0"/>
            </a:endParaRPr>
          </a:p>
        </p:txBody>
      </p:sp>
      <p:sp>
        <p:nvSpPr>
          <p:cNvPr id="221" name="Rectangles"/>
          <p:cNvSpPr>
            <a:spLocks noGrp="1"/>
          </p:cNvSpPr>
          <p:nvPr>
            <p:ph type="sldNum" idx="12"/>
          </p:nvPr>
        </p:nvSpPr>
        <p:spPr>
          <a:xfrm rot="0">
            <a:off x="5989639" y="6519863"/>
            <a:ext cx="466724" cy="365125"/>
          </a:xfrm>
          <a:prstGeom prst="rect"/>
          <a:noFill/>
          <a:ln w="12700" cmpd="sng" cap="flat">
            <a:noFill/>
            <a:prstDash val="solid"/>
            <a:miter/>
          </a:ln>
        </p:spPr>
        <p:txBody>
          <a:bodyPr vert="horz" wrap="square" lIns="91440" tIns="45720" rIns="91440" bIns="45720" anchor="ctr" anchorCtr="0">
            <a:prstTxWarp prst="textNoShape"/>
          </a:bodyPr>
          <a:lstStyle/>
          <a:p>
            <a:pPr marL="0" indent="0" algn="l" eaLnBrk="1" hangingPunct="1">
              <a:lnSpc>
                <a:spcPct val="100000"/>
              </a:lnSpc>
              <a:spcBef>
                <a:spcPts val="0"/>
              </a:spcBef>
              <a:spcAft>
                <a:spcPts val="0"/>
              </a:spcAft>
              <a:buNone/>
            </a:pPr>
            <a:fld id="{CAD2D6BD-DE1B-4B5F-8B41-2702339687B9}" type="slidenum">
              <a:rPr lang="en-US" altLang="zh-CN" sz="1200" b="0" i="0" u="none" strike="noStrike" kern="1200" cap="none" spc="0" baseline="0">
                <a:solidFill>
                  <a:srgbClr val="FFFFFF"/>
                </a:solidFill>
                <a:latin typeface="Calibri" pitchFamily="34" charset="0"/>
                <a:ea typeface="MS PGothic" pitchFamily="34" charset="-128"/>
                <a:cs typeface="Arial" pitchFamily="34" charset="0"/>
              </a:rPr>
              <a:t>17</a:t>
            </a:fld>
            <a:endParaRPr lang="zh-CN" altLang="en-US" sz="1200" b="0" i="0" u="none" strike="noStrike" kern="1200" cap="none" spc="0" baseline="0">
              <a:solidFill>
                <a:srgbClr val="FFFFFF"/>
              </a:solidFill>
              <a:latin typeface="Calibri" pitchFamily="34" charset="0"/>
              <a:ea typeface="MS PGothic" pitchFamily="34" charset="-128"/>
              <a:cs typeface="Arial" pitchFamily="34" charset="0"/>
            </a:endParaRPr>
          </a:p>
        </p:txBody>
      </p:sp>
    </p:spTree>
    <p:extLst>
      <p:ext uri="{BB962C8B-B14F-4D97-AF65-F5344CB8AC3E}">
        <p14:creationId xmlns:p14="http://schemas.microsoft.com/office/powerpoint/2010/main" val="1128918214"/>
      </p:ext>
    </p:extLst>
  </p:cSld>
  <p:clrMapOvr>
    <a:masterClrMapping/>
  </p:clrMapOvr>
</p:sld>
</file>

<file path=ppt/slides/slide18.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225" name="Rectangles"/>
          <p:cNvSpPr>
            <a:spLocks/>
          </p:cNvSpPr>
          <p:nvPr/>
        </p:nvSpPr>
        <p:spPr>
          <a:xfrm rot="0">
            <a:off x="3452813" y="260648"/>
            <a:ext cx="5257800" cy="691515"/>
          </a:xfrm>
          <a:prstGeom prst="rect"/>
          <a:noFill/>
          <a:ln w="25400" cmpd="sng" cap="flat">
            <a:noFill/>
            <a:prstDash val="solid"/>
            <a:round/>
          </a:ln>
        </p:spPr>
        <p:txBody>
          <a:bodyPr vert="horz" wrap="square" lIns="91440" tIns="45720" rIns="91440" bIns="45720" anchor="t" anchorCtr="0">
            <a:prstTxWarp prst="textNoShape"/>
            <a:spAutoFit/>
          </a:bodyPr>
          <a:lstStyle/>
          <a:p>
            <a:pPr marL="0" indent="0" algn="ctr">
              <a:lnSpc>
                <a:spcPct val="100000"/>
              </a:lnSpc>
              <a:spcBef>
                <a:spcPts val="0"/>
              </a:spcBef>
              <a:spcAft>
                <a:spcPts val="0"/>
              </a:spcAft>
              <a:buNone/>
            </a:pPr>
            <a:r>
              <a:rPr lang="en-US" altLang="zh-CN" sz="4000" b="1" i="0" u="none" strike="noStrike" kern="1200" cap="none" spc="0" baseline="0">
                <a:solidFill>
                  <a:srgbClr val="000000"/>
                </a:solidFill>
                <a:latin typeface="Calibri" pitchFamily="34" charset="0"/>
                <a:ea typeface="宋体" pitchFamily="0" charset="0"/>
                <a:cs typeface="Calibri" pitchFamily="34" charset="0"/>
              </a:rPr>
              <a:t>Exercise #2 </a:t>
            </a:r>
            <a:endParaRPr lang="zh-CN" altLang="en-US" sz="4000" b="1" i="0" u="none" strike="noStrike" kern="1200" cap="none" spc="0" baseline="0">
              <a:solidFill>
                <a:srgbClr val="000000"/>
              </a:solidFill>
              <a:latin typeface="Calibri" pitchFamily="34" charset="0"/>
              <a:ea typeface="宋体" pitchFamily="0" charset="0"/>
              <a:cs typeface="Calibri" pitchFamily="34" charset="0"/>
            </a:endParaRPr>
          </a:p>
        </p:txBody>
      </p:sp>
      <p:sp>
        <p:nvSpPr>
          <p:cNvPr id="226" name="Rectangles"/>
          <p:cNvSpPr>
            <a:spLocks/>
          </p:cNvSpPr>
          <p:nvPr/>
        </p:nvSpPr>
        <p:spPr>
          <a:xfrm rot="0">
            <a:off x="1703387" y="1071563"/>
            <a:ext cx="8856662" cy="6469379"/>
          </a:xfrm>
          <a:prstGeom prst="rect"/>
          <a:noFill/>
          <a:ln w="9525" cmpd="sng" cap="flat">
            <a:noFill/>
            <a:prstDash val="solid"/>
            <a:miter/>
          </a:ln>
        </p:spPr>
        <p:txBody>
          <a:bodyPr vert="horz" wrap="square" lIns="91440" tIns="45720" rIns="91440" bIns="45720" anchor="t" anchorCtr="0">
            <a:prstTxWarp prst="textNoShape"/>
            <a:spAutoFit/>
          </a:bodyPr>
          <a:lstStyle/>
          <a:p>
            <a:pPr marL="0" indent="0" algn="just">
              <a:lnSpc>
                <a:spcPct val="120000"/>
              </a:lnSpc>
              <a:spcBef>
                <a:spcPts val="0"/>
              </a:spcBef>
              <a:spcAft>
                <a:spcPts val="0"/>
              </a:spcAft>
              <a:buNone/>
            </a:pPr>
            <a:r>
              <a:rPr lang="en-US" altLang="zh-CN" sz="2000" b="0" i="0" u="none" strike="noStrike" kern="1200" cap="none" spc="0" baseline="0">
                <a:solidFill>
                  <a:schemeClr val="tx1"/>
                </a:solidFill>
                <a:latin typeface="Calibri" pitchFamily="34" charset="0"/>
                <a:ea typeface="MS PGothic" pitchFamily="34" charset="-128"/>
                <a:cs typeface="Calibri" pitchFamily="34" charset="0"/>
              </a:rPr>
              <a:t>A large department store offers online ordering. When a purchase is made online, the customer can select one of four different delivery options: expedited overnight delivery, expedited second-business-day delivery, standard delivery, or delivery to the nearest store for customer pick-up. Consider the chance experiment that consists of observing the selected delivery option for a randomly selected online purchase. </a:t>
            </a:r>
            <a:endParaRPr lang="en-US" altLang="zh-CN" sz="2000" b="0" i="0" u="none" strike="noStrike" kern="1200" cap="none" spc="0" baseline="0">
              <a:solidFill>
                <a:schemeClr val="tx1"/>
              </a:solidFill>
              <a:latin typeface="Calibri" pitchFamily="34" charset="0"/>
              <a:ea typeface="MS PGothic" pitchFamily="34" charset="-128"/>
              <a:cs typeface="Calibri" pitchFamily="34" charset="0"/>
            </a:endParaRPr>
          </a:p>
          <a:p>
            <a:pPr marL="0" indent="0" algn="just">
              <a:lnSpc>
                <a:spcPct val="120000"/>
              </a:lnSpc>
              <a:spcBef>
                <a:spcPts val="0"/>
              </a:spcBef>
              <a:spcAft>
                <a:spcPts val="0"/>
              </a:spcAft>
              <a:buNone/>
            </a:pPr>
            <a:r>
              <a:rPr lang="en-US" altLang="zh-CN" sz="2000" b="0" i="0" u="none" strike="noStrike" kern="1200" cap="none" spc="0" baseline="0">
                <a:solidFill>
                  <a:schemeClr val="tx1"/>
                </a:solidFill>
                <a:latin typeface="Calibri" pitchFamily="34" charset="0"/>
                <a:ea typeface="MS PGothic" pitchFamily="34" charset="-128"/>
                <a:cs typeface="Calibri" pitchFamily="34" charset="0"/>
              </a:rPr>
              <a:t>a) What are the events that make-up the sample space for this experiment?</a:t>
            </a:r>
            <a:endParaRPr lang="en-US" altLang="zh-CN" sz="2000" b="0" i="0" u="none" strike="noStrike" kern="1200" cap="none" spc="0" baseline="0">
              <a:solidFill>
                <a:schemeClr val="tx1"/>
              </a:solidFill>
              <a:latin typeface="Calibri" pitchFamily="34" charset="0"/>
              <a:ea typeface="MS PGothic" pitchFamily="34" charset="-128"/>
              <a:cs typeface="Calibri" pitchFamily="34" charset="0"/>
            </a:endParaRPr>
          </a:p>
          <a:p>
            <a:pPr marL="0" indent="0" algn="just">
              <a:lnSpc>
                <a:spcPct val="120000"/>
              </a:lnSpc>
              <a:spcBef>
                <a:spcPts val="0"/>
              </a:spcBef>
              <a:spcAft>
                <a:spcPts val="0"/>
              </a:spcAft>
              <a:buNone/>
            </a:pPr>
            <a:r>
              <a:rPr lang="en-US" altLang="zh-CN" sz="2000" b="0" i="0" u="none" strike="noStrike" kern="1200" cap="none" spc="0" baseline="0">
                <a:solidFill>
                  <a:schemeClr val="tx1"/>
                </a:solidFill>
                <a:latin typeface="Calibri" pitchFamily="34" charset="0"/>
                <a:ea typeface="MS PGothic" pitchFamily="34" charset="-128"/>
                <a:cs typeface="Calibri" pitchFamily="34" charset="0"/>
              </a:rPr>
              <a:t>b) Suppose </a:t>
            </a:r>
            <a:r>
              <a:rPr lang="en-US" altLang="zh-CN" sz="2000" b="0" i="0" u="none" strike="noStrike" kern="1200" cap="none" spc="0" baseline="0">
                <a:solidFill>
                  <a:schemeClr val="tx1"/>
                </a:solidFill>
                <a:latin typeface="Calibri" pitchFamily="34" charset="0"/>
                <a:ea typeface="MS PGothic" pitchFamily="34" charset="-128"/>
                <a:cs typeface="Calibri" pitchFamily="34" charset="0"/>
              </a:rPr>
              <a:t>that the probability of an overnight delivery selection is 0.1, the probability of a second-day delivery selection is 0.3, and the probability of a standard-delivery selection is 0.4. Find the following probabilities:</a:t>
            </a:r>
            <a:endParaRPr lang="en-US" altLang="zh-CN" sz="2000" b="0" i="0" u="none" strike="noStrike" kern="1200" cap="none" spc="0" baseline="0">
              <a:solidFill>
                <a:schemeClr val="tx1"/>
              </a:solidFill>
              <a:latin typeface="Calibri" pitchFamily="34" charset="0"/>
              <a:ea typeface="MS PGothic" pitchFamily="34" charset="-128"/>
              <a:cs typeface="Calibri" pitchFamily="34" charset="0"/>
            </a:endParaRPr>
          </a:p>
          <a:p>
            <a:pPr lvl="1" marL="630174" indent="-285750" algn="just">
              <a:lnSpc>
                <a:spcPct val="120000"/>
              </a:lnSpc>
              <a:spcBef>
                <a:spcPts val="0"/>
              </a:spcBef>
              <a:spcAft>
                <a:spcPts val="0"/>
              </a:spcAft>
              <a:buClrTx/>
              <a:buAutoNum type="romanLcParenR"/>
            </a:pPr>
            <a:r>
              <a:rPr lang="en-US" altLang="zh-CN" sz="2000" b="0" i="0" u="none" strike="noStrike" kern="1200" cap="none" spc="0" baseline="0">
                <a:solidFill>
                  <a:schemeClr val="tx1"/>
                </a:solidFill>
                <a:latin typeface="Calibri" pitchFamily="34" charset="0"/>
                <a:ea typeface="MS PGothic" pitchFamily="34" charset="-128"/>
                <a:cs typeface="Calibri" pitchFamily="34" charset="0"/>
              </a:rPr>
              <a:t>The probability that a randomly selected online purchase selects delivery to the nearest store for customer pick-up.</a:t>
            </a:r>
            <a:endParaRPr lang="en-US" altLang="zh-CN" sz="2000" b="0" i="0" u="none" strike="noStrike" kern="1200" cap="none" spc="0" baseline="0">
              <a:solidFill>
                <a:schemeClr val="tx1"/>
              </a:solidFill>
              <a:latin typeface="Calibri" pitchFamily="34" charset="0"/>
              <a:ea typeface="MS PGothic" pitchFamily="34" charset="-128"/>
              <a:cs typeface="Calibri" pitchFamily="34" charset="0"/>
            </a:endParaRPr>
          </a:p>
          <a:p>
            <a:pPr lvl="1" marL="630174" indent="-285750" algn="just">
              <a:lnSpc>
                <a:spcPct val="120000"/>
              </a:lnSpc>
              <a:spcBef>
                <a:spcPts val="0"/>
              </a:spcBef>
              <a:spcAft>
                <a:spcPts val="0"/>
              </a:spcAft>
              <a:buClrTx/>
              <a:buAutoNum type="romanLcParenR"/>
            </a:pPr>
            <a:r>
              <a:rPr lang="en-US" altLang="zh-CN" sz="2000" b="0" i="0" u="none" strike="noStrike" kern="1200" cap="none" spc="0" baseline="0">
                <a:solidFill>
                  <a:schemeClr val="tx1"/>
                </a:solidFill>
                <a:latin typeface="Calibri" pitchFamily="34" charset="0"/>
                <a:ea typeface="MS PGothic" pitchFamily="34" charset="-128"/>
                <a:cs typeface="Calibri" pitchFamily="34" charset="0"/>
              </a:rPr>
              <a:t>The probability that the customer selects a form of expedited delivery.</a:t>
            </a:r>
            <a:endParaRPr lang="en-US" altLang="zh-CN" sz="2000" b="0" i="0" u="none" strike="noStrike" kern="1200" cap="none" spc="0" baseline="0">
              <a:solidFill>
                <a:schemeClr val="tx1"/>
              </a:solidFill>
              <a:latin typeface="Calibri" pitchFamily="34" charset="0"/>
              <a:ea typeface="MS PGothic" pitchFamily="34" charset="-128"/>
              <a:cs typeface="Calibri" pitchFamily="34" charset="0"/>
            </a:endParaRPr>
          </a:p>
          <a:p>
            <a:pPr lvl="1" marL="630174" indent="-285750" algn="just">
              <a:lnSpc>
                <a:spcPct val="120000"/>
              </a:lnSpc>
              <a:spcBef>
                <a:spcPts val="0"/>
              </a:spcBef>
              <a:spcAft>
                <a:spcPts val="0"/>
              </a:spcAft>
              <a:buClrTx/>
              <a:buAutoNum type="romanLcParenR"/>
            </a:pPr>
            <a:r>
              <a:rPr lang="en-US" altLang="zh-CN" sz="2000" b="0" i="0" u="none" strike="noStrike" kern="1200" cap="none" spc="0" baseline="0">
                <a:solidFill>
                  <a:schemeClr val="tx1"/>
                </a:solidFill>
                <a:latin typeface="Calibri" pitchFamily="34" charset="0"/>
                <a:ea typeface="MS PGothic" pitchFamily="34" charset="-128"/>
                <a:cs typeface="Calibri" pitchFamily="34" charset="0"/>
              </a:rPr>
              <a:t>The probability that either standard delivery or delivery to the nearest store is selected. </a:t>
            </a:r>
            <a:endParaRPr lang="zh-CN" altLang="en-US" sz="2000" b="0" i="0" u="none" strike="noStrike" kern="1200" cap="none" spc="0" baseline="0">
              <a:solidFill>
                <a:schemeClr val="tx1"/>
              </a:solidFill>
              <a:latin typeface="Calibri" pitchFamily="34" charset="0"/>
              <a:ea typeface="MS PGothic" pitchFamily="34" charset="-128"/>
              <a:cs typeface="Calibri" pitchFamily="34" charset="0"/>
            </a:endParaRPr>
          </a:p>
        </p:txBody>
      </p:sp>
      <p:sp>
        <p:nvSpPr>
          <p:cNvPr id="227" name="Rectangles"/>
          <p:cNvSpPr>
            <a:spLocks noGrp="1"/>
          </p:cNvSpPr>
          <p:nvPr>
            <p:ph type="sldNum" idx="12"/>
          </p:nvPr>
        </p:nvSpPr>
        <p:spPr>
          <a:xfrm rot="0">
            <a:off x="5989639" y="6519863"/>
            <a:ext cx="466724" cy="365125"/>
          </a:xfrm>
          <a:prstGeom prst="rect"/>
          <a:noFill/>
          <a:ln w="12700" cmpd="sng" cap="flat">
            <a:noFill/>
            <a:prstDash val="solid"/>
            <a:miter/>
          </a:ln>
        </p:spPr>
        <p:txBody>
          <a:bodyPr vert="horz" wrap="square" lIns="91440" tIns="45720" rIns="91440" bIns="45720" anchor="ctr" anchorCtr="0">
            <a:prstTxWarp prst="textNoShape"/>
          </a:bodyPr>
          <a:lstStyle/>
          <a:p>
            <a:pPr marL="0" indent="0" algn="l" eaLnBrk="1" hangingPunct="1">
              <a:lnSpc>
                <a:spcPct val="100000"/>
              </a:lnSpc>
              <a:spcBef>
                <a:spcPts val="0"/>
              </a:spcBef>
              <a:spcAft>
                <a:spcPts val="0"/>
              </a:spcAft>
              <a:buNone/>
            </a:pPr>
            <a:fld id="{CAD2D6BD-DE1B-4B5F-8B41-2702339687B9}" type="slidenum">
              <a:rPr lang="en-US" altLang="zh-CN" sz="1200" b="0" i="0" u="none" strike="noStrike" kern="1200" cap="none" spc="0" baseline="0">
                <a:solidFill>
                  <a:srgbClr val="FFFFFF"/>
                </a:solidFill>
                <a:latin typeface="Calibri" pitchFamily="34" charset="0"/>
                <a:ea typeface="MS PGothic" pitchFamily="34" charset="-128"/>
                <a:cs typeface="Arial" pitchFamily="34" charset="0"/>
              </a:rPr>
              <a:t>18</a:t>
            </a:fld>
            <a:endParaRPr lang="zh-CN" altLang="en-US" sz="1200" b="0" i="0" u="none" strike="noStrike" kern="1200" cap="none" spc="0" baseline="0">
              <a:solidFill>
                <a:srgbClr val="FFFFFF"/>
              </a:solidFill>
              <a:latin typeface="Calibri" pitchFamily="34" charset="0"/>
              <a:ea typeface="MS PGothic" pitchFamily="34" charset="-128"/>
              <a:cs typeface="Arial" pitchFamily="34" charset="0"/>
            </a:endParaRPr>
          </a:p>
        </p:txBody>
      </p:sp>
    </p:spTree>
    <p:extLst>
      <p:ext uri="{BB962C8B-B14F-4D97-AF65-F5344CB8AC3E}">
        <p14:creationId xmlns:p14="http://schemas.microsoft.com/office/powerpoint/2010/main" val="790727271"/>
      </p:ext>
    </p:extLst>
  </p:cSld>
  <p:clrMapOvr>
    <a:masterClrMapping/>
  </p:clrMapOvr>
</p:sld>
</file>

<file path=ppt/slides/slide19.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241" name="Rectangles"/>
          <p:cNvSpPr>
            <a:spLocks/>
          </p:cNvSpPr>
          <p:nvPr/>
        </p:nvSpPr>
        <p:spPr>
          <a:xfrm rot="0">
            <a:off x="3431705" y="332657"/>
            <a:ext cx="6624835" cy="777875"/>
          </a:xfrm>
          <a:prstGeom prst="rect"/>
          <a:noFill/>
          <a:ln w="12700" cmpd="sng" cap="flat">
            <a:noFill/>
            <a:prstDash val="solid"/>
            <a:round/>
          </a:ln>
        </p:spPr>
        <p:txBody>
          <a:bodyPr vert="horz" wrap="square" lIns="91440" tIns="45720" rIns="91440" bIns="45720" anchor="ctr" anchorCtr="0">
            <a:prstTxWarp prst="textNoShape"/>
          </a:bodyPr>
          <a:lstStyle/>
          <a:p>
            <a:pPr marL="0" indent="0" algn="ctr" eaLnBrk="0" hangingPunct="0">
              <a:lnSpc>
                <a:spcPct val="100000"/>
              </a:lnSpc>
              <a:spcBef>
                <a:spcPts val="0"/>
              </a:spcBef>
              <a:spcAft>
                <a:spcPts val="0"/>
              </a:spcAft>
              <a:buNone/>
            </a:pPr>
            <a:r>
              <a:rPr lang="en-US" altLang="zh-CN" sz="4000" b="1" i="0" u="none" strike="noStrike" kern="1200" cap="all" spc="0" baseline="0">
                <a:ln w="8978" cap="flat">
                  <a:solidFill>
                    <a:srgbClr val="5C437A"/>
                  </a:solidFill>
                  <a:prstDash val="solid"/>
                  <a:round/>
                </a:ln>
                <a:solidFill>
                  <a:schemeClr val="tx1"/>
                </a:solidFill>
                <a:effectLst>
                  <a:reflection stA="28000" blurRad="12700" dist="977" endPos="45000" dir="5400000" sy="-100000"/>
                </a:effectLst>
                <a:latin typeface="Calibri" pitchFamily="34" charset="0"/>
                <a:ea typeface="ＭＳ Ｐゴシック" pitchFamily="0" charset="0"/>
                <a:cs typeface="Arial" pitchFamily="34" charset="0"/>
              </a:rPr>
              <a:t>SCSI2143: probability &amp; statistical data analysis</a:t>
            </a:r>
            <a:endParaRPr lang="zh-CN" altLang="en-US" sz="4000" b="1" i="0" u="none" strike="noStrike" kern="1200" cap="all" spc="0" baseline="0">
              <a:ln w="8978" cap="flat">
                <a:solidFill>
                  <a:srgbClr val="5C437A"/>
                </a:solidFill>
                <a:prstDash val="solid"/>
                <a:round/>
              </a:ln>
              <a:solidFill>
                <a:schemeClr val="tx1"/>
              </a:solidFill>
              <a:effectLst>
                <a:reflection stA="28000" blurRad="12700" dist="977" endPos="45000" dir="5400000" sy="-100000"/>
              </a:effectLst>
              <a:latin typeface="Calibri" pitchFamily="34" charset="0"/>
              <a:ea typeface="ＭＳ Ｐゴシック" pitchFamily="0" charset="0"/>
              <a:cs typeface="Arial" pitchFamily="34" charset="0"/>
            </a:endParaRPr>
          </a:p>
        </p:txBody>
      </p:sp>
      <p:sp>
        <p:nvSpPr>
          <p:cNvPr id="242" name="Rectangles"/>
          <p:cNvSpPr>
            <a:spLocks/>
          </p:cNvSpPr>
          <p:nvPr/>
        </p:nvSpPr>
        <p:spPr>
          <a:xfrm rot="0">
            <a:off x="2279651" y="2060600"/>
            <a:ext cx="7489823" cy="4176712"/>
          </a:xfrm>
          <a:prstGeom prst="rect"/>
          <a:noFill/>
          <a:ln w="12700" cmpd="sng" cap="flat">
            <a:noFill/>
            <a:prstDash val="solid"/>
            <a:round/>
          </a:ln>
        </p:spPr>
        <p:txBody>
          <a:bodyPr vert="horz" wrap="square" lIns="91440" tIns="45720" rIns="91440" bIns="45720" anchor="t" anchorCtr="0">
            <a:prstTxWarp prst="textNoShape"/>
          </a:bodyPr>
          <a:lstStyle/>
          <a:p>
            <a:pPr marL="0" indent="0" algn="ctr" eaLnBrk="1" hangingPunct="1">
              <a:lnSpc>
                <a:spcPct val="100000"/>
              </a:lnSpc>
              <a:spcBef>
                <a:spcPts val="0"/>
              </a:spcBef>
              <a:spcAft>
                <a:spcPts val="0"/>
              </a:spcAft>
              <a:buNone/>
            </a:pPr>
            <a:r>
              <a:rPr lang="en-US" altLang="zh-CN" sz="4800" b="1" i="0" u="none" strike="noStrike" kern="1200" cap="none" spc="0" baseline="0">
                <a:solidFill>
                  <a:schemeClr val="tx1"/>
                </a:solidFill>
                <a:latin typeface="Calibri" pitchFamily="34" charset="0"/>
                <a:ea typeface="MS PGothic" pitchFamily="34" charset="-128"/>
                <a:cs typeface="Arial" pitchFamily="34" charset="0"/>
              </a:rPr>
              <a:t>CHAPTER 4</a:t>
            </a:r>
            <a:endParaRPr lang="en-US" altLang="zh-CN" sz="4800" b="1" i="0" u="none" strike="noStrike" kern="1200" cap="none" spc="0" baseline="0">
              <a:solidFill>
                <a:schemeClr val="tx1"/>
              </a:solidFill>
              <a:latin typeface="Calibri" pitchFamily="34" charset="0"/>
              <a:ea typeface="MS PGothic" pitchFamily="34" charset="-128"/>
              <a:cs typeface="Arial" pitchFamily="34" charset="0"/>
            </a:endParaRPr>
          </a:p>
          <a:p>
            <a:pPr marL="0" indent="0" algn="ctr" eaLnBrk="1" hangingPunct="1">
              <a:lnSpc>
                <a:spcPct val="100000"/>
              </a:lnSpc>
              <a:spcBef>
                <a:spcPts val="0"/>
              </a:spcBef>
              <a:spcAft>
                <a:spcPts val="0"/>
              </a:spcAft>
              <a:buNone/>
            </a:pPr>
            <a:r>
              <a:rPr lang="en-US" altLang="zh-CN" sz="4800" b="1" i="0" u="none" strike="noStrike" kern="1200" cap="none" spc="0" baseline="0">
                <a:solidFill>
                  <a:schemeClr val="tx1"/>
                </a:solidFill>
                <a:latin typeface="Calibri" pitchFamily="34" charset="0"/>
                <a:ea typeface="MS PGothic" pitchFamily="34" charset="-128"/>
                <a:cs typeface="Arial" pitchFamily="34" charset="0"/>
              </a:rPr>
              <a:t>(Part 2)</a:t>
            </a:r>
            <a:endParaRPr lang="en-US" altLang="zh-CN" sz="4800" b="1" i="0" u="none" strike="noStrike" kern="1200" cap="none" spc="0" baseline="0">
              <a:solidFill>
                <a:schemeClr val="tx1"/>
              </a:solidFill>
              <a:latin typeface="Calibri" pitchFamily="34" charset="0"/>
              <a:ea typeface="MS PGothic" pitchFamily="34" charset="-128"/>
              <a:cs typeface="Arial" pitchFamily="34" charset="0"/>
            </a:endParaRPr>
          </a:p>
          <a:p>
            <a:pPr marL="0" indent="0" algn="ctr" eaLnBrk="1" hangingPunct="1">
              <a:lnSpc>
                <a:spcPct val="100000"/>
              </a:lnSpc>
              <a:spcBef>
                <a:spcPts val="0"/>
              </a:spcBef>
              <a:spcAft>
                <a:spcPts val="0"/>
              </a:spcAft>
              <a:buNone/>
            </a:pPr>
            <a:endParaRPr lang="en-US" altLang="zh-CN" sz="4800" b="1" i="0" u="none" strike="noStrike" kern="1200" cap="none" spc="0" baseline="0">
              <a:solidFill>
                <a:schemeClr val="tx1"/>
              </a:solidFill>
              <a:latin typeface="Calibri" pitchFamily="34" charset="0"/>
              <a:ea typeface="MS PGothic" pitchFamily="34" charset="-128"/>
              <a:cs typeface="Arial" pitchFamily="34" charset="0"/>
            </a:endParaRPr>
          </a:p>
          <a:p>
            <a:pPr marL="0" indent="0" algn="ctr" eaLnBrk="1" hangingPunct="1">
              <a:lnSpc>
                <a:spcPct val="100000"/>
              </a:lnSpc>
              <a:spcBef>
                <a:spcPts val="0"/>
              </a:spcBef>
              <a:spcAft>
                <a:spcPts val="0"/>
              </a:spcAft>
              <a:buNone/>
            </a:pPr>
            <a:r>
              <a:rPr lang="en-US" altLang="zh-CN" sz="5400" b="1" i="0" u="none" strike="noStrike" kern="1200" cap="none" spc="0" baseline="0">
                <a:solidFill>
                  <a:schemeClr val="tx1"/>
                </a:solidFill>
                <a:latin typeface="Calibri" pitchFamily="34" charset="0"/>
                <a:ea typeface="MS PGothic" pitchFamily="34" charset="-128"/>
                <a:cs typeface="Arial" pitchFamily="34" charset="0"/>
              </a:rPr>
              <a:t>Random Variables &amp; Probability Distribution</a:t>
            </a:r>
            <a:endParaRPr lang="zh-CN" altLang="en-US" sz="5400" b="1" i="0" u="none" strike="noStrike" kern="1200" cap="none" spc="0" baseline="0">
              <a:solidFill>
                <a:schemeClr val="tx1"/>
              </a:solidFill>
              <a:latin typeface="Calibri" pitchFamily="34" charset="0"/>
              <a:ea typeface="MS PGothic" pitchFamily="34" charset="-128"/>
              <a:cs typeface="Arial" pitchFamily="34" charset="0"/>
            </a:endParaRPr>
          </a:p>
        </p:txBody>
      </p:sp>
      <p:sp>
        <p:nvSpPr>
          <p:cNvPr id="243" name="Rectangles"/>
          <p:cNvSpPr>
            <a:spLocks noGrp="1"/>
          </p:cNvSpPr>
          <p:nvPr>
            <p:ph type="sldNum" idx="12"/>
          </p:nvPr>
        </p:nvSpPr>
        <p:spPr>
          <a:xfrm rot="0">
            <a:off x="5989639" y="6519863"/>
            <a:ext cx="466724" cy="365125"/>
          </a:xfrm>
          <a:prstGeom prst="rect"/>
          <a:noFill/>
          <a:ln w="12700" cmpd="sng" cap="flat">
            <a:noFill/>
            <a:prstDash val="solid"/>
            <a:miter/>
          </a:ln>
        </p:spPr>
        <p:txBody>
          <a:bodyPr vert="horz" wrap="square" lIns="91440" tIns="45720" rIns="91440" bIns="45720" anchor="ctr" anchorCtr="0">
            <a:prstTxWarp prst="textNoShape"/>
          </a:bodyPr>
          <a:lstStyle/>
          <a:p>
            <a:pPr marL="0" indent="0" algn="l" eaLnBrk="1" hangingPunct="1">
              <a:lnSpc>
                <a:spcPct val="100000"/>
              </a:lnSpc>
              <a:spcBef>
                <a:spcPts val="0"/>
              </a:spcBef>
              <a:spcAft>
                <a:spcPts val="0"/>
              </a:spcAft>
              <a:buNone/>
            </a:pPr>
            <a:fld id="{CAD2D6BD-DE1B-4B5F-8B41-2702339687B9}" type="slidenum">
              <a:rPr lang="en-US" altLang="zh-CN" sz="1200" b="0" i="0" u="none" strike="noStrike" kern="1200" cap="none" spc="0" baseline="0">
                <a:solidFill>
                  <a:srgbClr val="FFFFFF"/>
                </a:solidFill>
                <a:latin typeface="Calibri" pitchFamily="34" charset="0"/>
                <a:ea typeface="MS PGothic" pitchFamily="34" charset="-128"/>
                <a:cs typeface="Arial" pitchFamily="34" charset="0"/>
              </a:rPr>
              <a:t>19</a:t>
            </a:fld>
            <a:endParaRPr lang="zh-CN" altLang="en-US" sz="1200" b="0" i="0" u="none" strike="noStrike" kern="1200" cap="none" spc="0" baseline="0">
              <a:solidFill>
                <a:srgbClr val="FFFFFF"/>
              </a:solidFill>
              <a:latin typeface="Calibri" pitchFamily="34" charset="0"/>
              <a:ea typeface="MS PGothic" pitchFamily="34" charset="-128"/>
              <a:cs typeface="Arial" pitchFamily="34" charset="0"/>
            </a:endParaRPr>
          </a:p>
        </p:txBody>
      </p:sp>
    </p:spTree>
    <p:extLst>
      <p:ext uri="{BB962C8B-B14F-4D97-AF65-F5344CB8AC3E}">
        <p14:creationId xmlns:p14="http://schemas.microsoft.com/office/powerpoint/2010/main" val="266708526"/>
      </p:ext>
    </p:extLst>
  </p:cSld>
  <p:clrMapOvr>
    <a:masterClrMapping/>
  </p:clrMapOvr>
</p:sld>
</file>

<file path=ppt/slides/slide20.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247" name="Text box"/>
          <p:cNvSpPr>
            <a:spLocks noGrp="1"/>
          </p:cNvSpPr>
          <p:nvPr>
            <p:ph type="title"/>
          </p:nvPr>
        </p:nvSpPr>
        <p:spPr>
          <a:xfrm rot="0">
            <a:off x="4071688" y="260648"/>
            <a:ext cx="6272784" cy="777240"/>
          </a:xfrm>
          <a:prstGeom prst="rect"/>
          <a:solidFill>
            <a:srgbClr val="FFFFFF"/>
          </a:solidFill>
          <a:ln w="25400" cmpd="sng" cap="flat">
            <a:solidFill>
              <a:srgbClr val="C0504D"/>
            </a:solidFill>
            <a:prstDash val="solid"/>
            <a:round/>
          </a:ln>
        </p:spPr>
        <p:txBody>
          <a:bodyPr vert="horz" wrap="square" lIns="91440" tIns="45720" rIns="91440" bIns="45720" anchor="ctr" anchorCtr="0">
            <a:prstTxWarp prst="textNoShape"/>
          </a:bodyPr>
          <a:lstStyle/>
          <a:p>
            <a:pPr marL="0" indent="0" algn="ctr" eaLnBrk="1" hangingPunct="1">
              <a:lnSpc>
                <a:spcPct val="100000"/>
              </a:lnSpc>
              <a:spcBef>
                <a:spcPts val="0"/>
              </a:spcBef>
              <a:spcAft>
                <a:spcPts val="0"/>
              </a:spcAft>
              <a:buNone/>
            </a:pPr>
            <a:r>
              <a:rPr lang="en-US" altLang="zh-CN" sz="4400" b="0" i="0" u="none" strike="noStrike" kern="1200" cap="none" spc="0" baseline="0">
                <a:solidFill>
                  <a:srgbClr val="000000"/>
                </a:solidFill>
                <a:latin typeface="Calibri" pitchFamily="34" charset="0"/>
                <a:ea typeface="宋体" pitchFamily="0" charset="0"/>
                <a:cs typeface="Calibri" pitchFamily="34" charset="0"/>
              </a:rPr>
              <a:t>Random Variables </a:t>
            </a:r>
            <a:endParaRPr lang="zh-CN" altLang="en-US" sz="4400" b="0" i="0" u="none" strike="noStrike" kern="1200" cap="none" spc="0" baseline="0">
              <a:solidFill>
                <a:srgbClr val="000000"/>
              </a:solidFill>
              <a:latin typeface="Calibri" pitchFamily="34" charset="0"/>
              <a:ea typeface="宋体" pitchFamily="0" charset="0"/>
              <a:cs typeface="Calibri" pitchFamily="34" charset="0"/>
            </a:endParaRPr>
          </a:p>
        </p:txBody>
      </p:sp>
      <p:sp>
        <p:nvSpPr>
          <p:cNvPr id="248" name="Text box"/>
          <p:cNvSpPr>
            <a:spLocks noGrp="1"/>
          </p:cNvSpPr>
          <p:nvPr>
            <p:ph type="body" idx="4294967295"/>
          </p:nvPr>
        </p:nvSpPr>
        <p:spPr>
          <a:xfrm rot="0">
            <a:off x="1992313" y="1557337"/>
            <a:ext cx="8064127" cy="4464050"/>
          </a:xfrm>
          <a:prstGeom prst="rect"/>
          <a:noFill/>
          <a:ln w="12700" cmpd="sng" cap="flat">
            <a:noFill/>
            <a:prstDash val="solid"/>
            <a:miter/>
          </a:ln>
        </p:spPr>
        <p:txBody>
          <a:bodyPr vert="horz" wrap="square" lIns="91440" tIns="45720" rIns="91440" bIns="45720" anchor="t" anchorCtr="0">
            <a:prstTxWarp prst="textNoShape"/>
          </a:bodyPr>
          <a:lstStyle/>
          <a:p>
            <a:pPr marL="342900" indent="-342900" algn="just" eaLnBrk="1" hangingPunct="1">
              <a:lnSpc>
                <a:spcPct val="100000"/>
              </a:lnSpc>
              <a:spcBef>
                <a:spcPct val="20000"/>
              </a:spcBef>
              <a:spcAft>
                <a:spcPts val="0"/>
              </a:spcAft>
              <a:buFont typeface="Arial" pitchFamily="34" charset="0"/>
              <a:buChar char="•"/>
            </a:pPr>
            <a:r>
              <a:rPr lang="en-US" altLang="zh-CN" sz="2800" b="0" i="0" u="none" strike="noStrike" kern="1200" cap="none" spc="0" baseline="0">
                <a:solidFill>
                  <a:srgbClr val="000000"/>
                </a:solidFill>
                <a:latin typeface="Calibri" pitchFamily="34" charset="0"/>
                <a:ea typeface="ＭＳ Ｐゴシック" pitchFamily="0" charset="0"/>
                <a:cs typeface="Lucida Sans" pitchFamily="0" charset="0"/>
              </a:rPr>
              <a:t>A numerical variable whose value depends on the outcome of a </a:t>
            </a:r>
            <a:r>
              <a:rPr lang="en-US" altLang="zh-CN" sz="2800" b="0" i="0" u="none" strike="noStrike" kern="1200" cap="none" spc="0" baseline="0">
                <a:solidFill>
                  <a:srgbClr val="FF0000"/>
                </a:solidFill>
                <a:latin typeface="Calibri" pitchFamily="34" charset="0"/>
                <a:ea typeface="ＭＳ Ｐゴシック" pitchFamily="0" charset="0"/>
                <a:cs typeface="Lucida Sans" pitchFamily="0" charset="0"/>
              </a:rPr>
              <a:t>chance experiment.</a:t>
            </a:r>
            <a:endParaRPr lang="en-US" altLang="zh-CN" sz="2800" b="0" i="0" u="none" strike="noStrike" kern="1200" cap="none" spc="0" baseline="0">
              <a:solidFill>
                <a:srgbClr val="FF0000"/>
              </a:solidFill>
              <a:latin typeface="Calibri" pitchFamily="34" charset="0"/>
              <a:ea typeface="ＭＳ Ｐゴシック" pitchFamily="0" charset="0"/>
              <a:cs typeface="Lucida Sans" pitchFamily="0" charset="0"/>
            </a:endParaRPr>
          </a:p>
          <a:p>
            <a:pPr marL="342900" indent="-342900" algn="just" eaLnBrk="1" hangingPunct="1">
              <a:lnSpc>
                <a:spcPct val="100000"/>
              </a:lnSpc>
              <a:spcBef>
                <a:spcPct val="20000"/>
              </a:spcBef>
              <a:spcAft>
                <a:spcPts val="0"/>
              </a:spcAft>
              <a:buFont typeface="Arial" pitchFamily="34" charset="0"/>
              <a:buChar char="•"/>
            </a:pPr>
            <a:r>
              <a:rPr lang="en-US" altLang="zh-CN" sz="2800" b="0" i="0" u="none" strike="noStrike" kern="1200" cap="none" spc="0" baseline="0">
                <a:solidFill>
                  <a:srgbClr val="000000"/>
                </a:solidFill>
                <a:latin typeface="Calibri" pitchFamily="34" charset="0"/>
                <a:ea typeface="ＭＳ Ｐゴシック" pitchFamily="0" charset="0"/>
                <a:cs typeface="Lucida Sans" pitchFamily="0" charset="0"/>
              </a:rPr>
              <a:t>It associates a numerical value with </a:t>
            </a:r>
            <a:r>
              <a:rPr lang="en-US" altLang="zh-CN" sz="2800" b="0" i="0" u="none" strike="noStrike" kern="1200" cap="none" spc="0" baseline="0">
                <a:solidFill>
                  <a:srgbClr val="FF0000"/>
                </a:solidFill>
                <a:latin typeface="Calibri" pitchFamily="34" charset="0"/>
                <a:ea typeface="ＭＳ Ｐゴシック" pitchFamily="0" charset="0"/>
                <a:cs typeface="Lucida Sans" pitchFamily="0" charset="0"/>
              </a:rPr>
              <a:t>each outcome</a:t>
            </a:r>
            <a:r>
              <a:rPr lang="en-US" altLang="zh-CN" sz="2800" b="0" i="0" u="none" strike="noStrike" kern="1200" cap="none" spc="0" baseline="0">
                <a:solidFill>
                  <a:srgbClr val="00CC00"/>
                </a:solidFill>
                <a:latin typeface="Calibri" pitchFamily="34" charset="0"/>
                <a:ea typeface="ＭＳ Ｐゴシック" pitchFamily="0" charset="0"/>
                <a:cs typeface="Lucida Sans" pitchFamily="0" charset="0"/>
              </a:rPr>
              <a:t> </a:t>
            </a:r>
            <a:r>
              <a:rPr lang="en-US" altLang="zh-CN" sz="2800" b="0" i="0" u="none" strike="noStrike" kern="1200" cap="none" spc="0" baseline="0">
                <a:solidFill>
                  <a:srgbClr val="000000"/>
                </a:solidFill>
                <a:latin typeface="Calibri" pitchFamily="34" charset="0"/>
                <a:ea typeface="ＭＳ Ｐゴシック" pitchFamily="0" charset="0"/>
                <a:cs typeface="Lucida Sans" pitchFamily="0" charset="0"/>
              </a:rPr>
              <a:t>of a chance experiment.</a:t>
            </a:r>
            <a:endParaRPr lang="en-US" altLang="zh-CN" sz="2800" b="0" i="0" u="none" strike="noStrike" kern="1200" cap="none" spc="0" baseline="0">
              <a:solidFill>
                <a:srgbClr val="000000"/>
              </a:solidFill>
              <a:latin typeface="Calibri" pitchFamily="34" charset="0"/>
              <a:ea typeface="ＭＳ Ｐゴシック" pitchFamily="0" charset="0"/>
              <a:cs typeface="Lucida Sans" pitchFamily="0" charset="0"/>
            </a:endParaRPr>
          </a:p>
          <a:p>
            <a:pPr marL="342900" indent="-342900" algn="just" eaLnBrk="1" hangingPunct="1">
              <a:lnSpc>
                <a:spcPct val="100000"/>
              </a:lnSpc>
              <a:spcBef>
                <a:spcPct val="20000"/>
              </a:spcBef>
              <a:spcAft>
                <a:spcPts val="0"/>
              </a:spcAft>
              <a:buFont typeface="Arial" pitchFamily="34" charset="0"/>
              <a:buChar char="•"/>
            </a:pPr>
            <a:r>
              <a:rPr lang="en-US" altLang="zh-CN" sz="2800" b="0" i="0" u="none" strike="noStrike" kern="1200" cap="none" spc="0" baseline="0">
                <a:solidFill>
                  <a:schemeClr val="tx1"/>
                </a:solidFill>
                <a:latin typeface="Calibri" pitchFamily="34" charset="0"/>
                <a:ea typeface="ＭＳ Ｐゴシック" pitchFamily="0" charset="0"/>
                <a:cs typeface="Lucida Sans" pitchFamily="0" charset="0"/>
              </a:rPr>
              <a:t>Two types </a:t>
            </a:r>
            <a:r>
              <a:rPr lang="en-US" altLang="zh-CN" sz="2800" b="0" i="0" u="none" strike="noStrike" kern="1200" cap="none" spc="0" baseline="0">
                <a:solidFill>
                  <a:srgbClr val="000000"/>
                </a:solidFill>
                <a:latin typeface="Calibri" pitchFamily="34" charset="0"/>
                <a:ea typeface="ＭＳ Ｐゴシック" pitchFamily="0" charset="0"/>
                <a:cs typeface="Lucida Sans" pitchFamily="0" charset="0"/>
              </a:rPr>
              <a:t>of random variables</a:t>
            </a:r>
            <a:endParaRPr lang="en-US" altLang="zh-CN" sz="2800" b="0" i="0" u="none" strike="noStrike" kern="1200" cap="none" spc="0" baseline="0">
              <a:solidFill>
                <a:srgbClr val="000000"/>
              </a:solidFill>
              <a:latin typeface="Calibri" pitchFamily="34" charset="0"/>
              <a:ea typeface="ＭＳ Ｐゴシック" pitchFamily="0" charset="0"/>
              <a:cs typeface="Lucida Sans" pitchFamily="0" charset="0"/>
            </a:endParaRPr>
          </a:p>
          <a:p>
            <a:pPr lvl="2" marL="1371600" indent="-514350" algn="just" eaLnBrk="1" hangingPunct="1">
              <a:lnSpc>
                <a:spcPct val="100000"/>
              </a:lnSpc>
              <a:spcBef>
                <a:spcPct val="20000"/>
              </a:spcBef>
              <a:spcAft>
                <a:spcPts val="0"/>
              </a:spcAft>
              <a:buFontTx/>
              <a:buAutoNum type="arabicParenR"/>
            </a:pPr>
            <a:r>
              <a:rPr lang="en-US" altLang="zh-CN" sz="2800" b="0" i="0" u="none" strike="noStrike" kern="1200" cap="none" spc="0" baseline="0">
                <a:solidFill>
                  <a:srgbClr val="0000FF"/>
                </a:solidFill>
                <a:latin typeface="Calibri" pitchFamily="34" charset="0"/>
                <a:ea typeface="ＭＳ Ｐゴシック" pitchFamily="0" charset="0"/>
                <a:cs typeface="Lucida Sans" pitchFamily="0" charset="0"/>
              </a:rPr>
              <a:t>Discrete</a:t>
            </a:r>
            <a:endParaRPr lang="en-US" altLang="zh-CN" sz="2800" b="0" i="0" u="none" strike="noStrike" kern="1200" cap="none" spc="0" baseline="0">
              <a:solidFill>
                <a:srgbClr val="0000FF"/>
              </a:solidFill>
              <a:latin typeface="Calibri" pitchFamily="34" charset="0"/>
              <a:ea typeface="ＭＳ Ｐゴシック" pitchFamily="0" charset="0"/>
              <a:cs typeface="Lucida Sans" pitchFamily="0" charset="0"/>
            </a:endParaRPr>
          </a:p>
          <a:p>
            <a:pPr lvl="2" marL="1371600" indent="-514350" algn="just" eaLnBrk="1" hangingPunct="1">
              <a:lnSpc>
                <a:spcPct val="100000"/>
              </a:lnSpc>
              <a:spcBef>
                <a:spcPct val="20000"/>
              </a:spcBef>
              <a:spcAft>
                <a:spcPts val="0"/>
              </a:spcAft>
              <a:buFontTx/>
              <a:buAutoNum type="arabicParenR"/>
            </a:pPr>
            <a:r>
              <a:rPr lang="en-US" altLang="zh-CN" sz="2800" b="0" i="0" u="none" strike="noStrike" kern="1200" cap="none" spc="0" baseline="0">
                <a:solidFill>
                  <a:srgbClr val="0000FF"/>
                </a:solidFill>
                <a:latin typeface="Calibri" pitchFamily="34" charset="0"/>
                <a:ea typeface="ＭＳ Ｐゴシック" pitchFamily="0" charset="0"/>
                <a:cs typeface="Lucida Sans" pitchFamily="0" charset="0"/>
              </a:rPr>
              <a:t>Continuous</a:t>
            </a:r>
            <a:endParaRPr lang="zh-CN" altLang="en-US" sz="2800" b="0" i="0" u="none" strike="noStrike" kern="1200" cap="none" spc="0" baseline="0">
              <a:solidFill>
                <a:srgbClr val="0000FF"/>
              </a:solidFill>
              <a:latin typeface="Calibri" pitchFamily="34" charset="0"/>
              <a:ea typeface="ＭＳ Ｐゴシック" pitchFamily="0" charset="0"/>
              <a:cs typeface="Lucida Sans" pitchFamily="0" charset="0"/>
            </a:endParaRPr>
          </a:p>
        </p:txBody>
      </p:sp>
      <p:sp>
        <p:nvSpPr>
          <p:cNvPr id="249" name="Rectangles"/>
          <p:cNvSpPr>
            <a:spLocks/>
          </p:cNvSpPr>
          <p:nvPr/>
        </p:nvSpPr>
        <p:spPr>
          <a:xfrm rot="0">
            <a:off x="5989639" y="6519863"/>
            <a:ext cx="466724" cy="365125"/>
          </a:xfrm>
          <a:prstGeom prst="rect"/>
          <a:noFill/>
          <a:ln w="12700" cmpd="sng" cap="flat">
            <a:noFill/>
            <a:prstDash val="solid"/>
            <a:round/>
          </a:ln>
        </p:spPr>
        <p:txBody>
          <a:bodyPr vert="horz" wrap="square" lIns="91440" tIns="45720" rIns="91440" bIns="45720" anchor="ctr" anchorCtr="0">
            <a:prstTxWarp prst="textNoShape"/>
          </a:bodyPr>
          <a:lstStyle/>
          <a:p>
            <a:pPr marL="0" indent="0" algn="l" eaLnBrk="1" hangingPunct="1">
              <a:lnSpc>
                <a:spcPct val="100000"/>
              </a:lnSpc>
              <a:spcBef>
                <a:spcPts val="0"/>
              </a:spcBef>
              <a:spcAft>
                <a:spcPts val="0"/>
              </a:spcAft>
              <a:buNone/>
            </a:pPr>
            <a:fld id="{CAD2D6BD-DE1B-4B5F-8B41-2702339687B9}" type="slidenum">
              <a:rPr lang="en-US" altLang="zh-CN" sz="1200" b="0" i="0" u="none" strike="noStrike" kern="1200" cap="none" spc="0" baseline="0">
                <a:solidFill>
                  <a:srgbClr val="FFFFFF"/>
                </a:solidFill>
                <a:latin typeface="Calibri" pitchFamily="34" charset="0"/>
                <a:ea typeface="MS PGothic" pitchFamily="34" charset="-128"/>
                <a:cs typeface="Arial" pitchFamily="34" charset="0"/>
              </a:rPr>
              <a:t>20</a:t>
            </a:fld>
            <a:endParaRPr lang="zh-CN" altLang="en-US" sz="1200" b="0" i="0" u="none" strike="noStrike" kern="1200" cap="none" spc="0" baseline="0">
              <a:solidFill>
                <a:srgbClr val="FFFFFF"/>
              </a:solidFill>
              <a:latin typeface="Calibri" pitchFamily="34" charset="0"/>
              <a:ea typeface="MS PGothic" pitchFamily="34" charset="-128"/>
              <a:cs typeface="Arial" pitchFamily="34" charset="0"/>
            </a:endParaRPr>
          </a:p>
        </p:txBody>
      </p:sp>
    </p:spTree>
    <p:extLst>
      <p:ext uri="{BB962C8B-B14F-4D97-AF65-F5344CB8AC3E}">
        <p14:creationId xmlns:p14="http://schemas.microsoft.com/office/powerpoint/2010/main" val="1570561637"/>
      </p:ext>
    </p:extLst>
  </p:cSld>
  <p:clrMapOvr>
    <a:masterClrMapping/>
  </p:clrMapOvr>
</p:sld>
</file>

<file path=ppt/slides/slide21.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253" name="Text box"/>
          <p:cNvSpPr>
            <a:spLocks noGrp="1"/>
          </p:cNvSpPr>
          <p:nvPr>
            <p:ph type="title"/>
          </p:nvPr>
        </p:nvSpPr>
        <p:spPr>
          <a:xfrm rot="0">
            <a:off x="4073272" y="260648"/>
            <a:ext cx="6271199" cy="777600"/>
          </a:xfrm>
          <a:prstGeom prst="rect"/>
          <a:solidFill>
            <a:srgbClr val="FFFFFF"/>
          </a:solidFill>
          <a:ln w="25400" cmpd="sng" cap="flat">
            <a:solidFill>
              <a:srgbClr val="C0504D"/>
            </a:solidFill>
            <a:prstDash val="solid"/>
            <a:round/>
          </a:ln>
        </p:spPr>
        <p:txBody>
          <a:bodyPr vert="horz" wrap="square" lIns="91440" tIns="45720" rIns="91440" bIns="45720" anchor="ctr" anchorCtr="0">
            <a:prstTxWarp prst="textNoShape"/>
          </a:bodyPr>
          <a:lstStyle/>
          <a:p>
            <a:pPr marL="0" indent="0" algn="ctr" eaLnBrk="1" hangingPunct="1">
              <a:lnSpc>
                <a:spcPct val="100000"/>
              </a:lnSpc>
              <a:spcBef>
                <a:spcPts val="0"/>
              </a:spcBef>
              <a:spcAft>
                <a:spcPts val="0"/>
              </a:spcAft>
              <a:buNone/>
            </a:pPr>
            <a:r>
              <a:rPr lang="en-US" altLang="zh-CN" sz="4000" b="0" i="0" u="none" strike="noStrike" kern="1200" cap="none" spc="0" baseline="0">
                <a:solidFill>
                  <a:srgbClr val="000000"/>
                </a:solidFill>
                <a:latin typeface="Calibri" pitchFamily="34" charset="0"/>
                <a:ea typeface="宋体" pitchFamily="0" charset="0"/>
                <a:cs typeface="Calibri" pitchFamily="34" charset="0"/>
              </a:rPr>
              <a:t>Discrete Random Variables</a:t>
            </a:r>
            <a:endParaRPr lang="zh-CN" altLang="en-US" sz="4000" b="0" i="0" u="none" strike="noStrike" kern="1200" cap="none" spc="0" baseline="0">
              <a:solidFill>
                <a:srgbClr val="000000"/>
              </a:solidFill>
              <a:latin typeface="Calibri" pitchFamily="34" charset="0"/>
              <a:ea typeface="宋体" pitchFamily="0" charset="0"/>
              <a:cs typeface="Calibri" pitchFamily="34" charset="0"/>
            </a:endParaRPr>
          </a:p>
        </p:txBody>
      </p:sp>
      <p:sp>
        <p:nvSpPr>
          <p:cNvPr id="254" name="Text box"/>
          <p:cNvSpPr>
            <a:spLocks noGrp="1"/>
          </p:cNvSpPr>
          <p:nvPr>
            <p:ph type="body" idx="4294967295"/>
          </p:nvPr>
        </p:nvSpPr>
        <p:spPr>
          <a:xfrm rot="0">
            <a:off x="1774824" y="1414463"/>
            <a:ext cx="8648700" cy="4876800"/>
          </a:xfrm>
          <a:prstGeom prst="rect"/>
          <a:noFill/>
          <a:ln w="12700" cmpd="sng" cap="flat">
            <a:noFill/>
            <a:prstDash val="solid"/>
            <a:miter/>
          </a:ln>
        </p:spPr>
        <p:txBody>
          <a:bodyPr vert="horz" wrap="square" lIns="91440" tIns="45720" rIns="91440" bIns="45720" anchor="t" anchorCtr="0">
            <a:prstTxWarp prst="textNoShape"/>
          </a:bodyPr>
          <a:lstStyle/>
          <a:p>
            <a:pPr marL="342900" indent="-342900" algn="just" eaLnBrk="1" hangingPunct="1">
              <a:lnSpc>
                <a:spcPct val="100000"/>
              </a:lnSpc>
              <a:spcBef>
                <a:spcPct val="20000"/>
              </a:spcBef>
              <a:spcAft>
                <a:spcPts val="0"/>
              </a:spcAft>
              <a:buFont typeface="Arial" pitchFamily="34" charset="0"/>
              <a:buChar char="•"/>
            </a:pPr>
            <a:r>
              <a:rPr lang="en-US" altLang="zh-CN" sz="2800" b="0" i="0" u="sng" strike="noStrike" kern="1200" cap="none" spc="0" baseline="0">
                <a:solidFill>
                  <a:srgbClr val="0101FF"/>
                </a:solidFill>
                <a:latin typeface="Calibri" pitchFamily="34" charset="0"/>
                <a:ea typeface="MS PGothic" pitchFamily="34" charset="-128"/>
                <a:cs typeface="Lucida Sans" pitchFamily="0" charset="0"/>
              </a:rPr>
              <a:t>Discrete</a:t>
            </a:r>
            <a:r>
              <a:rPr lang="en-US" altLang="zh-CN" sz="2800" b="1" i="0" u="none" strike="noStrike" kern="1200" cap="none" spc="0" baseline="0">
                <a:solidFill>
                  <a:srgbClr val="660066"/>
                </a:solidFill>
                <a:latin typeface="Calibri" pitchFamily="34" charset="0"/>
                <a:ea typeface="MS PGothic" pitchFamily="34" charset="-128"/>
                <a:cs typeface="Lucida Sans" pitchFamily="0" charset="0"/>
              </a:rPr>
              <a:t> </a:t>
            </a:r>
            <a:r>
              <a:rPr lang="en-US" altLang="zh-CN" sz="2800" b="0" i="0" u="none" strike="noStrike" kern="1200" cap="none" spc="0" baseline="0">
                <a:solidFill>
                  <a:srgbClr val="000000"/>
                </a:solidFill>
                <a:latin typeface="Calibri" pitchFamily="34" charset="0"/>
                <a:ea typeface="MS PGothic" pitchFamily="34" charset="-128"/>
                <a:cs typeface="Lucida Sans" pitchFamily="0" charset="0"/>
              </a:rPr>
              <a:t>– its set of possible values is a collection of isolated points along a number line.</a:t>
            </a:r>
            <a:endParaRPr lang="en-US" altLang="zh-CN" sz="2800" b="0" i="0" u="none" strike="noStrike" kern="1200" cap="none" spc="0" baseline="0">
              <a:solidFill>
                <a:srgbClr val="000000"/>
              </a:solidFill>
              <a:latin typeface="Calibri" pitchFamily="34" charset="0"/>
              <a:ea typeface="MS PGothic" pitchFamily="34" charset="-128"/>
              <a:cs typeface="Lucida Sans" pitchFamily="0" charset="0"/>
            </a:endParaRPr>
          </a:p>
          <a:p>
            <a:pPr marL="342900" indent="-342900" algn="just" eaLnBrk="1" hangingPunct="1">
              <a:lnSpc>
                <a:spcPct val="100000"/>
              </a:lnSpc>
              <a:spcBef>
                <a:spcPct val="20000"/>
              </a:spcBef>
              <a:spcAft>
                <a:spcPts val="0"/>
              </a:spcAft>
              <a:buFont typeface="Arial" pitchFamily="34" charset="0"/>
              <a:buChar char="•"/>
            </a:pPr>
            <a:endParaRPr lang="en-US" altLang="zh-CN" sz="2800" b="0" i="0" u="none" strike="noStrike" kern="1200" cap="none" spc="0" baseline="0">
              <a:solidFill>
                <a:srgbClr val="00CC00"/>
              </a:solidFill>
              <a:latin typeface="Calibri" pitchFamily="34" charset="0"/>
              <a:ea typeface="MS PGothic" pitchFamily="34" charset="-128"/>
              <a:cs typeface="Lucida Sans" pitchFamily="0" charset="0"/>
            </a:endParaRPr>
          </a:p>
          <a:p>
            <a:pPr marL="342900" indent="-342900" algn="just" eaLnBrk="1" hangingPunct="1">
              <a:lnSpc>
                <a:spcPct val="100000"/>
              </a:lnSpc>
              <a:spcBef>
                <a:spcPct val="20000"/>
              </a:spcBef>
              <a:spcAft>
                <a:spcPts val="0"/>
              </a:spcAft>
              <a:buNone/>
            </a:pPr>
            <a:endParaRPr lang="en-US" altLang="zh-CN" sz="2800" b="0" i="0" u="none" strike="noStrike" kern="1200" cap="none" spc="0" baseline="0">
              <a:solidFill>
                <a:srgbClr val="00CC00"/>
              </a:solidFill>
              <a:latin typeface="Calibri" pitchFamily="34" charset="0"/>
              <a:ea typeface="MS PGothic" pitchFamily="34" charset="-128"/>
              <a:cs typeface="Lucida Sans" pitchFamily="0" charset="0"/>
            </a:endParaRPr>
          </a:p>
          <a:p>
            <a:pPr marL="342900" indent="-342900" algn="just" eaLnBrk="1" hangingPunct="1">
              <a:lnSpc>
                <a:spcPct val="100000"/>
              </a:lnSpc>
              <a:spcBef>
                <a:spcPct val="20000"/>
              </a:spcBef>
              <a:spcAft>
                <a:spcPts val="0"/>
              </a:spcAft>
              <a:buNone/>
            </a:pPr>
            <a:endParaRPr lang="en-US" altLang="zh-CN" sz="1600" b="0" i="0" u="none" strike="noStrike" kern="1200" cap="none" spc="0" baseline="0">
              <a:solidFill>
                <a:srgbClr val="00CC00"/>
              </a:solidFill>
              <a:latin typeface="Calibri" pitchFamily="34" charset="0"/>
              <a:ea typeface="MS PGothic" pitchFamily="34" charset="-128"/>
              <a:cs typeface="Lucida Sans" pitchFamily="0" charset="0"/>
            </a:endParaRPr>
          </a:p>
          <a:p>
            <a:pPr marL="342900" indent="-342900" algn="just" eaLnBrk="1" hangingPunct="1">
              <a:lnSpc>
                <a:spcPct val="100000"/>
              </a:lnSpc>
              <a:spcBef>
                <a:spcPct val="20000"/>
              </a:spcBef>
              <a:spcAft>
                <a:spcPts val="0"/>
              </a:spcAft>
              <a:buFont typeface="Arial" pitchFamily="34" charset="0"/>
              <a:buChar char="•"/>
            </a:pPr>
            <a:r>
              <a:rPr lang="en-US" altLang="zh-CN" sz="2800" b="0" i="0" u="sng" strike="noStrike" kern="1200" cap="none" spc="0" baseline="0">
                <a:solidFill>
                  <a:srgbClr val="0101FF"/>
                </a:solidFill>
                <a:latin typeface="Calibri" pitchFamily="34" charset="0"/>
                <a:ea typeface="MS PGothic" pitchFamily="34" charset="-128"/>
                <a:cs typeface="Lucida Sans" pitchFamily="0" charset="0"/>
              </a:rPr>
              <a:t>Continuous</a:t>
            </a:r>
            <a:r>
              <a:rPr lang="en-US" altLang="zh-CN" sz="2800" b="0" i="0" u="none" strike="noStrike" kern="1200" cap="none" spc="0" baseline="0">
                <a:solidFill>
                  <a:srgbClr val="660066"/>
                </a:solidFill>
                <a:latin typeface="Calibri" pitchFamily="34" charset="0"/>
                <a:ea typeface="MS PGothic" pitchFamily="34" charset="-128"/>
                <a:cs typeface="Lucida Sans" pitchFamily="0" charset="0"/>
              </a:rPr>
              <a:t> - </a:t>
            </a:r>
            <a:r>
              <a:rPr lang="en-US" altLang="zh-CN" sz="2800" b="0" i="0" u="none" strike="noStrike" kern="1200" cap="none" spc="0" baseline="0">
                <a:solidFill>
                  <a:srgbClr val="000000"/>
                </a:solidFill>
                <a:latin typeface="Calibri" pitchFamily="34" charset="0"/>
                <a:ea typeface="MS PGothic" pitchFamily="34" charset="-128"/>
                <a:cs typeface="Lucida Sans" pitchFamily="0" charset="0"/>
              </a:rPr>
              <a:t>its set of possible values includes an entire interval on a number line.</a:t>
            </a:r>
            <a:endParaRPr lang="zh-CN" altLang="en-US" sz="2800" b="0" i="0" u="none" strike="noStrike" kern="1200" cap="none" spc="0" baseline="0">
              <a:solidFill>
                <a:srgbClr val="000000"/>
              </a:solidFill>
              <a:latin typeface="Calibri" pitchFamily="34" charset="0"/>
              <a:ea typeface="MS PGothic" pitchFamily="34" charset="-128"/>
              <a:cs typeface="Lucida Sans" pitchFamily="0" charset="0"/>
            </a:endParaRPr>
          </a:p>
        </p:txBody>
      </p:sp>
      <p:grpSp>
        <p:nvGrpSpPr>
          <p:cNvPr id="262" name="Combination"/>
          <p:cNvGrpSpPr>
            <a:grpSpLocks/>
          </p:cNvGrpSpPr>
          <p:nvPr/>
        </p:nvGrpSpPr>
        <p:grpSpPr>
          <a:xfrm>
            <a:off x="1957388" y="2949575"/>
            <a:ext cx="4876800" cy="304800"/>
            <a:chOff x="1957388" y="2949575"/>
            <a:chExt cx="4876800" cy="304800"/>
          </a:xfrm>
        </p:grpSpPr>
        <p:sp>
          <p:nvSpPr>
            <p:cNvPr id="255" name="Straight line"/>
            <p:cNvSpPr>
              <a:spLocks/>
            </p:cNvSpPr>
            <p:nvPr/>
          </p:nvSpPr>
          <p:spPr>
            <a:xfrm rot="0">
              <a:off x="1957388" y="3101975"/>
              <a:ext cx="4876800" cy="0"/>
            </a:xfrm>
            <a:prstGeom prst="line"/>
            <a:noFill/>
            <a:ln w="38100" cmpd="sng" cap="flat">
              <a:solidFill>
                <a:srgbClr val="000000"/>
              </a:solidFill>
              <a:prstDash val="solid"/>
              <a:round/>
            </a:ln>
          </p:spPr>
        </p:sp>
        <p:sp>
          <p:nvSpPr>
            <p:cNvPr id="256" name="Straight line"/>
            <p:cNvSpPr>
              <a:spLocks/>
            </p:cNvSpPr>
            <p:nvPr/>
          </p:nvSpPr>
          <p:spPr>
            <a:xfrm rot="0">
              <a:off x="2185988" y="2949575"/>
              <a:ext cx="0" cy="304800"/>
            </a:xfrm>
            <a:prstGeom prst="line"/>
            <a:noFill/>
            <a:ln w="38100" cmpd="sng" cap="flat">
              <a:solidFill>
                <a:srgbClr val="000000"/>
              </a:solidFill>
              <a:prstDash val="solid"/>
              <a:round/>
            </a:ln>
          </p:spPr>
        </p:sp>
        <p:sp>
          <p:nvSpPr>
            <p:cNvPr id="257" name="Straight line"/>
            <p:cNvSpPr>
              <a:spLocks/>
            </p:cNvSpPr>
            <p:nvPr/>
          </p:nvSpPr>
          <p:spPr>
            <a:xfrm rot="0">
              <a:off x="3038474" y="2949575"/>
              <a:ext cx="0" cy="304800"/>
            </a:xfrm>
            <a:prstGeom prst="line"/>
            <a:noFill/>
            <a:ln w="38100" cmpd="sng" cap="flat">
              <a:solidFill>
                <a:srgbClr val="000000"/>
              </a:solidFill>
              <a:prstDash val="solid"/>
              <a:round/>
            </a:ln>
          </p:spPr>
        </p:sp>
        <p:sp>
          <p:nvSpPr>
            <p:cNvPr id="258" name="Straight line"/>
            <p:cNvSpPr>
              <a:spLocks/>
            </p:cNvSpPr>
            <p:nvPr/>
          </p:nvSpPr>
          <p:spPr>
            <a:xfrm rot="0">
              <a:off x="3892551" y="2949575"/>
              <a:ext cx="0" cy="304800"/>
            </a:xfrm>
            <a:prstGeom prst="line"/>
            <a:noFill/>
            <a:ln w="38100" cmpd="sng" cap="flat">
              <a:solidFill>
                <a:srgbClr val="000000"/>
              </a:solidFill>
              <a:prstDash val="solid"/>
              <a:round/>
            </a:ln>
          </p:spPr>
        </p:sp>
        <p:sp>
          <p:nvSpPr>
            <p:cNvPr id="259" name="Straight line"/>
            <p:cNvSpPr>
              <a:spLocks/>
            </p:cNvSpPr>
            <p:nvPr/>
          </p:nvSpPr>
          <p:spPr>
            <a:xfrm rot="0">
              <a:off x="4745038" y="2949575"/>
              <a:ext cx="0" cy="304800"/>
            </a:xfrm>
            <a:prstGeom prst="line"/>
            <a:noFill/>
            <a:ln w="38100" cmpd="sng" cap="flat">
              <a:solidFill>
                <a:srgbClr val="000000"/>
              </a:solidFill>
              <a:prstDash val="solid"/>
              <a:round/>
            </a:ln>
          </p:spPr>
        </p:sp>
        <p:sp>
          <p:nvSpPr>
            <p:cNvPr id="260" name="Straight line"/>
            <p:cNvSpPr>
              <a:spLocks/>
            </p:cNvSpPr>
            <p:nvPr/>
          </p:nvSpPr>
          <p:spPr>
            <a:xfrm rot="0">
              <a:off x="5599113" y="2949575"/>
              <a:ext cx="0" cy="304800"/>
            </a:xfrm>
            <a:prstGeom prst="line"/>
            <a:noFill/>
            <a:ln w="38100" cmpd="sng" cap="flat">
              <a:solidFill>
                <a:srgbClr val="000000"/>
              </a:solidFill>
              <a:prstDash val="solid"/>
              <a:round/>
            </a:ln>
          </p:spPr>
        </p:sp>
        <p:sp>
          <p:nvSpPr>
            <p:cNvPr id="261" name="Straight line"/>
            <p:cNvSpPr>
              <a:spLocks/>
            </p:cNvSpPr>
            <p:nvPr/>
          </p:nvSpPr>
          <p:spPr>
            <a:xfrm rot="0">
              <a:off x="6453188" y="2949575"/>
              <a:ext cx="0" cy="304800"/>
            </a:xfrm>
            <a:prstGeom prst="line"/>
            <a:noFill/>
            <a:ln w="38100" cmpd="sng" cap="flat">
              <a:solidFill>
                <a:srgbClr val="000000"/>
              </a:solidFill>
              <a:prstDash val="solid"/>
              <a:round/>
            </a:ln>
          </p:spPr>
        </p:sp>
      </p:grpSp>
      <p:grpSp>
        <p:nvGrpSpPr>
          <p:cNvPr id="270" name="Combination"/>
          <p:cNvGrpSpPr>
            <a:grpSpLocks/>
          </p:cNvGrpSpPr>
          <p:nvPr/>
        </p:nvGrpSpPr>
        <p:grpSpPr>
          <a:xfrm>
            <a:off x="1809750" y="5562600"/>
            <a:ext cx="4876800" cy="304800"/>
            <a:chOff x="1809750" y="5562600"/>
            <a:chExt cx="4876800" cy="304800"/>
          </a:xfrm>
        </p:grpSpPr>
        <p:sp>
          <p:nvSpPr>
            <p:cNvPr id="263" name="Straight line"/>
            <p:cNvSpPr>
              <a:spLocks/>
            </p:cNvSpPr>
            <p:nvPr/>
          </p:nvSpPr>
          <p:spPr>
            <a:xfrm rot="0">
              <a:off x="1809750" y="5715000"/>
              <a:ext cx="4876800" cy="0"/>
            </a:xfrm>
            <a:prstGeom prst="line"/>
            <a:noFill/>
            <a:ln w="38100" cmpd="sng" cap="flat">
              <a:solidFill>
                <a:srgbClr val="000000"/>
              </a:solidFill>
              <a:prstDash val="solid"/>
              <a:round/>
            </a:ln>
          </p:spPr>
        </p:sp>
        <p:sp>
          <p:nvSpPr>
            <p:cNvPr id="264" name="Straight line"/>
            <p:cNvSpPr>
              <a:spLocks/>
            </p:cNvSpPr>
            <p:nvPr/>
          </p:nvSpPr>
          <p:spPr>
            <a:xfrm rot="0">
              <a:off x="2038350" y="5562600"/>
              <a:ext cx="0" cy="304800"/>
            </a:xfrm>
            <a:prstGeom prst="line"/>
            <a:noFill/>
            <a:ln w="38100" cmpd="sng" cap="flat">
              <a:solidFill>
                <a:srgbClr val="000000"/>
              </a:solidFill>
              <a:prstDash val="solid"/>
              <a:round/>
            </a:ln>
          </p:spPr>
        </p:sp>
        <p:sp>
          <p:nvSpPr>
            <p:cNvPr id="265" name="Straight line"/>
            <p:cNvSpPr>
              <a:spLocks/>
            </p:cNvSpPr>
            <p:nvPr/>
          </p:nvSpPr>
          <p:spPr>
            <a:xfrm rot="0">
              <a:off x="2890837" y="5562600"/>
              <a:ext cx="0" cy="304800"/>
            </a:xfrm>
            <a:prstGeom prst="line"/>
            <a:noFill/>
            <a:ln w="38100" cmpd="sng" cap="flat">
              <a:solidFill>
                <a:srgbClr val="000000"/>
              </a:solidFill>
              <a:prstDash val="solid"/>
              <a:round/>
            </a:ln>
          </p:spPr>
        </p:sp>
        <p:sp>
          <p:nvSpPr>
            <p:cNvPr id="266" name="Straight line"/>
            <p:cNvSpPr>
              <a:spLocks/>
            </p:cNvSpPr>
            <p:nvPr/>
          </p:nvSpPr>
          <p:spPr>
            <a:xfrm rot="0">
              <a:off x="3744913" y="5562600"/>
              <a:ext cx="0" cy="304800"/>
            </a:xfrm>
            <a:prstGeom prst="line"/>
            <a:noFill/>
            <a:ln w="38100" cmpd="sng" cap="flat">
              <a:solidFill>
                <a:srgbClr val="000000"/>
              </a:solidFill>
              <a:prstDash val="solid"/>
              <a:round/>
            </a:ln>
          </p:spPr>
        </p:sp>
        <p:sp>
          <p:nvSpPr>
            <p:cNvPr id="267" name="Straight line"/>
            <p:cNvSpPr>
              <a:spLocks/>
            </p:cNvSpPr>
            <p:nvPr/>
          </p:nvSpPr>
          <p:spPr>
            <a:xfrm rot="0">
              <a:off x="4597400" y="5562600"/>
              <a:ext cx="0" cy="304800"/>
            </a:xfrm>
            <a:prstGeom prst="line"/>
            <a:noFill/>
            <a:ln w="38100" cmpd="sng" cap="flat">
              <a:solidFill>
                <a:srgbClr val="000000"/>
              </a:solidFill>
              <a:prstDash val="solid"/>
              <a:round/>
            </a:ln>
          </p:spPr>
        </p:sp>
        <p:sp>
          <p:nvSpPr>
            <p:cNvPr id="268" name="Straight line"/>
            <p:cNvSpPr>
              <a:spLocks/>
            </p:cNvSpPr>
            <p:nvPr/>
          </p:nvSpPr>
          <p:spPr>
            <a:xfrm rot="0">
              <a:off x="5451475" y="5562600"/>
              <a:ext cx="0" cy="304800"/>
            </a:xfrm>
            <a:prstGeom prst="line"/>
            <a:noFill/>
            <a:ln w="38100" cmpd="sng" cap="flat">
              <a:solidFill>
                <a:srgbClr val="000000"/>
              </a:solidFill>
              <a:prstDash val="solid"/>
              <a:round/>
            </a:ln>
          </p:spPr>
        </p:sp>
        <p:sp>
          <p:nvSpPr>
            <p:cNvPr id="269" name="Straight line"/>
            <p:cNvSpPr>
              <a:spLocks/>
            </p:cNvSpPr>
            <p:nvPr/>
          </p:nvSpPr>
          <p:spPr>
            <a:xfrm rot="0">
              <a:off x="6305550" y="5562600"/>
              <a:ext cx="0" cy="304800"/>
            </a:xfrm>
            <a:prstGeom prst="line"/>
            <a:noFill/>
            <a:ln w="38100" cmpd="sng" cap="flat">
              <a:solidFill>
                <a:srgbClr val="000000"/>
              </a:solidFill>
              <a:prstDash val="solid"/>
              <a:round/>
            </a:ln>
          </p:spPr>
        </p:sp>
      </p:grpSp>
      <p:sp>
        <p:nvSpPr>
          <p:cNvPr id="271" name="Oval"/>
          <p:cNvSpPr>
            <a:spLocks/>
          </p:cNvSpPr>
          <p:nvPr/>
        </p:nvSpPr>
        <p:spPr>
          <a:xfrm rot="0">
            <a:off x="2947988" y="2965451"/>
            <a:ext cx="182561" cy="182563"/>
          </a:xfrm>
          <a:prstGeom prst="ellipse"/>
          <a:solidFill>
            <a:srgbClr val="FF0000"/>
          </a:solidFill>
          <a:ln w="9525" cmpd="sng" cap="flat">
            <a:solidFill>
              <a:srgbClr val="FF0000"/>
            </a:solidFill>
            <a:prstDash val="solid"/>
            <a:round/>
          </a:ln>
        </p:spPr>
      </p:sp>
      <p:sp>
        <p:nvSpPr>
          <p:cNvPr id="272" name="Oval"/>
          <p:cNvSpPr>
            <a:spLocks/>
          </p:cNvSpPr>
          <p:nvPr/>
        </p:nvSpPr>
        <p:spPr>
          <a:xfrm rot="0">
            <a:off x="3802063" y="3009901"/>
            <a:ext cx="182561" cy="182563"/>
          </a:xfrm>
          <a:prstGeom prst="ellipse"/>
          <a:solidFill>
            <a:srgbClr val="FF0000"/>
          </a:solidFill>
          <a:ln w="9525" cmpd="sng" cap="flat">
            <a:solidFill>
              <a:srgbClr val="FF0000"/>
            </a:solidFill>
            <a:prstDash val="solid"/>
            <a:round/>
          </a:ln>
        </p:spPr>
      </p:sp>
      <p:sp>
        <p:nvSpPr>
          <p:cNvPr id="273" name="Oval"/>
          <p:cNvSpPr>
            <a:spLocks/>
          </p:cNvSpPr>
          <p:nvPr/>
        </p:nvSpPr>
        <p:spPr>
          <a:xfrm rot="0">
            <a:off x="4654551" y="3009901"/>
            <a:ext cx="182563" cy="182563"/>
          </a:xfrm>
          <a:prstGeom prst="ellipse"/>
          <a:solidFill>
            <a:srgbClr val="FF0000"/>
          </a:solidFill>
          <a:ln w="9525" cmpd="sng" cap="flat">
            <a:solidFill>
              <a:srgbClr val="FF0000"/>
            </a:solidFill>
            <a:prstDash val="solid"/>
            <a:round/>
          </a:ln>
        </p:spPr>
      </p:sp>
      <p:sp>
        <p:nvSpPr>
          <p:cNvPr id="274" name="Oval"/>
          <p:cNvSpPr>
            <a:spLocks/>
          </p:cNvSpPr>
          <p:nvPr/>
        </p:nvSpPr>
        <p:spPr>
          <a:xfrm rot="0">
            <a:off x="5508624" y="3040063"/>
            <a:ext cx="182562" cy="182561"/>
          </a:xfrm>
          <a:prstGeom prst="ellipse"/>
          <a:solidFill>
            <a:srgbClr val="FF0000"/>
          </a:solidFill>
          <a:ln w="9525" cmpd="sng" cap="flat">
            <a:solidFill>
              <a:srgbClr val="FF0000"/>
            </a:solidFill>
            <a:prstDash val="solid"/>
            <a:round/>
          </a:ln>
        </p:spPr>
      </p:sp>
      <p:sp>
        <p:nvSpPr>
          <p:cNvPr id="275" name="Rounded rectangle callout"/>
          <p:cNvSpPr>
            <a:spLocks/>
          </p:cNvSpPr>
          <p:nvPr/>
        </p:nvSpPr>
        <p:spPr>
          <a:xfrm rot="0">
            <a:off x="7248525" y="2420939"/>
            <a:ext cx="3384550" cy="936625"/>
          </a:xfrm>
          <a:prstGeom prst="wedgeRoundRectCallout">
            <a:avLst>
              <a:gd name="adj1" fmla="val -44199"/>
              <a:gd name="adj2" fmla="val -87097"/>
              <a:gd name="adj3" fmla="val 16667"/>
            </a:avLst>
          </a:prstGeom>
          <a:solidFill>
            <a:srgbClr val="FFFF00"/>
          </a:solidFill>
          <a:ln w="12700" cmpd="sng" cap="flat">
            <a:noFill/>
            <a:prstDash val="solid"/>
            <a:round/>
          </a:ln>
        </p:spPr>
        <p:txBody>
          <a:bodyPr vert="horz" wrap="square" lIns="91440" tIns="45720" rIns="91440" bIns="45720" anchor="t" anchorCtr="0">
            <a:prstTxWarp prst="textNoShape"/>
          </a:bodyPr>
          <a:lstStyle/>
          <a:p>
            <a:pPr marL="0" indent="0" algn="ctr" eaLnBrk="1" hangingPunct="1">
              <a:lnSpc>
                <a:spcPct val="100000"/>
              </a:lnSpc>
              <a:spcBef>
                <a:spcPts val="0"/>
              </a:spcBef>
              <a:spcAft>
                <a:spcPts val="0"/>
              </a:spcAft>
              <a:buNone/>
            </a:pPr>
            <a:r>
              <a:rPr lang="en-US" altLang="zh-CN" sz="2400" b="0" i="0" u="none" strike="noStrike" kern="1200" cap="none" spc="0" baseline="0">
                <a:solidFill>
                  <a:srgbClr val="0000FF"/>
                </a:solidFill>
                <a:latin typeface="Calibri" pitchFamily="34" charset="0"/>
                <a:ea typeface="MS PGothic" pitchFamily="34" charset="-128"/>
                <a:cs typeface="Calibri" pitchFamily="34" charset="0"/>
              </a:rPr>
              <a:t>This is typically a </a:t>
            </a:r>
            <a:r>
              <a:rPr lang="en-US" altLang="zh-CN" sz="2400" b="0" i="0" u="none" strike="noStrike" kern="1200" cap="none" spc="0" baseline="0">
                <a:solidFill>
                  <a:srgbClr val="FF0000"/>
                </a:solidFill>
                <a:latin typeface="Calibri" pitchFamily="34" charset="0"/>
                <a:ea typeface="MS PGothic" pitchFamily="34" charset="-128"/>
                <a:cs typeface="Calibri" pitchFamily="34" charset="0"/>
              </a:rPr>
              <a:t>“count”</a:t>
            </a:r>
            <a:r>
              <a:rPr lang="en-US" altLang="zh-CN" sz="2400" b="0" i="0" u="none" strike="noStrike" kern="1200" cap="none" spc="0" baseline="0">
                <a:solidFill>
                  <a:srgbClr val="0000FF"/>
                </a:solidFill>
                <a:latin typeface="Calibri" pitchFamily="34" charset="0"/>
                <a:ea typeface="MS PGothic" pitchFamily="34" charset="-128"/>
                <a:cs typeface="Calibri" pitchFamily="34" charset="0"/>
              </a:rPr>
              <a:t> of something</a:t>
            </a:r>
            <a:endParaRPr lang="zh-CN" altLang="en-US" sz="2400" b="0" i="0" u="none" strike="noStrike" kern="1200" cap="none" spc="0" baseline="0">
              <a:solidFill>
                <a:srgbClr val="0000FF"/>
              </a:solidFill>
              <a:latin typeface="Calibri" pitchFamily="34" charset="0"/>
              <a:ea typeface="MS PGothic" pitchFamily="34" charset="-128"/>
              <a:cs typeface="Calibri" pitchFamily="34" charset="0"/>
            </a:endParaRPr>
          </a:p>
        </p:txBody>
      </p:sp>
      <p:sp>
        <p:nvSpPr>
          <p:cNvPr id="276" name="Straight line"/>
          <p:cNvSpPr>
            <a:spLocks/>
          </p:cNvSpPr>
          <p:nvPr/>
        </p:nvSpPr>
        <p:spPr>
          <a:xfrm rot="0">
            <a:off x="2917824" y="5722938"/>
            <a:ext cx="2590799" cy="0"/>
          </a:xfrm>
          <a:prstGeom prst="line"/>
          <a:noFill/>
          <a:ln w="76200" cmpd="sng" cap="flat">
            <a:solidFill>
              <a:srgbClr val="FF0000"/>
            </a:solidFill>
            <a:prstDash val="solid"/>
            <a:round/>
          </a:ln>
        </p:spPr>
      </p:sp>
      <p:sp>
        <p:nvSpPr>
          <p:cNvPr id="277" name="Rounded rectangle callout"/>
          <p:cNvSpPr>
            <a:spLocks/>
          </p:cNvSpPr>
          <p:nvPr/>
        </p:nvSpPr>
        <p:spPr>
          <a:xfrm rot="0">
            <a:off x="6888163" y="5114925"/>
            <a:ext cx="3708400" cy="1050925"/>
          </a:xfrm>
          <a:prstGeom prst="wedgeRoundRectCallout">
            <a:avLst>
              <a:gd name="adj1" fmla="val -73800"/>
              <a:gd name="adj2" fmla="val -100962"/>
              <a:gd name="adj3" fmla="val 16667"/>
            </a:avLst>
          </a:prstGeom>
          <a:solidFill>
            <a:srgbClr val="FFFF00"/>
          </a:solidFill>
          <a:ln w="12700" cmpd="sng" cap="flat">
            <a:noFill/>
            <a:prstDash val="solid"/>
            <a:round/>
          </a:ln>
        </p:spPr>
        <p:txBody>
          <a:bodyPr vert="horz" wrap="square" lIns="91440" tIns="45720" rIns="91440" bIns="45720" anchor="t" anchorCtr="0">
            <a:prstTxWarp prst="textNoShape"/>
          </a:bodyPr>
          <a:lstStyle/>
          <a:p>
            <a:pPr marL="0" indent="0" algn="ctr" eaLnBrk="1" hangingPunct="1">
              <a:lnSpc>
                <a:spcPct val="100000"/>
              </a:lnSpc>
              <a:spcBef>
                <a:spcPts val="0"/>
              </a:spcBef>
              <a:spcAft>
                <a:spcPts val="0"/>
              </a:spcAft>
              <a:buNone/>
            </a:pPr>
            <a:r>
              <a:rPr lang="en-US" altLang="zh-CN" sz="2400" b="0" i="0" u="none" strike="noStrike" kern="1200" cap="none" spc="0" baseline="0">
                <a:solidFill>
                  <a:srgbClr val="0000FF"/>
                </a:solidFill>
                <a:latin typeface="Calibri" pitchFamily="34" charset="0"/>
                <a:ea typeface="MS PGothic" pitchFamily="34" charset="-128"/>
                <a:cs typeface="Calibri" pitchFamily="34" charset="0"/>
              </a:rPr>
              <a:t>This is typically a </a:t>
            </a:r>
            <a:r>
              <a:rPr lang="en-US" altLang="zh-CN" sz="2400" b="0" i="0" u="none" strike="noStrike" kern="1200" cap="none" spc="0" baseline="0">
                <a:solidFill>
                  <a:srgbClr val="FF0000"/>
                </a:solidFill>
                <a:latin typeface="Calibri" pitchFamily="34" charset="0"/>
                <a:ea typeface="MS PGothic" pitchFamily="34" charset="-128"/>
                <a:cs typeface="Calibri" pitchFamily="34" charset="0"/>
              </a:rPr>
              <a:t>“measure”</a:t>
            </a:r>
            <a:r>
              <a:rPr lang="en-US" altLang="zh-CN" sz="2400" b="0" i="0" u="none" strike="noStrike" kern="1200" cap="none" spc="0" baseline="0">
                <a:solidFill>
                  <a:srgbClr val="0000FF"/>
                </a:solidFill>
                <a:latin typeface="Calibri" pitchFamily="34" charset="0"/>
                <a:ea typeface="MS PGothic" pitchFamily="34" charset="-128"/>
                <a:cs typeface="Calibri" pitchFamily="34" charset="0"/>
              </a:rPr>
              <a:t> of something</a:t>
            </a:r>
            <a:endParaRPr lang="zh-CN" altLang="en-US" sz="2400" b="0" i="0" u="none" strike="noStrike" kern="1200" cap="none" spc="0" baseline="0">
              <a:solidFill>
                <a:srgbClr val="0000FF"/>
              </a:solidFill>
              <a:latin typeface="Calibri" pitchFamily="34" charset="0"/>
              <a:ea typeface="MS PGothic" pitchFamily="34" charset="-128"/>
              <a:cs typeface="Calibri" pitchFamily="34" charset="0"/>
            </a:endParaRPr>
          </a:p>
        </p:txBody>
      </p:sp>
      <p:sp>
        <p:nvSpPr>
          <p:cNvPr id="278" name="Rectangles"/>
          <p:cNvSpPr>
            <a:spLocks/>
          </p:cNvSpPr>
          <p:nvPr/>
        </p:nvSpPr>
        <p:spPr>
          <a:xfrm rot="0">
            <a:off x="5989639" y="6519863"/>
            <a:ext cx="466724" cy="365125"/>
          </a:xfrm>
          <a:prstGeom prst="rect"/>
          <a:noFill/>
          <a:ln w="12700" cmpd="sng" cap="flat">
            <a:noFill/>
            <a:prstDash val="solid"/>
            <a:round/>
          </a:ln>
        </p:spPr>
        <p:txBody>
          <a:bodyPr vert="horz" wrap="square" lIns="91440" tIns="45720" rIns="91440" bIns="45720" anchor="ctr" anchorCtr="0">
            <a:prstTxWarp prst="textNoShape"/>
          </a:bodyPr>
          <a:lstStyle/>
          <a:p>
            <a:pPr marL="0" indent="0" algn="l" eaLnBrk="1" hangingPunct="1">
              <a:lnSpc>
                <a:spcPct val="100000"/>
              </a:lnSpc>
              <a:spcBef>
                <a:spcPts val="0"/>
              </a:spcBef>
              <a:spcAft>
                <a:spcPts val="0"/>
              </a:spcAft>
              <a:buNone/>
            </a:pPr>
            <a:fld id="{CAD2D6BD-DE1B-4B5F-8B41-2702339687B9}" type="slidenum">
              <a:rPr lang="en-US" altLang="zh-CN" sz="1200" b="0" i="0" u="none" strike="noStrike" kern="1200" cap="none" spc="0" baseline="0">
                <a:solidFill>
                  <a:srgbClr val="FFFFFF"/>
                </a:solidFill>
                <a:latin typeface="Calibri" pitchFamily="34" charset="0"/>
                <a:ea typeface="MS PGothic" pitchFamily="34" charset="-128"/>
                <a:cs typeface="Arial" pitchFamily="34" charset="0"/>
              </a:rPr>
              <a:t>21</a:t>
            </a:fld>
            <a:endParaRPr lang="zh-CN" altLang="en-US" sz="1200" b="0" i="0" u="none" strike="noStrike" kern="1200" cap="none" spc="0" baseline="0">
              <a:solidFill>
                <a:srgbClr val="FFFFFF"/>
              </a:solidFill>
              <a:latin typeface="Calibri" pitchFamily="34" charset="0"/>
              <a:ea typeface="MS PGothic" pitchFamily="34" charset="-128"/>
              <a:cs typeface="Arial" pitchFamily="34" charset="0"/>
            </a:endParaRPr>
          </a:p>
        </p:txBody>
      </p:sp>
    </p:spTree>
    <p:extLst>
      <p:ext uri="{BB962C8B-B14F-4D97-AF65-F5344CB8AC3E}">
        <p14:creationId xmlns:p14="http://schemas.microsoft.com/office/powerpoint/2010/main" val="35698545"/>
      </p:ext>
    </p:extLst>
  </p:cSld>
  <p:clrMapOvr>
    <a:masterClrMapping/>
  </p:clrMapOvr>
</p:sld>
</file>

<file path=ppt/slides/slide22.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282" name="Text box"/>
          <p:cNvSpPr>
            <a:spLocks noGrp="1"/>
          </p:cNvSpPr>
          <p:nvPr>
            <p:ph type="title"/>
          </p:nvPr>
        </p:nvSpPr>
        <p:spPr>
          <a:xfrm rot="0">
            <a:off x="2999656" y="260351"/>
            <a:ext cx="6121400" cy="720724"/>
          </a:xfrm>
          <a:prstGeom prst="rect"/>
          <a:noFill/>
          <a:ln w="25400" cmpd="sng" cap="flat">
            <a:noFill/>
            <a:prstDash val="solid"/>
            <a:round/>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en-US" altLang="zh-CN" sz="4000" b="1" i="0" u="none" strike="noStrike" kern="1200" cap="none" spc="0" baseline="0">
                <a:solidFill>
                  <a:schemeClr val="tx1"/>
                </a:solidFill>
                <a:latin typeface="Calibri" pitchFamily="34" charset="0"/>
                <a:ea typeface="宋体" pitchFamily="0" charset="0"/>
                <a:cs typeface="Calibri" pitchFamily="34" charset="0"/>
              </a:rPr>
              <a:t>Example</a:t>
            </a:r>
            <a:endParaRPr lang="zh-CN" altLang="en-US" sz="4000" b="1" i="0" u="none" strike="noStrike" kern="1200" cap="none" spc="0" baseline="0">
              <a:solidFill>
                <a:schemeClr val="tx1"/>
              </a:solidFill>
              <a:latin typeface="Calibri" pitchFamily="34" charset="0"/>
              <a:ea typeface="宋体" pitchFamily="0" charset="0"/>
              <a:cs typeface="Calibri" pitchFamily="34" charset="0"/>
            </a:endParaRPr>
          </a:p>
        </p:txBody>
      </p:sp>
      <p:sp>
        <p:nvSpPr>
          <p:cNvPr id="283" name="Text box"/>
          <p:cNvSpPr>
            <a:spLocks noGrp="1"/>
          </p:cNvSpPr>
          <p:nvPr>
            <p:ph type="body" idx="1"/>
          </p:nvPr>
        </p:nvSpPr>
        <p:spPr>
          <a:xfrm rot="0">
            <a:off x="1703387" y="1268413"/>
            <a:ext cx="8785099" cy="5112915"/>
          </a:xfrm>
          <a:prstGeom prst="rect"/>
          <a:noFill/>
          <a:ln w="12700" cmpd="sng" cap="flat">
            <a:noFill/>
            <a:prstDash val="solid"/>
            <a:round/>
          </a:ln>
        </p:spPr>
        <p:txBody>
          <a:bodyPr vert="horz" wrap="square" lIns="91440" tIns="45720" rIns="91440" bIns="45720" anchor="t" anchorCtr="0">
            <a:prstTxWarp prst="textNoShape"/>
          </a:bodyPr>
          <a:lstStyle/>
          <a:p>
            <a:pPr marL="0" indent="0" algn="just">
              <a:lnSpc>
                <a:spcPct val="100000"/>
              </a:lnSpc>
              <a:spcBef>
                <a:spcPct val="20000"/>
              </a:spcBef>
              <a:spcAft>
                <a:spcPts val="0"/>
              </a:spcAft>
              <a:buNone/>
            </a:pPr>
            <a:r>
              <a:rPr lang="en-US" altLang="zh-CN" sz="2400" b="0" i="0" u="none" strike="noStrike" kern="1200" cap="none" spc="0" baseline="0">
                <a:solidFill>
                  <a:schemeClr val="tx1"/>
                </a:solidFill>
                <a:latin typeface="Calibri" pitchFamily="34" charset="0"/>
                <a:ea typeface="MS PGothic" pitchFamily="34" charset="-128"/>
                <a:cs typeface="Lucida Sans" pitchFamily="0" charset="0"/>
              </a:rPr>
              <a:t>Suppose that a counsellor plans to select a </a:t>
            </a:r>
            <a:r>
              <a:rPr lang="en-US" altLang="zh-CN" sz="2400" b="0" i="0" u="none" strike="noStrike" kern="1200" cap="none" spc="0" baseline="0">
                <a:solidFill>
                  <a:srgbClr val="FF0000"/>
                </a:solidFill>
                <a:latin typeface="Calibri" pitchFamily="34" charset="0"/>
                <a:ea typeface="MS PGothic" pitchFamily="34" charset="-128"/>
                <a:cs typeface="Lucida Sans" pitchFamily="0" charset="0"/>
              </a:rPr>
              <a:t>random sample </a:t>
            </a:r>
            <a:r>
              <a:rPr lang="en-US" altLang="zh-CN" sz="2400" b="0" i="0" u="none" strike="noStrike" kern="1200" cap="none" spc="0" baseline="0">
                <a:solidFill>
                  <a:schemeClr val="tx1"/>
                </a:solidFill>
                <a:latin typeface="Calibri" pitchFamily="34" charset="0"/>
                <a:ea typeface="MS PGothic" pitchFamily="34" charset="-128"/>
                <a:cs typeface="Lucida Sans" pitchFamily="0" charset="0"/>
              </a:rPr>
              <a:t>of 50 seniors at a large high school and to as each student  in the sample whether he or she plans to attend college after graduation. The process of sampling is a </a:t>
            </a:r>
            <a:r>
              <a:rPr lang="en-US" altLang="zh-CN" sz="2400" b="0" i="0" u="none" strike="noStrike" kern="1200" cap="none" spc="0" baseline="0">
                <a:solidFill>
                  <a:srgbClr val="FF0000"/>
                </a:solidFill>
                <a:latin typeface="Calibri" pitchFamily="34" charset="0"/>
                <a:ea typeface="MS PGothic" pitchFamily="34" charset="-128"/>
                <a:cs typeface="Lucida Sans" pitchFamily="0" charset="0"/>
              </a:rPr>
              <a:t>chance experiment</a:t>
            </a:r>
            <a:r>
              <a:rPr lang="en-US" altLang="zh-CN" sz="2400" b="0" i="0" u="none" strike="noStrike" kern="1200" cap="none" spc="0" baseline="0">
                <a:solidFill>
                  <a:schemeClr val="tx1"/>
                </a:solidFill>
                <a:latin typeface="Calibri" pitchFamily="34" charset="0"/>
                <a:ea typeface="MS PGothic" pitchFamily="34" charset="-128"/>
                <a:cs typeface="Lucida Sans" pitchFamily="0" charset="0"/>
              </a:rPr>
              <a:t>. The </a:t>
            </a:r>
            <a:r>
              <a:rPr lang="en-US" altLang="zh-CN" sz="2400" b="0" i="0" u="none" strike="noStrike" kern="1200" cap="none" spc="0" baseline="0">
                <a:solidFill>
                  <a:srgbClr val="FF0000"/>
                </a:solidFill>
                <a:latin typeface="Calibri" pitchFamily="34" charset="0"/>
                <a:ea typeface="MS PGothic" pitchFamily="34" charset="-128"/>
                <a:cs typeface="Lucida Sans" pitchFamily="0" charset="0"/>
              </a:rPr>
              <a:t>sample space </a:t>
            </a:r>
            <a:r>
              <a:rPr lang="en-US" altLang="zh-CN" sz="2400" b="0" i="0" u="none" strike="noStrike" kern="1200" cap="none" spc="0" baseline="0">
                <a:solidFill>
                  <a:schemeClr val="tx1"/>
                </a:solidFill>
                <a:latin typeface="Calibri" pitchFamily="34" charset="0"/>
                <a:ea typeface="MS PGothic" pitchFamily="34" charset="-128"/>
                <a:cs typeface="Lucida Sans" pitchFamily="0" charset="0"/>
              </a:rPr>
              <a:t>for this experiment consists of all different possible random samples of size 50 that might result (there is a very large number of these) and for simple random sampling, each of these outcomes is </a:t>
            </a:r>
            <a:r>
              <a:rPr lang="en-US" altLang="zh-CN" sz="2400" b="0" i="0" u="none" strike="noStrike" kern="1200" cap="none" spc="0" baseline="0">
                <a:solidFill>
                  <a:srgbClr val="FF0000"/>
                </a:solidFill>
                <a:latin typeface="Calibri" pitchFamily="34" charset="0"/>
                <a:ea typeface="MS PGothic" pitchFamily="34" charset="-128"/>
                <a:cs typeface="Lucida Sans" pitchFamily="0" charset="0"/>
              </a:rPr>
              <a:t>equally likely</a:t>
            </a:r>
            <a:r>
              <a:rPr lang="en-US" altLang="zh-CN" sz="2400" b="0" i="0" u="none" strike="noStrike" kern="1200" cap="none" spc="0" baseline="0">
                <a:solidFill>
                  <a:schemeClr val="tx1"/>
                </a:solidFill>
                <a:latin typeface="Calibri" pitchFamily="34" charset="0"/>
                <a:ea typeface="MS PGothic" pitchFamily="34" charset="-128"/>
                <a:cs typeface="Lucida Sans" pitchFamily="0" charset="0"/>
              </a:rPr>
              <a:t>.</a:t>
            </a:r>
            <a:endParaRPr lang="en-US" altLang="zh-CN" sz="2400" b="0" i="0" u="none" strike="noStrike" kern="1200" cap="none" spc="0" baseline="0">
              <a:solidFill>
                <a:schemeClr val="tx1"/>
              </a:solidFill>
              <a:latin typeface="Calibri" pitchFamily="34" charset="0"/>
              <a:ea typeface="MS PGothic" pitchFamily="34" charset="-128"/>
              <a:cs typeface="Lucida Sans" pitchFamily="0" charset="0"/>
            </a:endParaRPr>
          </a:p>
          <a:p>
            <a:pPr marL="0" indent="0" algn="just">
              <a:lnSpc>
                <a:spcPct val="100000"/>
              </a:lnSpc>
              <a:spcBef>
                <a:spcPct val="20000"/>
              </a:spcBef>
              <a:spcAft>
                <a:spcPts val="0"/>
              </a:spcAft>
              <a:buNone/>
            </a:pPr>
            <a:endParaRPr lang="en-US" altLang="zh-CN" sz="2400" b="0" i="0" u="none" strike="noStrike" kern="1200" cap="none" spc="0" baseline="0">
              <a:solidFill>
                <a:schemeClr val="tx1"/>
              </a:solidFill>
              <a:latin typeface="Calibri" pitchFamily="34" charset="0"/>
              <a:ea typeface="MS PGothic" pitchFamily="34" charset="-128"/>
              <a:cs typeface="Lucida Sans" pitchFamily="0" charset="0"/>
            </a:endParaRPr>
          </a:p>
          <a:p>
            <a:pPr marL="0" indent="0" algn="just">
              <a:lnSpc>
                <a:spcPct val="100000"/>
              </a:lnSpc>
              <a:spcBef>
                <a:spcPct val="20000"/>
              </a:spcBef>
              <a:spcAft>
                <a:spcPts val="0"/>
              </a:spcAft>
              <a:buNone/>
            </a:pPr>
            <a:r>
              <a:rPr lang="en-US" altLang="zh-CN" sz="2400" b="0" i="0" u="none" strike="noStrike" kern="1200" cap="none" spc="0" baseline="0">
                <a:solidFill>
                  <a:schemeClr val="tx1"/>
                </a:solidFill>
                <a:latin typeface="Calibri" pitchFamily="34" charset="0"/>
                <a:ea typeface="MS PGothic" pitchFamily="34" charset="-128"/>
                <a:cs typeface="Lucida Sans" pitchFamily="0" charset="0"/>
              </a:rPr>
              <a:t>Let </a:t>
            </a:r>
            <a:r>
              <a:rPr lang="en-US" altLang="zh-CN" sz="2400" b="0" i="1" u="none" strike="noStrike" kern="1200" cap="none" spc="0" baseline="0">
                <a:solidFill>
                  <a:schemeClr val="tx1"/>
                </a:solidFill>
                <a:latin typeface="Calibri" pitchFamily="34" charset="0"/>
                <a:ea typeface="MS PGothic" pitchFamily="34" charset="-128"/>
                <a:cs typeface="Times New Roman" pitchFamily="18" charset="0"/>
              </a:rPr>
              <a:t>x</a:t>
            </a:r>
            <a:r>
              <a:rPr lang="en-US" altLang="zh-CN" sz="2400" b="0" i="0" u="none" strike="noStrike" kern="1200" cap="none" spc="0" baseline="0">
                <a:solidFill>
                  <a:schemeClr val="tx1"/>
                </a:solidFill>
                <a:latin typeface="Calibri" pitchFamily="34" charset="0"/>
                <a:ea typeface="MS PGothic" pitchFamily="34" charset="-128"/>
                <a:cs typeface="Lucida Sans" pitchFamily="0" charset="0"/>
              </a:rPr>
              <a:t> is the random variable.</a:t>
            </a:r>
            <a:endParaRPr lang="en-US" altLang="zh-CN" sz="2400" b="0" i="0" u="none" strike="noStrike" kern="1200" cap="none" spc="0" baseline="0">
              <a:solidFill>
                <a:schemeClr val="tx1"/>
              </a:solidFill>
              <a:latin typeface="Calibri" pitchFamily="34" charset="0"/>
              <a:ea typeface="MS PGothic" pitchFamily="34" charset="-128"/>
              <a:cs typeface="Lucida Sans" pitchFamily="0" charset="0"/>
            </a:endParaRPr>
          </a:p>
          <a:p>
            <a:pPr marL="0" indent="0" algn="just">
              <a:lnSpc>
                <a:spcPct val="100000"/>
              </a:lnSpc>
              <a:spcBef>
                <a:spcPct val="20000"/>
              </a:spcBef>
              <a:spcAft>
                <a:spcPts val="0"/>
              </a:spcAft>
              <a:buFont typeface="Arial" pitchFamily="34" charset="0"/>
              <a:buChar char="•"/>
            </a:pPr>
            <a:r>
              <a:rPr lang="en-US" altLang="zh-CN" sz="2400" b="0" i="0" u="none" strike="noStrike" kern="1200" cap="none" spc="0" baseline="0">
                <a:solidFill>
                  <a:schemeClr val="tx1"/>
                </a:solidFill>
                <a:latin typeface="Calibri" pitchFamily="34" charset="0"/>
                <a:ea typeface="MS PGothic" pitchFamily="34" charset="-128"/>
                <a:cs typeface="Lucida Sans" pitchFamily="0" charset="0"/>
              </a:rPr>
              <a:t> </a:t>
            </a:r>
            <a:r>
              <a:rPr lang="en-US" altLang="zh-CN" sz="2400" b="0" i="1" u="none" strike="noStrike" kern="1200" cap="none" spc="0" baseline="0">
                <a:solidFill>
                  <a:schemeClr val="tx1"/>
                </a:solidFill>
                <a:latin typeface="Calibri" pitchFamily="34" charset="0"/>
                <a:ea typeface="MS PGothic" pitchFamily="34" charset="-128"/>
                <a:cs typeface="Times New Roman" pitchFamily="18" charset="0"/>
              </a:rPr>
              <a:t>x</a:t>
            </a:r>
            <a:r>
              <a:rPr lang="en-US" altLang="zh-CN" sz="2400" b="0" i="0" u="none" strike="noStrike" kern="1200" cap="none" spc="0" baseline="0">
                <a:solidFill>
                  <a:schemeClr val="tx1"/>
                </a:solidFill>
                <a:latin typeface="Calibri" pitchFamily="34" charset="0"/>
                <a:ea typeface="MS PGothic" pitchFamily="34" charset="-128"/>
                <a:cs typeface="Lucida Sans" pitchFamily="0" charset="0"/>
              </a:rPr>
              <a:t> represent the number of successes in  the sample (who plans to attend college after graduation).</a:t>
            </a:r>
            <a:endParaRPr lang="en-US" altLang="zh-CN" sz="2400" b="0" i="0" u="none" strike="noStrike" kern="1200" cap="none" spc="0" baseline="0">
              <a:solidFill>
                <a:schemeClr val="tx1"/>
              </a:solidFill>
              <a:latin typeface="Calibri" pitchFamily="34" charset="0"/>
              <a:ea typeface="MS PGothic" pitchFamily="34" charset="-128"/>
              <a:cs typeface="Lucida Sans" pitchFamily="0" charset="0"/>
            </a:endParaRPr>
          </a:p>
          <a:p>
            <a:pPr marL="0" indent="0" algn="just">
              <a:lnSpc>
                <a:spcPct val="100000"/>
              </a:lnSpc>
              <a:spcBef>
                <a:spcPct val="20000"/>
              </a:spcBef>
              <a:spcAft>
                <a:spcPts val="0"/>
              </a:spcAft>
              <a:buFont typeface="Arial" pitchFamily="34" charset="0"/>
              <a:buChar char="•"/>
            </a:pPr>
            <a:r>
              <a:rPr lang="en-US" altLang="zh-CN" sz="2400" b="0" i="0" u="none" strike="noStrike" kern="1200" cap="none" spc="0" baseline="0">
                <a:solidFill>
                  <a:schemeClr val="tx1"/>
                </a:solidFill>
                <a:latin typeface="Calibri" pitchFamily="34" charset="0"/>
                <a:ea typeface="MS PGothic" pitchFamily="34" charset="-128"/>
                <a:cs typeface="Lucida Sans" pitchFamily="0" charset="0"/>
              </a:rPr>
              <a:t> Thus, </a:t>
            </a:r>
            <a:r>
              <a:rPr lang="en-US" altLang="zh-CN" sz="2400" b="0" i="1" u="none" strike="noStrike" kern="1200" cap="none" spc="0" baseline="0">
                <a:solidFill>
                  <a:schemeClr val="tx1"/>
                </a:solidFill>
                <a:latin typeface="Calibri" pitchFamily="34" charset="0"/>
                <a:ea typeface="MS PGothic" pitchFamily="34" charset="-128"/>
                <a:cs typeface="Times New Roman" pitchFamily="18" charset="0"/>
              </a:rPr>
              <a:t>x</a:t>
            </a:r>
            <a:r>
              <a:rPr lang="en-US" altLang="zh-CN" sz="2400" b="0" i="0" u="none" strike="noStrike" kern="1200" cap="none" spc="0" baseline="0">
                <a:solidFill>
                  <a:schemeClr val="tx1"/>
                </a:solidFill>
                <a:latin typeface="Calibri" pitchFamily="34" charset="0"/>
                <a:ea typeface="MS PGothic" pitchFamily="34" charset="-128"/>
                <a:cs typeface="Lucida Sans" pitchFamily="0" charset="0"/>
              </a:rPr>
              <a:t> is discrete random variable (counting).</a:t>
            </a:r>
            <a:endParaRPr lang="en-US" altLang="zh-CN" sz="2400" b="0" i="0" u="none" strike="noStrike" kern="1200" cap="none" spc="0" baseline="0">
              <a:solidFill>
                <a:schemeClr val="tx1"/>
              </a:solidFill>
              <a:latin typeface="Calibri" pitchFamily="34" charset="0"/>
              <a:ea typeface="MS PGothic" pitchFamily="34" charset="-128"/>
              <a:cs typeface="Lucida Sans" pitchFamily="0" charset="0"/>
            </a:endParaRPr>
          </a:p>
          <a:p>
            <a:pPr marL="0" indent="0" algn="just">
              <a:lnSpc>
                <a:spcPct val="100000"/>
              </a:lnSpc>
              <a:spcBef>
                <a:spcPct val="20000"/>
              </a:spcBef>
              <a:spcAft>
                <a:spcPts val="0"/>
              </a:spcAft>
              <a:buNone/>
            </a:pPr>
            <a:endParaRPr lang="zh-CN" altLang="en-US" sz="2400" b="0" i="0" u="none" strike="noStrike" kern="1200" cap="none" spc="0" baseline="0">
              <a:solidFill>
                <a:schemeClr val="tx1"/>
              </a:solidFill>
              <a:latin typeface="Calibri" pitchFamily="34" charset="0"/>
              <a:ea typeface="MS PGothic" pitchFamily="34" charset="-128"/>
              <a:cs typeface="Lucida Sans" pitchFamily="0" charset="0"/>
            </a:endParaRPr>
          </a:p>
        </p:txBody>
      </p:sp>
      <p:pic>
        <p:nvPicPr>
          <p:cNvPr id="284" name="Images" descr="further study_edit600x450.jpg"/>
          <p:cNvPicPr>
            <a:picLocks noChangeAspect="1"/>
          </p:cNvPicPr>
          <p:nvPr/>
        </p:nvPicPr>
        <p:blipFill>
          <a:blip r:embed="rId1" cstate="print"/>
          <a:stretch>
            <a:fillRect/>
          </a:stretch>
        </p:blipFill>
        <p:spPr>
          <a:xfrm rot="0">
            <a:off x="8745440" y="5229200"/>
            <a:ext cx="1671041" cy="1296143"/>
          </a:xfrm>
          <a:prstGeom prst="rect"/>
          <a:noFill/>
          <a:ln w="9525" cmpd="sng" cap="flat">
            <a:noFill/>
            <a:prstDash val="solid"/>
            <a:miter/>
          </a:ln>
          <a:effectLst>
            <a:outerShdw sx="100000" sy="100000" algn="ctr" rotWithShape="0" blurRad="0" dist="50800" dir="5400000">
              <a:srgbClr val="808080">
                <a:alpha val="0"/>
              </a:srgbClr>
            </a:outerShdw>
          </a:effectLst>
        </p:spPr>
      </p:pic>
      <p:sp>
        <p:nvSpPr>
          <p:cNvPr id="285" name="Rectangles"/>
          <p:cNvSpPr>
            <a:spLocks noGrp="1"/>
          </p:cNvSpPr>
          <p:nvPr>
            <p:ph type="sldNum" idx="12"/>
          </p:nvPr>
        </p:nvSpPr>
        <p:spPr>
          <a:xfrm rot="0">
            <a:off x="5989639" y="6519863"/>
            <a:ext cx="466724" cy="365125"/>
          </a:xfrm>
          <a:prstGeom prst="rect"/>
          <a:noFill/>
          <a:ln w="12700" cmpd="sng" cap="flat">
            <a:noFill/>
            <a:prstDash val="solid"/>
            <a:miter/>
          </a:ln>
        </p:spPr>
        <p:txBody>
          <a:bodyPr vert="horz" wrap="square" lIns="91440" tIns="45720" rIns="91440" bIns="45720" anchor="ctr" anchorCtr="0">
            <a:prstTxWarp prst="textNoShape"/>
          </a:bodyPr>
          <a:lstStyle/>
          <a:p>
            <a:pPr marL="0" indent="0" algn="l" eaLnBrk="1" hangingPunct="1">
              <a:lnSpc>
                <a:spcPct val="100000"/>
              </a:lnSpc>
              <a:spcBef>
                <a:spcPts val="0"/>
              </a:spcBef>
              <a:spcAft>
                <a:spcPts val="0"/>
              </a:spcAft>
              <a:buNone/>
            </a:pPr>
            <a:fld id="{CAD2D6BD-DE1B-4B5F-8B41-2702339687B9}" type="slidenum">
              <a:rPr lang="en-US" altLang="zh-CN" sz="1200" b="0" i="0" u="none" strike="noStrike" kern="1200" cap="none" spc="0" baseline="0">
                <a:solidFill>
                  <a:srgbClr val="FFFFFF"/>
                </a:solidFill>
                <a:latin typeface="Calibri" pitchFamily="34" charset="0"/>
                <a:ea typeface="MS PGothic" pitchFamily="34" charset="-128"/>
                <a:cs typeface="Arial" pitchFamily="34" charset="0"/>
              </a:rPr>
              <a:t>22</a:t>
            </a:fld>
            <a:endParaRPr lang="zh-CN" altLang="en-US" sz="1200" b="0" i="0" u="none" strike="noStrike" kern="1200" cap="none" spc="0" baseline="0">
              <a:solidFill>
                <a:srgbClr val="FFFFFF"/>
              </a:solidFill>
              <a:latin typeface="Calibri" pitchFamily="34" charset="0"/>
              <a:ea typeface="MS PGothic" pitchFamily="34" charset="-128"/>
              <a:cs typeface="Arial" pitchFamily="34" charset="0"/>
            </a:endParaRPr>
          </a:p>
        </p:txBody>
      </p:sp>
    </p:spTree>
    <p:extLst>
      <p:ext uri="{BB962C8B-B14F-4D97-AF65-F5344CB8AC3E}">
        <p14:creationId xmlns:p14="http://schemas.microsoft.com/office/powerpoint/2010/main" val="7056267"/>
      </p:ext>
    </p:extLst>
  </p:cSld>
  <p:clrMapOvr>
    <a:masterClrMapping/>
  </p:clrMapOvr>
</p:sld>
</file>

<file path=ppt/slides/slide23.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289" name="Text box"/>
          <p:cNvSpPr>
            <a:spLocks noGrp="1"/>
          </p:cNvSpPr>
          <p:nvPr>
            <p:ph type="body" idx="1"/>
          </p:nvPr>
        </p:nvSpPr>
        <p:spPr>
          <a:xfrm rot="0">
            <a:off x="2135561" y="1125538"/>
            <a:ext cx="7921253" cy="4800600"/>
          </a:xfrm>
          <a:prstGeom prst="rect"/>
          <a:noFill/>
          <a:ln w="12700" cmpd="sng" cap="flat">
            <a:noFill/>
            <a:prstDash val="solid"/>
            <a:round/>
          </a:ln>
        </p:spPr>
        <p:txBody>
          <a:bodyPr vert="horz" wrap="square" lIns="91440" tIns="45720" rIns="91440" bIns="45720" anchor="t" anchorCtr="0">
            <a:prstTxWarp prst="textNoShape"/>
          </a:bodyPr>
          <a:lstStyle/>
          <a:p>
            <a:pPr marL="342900" indent="-342900" algn="just">
              <a:lnSpc>
                <a:spcPct val="100000"/>
              </a:lnSpc>
              <a:spcBef>
                <a:spcPct val="20000"/>
              </a:spcBef>
              <a:spcAft>
                <a:spcPts val="0"/>
              </a:spcAft>
              <a:buNone/>
            </a:pPr>
            <a:r>
              <a:rPr lang="en-US" altLang="zh-CN" sz="2800" b="0" i="0" u="none" strike="noStrike" kern="1200" cap="none" spc="0" baseline="0">
                <a:solidFill>
                  <a:schemeClr val="tx1"/>
                </a:solidFill>
                <a:latin typeface="Calibri" pitchFamily="34" charset="0"/>
                <a:ea typeface="MS PGothic" pitchFamily="34" charset="-128"/>
                <a:cs typeface="Lucida Sans" pitchFamily="0" charset="0"/>
              </a:rPr>
              <a:t>	A point is randomly selected on the surface of a lake that has a maximum depth of 100 feet. Let </a:t>
            </a:r>
            <a:r>
              <a:rPr lang="en-US" altLang="zh-CN" sz="2800" b="0" i="1" u="none" strike="noStrike" kern="1200" cap="none" spc="0" baseline="0">
                <a:solidFill>
                  <a:schemeClr val="tx1"/>
                </a:solidFill>
                <a:latin typeface="Calibri" pitchFamily="34" charset="0"/>
                <a:ea typeface="MS PGothic" pitchFamily="34" charset="-128"/>
                <a:cs typeface="Times New Roman" pitchFamily="18" charset="0"/>
              </a:rPr>
              <a:t>y</a:t>
            </a:r>
            <a:r>
              <a:rPr lang="en-US" altLang="zh-CN" sz="2800" b="0" i="0" u="none" strike="noStrike" kern="1200" cap="none" spc="0" baseline="0">
                <a:solidFill>
                  <a:schemeClr val="tx1"/>
                </a:solidFill>
                <a:latin typeface="Calibri" pitchFamily="34" charset="0"/>
                <a:ea typeface="MS PGothic" pitchFamily="34" charset="-128"/>
                <a:cs typeface="Lucida Sans" pitchFamily="0" charset="0"/>
              </a:rPr>
              <a:t> be the depth of the lake at the random chosen point. </a:t>
            </a:r>
            <a:endParaRPr lang="en-US" altLang="zh-CN" sz="2800" b="0" i="0" u="none" strike="noStrike" kern="1200" cap="none" spc="0" baseline="0">
              <a:solidFill>
                <a:schemeClr val="tx1"/>
              </a:solidFill>
              <a:latin typeface="Calibri" pitchFamily="34" charset="0"/>
              <a:ea typeface="MS PGothic" pitchFamily="34" charset="-128"/>
              <a:cs typeface="Lucida Sans" pitchFamily="0" charset="0"/>
            </a:endParaRPr>
          </a:p>
          <a:p>
            <a:pPr marL="342900" indent="-342900" algn="just">
              <a:lnSpc>
                <a:spcPct val="100000"/>
              </a:lnSpc>
              <a:spcBef>
                <a:spcPct val="20000"/>
              </a:spcBef>
              <a:spcAft>
                <a:spcPts val="0"/>
              </a:spcAft>
              <a:buNone/>
            </a:pPr>
            <a:endParaRPr lang="en-US" altLang="zh-CN" sz="2800" b="0" i="0" u="none" strike="noStrike" kern="1200" cap="none" spc="0" baseline="0">
              <a:solidFill>
                <a:schemeClr val="tx1"/>
              </a:solidFill>
              <a:latin typeface="Calibri" pitchFamily="34" charset="0"/>
              <a:ea typeface="MS PGothic" pitchFamily="34" charset="-128"/>
              <a:cs typeface="Lucida Sans" pitchFamily="0" charset="0"/>
            </a:endParaRPr>
          </a:p>
          <a:p>
            <a:pPr marL="342900" indent="-342900" algn="just">
              <a:lnSpc>
                <a:spcPct val="100000"/>
              </a:lnSpc>
              <a:spcBef>
                <a:spcPct val="20000"/>
              </a:spcBef>
              <a:spcAft>
                <a:spcPts val="0"/>
              </a:spcAft>
              <a:buFont typeface="Arial" pitchFamily="34" charset="0"/>
              <a:buChar char="•"/>
            </a:pPr>
            <a:r>
              <a:rPr lang="en-US" altLang="zh-CN" sz="2800" b="0" i="0" u="none" strike="noStrike" kern="1200" cap="none" spc="0" baseline="0">
                <a:solidFill>
                  <a:schemeClr val="tx1"/>
                </a:solidFill>
                <a:latin typeface="Calibri" pitchFamily="34" charset="0"/>
                <a:ea typeface="MS PGothic" pitchFamily="34" charset="-128"/>
                <a:cs typeface="Lucida Sans" pitchFamily="0" charset="0"/>
              </a:rPr>
              <a:t>The possible value of </a:t>
            </a:r>
            <a:r>
              <a:rPr lang="en-US" altLang="zh-CN" sz="2800" b="0" i="1" u="none" strike="noStrike" kern="1200" cap="none" spc="0" baseline="0">
                <a:solidFill>
                  <a:schemeClr val="tx1"/>
                </a:solidFill>
                <a:latin typeface="Calibri" pitchFamily="34" charset="0"/>
                <a:ea typeface="MS PGothic" pitchFamily="34" charset="-128"/>
                <a:cs typeface="Times New Roman" pitchFamily="18" charset="0"/>
              </a:rPr>
              <a:t>y</a:t>
            </a:r>
            <a:r>
              <a:rPr lang="en-US" altLang="zh-CN" sz="2800" b="0" i="0" u="none" strike="noStrike" kern="1200" cap="none" spc="0" baseline="0">
                <a:solidFill>
                  <a:schemeClr val="tx1"/>
                </a:solidFill>
                <a:latin typeface="Calibri" pitchFamily="34" charset="0"/>
                <a:ea typeface="MS PGothic" pitchFamily="34" charset="-128"/>
                <a:cs typeface="Lucida Sans" pitchFamily="0" charset="0"/>
              </a:rPr>
              <a:t> : measurement in feed of the depth of the lake.</a:t>
            </a:r>
            <a:endParaRPr lang="en-US" altLang="zh-CN" sz="2800" b="0" i="0" u="none" strike="noStrike" kern="1200" cap="none" spc="0" baseline="0">
              <a:solidFill>
                <a:schemeClr val="tx1"/>
              </a:solidFill>
              <a:latin typeface="Calibri" pitchFamily="34" charset="0"/>
              <a:ea typeface="MS PGothic" pitchFamily="34" charset="-128"/>
              <a:cs typeface="Lucida Sans" pitchFamily="0" charset="0"/>
            </a:endParaRPr>
          </a:p>
          <a:p>
            <a:pPr marL="342900" indent="-342900" algn="just">
              <a:lnSpc>
                <a:spcPct val="100000"/>
              </a:lnSpc>
              <a:spcBef>
                <a:spcPct val="20000"/>
              </a:spcBef>
              <a:spcAft>
                <a:spcPts val="0"/>
              </a:spcAft>
              <a:buFont typeface="Arial" pitchFamily="34" charset="0"/>
              <a:buChar char="•"/>
            </a:pPr>
            <a:r>
              <a:rPr lang="en-US" altLang="zh-CN" sz="2800" b="0" i="0" u="none" strike="noStrike" kern="1200" cap="none" spc="0" baseline="0">
                <a:solidFill>
                  <a:schemeClr val="tx1"/>
                </a:solidFill>
                <a:latin typeface="Calibri" pitchFamily="34" charset="0"/>
                <a:ea typeface="MS PGothic" pitchFamily="34" charset="-128"/>
                <a:cs typeface="Lucida Sans" pitchFamily="0" charset="0"/>
              </a:rPr>
              <a:t>Thus, </a:t>
            </a:r>
            <a:r>
              <a:rPr lang="en-US" altLang="zh-CN" sz="2800" b="0" i="1" u="none" strike="noStrike" kern="1200" cap="none" spc="0" baseline="0">
                <a:solidFill>
                  <a:schemeClr val="tx1"/>
                </a:solidFill>
                <a:latin typeface="Calibri" pitchFamily="34" charset="0"/>
                <a:ea typeface="MS PGothic" pitchFamily="34" charset="-128"/>
                <a:cs typeface="Times New Roman" pitchFamily="18" charset="0"/>
              </a:rPr>
              <a:t>y</a:t>
            </a:r>
            <a:r>
              <a:rPr lang="en-US" altLang="zh-CN" sz="2800" b="0" i="0" u="none" strike="noStrike" kern="1200" cap="none" spc="0" baseline="0">
                <a:solidFill>
                  <a:schemeClr val="tx1"/>
                </a:solidFill>
                <a:latin typeface="Calibri" pitchFamily="34" charset="0"/>
                <a:ea typeface="MS PGothic" pitchFamily="34" charset="-128"/>
                <a:cs typeface="Lucida Sans" pitchFamily="0" charset="0"/>
              </a:rPr>
              <a:t> is continuous random variable. </a:t>
            </a:r>
            <a:endParaRPr lang="zh-CN" altLang="en-US" sz="2800" b="0" i="0" u="none" strike="noStrike" kern="1200" cap="none" spc="0" baseline="0">
              <a:solidFill>
                <a:schemeClr val="tx1"/>
              </a:solidFill>
              <a:latin typeface="Calibri" pitchFamily="34" charset="0"/>
              <a:ea typeface="MS PGothic" pitchFamily="34" charset="-128"/>
              <a:cs typeface="Lucida Sans" pitchFamily="0" charset="0"/>
            </a:endParaRPr>
          </a:p>
        </p:txBody>
      </p:sp>
      <p:pic>
        <p:nvPicPr>
          <p:cNvPr id="290" name="Images" descr="utmlake.jpg"/>
          <p:cNvPicPr>
            <a:picLocks noChangeAspect="1"/>
          </p:cNvPicPr>
          <p:nvPr/>
        </p:nvPicPr>
        <p:blipFill>
          <a:blip r:embed="rId1" cstate="print"/>
          <a:stretch>
            <a:fillRect/>
          </a:stretch>
        </p:blipFill>
        <p:spPr>
          <a:xfrm rot="0">
            <a:off x="8112225" y="4797152"/>
            <a:ext cx="2304951" cy="1673105"/>
          </a:xfrm>
          <a:prstGeom prst="rect"/>
          <a:noFill/>
          <a:ln w="12700" cmpd="sng" cap="flat">
            <a:noFill/>
            <a:prstDash val="solid"/>
            <a:round/>
          </a:ln>
        </p:spPr>
      </p:pic>
      <p:sp>
        <p:nvSpPr>
          <p:cNvPr id="291" name="Rectangles"/>
          <p:cNvSpPr>
            <a:spLocks/>
          </p:cNvSpPr>
          <p:nvPr/>
        </p:nvSpPr>
        <p:spPr>
          <a:xfrm rot="0">
            <a:off x="2999656" y="260648"/>
            <a:ext cx="6121400" cy="691515"/>
          </a:xfrm>
          <a:prstGeom prst="rect"/>
          <a:noFill/>
          <a:ln w="25400" cmpd="sng" cap="flat">
            <a:noFill/>
            <a:prstDash val="solid"/>
            <a:round/>
          </a:ln>
        </p:spPr>
        <p:txBody>
          <a:bodyPr vert="horz" wrap="square" lIns="91440" tIns="45720" rIns="91440" bIns="45720" anchor="t" anchorCtr="0">
            <a:prstTxWarp prst="textNoShape"/>
            <a:spAutoFit/>
          </a:bodyPr>
          <a:lstStyle/>
          <a:p>
            <a:pPr marL="0" indent="0" algn="ctr">
              <a:lnSpc>
                <a:spcPct val="100000"/>
              </a:lnSpc>
              <a:spcBef>
                <a:spcPts val="0"/>
              </a:spcBef>
              <a:spcAft>
                <a:spcPts val="0"/>
              </a:spcAft>
              <a:buNone/>
            </a:pPr>
            <a:r>
              <a:rPr lang="en-US" altLang="zh-CN" sz="4000" b="1" i="0" u="none" strike="noStrike" kern="1200" cap="none" spc="0" baseline="0">
                <a:solidFill>
                  <a:schemeClr val="tx1"/>
                </a:solidFill>
                <a:latin typeface="Calibri" pitchFamily="34" charset="0"/>
                <a:ea typeface="宋体" pitchFamily="0" charset="0"/>
                <a:cs typeface="Calibri" pitchFamily="34" charset="0"/>
              </a:rPr>
              <a:t>Example</a:t>
            </a:r>
            <a:endParaRPr lang="zh-CN" altLang="en-US" sz="4000" b="1" i="0" u="none" strike="noStrike" kern="1200" cap="none" spc="0" baseline="0">
              <a:solidFill>
                <a:schemeClr val="tx1"/>
              </a:solidFill>
              <a:latin typeface="Calibri" pitchFamily="34" charset="0"/>
              <a:ea typeface="宋体" pitchFamily="0" charset="0"/>
              <a:cs typeface="Calibri" pitchFamily="34" charset="0"/>
            </a:endParaRPr>
          </a:p>
        </p:txBody>
      </p:sp>
      <p:sp>
        <p:nvSpPr>
          <p:cNvPr id="292" name="Rectangles"/>
          <p:cNvSpPr>
            <a:spLocks noGrp="1"/>
          </p:cNvSpPr>
          <p:nvPr>
            <p:ph type="sldNum" idx="12"/>
          </p:nvPr>
        </p:nvSpPr>
        <p:spPr>
          <a:xfrm rot="0">
            <a:off x="5989639" y="6519863"/>
            <a:ext cx="466724" cy="365125"/>
          </a:xfrm>
          <a:prstGeom prst="rect"/>
          <a:noFill/>
          <a:ln w="12700" cmpd="sng" cap="flat">
            <a:noFill/>
            <a:prstDash val="solid"/>
            <a:miter/>
          </a:ln>
        </p:spPr>
        <p:txBody>
          <a:bodyPr vert="horz" wrap="square" lIns="91440" tIns="45720" rIns="91440" bIns="45720" anchor="ctr" anchorCtr="0">
            <a:prstTxWarp prst="textNoShape"/>
          </a:bodyPr>
          <a:lstStyle/>
          <a:p>
            <a:pPr marL="0" indent="0" algn="l" eaLnBrk="1" hangingPunct="1">
              <a:lnSpc>
                <a:spcPct val="100000"/>
              </a:lnSpc>
              <a:spcBef>
                <a:spcPts val="0"/>
              </a:spcBef>
              <a:spcAft>
                <a:spcPts val="0"/>
              </a:spcAft>
              <a:buNone/>
            </a:pPr>
            <a:fld id="{CAD2D6BD-DE1B-4B5F-8B41-2702339687B9}" type="slidenum">
              <a:rPr lang="en-US" altLang="zh-CN" sz="1200" b="0" i="0" u="none" strike="noStrike" kern="1200" cap="none" spc="0" baseline="0">
                <a:solidFill>
                  <a:srgbClr val="FFFFFF"/>
                </a:solidFill>
                <a:latin typeface="Calibri" pitchFamily="34" charset="0"/>
                <a:ea typeface="MS PGothic" pitchFamily="34" charset="-128"/>
                <a:cs typeface="Arial" pitchFamily="34" charset="0"/>
              </a:rPr>
              <a:t>23</a:t>
            </a:fld>
            <a:endParaRPr lang="zh-CN" altLang="en-US" sz="1200" b="0" i="0" u="none" strike="noStrike" kern="1200" cap="none" spc="0" baseline="0">
              <a:solidFill>
                <a:srgbClr val="FFFFFF"/>
              </a:solidFill>
              <a:latin typeface="Calibri" pitchFamily="34" charset="0"/>
              <a:ea typeface="MS PGothic" pitchFamily="34" charset="-128"/>
              <a:cs typeface="Arial" pitchFamily="34" charset="0"/>
            </a:endParaRPr>
          </a:p>
        </p:txBody>
      </p:sp>
    </p:spTree>
    <p:extLst>
      <p:ext uri="{BB962C8B-B14F-4D97-AF65-F5344CB8AC3E}">
        <p14:creationId xmlns:p14="http://schemas.microsoft.com/office/powerpoint/2010/main" val="498079076"/>
      </p:ext>
    </p:extLst>
  </p:cSld>
  <p:clrMapOvr>
    <a:masterClrMapping/>
  </p:clrMapOvr>
</p:sld>
</file>

<file path=ppt/slides/slide24.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296" name="Text box"/>
          <p:cNvSpPr>
            <a:spLocks noGrp="1"/>
          </p:cNvSpPr>
          <p:nvPr>
            <p:ph type="title"/>
          </p:nvPr>
        </p:nvSpPr>
        <p:spPr>
          <a:xfrm rot="0">
            <a:off x="2999657" y="260648"/>
            <a:ext cx="6192837" cy="838200"/>
          </a:xfrm>
          <a:prstGeom prst="rect"/>
          <a:noFill/>
          <a:ln w="25400" cmpd="sng" cap="flat">
            <a:noFill/>
            <a:prstDash val="solid"/>
            <a:round/>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en-US" altLang="zh-CN" sz="4000" b="1" i="0" u="none" strike="noStrike" kern="1200" cap="none" spc="0" baseline="0">
                <a:solidFill>
                  <a:schemeClr val="tx1"/>
                </a:solidFill>
                <a:latin typeface="Calibri" pitchFamily="34" charset="0"/>
                <a:ea typeface="宋体" pitchFamily="0" charset="0"/>
                <a:cs typeface="Calibri" pitchFamily="34" charset="0"/>
              </a:rPr>
              <a:t>Example </a:t>
            </a:r>
            <a:endParaRPr lang="zh-CN" altLang="en-US" sz="4000" b="1" i="0" u="none" strike="noStrike" kern="1200" cap="none" spc="0" baseline="0">
              <a:solidFill>
                <a:schemeClr val="tx1"/>
              </a:solidFill>
              <a:latin typeface="Calibri" pitchFamily="34" charset="0"/>
              <a:ea typeface="宋体" pitchFamily="0" charset="0"/>
              <a:cs typeface="Calibri" pitchFamily="34" charset="0"/>
            </a:endParaRPr>
          </a:p>
        </p:txBody>
      </p:sp>
      <p:sp>
        <p:nvSpPr>
          <p:cNvPr id="297" name="Text box"/>
          <p:cNvSpPr>
            <a:spLocks noGrp="1"/>
          </p:cNvSpPr>
          <p:nvPr>
            <p:ph type="body" idx="1"/>
          </p:nvPr>
        </p:nvSpPr>
        <p:spPr>
          <a:xfrm rot="0">
            <a:off x="1774826" y="1412875"/>
            <a:ext cx="8569325" cy="4968875"/>
          </a:xfrm>
          <a:prstGeom prst="rect"/>
          <a:noFill/>
          <a:ln w="12700" cmpd="sng" cap="flat">
            <a:noFill/>
            <a:prstDash val="solid"/>
            <a:round/>
          </a:ln>
        </p:spPr>
        <p:txBody>
          <a:bodyPr vert="horz" wrap="square" lIns="91440" tIns="45720" rIns="91440" bIns="45720" anchor="t" anchorCtr="0">
            <a:prstTxWarp prst="textNoShape"/>
          </a:bodyPr>
          <a:lstStyle/>
          <a:p>
            <a:pPr marL="0" indent="0" algn="just">
              <a:lnSpc>
                <a:spcPct val="100000"/>
              </a:lnSpc>
              <a:spcBef>
                <a:spcPct val="20000"/>
              </a:spcBef>
              <a:spcAft>
                <a:spcPts val="0"/>
              </a:spcAft>
              <a:buNone/>
            </a:pPr>
            <a:r>
              <a:rPr lang="en-US" altLang="zh-CN" sz="2400" b="0" i="0" u="none" strike="noStrike" kern="1200" cap="none" spc="0" baseline="0">
                <a:solidFill>
                  <a:srgbClr val="000000"/>
                </a:solidFill>
                <a:latin typeface="Calibri" pitchFamily="34" charset="0"/>
                <a:ea typeface="ＭＳ Ｐゴシック" pitchFamily="0" charset="0"/>
                <a:cs typeface="Lucida Sans" pitchFamily="0" charset="0"/>
              </a:rPr>
              <a:t>Consider an experiment in which the type of book, print (P) and digital (D), chosen by each of three successive customers making a purchase from on an online bookstore is noted. Define a </a:t>
            </a:r>
            <a:r>
              <a:rPr lang="en-US" altLang="zh-CN" sz="2400" b="1" i="0" u="none" strike="noStrike" kern="1200" cap="none" spc="0" baseline="0">
                <a:solidFill>
                  <a:srgbClr val="0000FF"/>
                </a:solidFill>
                <a:latin typeface="Calibri" pitchFamily="34" charset="0"/>
                <a:ea typeface="ＭＳ Ｐゴシック" pitchFamily="0" charset="0"/>
                <a:cs typeface="Lucida Sans" pitchFamily="0" charset="0"/>
              </a:rPr>
              <a:t>random variable</a:t>
            </a:r>
            <a:r>
              <a:rPr lang="en-US" altLang="zh-CN" sz="2400" b="0" i="0" u="none" strike="noStrike" kern="1200" cap="none" spc="0" baseline="0">
                <a:solidFill>
                  <a:srgbClr val="000000"/>
                </a:solidFill>
                <a:latin typeface="Calibri" pitchFamily="34" charset="0"/>
                <a:ea typeface="ＭＳ Ｐゴシック" pitchFamily="0" charset="0"/>
                <a:cs typeface="Lucida Sans" pitchFamily="0" charset="0"/>
              </a:rPr>
              <a:t> </a:t>
            </a:r>
            <a:r>
              <a:rPr lang="en-US" altLang="zh-CN" sz="2400" b="0" i="1" u="none" strike="noStrike" kern="1200" cap="none" spc="0" baseline="0">
                <a:solidFill>
                  <a:srgbClr val="000000"/>
                </a:solidFill>
                <a:latin typeface="Calibri" pitchFamily="34" charset="0"/>
                <a:ea typeface="ＭＳ Ｐゴシック" pitchFamily="0" charset="0"/>
                <a:cs typeface="Times New Roman" pitchFamily="18" charset="0"/>
              </a:rPr>
              <a:t>x</a:t>
            </a:r>
            <a:r>
              <a:rPr lang="en-US" altLang="zh-CN" sz="2400" b="0" i="0" u="none" strike="noStrike" kern="1200" cap="none" spc="0" baseline="0">
                <a:solidFill>
                  <a:srgbClr val="000000"/>
                </a:solidFill>
                <a:latin typeface="Calibri" pitchFamily="34" charset="0"/>
                <a:ea typeface="ＭＳ Ｐゴシック" pitchFamily="0" charset="0"/>
                <a:cs typeface="Lucida Sans" pitchFamily="0" charset="0"/>
              </a:rPr>
              <a:t> by</a:t>
            </a:r>
            <a:endParaRPr lang="en-US" altLang="zh-CN" sz="2400" b="0" i="0" u="none" strike="noStrike" kern="1200" cap="none" spc="0" baseline="0">
              <a:solidFill>
                <a:srgbClr val="000000"/>
              </a:solidFill>
              <a:latin typeface="Calibri" pitchFamily="34" charset="0"/>
              <a:ea typeface="ＭＳ Ｐゴシック" pitchFamily="0" charset="0"/>
              <a:cs typeface="Lucida Sans" pitchFamily="0" charset="0"/>
            </a:endParaRPr>
          </a:p>
          <a:p>
            <a:pPr marL="0" indent="0" algn="just">
              <a:lnSpc>
                <a:spcPct val="100000"/>
              </a:lnSpc>
              <a:spcBef>
                <a:spcPct val="20000"/>
              </a:spcBef>
              <a:spcAft>
                <a:spcPts val="0"/>
              </a:spcAft>
              <a:buNone/>
            </a:pPr>
            <a:endParaRPr lang="en-US" altLang="zh-CN" sz="2400" b="0" i="0" u="none" strike="noStrike" kern="1200" cap="none" spc="0" baseline="0">
              <a:solidFill>
                <a:srgbClr val="000000"/>
              </a:solidFill>
              <a:latin typeface="Calibri" pitchFamily="34" charset="0"/>
              <a:ea typeface="ＭＳ Ｐゴシック" pitchFamily="0" charset="0"/>
              <a:cs typeface="Lucida Sans" pitchFamily="0" charset="0"/>
            </a:endParaRPr>
          </a:p>
          <a:p>
            <a:pPr marL="0" indent="0" algn="just">
              <a:lnSpc>
                <a:spcPct val="100000"/>
              </a:lnSpc>
              <a:spcBef>
                <a:spcPct val="20000"/>
              </a:spcBef>
              <a:spcAft>
                <a:spcPts val="0"/>
              </a:spcAft>
              <a:buNone/>
            </a:pPr>
            <a:r>
              <a:rPr lang="en-US" altLang="zh-CN" sz="2400" b="0" i="0" u="none" strike="noStrike" kern="1200" cap="none" spc="0" baseline="0">
                <a:solidFill>
                  <a:srgbClr val="000000"/>
                </a:solidFill>
                <a:latin typeface="Calibri" pitchFamily="34" charset="0"/>
                <a:ea typeface="ＭＳ Ｐゴシック" pitchFamily="0" charset="0"/>
                <a:cs typeface="Lucida Sans" pitchFamily="0" charset="0"/>
              </a:rPr>
              <a:t>The experimental outcome can be abbreviated, e.g., DPD (first and third customer purchase a digital book). </a:t>
            </a:r>
            <a:endParaRPr lang="en-US" altLang="zh-CN" sz="2400" b="0" i="0" u="none" strike="noStrike" kern="1200" cap="none" spc="0" baseline="0">
              <a:solidFill>
                <a:srgbClr val="000000"/>
              </a:solidFill>
              <a:latin typeface="Calibri" pitchFamily="34" charset="0"/>
              <a:ea typeface="ＭＳ Ｐゴシック" pitchFamily="0" charset="0"/>
              <a:cs typeface="Lucida Sans" pitchFamily="0" charset="0"/>
            </a:endParaRPr>
          </a:p>
          <a:p>
            <a:pPr marL="0" indent="0" algn="just">
              <a:lnSpc>
                <a:spcPct val="100000"/>
              </a:lnSpc>
              <a:spcBef>
                <a:spcPct val="20000"/>
              </a:spcBef>
              <a:spcAft>
                <a:spcPts val="0"/>
              </a:spcAft>
              <a:buNone/>
            </a:pPr>
            <a:endParaRPr lang="en-US" altLang="zh-CN" sz="2400" b="0" i="0" u="none" strike="noStrike" kern="1200" cap="none" spc="0" baseline="0">
              <a:solidFill>
                <a:srgbClr val="000000"/>
              </a:solidFill>
              <a:latin typeface="Calibri" pitchFamily="34" charset="0"/>
              <a:ea typeface="ＭＳ Ｐゴシック" pitchFamily="0" charset="0"/>
              <a:cs typeface="Lucida Sans" pitchFamily="0" charset="0"/>
            </a:endParaRPr>
          </a:p>
          <a:p>
            <a:pPr marL="0" indent="0" algn="just">
              <a:lnSpc>
                <a:spcPct val="100000"/>
              </a:lnSpc>
              <a:spcBef>
                <a:spcPct val="20000"/>
              </a:spcBef>
              <a:spcAft>
                <a:spcPts val="0"/>
              </a:spcAft>
              <a:buNone/>
            </a:pPr>
            <a:endParaRPr lang="en-US" altLang="zh-CN" sz="2400" b="0" i="0" u="none" strike="noStrike" kern="1200" cap="none" spc="0" baseline="0">
              <a:solidFill>
                <a:srgbClr val="000000"/>
              </a:solidFill>
              <a:latin typeface="Calibri" pitchFamily="34" charset="0"/>
              <a:ea typeface="ＭＳ Ｐゴシック" pitchFamily="0" charset="0"/>
              <a:cs typeface="Lucida Sans" pitchFamily="0" charset="0"/>
            </a:endParaRPr>
          </a:p>
          <a:p>
            <a:pPr marL="0" indent="0" algn="just">
              <a:lnSpc>
                <a:spcPct val="100000"/>
              </a:lnSpc>
              <a:spcBef>
                <a:spcPct val="20000"/>
              </a:spcBef>
              <a:spcAft>
                <a:spcPts val="0"/>
              </a:spcAft>
              <a:buNone/>
            </a:pPr>
            <a:endParaRPr lang="en-US" altLang="zh-CN" sz="2400" b="0" i="0" u="none" strike="noStrike" kern="1200" cap="none" spc="0" baseline="0">
              <a:solidFill>
                <a:srgbClr val="000000"/>
              </a:solidFill>
              <a:latin typeface="Calibri" pitchFamily="34" charset="0"/>
              <a:ea typeface="ＭＳ Ｐゴシック" pitchFamily="0" charset="0"/>
              <a:cs typeface="Lucida Sans" pitchFamily="0" charset="0"/>
            </a:endParaRPr>
          </a:p>
          <a:p>
            <a:pPr marL="0" indent="0" algn="just">
              <a:lnSpc>
                <a:spcPct val="100000"/>
              </a:lnSpc>
              <a:spcBef>
                <a:spcPct val="20000"/>
              </a:spcBef>
              <a:spcAft>
                <a:spcPts val="0"/>
              </a:spcAft>
              <a:buNone/>
            </a:pPr>
            <a:r>
              <a:rPr lang="en-US" altLang="zh-CN" sz="2400" b="0" i="0" u="none" strike="noStrike" kern="1200" cap="none" spc="0" baseline="0">
                <a:solidFill>
                  <a:srgbClr val="000000"/>
                </a:solidFill>
                <a:latin typeface="Calibri" pitchFamily="34" charset="0"/>
                <a:ea typeface="ＭＳ Ｐゴシック" pitchFamily="0" charset="0"/>
                <a:cs typeface="Lucida Sans" pitchFamily="0" charset="0"/>
              </a:rPr>
              <a:t>There are only 4 possible </a:t>
            </a:r>
            <a:r>
              <a:rPr lang="en-US" altLang="zh-CN" sz="2400" b="0" i="1" u="none" strike="noStrike" kern="1200" cap="none" spc="0" baseline="0">
                <a:solidFill>
                  <a:srgbClr val="000000"/>
                </a:solidFill>
                <a:latin typeface="Calibri" pitchFamily="34" charset="0"/>
                <a:ea typeface="ＭＳ Ｐゴシック" pitchFamily="0" charset="0"/>
                <a:cs typeface="Times New Roman" pitchFamily="18" charset="0"/>
              </a:rPr>
              <a:t>x</a:t>
            </a:r>
            <a:r>
              <a:rPr lang="en-US" altLang="zh-CN" sz="2400" b="0" i="0" u="none" strike="noStrike" kern="1200" cap="none" spc="0" baseline="0">
                <a:solidFill>
                  <a:srgbClr val="000000"/>
                </a:solidFill>
                <a:latin typeface="Calibri" pitchFamily="34" charset="0"/>
                <a:ea typeface="ＭＳ Ｐゴシック" pitchFamily="0" charset="0"/>
                <a:cs typeface="Lucida Sans" pitchFamily="0" charset="0"/>
              </a:rPr>
              <a:t> values: 0, 1, 2 and 3. Thus, </a:t>
            </a:r>
            <a:r>
              <a:rPr lang="en-US" altLang="zh-CN" sz="2400" b="0" i="1" u="none" strike="noStrike" kern="1200" cap="none" spc="0" baseline="0">
                <a:solidFill>
                  <a:srgbClr val="000000"/>
                </a:solidFill>
                <a:latin typeface="Calibri" pitchFamily="34" charset="0"/>
                <a:ea typeface="ＭＳ Ｐゴシック" pitchFamily="0" charset="0"/>
                <a:cs typeface="Times New Roman" pitchFamily="18" charset="0"/>
              </a:rPr>
              <a:t>x</a:t>
            </a:r>
            <a:r>
              <a:rPr lang="en-US" altLang="zh-CN" sz="2400" b="0" i="0" u="none" strike="noStrike" kern="1200" cap="none" spc="0" baseline="0">
                <a:solidFill>
                  <a:srgbClr val="000000"/>
                </a:solidFill>
                <a:latin typeface="Calibri" pitchFamily="34" charset="0"/>
                <a:ea typeface="ＭＳ Ｐゴシック" pitchFamily="0" charset="0"/>
                <a:cs typeface="Lucida Sans" pitchFamily="0" charset="0"/>
              </a:rPr>
              <a:t> is discrete random variable. </a:t>
            </a:r>
            <a:endParaRPr lang="zh-CN" altLang="en-US" sz="2400" b="0" i="0" u="none" strike="noStrike" kern="1200" cap="none" spc="0" baseline="0">
              <a:solidFill>
                <a:srgbClr val="000000"/>
              </a:solidFill>
              <a:latin typeface="Calibri" pitchFamily="34" charset="0"/>
              <a:ea typeface="ＭＳ Ｐゴシック" pitchFamily="0" charset="0"/>
              <a:cs typeface="Lucida Sans" pitchFamily="0" charset="0"/>
            </a:endParaRPr>
          </a:p>
        </p:txBody>
      </p:sp>
      <p:graphicFrame>
        <p:nvGraphicFramePr>
          <p:cNvPr id="298" name="Object"/>
          <p:cNvGraphicFramePr>
            <a:graphicFrameLocks noChangeAspect="1"/>
          </p:cNvGraphicFramePr>
          <p:nvPr/>
        </p:nvGraphicFramePr>
        <p:xfrm>
          <a:off x="2566938" y="2996953"/>
          <a:ext cx="7129462" cy="365125"/>
        </p:xfrm>
        <a:graphic>
          <a:graphicData uri="http://schemas.openxmlformats.org/presentationml/2006/ole">
            <mc:AlternateContent xmlns:mc="http://schemas.openxmlformats.org/markup-compatibility/2006">
              <mc:Choice xmlns:v="urn:schemas-microsoft-com:vml" Requires="v">
                <p:oleObj spid="" name="package" imgW="8661400" imgH="393700" progId="package">
                  <p:embed/>
                </p:oleObj>
              </mc:Choice>
              <mc:Fallback>
                <p:oleObj name="package" imgW="8661400" imgH="393700" progId="package">
                  <p:embed/>
                  <p:pic>
                    <p:nvPicPr>
                      <p:cNvPr id="298" name="Object"/>
                      <p:cNvPicPr>
                        <a:picLocks noChangeAspect="1"/>
                      </p:cNvPicPr>
                      <p:nvPr/>
                    </p:nvPicPr>
                    <p:blipFill>
                      <a:blip r:embed="rId1" cstate="print"/>
                      <a:stretch>
                        <a:fillRect/>
                      </a:stretch>
                    </p:blipFill>
                    <p:spPr>
                      <a:xfrm rot="0">
                        <a:off x="2566938" y="2996953"/>
                        <a:ext cx="7129462" cy="365125"/>
                      </a:xfrm>
                      <a:prstGeom prst="rect"/>
                      <a:noFill/>
                      <a:ln cmpd="sng" cap="flat">
                        <a:noFill/>
                        <a:prstDash val="solid"/>
                        <a:round/>
                      </a:ln>
                    </p:spPr>
                  </p:pic>
                </p:oleObj>
              </mc:Fallback>
            </mc:AlternateContent>
          </a:graphicData>
        </a:graphic>
      </p:graphicFrame>
      <p:graphicFrame>
        <p:nvGraphicFramePr>
          <p:cNvPr id="299" name="Sheet"/>
          <p:cNvGraphicFramePr>
            <a:graphicFrameLocks noGrp="1"/>
          </p:cNvGraphicFramePr>
          <p:nvPr>
            <p:ph type="tbl"/>
            <p:extLst>
              <p:ext uri="{D42A27DB-BD31-4B8C-83A1-F6EECF244321}"/>
            </p:extLst>
          </p:nvPr>
        </p:nvGraphicFramePr>
        <p:xfrm>
          <a:off x="2351608" y="4437112"/>
          <a:ext cx="7464277" cy="858185"/>
        </p:xfrm>
        <a:graphic>
          <a:graphicData uri="http://schemas.openxmlformats.org/drawingml/2006/table">
            <a:tbl>
              <a:tblPr bandRow="1">
                <a:noFill/>
              </a:tblPr>
              <a:tblGrid>
                <a:gridCol w="1138898"/>
                <a:gridCol w="589229"/>
                <a:gridCol w="744042"/>
                <a:gridCol w="824052"/>
                <a:gridCol w="824052"/>
                <a:gridCol w="824052"/>
                <a:gridCol w="824052"/>
                <a:gridCol w="824052"/>
                <a:gridCol w="824052"/>
              </a:tblGrid>
              <a:tr h="533391">
                <a:tc>
                  <a:txBody>
                    <a:bodyPr/>
                    <a:lstStyle/>
                    <a:p>
                      <a:pPr marL="0" indent="0" algn="l" eaLnBrk="1" latinLnBrk="0" hangingPunct="1">
                        <a:lnSpc>
                          <a:spcPct val="100000"/>
                        </a:lnSpc>
                        <a:spcBef>
                          <a:spcPts val="0"/>
                        </a:spcBef>
                        <a:spcAft>
                          <a:spcPts val="0"/>
                        </a:spcAft>
                        <a:buNone/>
                      </a:pPr>
                      <a:r>
                        <a:rPr lang="en-US" altLang="zh-CN" sz="1800" b="0" i="0" u="none" strike="noStrike" kern="1200" cap="none" spc="0" baseline="0">
                          <a:solidFill>
                            <a:srgbClr val="FFFF00"/>
                          </a:solidFill>
                          <a:latin typeface="Calibri" pitchFamily="34" charset="0"/>
                          <a:ea typeface="宋体" pitchFamily="0" charset="0"/>
                          <a:cs typeface="Calibri" pitchFamily="34" charset="0"/>
                        </a:rPr>
                        <a:t>Outcome</a:t>
                      </a:r>
                      <a:endParaRPr lang="zh-CN" altLang="en-US" sz="1800" b="0" i="0" u="none" strike="noStrike" kern="1200" cap="none" spc="0" baseline="0">
                        <a:solidFill>
                          <a:srgbClr val="FFFF00"/>
                        </a:solidFill>
                        <a:latin typeface="Calibri" pitchFamily="34" charset="0"/>
                        <a:ea typeface="宋体" pitchFamily="0" charset="0"/>
                        <a:cs typeface="Calibri" pitchFamily="34" charset="0"/>
                      </a:endParaRPr>
                    </a:p>
                  </a:txBody>
                  <a:tcPr marL="91440" marT="45681" marR="91440" marB="45681" vert="horz">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38100">
                      <a:solidFill>
                        <a:srgbClr val="FFFFFF"/>
                      </a:solidFill>
                      <a:prstDash val="solid"/>
                      <a:headEnd type="none" w="med" len="med"/>
                      <a:tailEnd type="none" w="med" len="med"/>
                    </a:lnB>
                    <a:solidFill>
                      <a:srgbClr val="4F81BD"/>
                    </a:solidFill>
                  </a:tcPr>
                </a:tc>
                <a:tc>
                  <a:txBody>
                    <a:bodyPr/>
                    <a:lstStyle/>
                    <a:p>
                      <a:pPr marL="0" indent="0" algn="ctr" eaLnBrk="1" latinLnBrk="0" hangingPunct="1">
                        <a:lnSpc>
                          <a:spcPct val="100000"/>
                        </a:lnSpc>
                        <a:spcBef>
                          <a:spcPts val="0"/>
                        </a:spcBef>
                        <a:spcAft>
                          <a:spcPts val="0"/>
                        </a:spcAft>
                        <a:buNone/>
                      </a:pPr>
                      <a:r>
                        <a:rPr lang="en-US" altLang="zh-CN" sz="1800" b="1" i="0" u="none" strike="noStrike" kern="1200" cap="none" spc="0" baseline="0">
                          <a:solidFill>
                            <a:srgbClr val="FFFFFF"/>
                          </a:solidFill>
                          <a:latin typeface="Calibri" pitchFamily="34" charset="0"/>
                          <a:ea typeface="宋体" pitchFamily="0" charset="0"/>
                          <a:cs typeface="Calibri" pitchFamily="34" charset="0"/>
                        </a:rPr>
                        <a:t>PPP</a:t>
                      </a:r>
                      <a:endParaRPr lang="zh-CN" altLang="en-US" sz="1800" b="1" i="0" u="none" strike="noStrike" kern="1200" cap="none" spc="0" baseline="0">
                        <a:solidFill>
                          <a:srgbClr val="FFFFFF"/>
                        </a:solidFill>
                        <a:latin typeface="Calibri" pitchFamily="34" charset="0"/>
                        <a:ea typeface="宋体" pitchFamily="0" charset="0"/>
                        <a:cs typeface="Calibri" pitchFamily="34" charset="0"/>
                      </a:endParaRPr>
                    </a:p>
                  </a:txBody>
                  <a:tcPr marL="91440" marT="45681" marR="91440" marB="45681" vert="horz">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38100">
                      <a:solidFill>
                        <a:srgbClr val="FFFFFF"/>
                      </a:solidFill>
                      <a:prstDash val="solid"/>
                      <a:headEnd type="none" w="med" len="med"/>
                      <a:tailEnd type="none" w="med" len="med"/>
                    </a:lnB>
                    <a:solidFill>
                      <a:srgbClr val="4F81BD"/>
                    </a:solidFill>
                  </a:tcPr>
                </a:tc>
                <a:tc>
                  <a:txBody>
                    <a:bodyPr/>
                    <a:lstStyle/>
                    <a:p>
                      <a:pPr marL="0" indent="0" algn="ctr" eaLnBrk="1" latinLnBrk="0" hangingPunct="1">
                        <a:lnSpc>
                          <a:spcPct val="100000"/>
                        </a:lnSpc>
                        <a:spcBef>
                          <a:spcPts val="0"/>
                        </a:spcBef>
                        <a:spcAft>
                          <a:spcPts val="0"/>
                        </a:spcAft>
                        <a:buNone/>
                      </a:pPr>
                      <a:r>
                        <a:rPr lang="en-US" altLang="zh-CN" sz="1800" b="1" i="0" u="none" strike="noStrike" kern="1200" cap="none" spc="0" baseline="0">
                          <a:solidFill>
                            <a:srgbClr val="FFFFFF"/>
                          </a:solidFill>
                          <a:latin typeface="Calibri" pitchFamily="34" charset="0"/>
                          <a:ea typeface="宋体" pitchFamily="0" charset="0"/>
                          <a:cs typeface="Calibri" pitchFamily="34" charset="0"/>
                        </a:rPr>
                        <a:t>DPP</a:t>
                      </a:r>
                      <a:endParaRPr lang="zh-CN" altLang="en-US" sz="1800" b="1" i="0" u="none" strike="noStrike" kern="1200" cap="none" spc="0" baseline="0">
                        <a:solidFill>
                          <a:srgbClr val="FFFFFF"/>
                        </a:solidFill>
                        <a:latin typeface="Calibri" pitchFamily="34" charset="0"/>
                        <a:ea typeface="宋体" pitchFamily="0" charset="0"/>
                        <a:cs typeface="Calibri" pitchFamily="34" charset="0"/>
                      </a:endParaRPr>
                    </a:p>
                  </a:txBody>
                  <a:tcPr marL="91440" marT="45681" marR="91440" marB="45681" vert="horz">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38100">
                      <a:solidFill>
                        <a:srgbClr val="FFFFFF"/>
                      </a:solidFill>
                      <a:prstDash val="solid"/>
                      <a:headEnd type="none" w="med" len="med"/>
                      <a:tailEnd type="none" w="med" len="med"/>
                    </a:lnB>
                    <a:solidFill>
                      <a:srgbClr val="4F81BD"/>
                    </a:solidFill>
                  </a:tcPr>
                </a:tc>
                <a:tc>
                  <a:txBody>
                    <a:bodyPr/>
                    <a:lstStyle/>
                    <a:p>
                      <a:pPr marL="0" indent="0" algn="ctr" eaLnBrk="1" latinLnBrk="0" hangingPunct="1">
                        <a:lnSpc>
                          <a:spcPct val="100000"/>
                        </a:lnSpc>
                        <a:spcBef>
                          <a:spcPts val="0"/>
                        </a:spcBef>
                        <a:spcAft>
                          <a:spcPts val="0"/>
                        </a:spcAft>
                        <a:buNone/>
                      </a:pPr>
                      <a:r>
                        <a:rPr lang="en-US" altLang="zh-CN" sz="1800" b="1" i="0" u="none" strike="noStrike" kern="1200" cap="none" spc="0" baseline="0">
                          <a:solidFill>
                            <a:srgbClr val="FFFFFF"/>
                          </a:solidFill>
                          <a:latin typeface="Calibri" pitchFamily="34" charset="0"/>
                          <a:ea typeface="宋体" pitchFamily="0" charset="0"/>
                          <a:cs typeface="Calibri" pitchFamily="34" charset="0"/>
                        </a:rPr>
                        <a:t>PDP</a:t>
                      </a:r>
                      <a:endParaRPr lang="zh-CN" altLang="en-US" sz="1800" b="1" i="0" u="none" strike="noStrike" kern="1200" cap="none" spc="0" baseline="0">
                        <a:solidFill>
                          <a:srgbClr val="FFFFFF"/>
                        </a:solidFill>
                        <a:latin typeface="Calibri" pitchFamily="34" charset="0"/>
                        <a:ea typeface="宋体" pitchFamily="0" charset="0"/>
                        <a:cs typeface="Calibri" pitchFamily="34" charset="0"/>
                      </a:endParaRPr>
                    </a:p>
                  </a:txBody>
                  <a:tcPr marL="91440" marT="45681" marR="91440" marB="45681" vert="horz">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38100">
                      <a:solidFill>
                        <a:srgbClr val="FFFFFF"/>
                      </a:solidFill>
                      <a:prstDash val="solid"/>
                      <a:headEnd type="none" w="med" len="med"/>
                      <a:tailEnd type="none" w="med" len="med"/>
                    </a:lnB>
                    <a:solidFill>
                      <a:srgbClr val="4F81BD"/>
                    </a:solidFill>
                  </a:tcPr>
                </a:tc>
                <a:tc>
                  <a:txBody>
                    <a:bodyPr/>
                    <a:lstStyle/>
                    <a:p>
                      <a:pPr marL="0" indent="0" algn="ctr" eaLnBrk="1" latinLnBrk="0" hangingPunct="1">
                        <a:lnSpc>
                          <a:spcPct val="100000"/>
                        </a:lnSpc>
                        <a:spcBef>
                          <a:spcPts val="0"/>
                        </a:spcBef>
                        <a:spcAft>
                          <a:spcPts val="0"/>
                        </a:spcAft>
                        <a:buNone/>
                      </a:pPr>
                      <a:r>
                        <a:rPr lang="en-US" altLang="zh-CN" sz="1800" b="1" i="0" u="none" strike="noStrike" kern="1200" cap="none" spc="0" baseline="0">
                          <a:solidFill>
                            <a:srgbClr val="FFFFFF"/>
                          </a:solidFill>
                          <a:latin typeface="Calibri" pitchFamily="34" charset="0"/>
                          <a:ea typeface="宋体" pitchFamily="0" charset="0"/>
                          <a:cs typeface="Calibri" pitchFamily="34" charset="0"/>
                        </a:rPr>
                        <a:t>PPD</a:t>
                      </a:r>
                      <a:endParaRPr lang="zh-CN" altLang="en-US" sz="1800" b="1" i="0" u="none" strike="noStrike" kern="1200" cap="none" spc="0" baseline="0">
                        <a:solidFill>
                          <a:srgbClr val="FFFFFF"/>
                        </a:solidFill>
                        <a:latin typeface="Calibri" pitchFamily="34" charset="0"/>
                        <a:ea typeface="宋体" pitchFamily="0" charset="0"/>
                        <a:cs typeface="Calibri" pitchFamily="34" charset="0"/>
                      </a:endParaRPr>
                    </a:p>
                  </a:txBody>
                  <a:tcPr marL="91440" marT="45681" marR="91440" marB="45681" vert="horz">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38100">
                      <a:solidFill>
                        <a:srgbClr val="FFFFFF"/>
                      </a:solidFill>
                      <a:prstDash val="solid"/>
                      <a:headEnd type="none" w="med" len="med"/>
                      <a:tailEnd type="none" w="med" len="med"/>
                    </a:lnB>
                    <a:solidFill>
                      <a:srgbClr val="4F81BD"/>
                    </a:solidFill>
                  </a:tcPr>
                </a:tc>
                <a:tc>
                  <a:txBody>
                    <a:bodyPr/>
                    <a:lstStyle/>
                    <a:p>
                      <a:pPr marL="0" indent="0" algn="ctr" eaLnBrk="1" latinLnBrk="0" hangingPunct="1">
                        <a:lnSpc>
                          <a:spcPct val="100000"/>
                        </a:lnSpc>
                        <a:spcBef>
                          <a:spcPts val="0"/>
                        </a:spcBef>
                        <a:spcAft>
                          <a:spcPts val="0"/>
                        </a:spcAft>
                        <a:buNone/>
                      </a:pPr>
                      <a:r>
                        <a:rPr lang="en-US" altLang="zh-CN" sz="1800" b="1" i="0" u="none" strike="noStrike" kern="1200" cap="none" spc="0" baseline="0">
                          <a:solidFill>
                            <a:srgbClr val="FFFFFF"/>
                          </a:solidFill>
                          <a:latin typeface="Calibri" pitchFamily="34" charset="0"/>
                          <a:ea typeface="宋体" pitchFamily="0" charset="0"/>
                          <a:cs typeface="Calibri" pitchFamily="34" charset="0"/>
                        </a:rPr>
                        <a:t>DDP</a:t>
                      </a:r>
                      <a:endParaRPr lang="zh-CN" altLang="en-US" sz="1800" b="1" i="0" u="none" strike="noStrike" kern="1200" cap="none" spc="0" baseline="0">
                        <a:solidFill>
                          <a:srgbClr val="FFFFFF"/>
                        </a:solidFill>
                        <a:latin typeface="Calibri" pitchFamily="34" charset="0"/>
                        <a:ea typeface="宋体" pitchFamily="0" charset="0"/>
                        <a:cs typeface="Calibri" pitchFamily="34" charset="0"/>
                      </a:endParaRPr>
                    </a:p>
                  </a:txBody>
                  <a:tcPr marL="91440" marT="45681" marR="91440" marB="45681" vert="horz">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38100">
                      <a:solidFill>
                        <a:srgbClr val="FFFFFF"/>
                      </a:solidFill>
                      <a:prstDash val="solid"/>
                      <a:headEnd type="none" w="med" len="med"/>
                      <a:tailEnd type="none" w="med" len="med"/>
                    </a:lnB>
                    <a:solidFill>
                      <a:srgbClr val="4F81BD"/>
                    </a:solidFill>
                  </a:tcPr>
                </a:tc>
                <a:tc>
                  <a:txBody>
                    <a:bodyPr/>
                    <a:lstStyle/>
                    <a:p>
                      <a:pPr marL="0" indent="0" algn="ctr" eaLnBrk="1" latinLnBrk="0" hangingPunct="1">
                        <a:lnSpc>
                          <a:spcPct val="100000"/>
                        </a:lnSpc>
                        <a:spcBef>
                          <a:spcPts val="0"/>
                        </a:spcBef>
                        <a:spcAft>
                          <a:spcPts val="0"/>
                        </a:spcAft>
                        <a:buNone/>
                      </a:pPr>
                      <a:r>
                        <a:rPr lang="en-US" altLang="zh-CN" sz="1800" b="1" i="0" u="none" strike="noStrike" kern="1200" cap="none" spc="0" baseline="0">
                          <a:solidFill>
                            <a:srgbClr val="FFFFFF"/>
                          </a:solidFill>
                          <a:latin typeface="Calibri" pitchFamily="34" charset="0"/>
                          <a:ea typeface="宋体" pitchFamily="0" charset="0"/>
                          <a:cs typeface="Calibri" pitchFamily="34" charset="0"/>
                        </a:rPr>
                        <a:t>DPD</a:t>
                      </a:r>
                      <a:endParaRPr lang="zh-CN" altLang="en-US" sz="1800" b="1" i="0" u="none" strike="noStrike" kern="1200" cap="none" spc="0" baseline="0">
                        <a:solidFill>
                          <a:srgbClr val="FFFFFF"/>
                        </a:solidFill>
                        <a:latin typeface="Calibri" pitchFamily="34" charset="0"/>
                        <a:ea typeface="宋体" pitchFamily="0" charset="0"/>
                        <a:cs typeface="Calibri" pitchFamily="34" charset="0"/>
                      </a:endParaRPr>
                    </a:p>
                  </a:txBody>
                  <a:tcPr marL="91440" marT="45681" marR="91440" marB="45681" vert="horz">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38100">
                      <a:solidFill>
                        <a:srgbClr val="FFFFFF"/>
                      </a:solidFill>
                      <a:prstDash val="solid"/>
                      <a:headEnd type="none" w="med" len="med"/>
                      <a:tailEnd type="none" w="med" len="med"/>
                    </a:lnB>
                    <a:solidFill>
                      <a:srgbClr val="4F81BD"/>
                    </a:solidFill>
                  </a:tcPr>
                </a:tc>
                <a:tc>
                  <a:txBody>
                    <a:bodyPr/>
                    <a:lstStyle/>
                    <a:p>
                      <a:pPr marL="0" indent="0" algn="ctr" eaLnBrk="1" latinLnBrk="0" hangingPunct="1">
                        <a:lnSpc>
                          <a:spcPct val="100000"/>
                        </a:lnSpc>
                        <a:spcBef>
                          <a:spcPts val="0"/>
                        </a:spcBef>
                        <a:spcAft>
                          <a:spcPts val="0"/>
                        </a:spcAft>
                        <a:buNone/>
                      </a:pPr>
                      <a:r>
                        <a:rPr lang="en-US" altLang="zh-CN" sz="1800" b="1" i="0" u="none" strike="noStrike" kern="1200" cap="none" spc="0" baseline="0">
                          <a:solidFill>
                            <a:srgbClr val="FFFFFF"/>
                          </a:solidFill>
                          <a:latin typeface="Calibri" pitchFamily="34" charset="0"/>
                          <a:ea typeface="宋体" pitchFamily="0" charset="0"/>
                          <a:cs typeface="Calibri" pitchFamily="34" charset="0"/>
                        </a:rPr>
                        <a:t>PDD</a:t>
                      </a:r>
                      <a:endParaRPr lang="zh-CN" altLang="en-US" sz="1800" b="1" i="0" u="none" strike="noStrike" kern="1200" cap="none" spc="0" baseline="0">
                        <a:solidFill>
                          <a:srgbClr val="FFFFFF"/>
                        </a:solidFill>
                        <a:latin typeface="Calibri" pitchFamily="34" charset="0"/>
                        <a:ea typeface="宋体" pitchFamily="0" charset="0"/>
                        <a:cs typeface="Calibri" pitchFamily="34" charset="0"/>
                      </a:endParaRPr>
                    </a:p>
                  </a:txBody>
                  <a:tcPr marL="91440" marT="45681" marR="91440" marB="45681" vert="horz">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38100">
                      <a:solidFill>
                        <a:srgbClr val="FFFFFF"/>
                      </a:solidFill>
                      <a:prstDash val="solid"/>
                      <a:headEnd type="none" w="med" len="med"/>
                      <a:tailEnd type="none" w="med" len="med"/>
                    </a:lnB>
                    <a:solidFill>
                      <a:srgbClr val="4F81BD"/>
                    </a:solidFill>
                  </a:tcPr>
                </a:tc>
                <a:tc>
                  <a:txBody>
                    <a:bodyPr/>
                    <a:lstStyle/>
                    <a:p>
                      <a:pPr marL="0" indent="0" algn="ctr" eaLnBrk="1" latinLnBrk="0" hangingPunct="1">
                        <a:lnSpc>
                          <a:spcPct val="100000"/>
                        </a:lnSpc>
                        <a:spcBef>
                          <a:spcPts val="0"/>
                        </a:spcBef>
                        <a:spcAft>
                          <a:spcPts val="0"/>
                        </a:spcAft>
                        <a:buNone/>
                      </a:pPr>
                      <a:r>
                        <a:rPr lang="en-US" altLang="zh-CN" sz="1800" b="1" i="0" u="none" strike="noStrike" kern="1200" cap="none" spc="0" baseline="0">
                          <a:solidFill>
                            <a:srgbClr val="FFFFFF"/>
                          </a:solidFill>
                          <a:latin typeface="Calibri" pitchFamily="34" charset="0"/>
                          <a:ea typeface="宋体" pitchFamily="0" charset="0"/>
                          <a:cs typeface="Calibri" pitchFamily="34" charset="0"/>
                        </a:rPr>
                        <a:t>DDD</a:t>
                      </a:r>
                      <a:endParaRPr lang="zh-CN" altLang="en-US" sz="1800" b="1" i="0" u="none" strike="noStrike" kern="1200" cap="none" spc="0" baseline="0">
                        <a:solidFill>
                          <a:srgbClr val="FFFFFF"/>
                        </a:solidFill>
                        <a:latin typeface="Calibri" pitchFamily="34" charset="0"/>
                        <a:ea typeface="宋体" pitchFamily="0" charset="0"/>
                        <a:cs typeface="Calibri" pitchFamily="34" charset="0"/>
                      </a:endParaRPr>
                    </a:p>
                  </a:txBody>
                  <a:tcPr marL="91440" marT="45681" marR="91440" marB="45681" vert="horz">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38100">
                      <a:solidFill>
                        <a:srgbClr val="FFFFFF"/>
                      </a:solidFill>
                      <a:prstDash val="solid"/>
                      <a:headEnd type="none" w="med" len="med"/>
                      <a:tailEnd type="none" w="med" len="med"/>
                    </a:lnB>
                    <a:solidFill>
                      <a:srgbClr val="4F81BD"/>
                    </a:solidFill>
                  </a:tcPr>
                </a:tc>
              </a:tr>
              <a:tr h="299375">
                <a:tc>
                  <a:txBody>
                    <a:bodyPr/>
                    <a:lstStyle/>
                    <a:p>
                      <a:pPr marL="0" indent="0" algn="l" eaLnBrk="1" latinLnBrk="0" hangingPunct="1">
                        <a:lnSpc>
                          <a:spcPct val="100000"/>
                        </a:lnSpc>
                        <a:spcBef>
                          <a:spcPts val="0"/>
                        </a:spcBef>
                        <a:spcAft>
                          <a:spcPts val="0"/>
                        </a:spcAft>
                        <a:buNone/>
                      </a:pPr>
                      <a:r>
                        <a:rPr lang="en-US" altLang="zh-CN" sz="1800" b="0" i="1" u="none" strike="noStrike" kern="1200" cap="none" spc="0" baseline="0">
                          <a:solidFill>
                            <a:srgbClr val="000000"/>
                          </a:solidFill>
                          <a:latin typeface="Times New Roman" pitchFamily="18" charset="0"/>
                          <a:ea typeface="宋体" pitchFamily="0" charset="0"/>
                          <a:cs typeface="Times New Roman" pitchFamily="18" charset="0"/>
                        </a:rPr>
                        <a:t>x</a:t>
                      </a:r>
                      <a:r>
                        <a:rPr lang="en-US" altLang="zh-CN" sz="1800" b="0" i="0" u="none" strike="noStrike" kern="1200" cap="none" spc="0" baseline="0">
                          <a:solidFill>
                            <a:srgbClr val="000000"/>
                          </a:solidFill>
                          <a:latin typeface="Calibri" pitchFamily="34" charset="0"/>
                          <a:ea typeface="宋体" pitchFamily="0" charset="0"/>
                          <a:cs typeface="Calibri" pitchFamily="34" charset="0"/>
                        </a:rPr>
                        <a:t> value</a:t>
                      </a:r>
                      <a:endParaRPr lang="zh-CN" altLang="en-US" sz="1800" b="0" i="0" u="none" strike="noStrike" kern="1200" cap="none" spc="0" baseline="0">
                        <a:solidFill>
                          <a:srgbClr val="000000"/>
                        </a:solidFill>
                        <a:latin typeface="Calibri" pitchFamily="34" charset="0"/>
                        <a:ea typeface="宋体" pitchFamily="0" charset="0"/>
                        <a:cs typeface="Calibri" pitchFamily="34" charset="0"/>
                      </a:endParaRPr>
                    </a:p>
                  </a:txBody>
                  <a:tcPr marL="91440" marT="45681" marR="91440" marB="45681" vert="horz">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12700">
                      <a:solidFill>
                        <a:srgbClr val="FFFFFF"/>
                      </a:solidFill>
                      <a:prstDash val="solid"/>
                      <a:headEnd type="none" w="med" len="med"/>
                      <a:tailEnd type="none" w="med" len="med"/>
                    </a:lnB>
                    <a:solidFill>
                      <a:srgbClr val="CFD8E7"/>
                    </a:solidFill>
                  </a:tcPr>
                </a:tc>
                <a:tc>
                  <a:txBody>
                    <a:bodyPr/>
                    <a:lstStyle/>
                    <a:p>
                      <a:pPr marL="0" indent="0" algn="ctr" eaLnBrk="1" latinLnBrk="0" hangingPunct="1">
                        <a:lnSpc>
                          <a:spcPct val="100000"/>
                        </a:lnSpc>
                        <a:spcBef>
                          <a:spcPts val="0"/>
                        </a:spcBef>
                        <a:spcAft>
                          <a:spcPts val="0"/>
                        </a:spcAft>
                        <a:buNone/>
                      </a:pPr>
                      <a:r>
                        <a:rPr lang="en-US" altLang="zh-CN" sz="1800" b="0" i="0" u="none" strike="noStrike" kern="1200" cap="none" spc="0" baseline="0">
                          <a:solidFill>
                            <a:srgbClr val="000000"/>
                          </a:solidFill>
                          <a:latin typeface="Calibri" pitchFamily="34" charset="0"/>
                          <a:ea typeface="宋体" pitchFamily="0" charset="0"/>
                          <a:cs typeface="Calibri" pitchFamily="34" charset="0"/>
                        </a:rPr>
                        <a:t>0</a:t>
                      </a:r>
                      <a:endParaRPr lang="zh-CN" altLang="en-US" sz="1800" b="0" i="0" u="none" strike="noStrike" kern="1200" cap="none" spc="0" baseline="0">
                        <a:solidFill>
                          <a:srgbClr val="000000"/>
                        </a:solidFill>
                        <a:latin typeface="Calibri" pitchFamily="34" charset="0"/>
                        <a:ea typeface="宋体" pitchFamily="0" charset="0"/>
                        <a:cs typeface="Calibri" pitchFamily="34" charset="0"/>
                      </a:endParaRPr>
                    </a:p>
                  </a:txBody>
                  <a:tcPr marL="91440" marT="45681" marR="91440" marB="45681" vert="horz">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12700">
                      <a:solidFill>
                        <a:srgbClr val="FFFFFF"/>
                      </a:solidFill>
                      <a:prstDash val="solid"/>
                      <a:headEnd type="none" w="med" len="med"/>
                      <a:tailEnd type="none" w="med" len="med"/>
                    </a:lnB>
                    <a:solidFill>
                      <a:srgbClr val="CFD8E7"/>
                    </a:solidFill>
                  </a:tcPr>
                </a:tc>
                <a:tc>
                  <a:txBody>
                    <a:bodyPr/>
                    <a:lstStyle/>
                    <a:p>
                      <a:pPr marL="0" indent="0" algn="ctr" eaLnBrk="1" latinLnBrk="0" hangingPunct="1">
                        <a:lnSpc>
                          <a:spcPct val="100000"/>
                        </a:lnSpc>
                        <a:spcBef>
                          <a:spcPts val="0"/>
                        </a:spcBef>
                        <a:spcAft>
                          <a:spcPts val="0"/>
                        </a:spcAft>
                        <a:buNone/>
                      </a:pPr>
                      <a:r>
                        <a:rPr lang="en-US" altLang="zh-CN" sz="1800" b="0" i="0" u="none" strike="noStrike" kern="1200" cap="none" spc="0" baseline="0">
                          <a:solidFill>
                            <a:srgbClr val="000000"/>
                          </a:solidFill>
                          <a:latin typeface="Calibri" pitchFamily="34" charset="0"/>
                          <a:ea typeface="宋体" pitchFamily="0" charset="0"/>
                          <a:cs typeface="Calibri" pitchFamily="34" charset="0"/>
                        </a:rPr>
                        <a:t>1</a:t>
                      </a:r>
                      <a:endParaRPr lang="zh-CN" altLang="en-US" sz="1800" b="0" i="0" u="none" strike="noStrike" kern="1200" cap="none" spc="0" baseline="0">
                        <a:solidFill>
                          <a:srgbClr val="000000"/>
                        </a:solidFill>
                        <a:latin typeface="Calibri" pitchFamily="34" charset="0"/>
                        <a:ea typeface="宋体" pitchFamily="0" charset="0"/>
                        <a:cs typeface="Calibri" pitchFamily="34" charset="0"/>
                      </a:endParaRPr>
                    </a:p>
                  </a:txBody>
                  <a:tcPr marL="91440" marT="45681" marR="91440" marB="45681" vert="horz">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12700">
                      <a:solidFill>
                        <a:srgbClr val="FFFFFF"/>
                      </a:solidFill>
                      <a:prstDash val="solid"/>
                      <a:headEnd type="none" w="med" len="med"/>
                      <a:tailEnd type="none" w="med" len="med"/>
                    </a:lnB>
                    <a:solidFill>
                      <a:srgbClr val="CFD8E7"/>
                    </a:solidFill>
                  </a:tcPr>
                </a:tc>
                <a:tc>
                  <a:txBody>
                    <a:bodyPr/>
                    <a:lstStyle/>
                    <a:p>
                      <a:pPr marL="0" indent="0" algn="ctr" eaLnBrk="1" latinLnBrk="0" hangingPunct="1">
                        <a:lnSpc>
                          <a:spcPct val="100000"/>
                        </a:lnSpc>
                        <a:spcBef>
                          <a:spcPts val="0"/>
                        </a:spcBef>
                        <a:spcAft>
                          <a:spcPts val="0"/>
                        </a:spcAft>
                        <a:buNone/>
                      </a:pPr>
                      <a:r>
                        <a:rPr lang="en-US" altLang="zh-CN" sz="1800" b="0" i="0" u="none" strike="noStrike" kern="1200" cap="none" spc="0" baseline="0">
                          <a:solidFill>
                            <a:srgbClr val="000000"/>
                          </a:solidFill>
                          <a:latin typeface="Calibri" pitchFamily="34" charset="0"/>
                          <a:ea typeface="宋体" pitchFamily="0" charset="0"/>
                          <a:cs typeface="Calibri" pitchFamily="34" charset="0"/>
                        </a:rPr>
                        <a:t>1</a:t>
                      </a:r>
                      <a:endParaRPr lang="zh-CN" altLang="en-US" sz="1800" b="0" i="0" u="none" strike="noStrike" kern="1200" cap="none" spc="0" baseline="0">
                        <a:solidFill>
                          <a:srgbClr val="000000"/>
                        </a:solidFill>
                        <a:latin typeface="Calibri" pitchFamily="34" charset="0"/>
                        <a:ea typeface="宋体" pitchFamily="0" charset="0"/>
                        <a:cs typeface="Calibri" pitchFamily="34" charset="0"/>
                      </a:endParaRPr>
                    </a:p>
                  </a:txBody>
                  <a:tcPr marL="91440" marT="45681" marR="91440" marB="45681" vert="horz">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12700">
                      <a:solidFill>
                        <a:srgbClr val="FFFFFF"/>
                      </a:solidFill>
                      <a:prstDash val="solid"/>
                      <a:headEnd type="none" w="med" len="med"/>
                      <a:tailEnd type="none" w="med" len="med"/>
                    </a:lnB>
                    <a:solidFill>
                      <a:srgbClr val="CFD8E7"/>
                    </a:solidFill>
                  </a:tcPr>
                </a:tc>
                <a:tc>
                  <a:txBody>
                    <a:bodyPr/>
                    <a:lstStyle/>
                    <a:p>
                      <a:pPr marL="0" indent="0" algn="ctr" eaLnBrk="1" latinLnBrk="0" hangingPunct="1">
                        <a:lnSpc>
                          <a:spcPct val="100000"/>
                        </a:lnSpc>
                        <a:spcBef>
                          <a:spcPts val="0"/>
                        </a:spcBef>
                        <a:spcAft>
                          <a:spcPts val="0"/>
                        </a:spcAft>
                        <a:buNone/>
                      </a:pPr>
                      <a:r>
                        <a:rPr lang="en-US" altLang="zh-CN" sz="1800" b="0" i="0" u="none" strike="noStrike" kern="1200" cap="none" spc="0" baseline="0">
                          <a:solidFill>
                            <a:srgbClr val="000000"/>
                          </a:solidFill>
                          <a:latin typeface="Calibri" pitchFamily="34" charset="0"/>
                          <a:ea typeface="宋体" pitchFamily="0" charset="0"/>
                          <a:cs typeface="Calibri" pitchFamily="34" charset="0"/>
                        </a:rPr>
                        <a:t>1</a:t>
                      </a:r>
                      <a:endParaRPr lang="zh-CN" altLang="en-US" sz="1800" b="0" i="0" u="none" strike="noStrike" kern="1200" cap="none" spc="0" baseline="0">
                        <a:solidFill>
                          <a:srgbClr val="000000"/>
                        </a:solidFill>
                        <a:latin typeface="Calibri" pitchFamily="34" charset="0"/>
                        <a:ea typeface="宋体" pitchFamily="0" charset="0"/>
                        <a:cs typeface="Calibri" pitchFamily="34" charset="0"/>
                      </a:endParaRPr>
                    </a:p>
                  </a:txBody>
                  <a:tcPr marL="91440" marT="45681" marR="91440" marB="45681" vert="horz">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12700">
                      <a:solidFill>
                        <a:srgbClr val="FFFFFF"/>
                      </a:solidFill>
                      <a:prstDash val="solid"/>
                      <a:headEnd type="none" w="med" len="med"/>
                      <a:tailEnd type="none" w="med" len="med"/>
                    </a:lnB>
                    <a:solidFill>
                      <a:srgbClr val="CFD8E7"/>
                    </a:solidFill>
                  </a:tcPr>
                </a:tc>
                <a:tc>
                  <a:txBody>
                    <a:bodyPr/>
                    <a:lstStyle/>
                    <a:p>
                      <a:pPr marL="0" indent="0" algn="ctr" eaLnBrk="1" latinLnBrk="0" hangingPunct="1">
                        <a:lnSpc>
                          <a:spcPct val="100000"/>
                        </a:lnSpc>
                        <a:spcBef>
                          <a:spcPts val="0"/>
                        </a:spcBef>
                        <a:spcAft>
                          <a:spcPts val="0"/>
                        </a:spcAft>
                        <a:buNone/>
                      </a:pPr>
                      <a:r>
                        <a:rPr lang="en-US" altLang="zh-CN" sz="1800" b="0" i="0" u="none" strike="noStrike" kern="1200" cap="none" spc="0" baseline="0">
                          <a:solidFill>
                            <a:srgbClr val="000000"/>
                          </a:solidFill>
                          <a:latin typeface="Calibri" pitchFamily="34" charset="0"/>
                          <a:ea typeface="宋体" pitchFamily="0" charset="0"/>
                          <a:cs typeface="Calibri" pitchFamily="34" charset="0"/>
                        </a:rPr>
                        <a:t>2</a:t>
                      </a:r>
                      <a:endParaRPr lang="zh-CN" altLang="en-US" sz="1800" b="0" i="0" u="none" strike="noStrike" kern="1200" cap="none" spc="0" baseline="0">
                        <a:solidFill>
                          <a:srgbClr val="000000"/>
                        </a:solidFill>
                        <a:latin typeface="Calibri" pitchFamily="34" charset="0"/>
                        <a:ea typeface="宋体" pitchFamily="0" charset="0"/>
                        <a:cs typeface="Calibri" pitchFamily="34" charset="0"/>
                      </a:endParaRPr>
                    </a:p>
                  </a:txBody>
                  <a:tcPr marL="91440" marT="45681" marR="91440" marB="45681" vert="horz">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12700">
                      <a:solidFill>
                        <a:srgbClr val="FFFFFF"/>
                      </a:solidFill>
                      <a:prstDash val="solid"/>
                      <a:headEnd type="none" w="med" len="med"/>
                      <a:tailEnd type="none" w="med" len="med"/>
                    </a:lnB>
                    <a:solidFill>
                      <a:srgbClr val="CFD8E7"/>
                    </a:solidFill>
                  </a:tcPr>
                </a:tc>
                <a:tc>
                  <a:txBody>
                    <a:bodyPr/>
                    <a:lstStyle/>
                    <a:p>
                      <a:pPr marL="0" indent="0" algn="ctr" eaLnBrk="1" latinLnBrk="0" hangingPunct="1">
                        <a:lnSpc>
                          <a:spcPct val="100000"/>
                        </a:lnSpc>
                        <a:spcBef>
                          <a:spcPts val="0"/>
                        </a:spcBef>
                        <a:spcAft>
                          <a:spcPts val="0"/>
                        </a:spcAft>
                        <a:buNone/>
                      </a:pPr>
                      <a:r>
                        <a:rPr lang="en-US" altLang="zh-CN" sz="1800" b="0" i="0" u="none" strike="noStrike" kern="1200" cap="none" spc="0" baseline="0">
                          <a:solidFill>
                            <a:srgbClr val="000000"/>
                          </a:solidFill>
                          <a:latin typeface="Calibri" pitchFamily="34" charset="0"/>
                          <a:ea typeface="宋体" pitchFamily="0" charset="0"/>
                          <a:cs typeface="Calibri" pitchFamily="34" charset="0"/>
                        </a:rPr>
                        <a:t>2</a:t>
                      </a:r>
                      <a:endParaRPr lang="zh-CN" altLang="en-US" sz="1800" b="0" i="0" u="none" strike="noStrike" kern="1200" cap="none" spc="0" baseline="0">
                        <a:solidFill>
                          <a:srgbClr val="000000"/>
                        </a:solidFill>
                        <a:latin typeface="Calibri" pitchFamily="34" charset="0"/>
                        <a:ea typeface="宋体" pitchFamily="0" charset="0"/>
                        <a:cs typeface="Calibri" pitchFamily="34" charset="0"/>
                      </a:endParaRPr>
                    </a:p>
                  </a:txBody>
                  <a:tcPr marL="91440" marT="45681" marR="91440" marB="45681" vert="horz">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12700">
                      <a:solidFill>
                        <a:srgbClr val="FFFFFF"/>
                      </a:solidFill>
                      <a:prstDash val="solid"/>
                      <a:headEnd type="none" w="med" len="med"/>
                      <a:tailEnd type="none" w="med" len="med"/>
                    </a:lnB>
                    <a:solidFill>
                      <a:srgbClr val="CFD8E7"/>
                    </a:solidFill>
                  </a:tcPr>
                </a:tc>
                <a:tc>
                  <a:txBody>
                    <a:bodyPr/>
                    <a:lstStyle/>
                    <a:p>
                      <a:pPr marL="0" indent="0" algn="ctr" eaLnBrk="1" latinLnBrk="0" hangingPunct="1">
                        <a:lnSpc>
                          <a:spcPct val="100000"/>
                        </a:lnSpc>
                        <a:spcBef>
                          <a:spcPts val="0"/>
                        </a:spcBef>
                        <a:spcAft>
                          <a:spcPts val="0"/>
                        </a:spcAft>
                        <a:buNone/>
                      </a:pPr>
                      <a:r>
                        <a:rPr lang="en-US" altLang="zh-CN" sz="1800" b="0" i="0" u="none" strike="noStrike" kern="1200" cap="none" spc="0" baseline="0">
                          <a:solidFill>
                            <a:srgbClr val="000000"/>
                          </a:solidFill>
                          <a:latin typeface="Calibri" pitchFamily="34" charset="0"/>
                          <a:ea typeface="宋体" pitchFamily="0" charset="0"/>
                          <a:cs typeface="Calibri" pitchFamily="34" charset="0"/>
                        </a:rPr>
                        <a:t>2</a:t>
                      </a:r>
                      <a:endParaRPr lang="zh-CN" altLang="en-US" sz="1800" b="0" i="0" u="none" strike="noStrike" kern="1200" cap="none" spc="0" baseline="0">
                        <a:solidFill>
                          <a:srgbClr val="000000"/>
                        </a:solidFill>
                        <a:latin typeface="Calibri" pitchFamily="34" charset="0"/>
                        <a:ea typeface="宋体" pitchFamily="0" charset="0"/>
                        <a:cs typeface="Calibri" pitchFamily="34" charset="0"/>
                      </a:endParaRPr>
                    </a:p>
                  </a:txBody>
                  <a:tcPr marL="91440" marT="45681" marR="91440" marB="45681" vert="horz">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12700">
                      <a:solidFill>
                        <a:srgbClr val="FFFFFF"/>
                      </a:solidFill>
                      <a:prstDash val="solid"/>
                      <a:headEnd type="none" w="med" len="med"/>
                      <a:tailEnd type="none" w="med" len="med"/>
                    </a:lnB>
                    <a:solidFill>
                      <a:srgbClr val="CFD8E7"/>
                    </a:solidFill>
                  </a:tcPr>
                </a:tc>
                <a:tc>
                  <a:txBody>
                    <a:bodyPr/>
                    <a:lstStyle/>
                    <a:p>
                      <a:pPr marL="0" indent="0" algn="ctr" eaLnBrk="1" latinLnBrk="0" hangingPunct="1">
                        <a:lnSpc>
                          <a:spcPct val="100000"/>
                        </a:lnSpc>
                        <a:spcBef>
                          <a:spcPts val="0"/>
                        </a:spcBef>
                        <a:spcAft>
                          <a:spcPts val="0"/>
                        </a:spcAft>
                        <a:buNone/>
                      </a:pPr>
                      <a:r>
                        <a:rPr lang="en-US" altLang="zh-CN" sz="1800" b="0" i="0" u="none" strike="noStrike" kern="1200" cap="none" spc="0" baseline="0">
                          <a:solidFill>
                            <a:srgbClr val="000000"/>
                          </a:solidFill>
                          <a:latin typeface="Calibri" pitchFamily="34" charset="0"/>
                          <a:ea typeface="宋体" pitchFamily="0" charset="0"/>
                          <a:cs typeface="Calibri" pitchFamily="34" charset="0"/>
                        </a:rPr>
                        <a:t>3</a:t>
                      </a:r>
                      <a:endParaRPr lang="zh-CN" altLang="en-US" sz="1800" b="0" i="0" u="none" strike="noStrike" kern="1200" cap="none" spc="0" baseline="0">
                        <a:solidFill>
                          <a:srgbClr val="000000"/>
                        </a:solidFill>
                        <a:latin typeface="Calibri" pitchFamily="34" charset="0"/>
                        <a:ea typeface="宋体" pitchFamily="0" charset="0"/>
                        <a:cs typeface="Calibri" pitchFamily="34" charset="0"/>
                      </a:endParaRPr>
                    </a:p>
                  </a:txBody>
                  <a:tcPr marL="91440" marT="45681" marR="91440" marB="45681" vert="horz">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12700">
                      <a:solidFill>
                        <a:srgbClr val="FFFFFF"/>
                      </a:solidFill>
                      <a:prstDash val="solid"/>
                      <a:headEnd type="none" w="med" len="med"/>
                      <a:tailEnd type="none" w="med" len="med"/>
                    </a:lnB>
                    <a:solidFill>
                      <a:srgbClr val="CFD8E7"/>
                    </a:solidFill>
                  </a:tcPr>
                </a:tc>
              </a:tr>
            </a:tbl>
          </a:graphicData>
        </a:graphic>
      </p:graphicFrame>
      <p:sp>
        <p:nvSpPr>
          <p:cNvPr id="300" name="Rectangles"/>
          <p:cNvSpPr>
            <a:spLocks/>
          </p:cNvSpPr>
          <p:nvPr/>
        </p:nvSpPr>
        <p:spPr>
          <a:xfrm rot="0">
            <a:off x="5989639" y="6519863"/>
            <a:ext cx="466724" cy="365125"/>
          </a:xfrm>
          <a:prstGeom prst="rect"/>
          <a:noFill/>
          <a:ln w="12700" cmpd="sng" cap="flat">
            <a:noFill/>
            <a:prstDash val="solid"/>
            <a:round/>
          </a:ln>
        </p:spPr>
        <p:txBody>
          <a:bodyPr vert="horz" wrap="square" lIns="91440" tIns="45720" rIns="91440" bIns="45720" anchor="ctr" anchorCtr="0">
            <a:prstTxWarp prst="textNoShape"/>
          </a:bodyPr>
          <a:lstStyle/>
          <a:p>
            <a:pPr marL="0" indent="0" algn="l" eaLnBrk="1" hangingPunct="1">
              <a:lnSpc>
                <a:spcPct val="100000"/>
              </a:lnSpc>
              <a:spcBef>
                <a:spcPts val="0"/>
              </a:spcBef>
              <a:spcAft>
                <a:spcPts val="0"/>
              </a:spcAft>
              <a:buNone/>
            </a:pPr>
            <a:fld id="{CAD2D6BD-DE1B-4B5F-8B41-2702339687B9}" type="slidenum">
              <a:rPr lang="en-US" altLang="zh-CN" sz="1200" b="0" i="0" u="none" strike="noStrike" kern="1200" cap="none" spc="0" baseline="0">
                <a:solidFill>
                  <a:srgbClr val="FFFFFF"/>
                </a:solidFill>
                <a:latin typeface="Calibri" pitchFamily="34" charset="0"/>
                <a:ea typeface="MS PGothic" pitchFamily="34" charset="-128"/>
                <a:cs typeface="Arial" pitchFamily="34" charset="0"/>
              </a:rPr>
              <a:t>24</a:t>
            </a:fld>
            <a:endParaRPr lang="zh-CN" altLang="en-US" sz="1200" b="0" i="0" u="none" strike="noStrike" kern="1200" cap="none" spc="0" baseline="0">
              <a:solidFill>
                <a:srgbClr val="FFFFFF"/>
              </a:solidFill>
              <a:latin typeface="Calibri" pitchFamily="34" charset="0"/>
              <a:ea typeface="MS PGothic" pitchFamily="34" charset="-128"/>
              <a:cs typeface="Arial" pitchFamily="34" charset="0"/>
            </a:endParaRPr>
          </a:p>
        </p:txBody>
      </p:sp>
    </p:spTree>
    <p:extLst>
      <p:ext uri="{BB962C8B-B14F-4D97-AF65-F5344CB8AC3E}">
        <p14:creationId xmlns:p14="http://schemas.microsoft.com/office/powerpoint/2010/main" val="1291482865"/>
      </p:ext>
    </p:extLst>
  </p:cSld>
  <p:clrMapOvr>
    <a:masterClrMapping/>
  </p:clrMapOvr>
</p:sld>
</file>

<file path=ppt/slides/slide25.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314" name="Text box"/>
          <p:cNvSpPr>
            <a:spLocks noGrp="1"/>
          </p:cNvSpPr>
          <p:nvPr>
            <p:ph type="title"/>
          </p:nvPr>
        </p:nvSpPr>
        <p:spPr>
          <a:xfrm rot="0">
            <a:off x="1991544" y="2636912"/>
            <a:ext cx="8424936" cy="2016223"/>
          </a:xfrm>
          <a:prstGeom prst="rect"/>
          <a:noFill/>
          <a:ln w="12700" cmpd="sng" cap="flat">
            <a:noFill/>
            <a:prstDash val="solid"/>
            <a:miter/>
          </a:ln>
        </p:spPr>
        <p:txBody>
          <a:bodyPr vert="horz" wrap="square" lIns="91440" tIns="45720" rIns="91440" bIns="45720" anchor="t" anchorCtr="0">
            <a:prstTxWarp prst="textNoShape"/>
          </a:bodyPr>
          <a:lstStyle/>
          <a:p>
            <a:pPr marL="0" indent="0" algn="ctr">
              <a:lnSpc>
                <a:spcPct val="100000"/>
              </a:lnSpc>
              <a:spcBef>
                <a:spcPts val="0"/>
              </a:spcBef>
              <a:spcAft>
                <a:spcPts val="0"/>
              </a:spcAft>
              <a:buNone/>
            </a:pPr>
            <a:r>
              <a:rPr lang="en-US" altLang="zh-CN" sz="4000" b="1" i="0" u="none" strike="noStrike" kern="1200" cap="none" spc="50" baseline="0">
                <a:gradFill>
                  <a:gsLst>
                    <a:gs pos="25000">
                      <a:srgbClr val="E0322D"/>
                    </a:gs>
                    <a:gs pos="100000">
                      <a:srgbClr val="A01C18"/>
                    </a:gs>
                  </a:gsLst>
                  <a:lin ang="5400000" scaled="0"/>
                </a:gradFill>
                <a:effectLst>
                  <a:outerShdw sx="100000" sy="100000" blurRad="76200" dir="5400000" dist="50800" algn="tl">
                    <a:srgbClr val="000000">
                      <a:alpha val="65000"/>
                    </a:srgbClr>
                  </a:outerShdw>
                </a:effectLst>
                <a:latin typeface="Calibri" pitchFamily="34" charset="0"/>
                <a:ea typeface="ＭＳ Ｐゴシック" pitchFamily="0" charset="0"/>
                <a:cs typeface="Lucida Sans" pitchFamily="0" charset="0"/>
              </a:rPr>
              <a:t>Probability Distribution For </a:t>
            </a:r>
            <a:br>
              <a:rPr lang="zh-CN" altLang="en-US" sz="4000" b="1" i="0" u="none" strike="noStrike" kern="1200" cap="none" spc="50" baseline="0">
                <a:gradFill>
                  <a:gsLst>
                    <a:gs pos="25000">
                      <a:srgbClr val="E0322D"/>
                    </a:gs>
                    <a:gs pos="100000">
                      <a:srgbClr val="A01C18"/>
                    </a:gs>
                  </a:gsLst>
                  <a:lin ang="5400000" scaled="0"/>
                </a:gradFill>
                <a:effectLst>
                  <a:outerShdw sx="100000" sy="100000" blurRad="76200" dir="5400000" dist="50800" algn="tl">
                    <a:srgbClr val="000000">
                      <a:alpha val="65000"/>
                    </a:srgbClr>
                  </a:outerShdw>
                </a:effectLst>
                <a:latin typeface="Calibri" pitchFamily="34" charset="0"/>
                <a:ea typeface="ＭＳ Ｐゴシック" pitchFamily="0" charset="0"/>
                <a:cs typeface="Lucida Sans" pitchFamily="0" charset="0"/>
              </a:rPr>
            </a:br>
            <a:r>
              <a:rPr lang="en-US" altLang="zh-CN" sz="4000" b="1" i="0" u="none" strike="noStrike" kern="1200" cap="all" spc="0" baseline="0">
                <a:ln w="8978" cap="flat">
                  <a:solidFill>
                    <a:srgbClr val="5C437A"/>
                  </a:solidFill>
                  <a:prstDash val="solid"/>
                  <a:round/>
                </a:ln>
                <a:gradFill>
                  <a:gsLst>
                    <a:gs pos="0">
                      <a:srgbClr val="381563"/>
                    </a:gs>
                    <a:gs pos="43000">
                      <a:srgbClr val="7B34D2"/>
                    </a:gs>
                    <a:gs pos="48000">
                      <a:srgbClr val="7230C3"/>
                    </a:gs>
                    <a:gs pos="100000">
                      <a:srgbClr val="381563"/>
                    </a:gs>
                  </a:gsLst>
                  <a:lin ang="5400000" scaled="0"/>
                </a:gradFill>
                <a:effectLst>
                  <a:reflection stA="28000" blurRad="12700" dist="977" endPos="45000" dir="5400000" sy="-100000"/>
                </a:effectLst>
                <a:latin typeface="Calibri" pitchFamily="34" charset="0"/>
                <a:ea typeface="ＭＳ Ｐゴシック" pitchFamily="0" charset="0"/>
                <a:cs typeface="Lucida Sans" pitchFamily="0" charset="0"/>
              </a:rPr>
              <a:t>Discrete </a:t>
            </a:r>
            <a:r>
              <a:rPr lang="en-US" altLang="zh-CN" sz="4000" b="1" i="0" u="none" strike="noStrike" kern="1200" cap="none" spc="50" baseline="0">
                <a:gradFill>
                  <a:gsLst>
                    <a:gs pos="25000">
                      <a:srgbClr val="E0322D"/>
                    </a:gs>
                    <a:gs pos="100000">
                      <a:srgbClr val="A01C18"/>
                    </a:gs>
                  </a:gsLst>
                  <a:lin ang="5400000" scaled="0"/>
                </a:gradFill>
                <a:effectLst>
                  <a:outerShdw sx="100000" sy="100000" blurRad="76200" dir="5400000" dist="50800" algn="tl">
                    <a:srgbClr val="000000">
                      <a:alpha val="65000"/>
                    </a:srgbClr>
                  </a:outerShdw>
                </a:effectLst>
                <a:latin typeface="Calibri" pitchFamily="34" charset="0"/>
                <a:ea typeface="ＭＳ Ｐゴシック" pitchFamily="0" charset="0"/>
                <a:cs typeface="Lucida Sans" pitchFamily="0" charset="0"/>
              </a:rPr>
              <a:t>Random Variables</a:t>
            </a:r>
            <a:endParaRPr lang="zh-CN" altLang="en-US" sz="4000" b="1" i="0" u="none" strike="noStrike" kern="1200" cap="none" spc="50" baseline="0">
              <a:gradFill>
                <a:gsLst>
                  <a:gs pos="25000">
                    <a:srgbClr val="E0322D"/>
                  </a:gs>
                  <a:gs pos="100000">
                    <a:srgbClr val="A01C18"/>
                  </a:gs>
                </a:gsLst>
                <a:lin ang="5400000" scaled="0"/>
              </a:gradFill>
              <a:effectLst>
                <a:outerShdw sx="100000" sy="100000" blurRad="76200" dir="5400000" dist="50800" algn="tl">
                  <a:srgbClr val="000000">
                    <a:alpha val="65000"/>
                  </a:srgbClr>
                </a:outerShdw>
              </a:effectLst>
              <a:latin typeface="Calibri" pitchFamily="34" charset="0"/>
              <a:ea typeface="ＭＳ Ｐゴシック" pitchFamily="0" charset="0"/>
              <a:cs typeface="Lucida Sans" pitchFamily="0" charset="0"/>
            </a:endParaRPr>
          </a:p>
        </p:txBody>
      </p:sp>
      <p:sp>
        <p:nvSpPr>
          <p:cNvPr id="315" name="Rectangles"/>
          <p:cNvSpPr>
            <a:spLocks/>
          </p:cNvSpPr>
          <p:nvPr/>
        </p:nvSpPr>
        <p:spPr>
          <a:xfrm rot="0">
            <a:off x="5989639" y="6519863"/>
            <a:ext cx="466724" cy="365125"/>
          </a:xfrm>
          <a:prstGeom prst="rect"/>
          <a:noFill/>
          <a:ln w="12700" cmpd="sng" cap="flat">
            <a:noFill/>
            <a:prstDash val="solid"/>
            <a:round/>
          </a:ln>
        </p:spPr>
        <p:txBody>
          <a:bodyPr vert="horz" wrap="square" lIns="91440" tIns="45720" rIns="91440" bIns="45720" anchor="ctr" anchorCtr="0">
            <a:prstTxWarp prst="textNoShape"/>
          </a:bodyPr>
          <a:lstStyle/>
          <a:p>
            <a:pPr marL="0" indent="0" algn="l" eaLnBrk="1" hangingPunct="1">
              <a:lnSpc>
                <a:spcPct val="100000"/>
              </a:lnSpc>
              <a:spcBef>
                <a:spcPts val="0"/>
              </a:spcBef>
              <a:spcAft>
                <a:spcPts val="0"/>
              </a:spcAft>
              <a:buNone/>
            </a:pPr>
            <a:fld id="{CAD2D6BD-DE1B-4B5F-8B41-2702339687B9}" type="slidenum">
              <a:rPr lang="en-US" altLang="zh-CN" sz="1200" b="0" i="0" u="none" strike="noStrike" kern="1200" cap="none" spc="0" baseline="0">
                <a:solidFill>
                  <a:srgbClr val="FFFFFF"/>
                </a:solidFill>
                <a:latin typeface="Calibri" pitchFamily="34" charset="0"/>
                <a:ea typeface="MS PGothic" pitchFamily="34" charset="-128"/>
                <a:cs typeface="Arial" pitchFamily="34" charset="0"/>
              </a:rPr>
              <a:t>25</a:t>
            </a:fld>
            <a:endParaRPr lang="zh-CN" altLang="en-US" sz="1200" b="0" i="0" u="none" strike="noStrike" kern="1200" cap="none" spc="0" baseline="0">
              <a:solidFill>
                <a:srgbClr val="FFFFFF"/>
              </a:solidFill>
              <a:latin typeface="Calibri" pitchFamily="34" charset="0"/>
              <a:ea typeface="MS PGothic" pitchFamily="34" charset="-128"/>
              <a:cs typeface="Arial" pitchFamily="34" charset="0"/>
            </a:endParaRPr>
          </a:p>
        </p:txBody>
      </p:sp>
    </p:spTree>
    <p:extLst>
      <p:ext uri="{BB962C8B-B14F-4D97-AF65-F5344CB8AC3E}">
        <p14:creationId xmlns:p14="http://schemas.microsoft.com/office/powerpoint/2010/main" val="1849454150"/>
      </p:ext>
    </p:extLst>
  </p:cSld>
  <p:clrMapOvr>
    <a:masterClrMapping/>
  </p:clrMapOvr>
</p:sld>
</file>

<file path=ppt/slides/slide26.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319" name="Rectangles"/>
          <p:cNvSpPr>
            <a:spLocks/>
          </p:cNvSpPr>
          <p:nvPr/>
        </p:nvSpPr>
        <p:spPr>
          <a:xfrm rot="0">
            <a:off x="1919289" y="1628775"/>
            <a:ext cx="8353425" cy="4679948"/>
          </a:xfrm>
          <a:prstGeom prst="rect"/>
          <a:noFill/>
          <a:ln w="12700" cmpd="sng" cap="flat">
            <a:noFill/>
            <a:prstDash val="solid"/>
            <a:round/>
          </a:ln>
        </p:spPr>
        <p:txBody>
          <a:bodyPr vert="horz" wrap="square" lIns="91440" tIns="45720" rIns="91440" bIns="45720" anchor="t" anchorCtr="0">
            <a:prstTxWarp prst="textNoShape"/>
          </a:bodyPr>
          <a:lstStyle/>
          <a:p>
            <a:pPr marL="457200" indent="-457200" algn="just" eaLnBrk="0" fontAlgn="base" hangingPunct="0">
              <a:lnSpc>
                <a:spcPct val="120000"/>
              </a:lnSpc>
              <a:spcBef>
                <a:spcPct val="20000"/>
              </a:spcBef>
              <a:spcAft>
                <a:spcPts val="0"/>
              </a:spcAft>
              <a:buFont typeface="Wingdings" pitchFamily="2" charset="2"/>
              <a:buChar char="§"/>
            </a:pPr>
            <a:r>
              <a:rPr lang="en-US" altLang="zh-CN" sz="2800" b="0" i="0" u="none" strike="noStrike" kern="0" cap="none" spc="0" baseline="0">
                <a:solidFill>
                  <a:schemeClr val="tx1"/>
                </a:solidFill>
                <a:latin typeface="Calibri" pitchFamily="34" charset="0"/>
                <a:ea typeface="宋体" pitchFamily="0" charset="0"/>
                <a:cs typeface="Century Gothic" pitchFamily="0" charset="0"/>
              </a:rPr>
              <a:t>Probability distribution is a model that describes the long-run behaviour of a variable.</a:t>
            </a:r>
            <a:endParaRPr lang="en-US" altLang="zh-CN" sz="2800" b="0" i="0" u="none" strike="noStrike" kern="0" cap="none" spc="0" baseline="0">
              <a:solidFill>
                <a:schemeClr val="tx1"/>
              </a:solidFill>
              <a:latin typeface="Calibri" pitchFamily="34" charset="0"/>
              <a:ea typeface="宋体" pitchFamily="0" charset="0"/>
              <a:cs typeface="Century Gothic" pitchFamily="0" charset="0"/>
            </a:endParaRPr>
          </a:p>
          <a:p>
            <a:pPr marL="457200" indent="-457200" algn="just" eaLnBrk="0" fontAlgn="base" hangingPunct="0">
              <a:lnSpc>
                <a:spcPct val="120000"/>
              </a:lnSpc>
              <a:spcBef>
                <a:spcPct val="20000"/>
              </a:spcBef>
              <a:spcAft>
                <a:spcPts val="0"/>
              </a:spcAft>
              <a:buFont typeface="Wingdings" pitchFamily="2" charset="2"/>
              <a:buChar char="§"/>
            </a:pPr>
            <a:r>
              <a:rPr lang="en-US" altLang="zh-CN" sz="2800" b="0" i="0" u="none" strike="noStrike" kern="0" cap="none" spc="0" baseline="0">
                <a:solidFill>
                  <a:schemeClr val="tx1"/>
                </a:solidFill>
                <a:latin typeface="Calibri" pitchFamily="34" charset="0"/>
                <a:ea typeface="宋体" pitchFamily="0" charset="0"/>
                <a:cs typeface="Century Gothic" pitchFamily="0" charset="0"/>
              </a:rPr>
              <a:t>The mathematical definition of a discrete probability distribution is : </a:t>
            </a:r>
            <a:r>
              <a:rPr lang="en-US" altLang="zh-CN" sz="2800" b="0" i="1" u="none" strike="noStrike" kern="0" cap="none" spc="0" baseline="0">
                <a:solidFill>
                  <a:srgbClr val="FF0000"/>
                </a:solidFill>
                <a:latin typeface="Calibri" pitchFamily="34" charset="0"/>
                <a:ea typeface="宋体" pitchFamily="0" charset="0"/>
                <a:cs typeface="Century Gothic" pitchFamily="0" charset="0"/>
              </a:rPr>
              <a:t>p</a:t>
            </a:r>
            <a:r>
              <a:rPr lang="en-US" altLang="zh-CN" sz="2800" b="0" i="0" u="none" strike="noStrike" kern="0" cap="none" spc="0" baseline="0">
                <a:solidFill>
                  <a:srgbClr val="FF0000"/>
                </a:solidFill>
                <a:latin typeface="Calibri" pitchFamily="34" charset="0"/>
                <a:ea typeface="宋体" pitchFamily="0" charset="0"/>
                <a:cs typeface="Century Gothic" pitchFamily="0" charset="0"/>
              </a:rPr>
              <a:t>(</a:t>
            </a:r>
            <a:r>
              <a:rPr lang="en-US" altLang="zh-CN" sz="2800" b="0" i="1" u="none" strike="noStrike" kern="0" cap="none" spc="0" baseline="0">
                <a:solidFill>
                  <a:srgbClr val="FF0000"/>
                </a:solidFill>
                <a:latin typeface="Calibri" pitchFamily="34" charset="0"/>
                <a:ea typeface="宋体" pitchFamily="0" charset="0"/>
                <a:cs typeface="Times New Roman" pitchFamily="18" charset="0"/>
              </a:rPr>
              <a:t>x</a:t>
            </a:r>
            <a:r>
              <a:rPr lang="en-US" altLang="zh-CN" sz="2800" b="0" i="0" u="none" strike="noStrike" kern="0" cap="none" spc="0" baseline="0">
                <a:solidFill>
                  <a:srgbClr val="FF0000"/>
                </a:solidFill>
                <a:latin typeface="Calibri" pitchFamily="34" charset="0"/>
                <a:ea typeface="宋体" pitchFamily="0" charset="0"/>
                <a:cs typeface="Century Gothic" pitchFamily="0" charset="0"/>
              </a:rPr>
              <a:t>)</a:t>
            </a:r>
            <a:endParaRPr lang="en-US" altLang="zh-CN" sz="2800" b="0" i="0" u="none" strike="noStrike" kern="0" cap="none" spc="0" baseline="0">
              <a:solidFill>
                <a:srgbClr val="FF0000"/>
              </a:solidFill>
              <a:latin typeface="Calibri" pitchFamily="34" charset="0"/>
              <a:ea typeface="宋体" pitchFamily="0" charset="0"/>
              <a:cs typeface="Century Gothic" pitchFamily="0" charset="0"/>
            </a:endParaRPr>
          </a:p>
          <a:p>
            <a:pPr marL="457200" indent="-457200" algn="just" eaLnBrk="0" fontAlgn="base" hangingPunct="0">
              <a:lnSpc>
                <a:spcPct val="120000"/>
              </a:lnSpc>
              <a:spcBef>
                <a:spcPct val="20000"/>
              </a:spcBef>
              <a:spcAft>
                <a:spcPts val="0"/>
              </a:spcAft>
              <a:buFont typeface="Wingdings" pitchFamily="2" charset="2"/>
              <a:buChar char="§"/>
            </a:pPr>
            <a:r>
              <a:rPr lang="en-US" altLang="zh-CN" sz="2800" b="0" i="0" u="none" strike="noStrike" kern="0" cap="none" spc="0" baseline="0">
                <a:solidFill>
                  <a:schemeClr val="tx1"/>
                </a:solidFill>
                <a:latin typeface="Calibri" pitchFamily="34" charset="0"/>
                <a:ea typeface="宋体" pitchFamily="0" charset="0"/>
                <a:cs typeface="Century Gothic" pitchFamily="0" charset="0"/>
              </a:rPr>
              <a:t>If </a:t>
            </a:r>
            <a:r>
              <a:rPr lang="en-US" altLang="zh-CN" sz="2800" b="0" i="1" u="none" strike="noStrike" kern="0" cap="none" spc="0" baseline="0">
                <a:solidFill>
                  <a:schemeClr val="tx1"/>
                </a:solidFill>
                <a:latin typeface="Calibri" pitchFamily="34" charset="0"/>
                <a:ea typeface="宋体" pitchFamily="0" charset="0"/>
                <a:cs typeface="Times New Roman" pitchFamily="18" charset="0"/>
              </a:rPr>
              <a:t>x</a:t>
            </a:r>
            <a:r>
              <a:rPr lang="en-US" altLang="zh-CN" sz="2800" b="0" i="0" u="none" strike="noStrike" kern="0" cap="none" spc="0" baseline="0">
                <a:solidFill>
                  <a:schemeClr val="tx1"/>
                </a:solidFill>
                <a:latin typeface="Calibri" pitchFamily="34" charset="0"/>
                <a:ea typeface="宋体" pitchFamily="0" charset="0"/>
                <a:cs typeface="Century Gothic" pitchFamily="0" charset="0"/>
              </a:rPr>
              <a:t> = 2, we write </a:t>
            </a:r>
            <a:r>
              <a:rPr lang="en-US" altLang="zh-CN" sz="2800" b="0" i="1" u="none" strike="noStrike" kern="0" cap="none" spc="0" baseline="0">
                <a:solidFill>
                  <a:schemeClr val="tx1"/>
                </a:solidFill>
                <a:latin typeface="Calibri" pitchFamily="34" charset="0"/>
                <a:ea typeface="宋体" pitchFamily="0" charset="0"/>
                <a:cs typeface="Century Gothic" pitchFamily="0" charset="0"/>
              </a:rPr>
              <a:t>p</a:t>
            </a:r>
            <a:r>
              <a:rPr lang="en-US" altLang="zh-CN" sz="2800" b="0" i="0" u="none" strike="noStrike" kern="0" cap="none" spc="0" baseline="0">
                <a:solidFill>
                  <a:schemeClr val="tx1"/>
                </a:solidFill>
                <a:latin typeface="Calibri" pitchFamily="34" charset="0"/>
                <a:ea typeface="宋体" pitchFamily="0" charset="0"/>
                <a:cs typeface="Century Gothic" pitchFamily="0" charset="0"/>
              </a:rPr>
              <a:t>(2) in place of </a:t>
            </a:r>
            <a:r>
              <a:rPr lang="en-US" altLang="zh-CN" sz="2800" b="0" i="1" u="none" strike="noStrike" kern="0" cap="none" spc="0" baseline="0">
                <a:solidFill>
                  <a:schemeClr val="tx1"/>
                </a:solidFill>
                <a:latin typeface="Calibri" pitchFamily="34" charset="0"/>
                <a:ea typeface="宋体" pitchFamily="0" charset="0"/>
                <a:cs typeface="Century Gothic" pitchFamily="0" charset="0"/>
              </a:rPr>
              <a:t>p</a:t>
            </a:r>
            <a:r>
              <a:rPr lang="en-US" altLang="zh-CN" sz="2800" b="0" i="0" u="none" strike="noStrike" kern="0" cap="none" spc="0" baseline="0">
                <a:solidFill>
                  <a:schemeClr val="tx1"/>
                </a:solidFill>
                <a:latin typeface="Calibri" pitchFamily="34" charset="0"/>
                <a:ea typeface="宋体" pitchFamily="0" charset="0"/>
                <a:cs typeface="Century Gothic" pitchFamily="0" charset="0"/>
              </a:rPr>
              <a:t>(</a:t>
            </a:r>
            <a:r>
              <a:rPr lang="en-US" altLang="zh-CN" sz="2800" b="0" i="1" u="none" strike="noStrike" kern="0" cap="none" spc="0" baseline="0">
                <a:solidFill>
                  <a:schemeClr val="tx1"/>
                </a:solidFill>
                <a:latin typeface="Calibri" pitchFamily="34" charset="0"/>
                <a:ea typeface="宋体" pitchFamily="0" charset="0"/>
                <a:cs typeface="Times New Roman" pitchFamily="18" charset="0"/>
              </a:rPr>
              <a:t>x</a:t>
            </a:r>
            <a:r>
              <a:rPr lang="en-US" altLang="zh-CN" sz="2800" b="0" i="0" u="none" strike="noStrike" kern="0" cap="none" spc="0" baseline="0">
                <a:solidFill>
                  <a:schemeClr val="tx1"/>
                </a:solidFill>
                <a:latin typeface="Calibri" pitchFamily="34" charset="0"/>
                <a:ea typeface="宋体" pitchFamily="0" charset="0"/>
                <a:cs typeface="Century Gothic" pitchFamily="0" charset="0"/>
              </a:rPr>
              <a:t>=2)</a:t>
            </a:r>
            <a:endParaRPr lang="en-US" altLang="zh-CN" sz="2800" b="0" i="0" u="none" strike="noStrike" kern="0" cap="none" spc="0" baseline="0">
              <a:solidFill>
                <a:schemeClr val="tx1"/>
              </a:solidFill>
              <a:latin typeface="Calibri" pitchFamily="34" charset="0"/>
              <a:ea typeface="宋体" pitchFamily="0" charset="0"/>
              <a:cs typeface="Century Gothic" pitchFamily="0" charset="0"/>
            </a:endParaRPr>
          </a:p>
          <a:p>
            <a:pPr marL="457200" indent="-457200" algn="just" eaLnBrk="0" fontAlgn="base" hangingPunct="0">
              <a:lnSpc>
                <a:spcPct val="120000"/>
              </a:lnSpc>
              <a:spcBef>
                <a:spcPct val="20000"/>
              </a:spcBef>
              <a:spcAft>
                <a:spcPts val="0"/>
              </a:spcAft>
              <a:buFont typeface="Wingdings" pitchFamily="2" charset="2"/>
              <a:buChar char="§"/>
            </a:pPr>
            <a:r>
              <a:rPr lang="en-US" altLang="zh-CN" sz="2800" b="0" i="1" u="none" strike="noStrike" kern="0" cap="none" spc="0" baseline="0">
                <a:solidFill>
                  <a:schemeClr val="tx1"/>
                </a:solidFill>
                <a:latin typeface="Calibri" pitchFamily="34" charset="0"/>
                <a:ea typeface="宋体" pitchFamily="0" charset="0"/>
                <a:cs typeface="Century Gothic" pitchFamily="0" charset="0"/>
              </a:rPr>
              <a:t>p</a:t>
            </a:r>
            <a:r>
              <a:rPr lang="en-US" altLang="zh-CN" sz="2800" b="0" i="0" u="none" strike="noStrike" kern="0" cap="none" spc="0" baseline="0">
                <a:solidFill>
                  <a:schemeClr val="tx1"/>
                </a:solidFill>
                <a:latin typeface="Calibri" pitchFamily="34" charset="0"/>
                <a:ea typeface="宋体" pitchFamily="0" charset="0"/>
                <a:cs typeface="Century Gothic" pitchFamily="0" charset="0"/>
              </a:rPr>
              <a:t>(5) denotes the probability that </a:t>
            </a:r>
            <a:r>
              <a:rPr lang="en-US" altLang="zh-CN" sz="2800" b="0" i="1" u="none" strike="noStrike" kern="0" cap="none" spc="0" baseline="0">
                <a:solidFill>
                  <a:schemeClr val="tx1"/>
                </a:solidFill>
                <a:latin typeface="Calibri" pitchFamily="34" charset="0"/>
                <a:ea typeface="宋体" pitchFamily="0" charset="0"/>
                <a:cs typeface="Times New Roman" pitchFamily="18" charset="0"/>
              </a:rPr>
              <a:t>x </a:t>
            </a:r>
            <a:r>
              <a:rPr lang="en-US" altLang="zh-CN" sz="2800" b="0" i="0" u="none" strike="noStrike" kern="0" cap="none" spc="0" baseline="0">
                <a:solidFill>
                  <a:schemeClr val="tx1"/>
                </a:solidFill>
                <a:latin typeface="Calibri" pitchFamily="34" charset="0"/>
                <a:ea typeface="宋体" pitchFamily="0" charset="0"/>
                <a:cs typeface="Century Gothic" pitchFamily="0" charset="0"/>
              </a:rPr>
              <a:t>= 5.</a:t>
            </a:r>
            <a:endParaRPr lang="en-US" altLang="zh-CN" sz="2800" b="0" i="0" u="none" strike="noStrike" kern="0" cap="none" spc="0" baseline="0">
              <a:solidFill>
                <a:schemeClr val="tx1"/>
              </a:solidFill>
              <a:latin typeface="Calibri" pitchFamily="34" charset="0"/>
              <a:ea typeface="宋体" pitchFamily="0" charset="0"/>
              <a:cs typeface="Century Gothic" pitchFamily="0" charset="0"/>
            </a:endParaRPr>
          </a:p>
          <a:p>
            <a:pPr marL="0" indent="0" algn="just" eaLnBrk="0" fontAlgn="base" hangingPunct="0">
              <a:lnSpc>
                <a:spcPct val="120000"/>
              </a:lnSpc>
              <a:spcBef>
                <a:spcPct val="20000"/>
              </a:spcBef>
              <a:spcAft>
                <a:spcPts val="0"/>
              </a:spcAft>
              <a:buNone/>
            </a:pPr>
            <a:endParaRPr lang="zh-CN" altLang="en-US" sz="2800" b="0" i="0" u="none" strike="noStrike" kern="0" cap="none" spc="0" baseline="0">
              <a:solidFill>
                <a:schemeClr val="tx1"/>
              </a:solidFill>
              <a:latin typeface="Calibri" pitchFamily="34" charset="0"/>
              <a:ea typeface="宋体" pitchFamily="0" charset="0"/>
              <a:cs typeface="Century Gothic" pitchFamily="0" charset="0"/>
            </a:endParaRPr>
          </a:p>
        </p:txBody>
      </p:sp>
      <p:sp>
        <p:nvSpPr>
          <p:cNvPr id="320" name="Rectangles"/>
          <p:cNvSpPr>
            <a:spLocks/>
          </p:cNvSpPr>
          <p:nvPr/>
        </p:nvSpPr>
        <p:spPr>
          <a:xfrm rot="0">
            <a:off x="4007768" y="260350"/>
            <a:ext cx="6271201" cy="716914"/>
          </a:xfrm>
          <a:prstGeom prst="rect"/>
          <a:solidFill>
            <a:srgbClr val="FFFFFF"/>
          </a:solidFill>
          <a:ln w="25400" cmpd="sng" cap="flat">
            <a:solidFill>
              <a:srgbClr val="C0504D"/>
            </a:solidFill>
            <a:prstDash val="solid"/>
            <a:round/>
          </a:ln>
        </p:spPr>
        <p:txBody>
          <a:bodyPr vert="horz" wrap="square" lIns="91440" tIns="45720" rIns="91440" bIns="45720" anchor="t" anchorCtr="0">
            <a:prstTxWarp prst="textNoShape"/>
            <a:spAutoFit/>
          </a:bodyPr>
          <a:lstStyle/>
          <a:p>
            <a:pPr marL="0" indent="0" algn="ctr">
              <a:lnSpc>
                <a:spcPct val="100000"/>
              </a:lnSpc>
              <a:spcBef>
                <a:spcPts val="0"/>
              </a:spcBef>
              <a:spcAft>
                <a:spcPts val="0"/>
              </a:spcAft>
              <a:buNone/>
            </a:pPr>
            <a:r>
              <a:rPr lang="en-US" altLang="zh-CN" sz="4000" b="1" i="0" u="none" strike="noStrike" kern="1200" cap="none" spc="0" baseline="0">
                <a:solidFill>
                  <a:schemeClr val="tx1"/>
                </a:solidFill>
                <a:latin typeface="Calibri" pitchFamily="34" charset="0"/>
                <a:ea typeface="宋体" pitchFamily="0" charset="0"/>
                <a:cs typeface="Calibri" pitchFamily="34" charset="0"/>
              </a:rPr>
              <a:t>Definition</a:t>
            </a:r>
            <a:endParaRPr lang="zh-CN" altLang="en-US" sz="4000" b="1" i="0" u="none" strike="noStrike" kern="1200" cap="none" spc="0" baseline="0">
              <a:solidFill>
                <a:schemeClr val="tx1"/>
              </a:solidFill>
              <a:latin typeface="Calibri" pitchFamily="34" charset="0"/>
              <a:ea typeface="宋体" pitchFamily="0" charset="0"/>
              <a:cs typeface="Calibri" pitchFamily="34" charset="0"/>
            </a:endParaRPr>
          </a:p>
        </p:txBody>
      </p:sp>
      <p:sp>
        <p:nvSpPr>
          <p:cNvPr id="321" name="Rectangles"/>
          <p:cNvSpPr>
            <a:spLocks noGrp="1"/>
          </p:cNvSpPr>
          <p:nvPr>
            <p:ph type="sldNum" idx="12"/>
          </p:nvPr>
        </p:nvSpPr>
        <p:spPr>
          <a:xfrm rot="0">
            <a:off x="5989639" y="6519863"/>
            <a:ext cx="466724" cy="365125"/>
          </a:xfrm>
          <a:prstGeom prst="rect"/>
          <a:noFill/>
          <a:ln w="12700" cmpd="sng" cap="flat">
            <a:noFill/>
            <a:prstDash val="solid"/>
            <a:miter/>
          </a:ln>
        </p:spPr>
        <p:txBody>
          <a:bodyPr vert="horz" wrap="square" lIns="91440" tIns="45720" rIns="91440" bIns="45720" anchor="ctr" anchorCtr="0">
            <a:prstTxWarp prst="textNoShape"/>
          </a:bodyPr>
          <a:lstStyle/>
          <a:p>
            <a:pPr marL="0" indent="0" algn="l" eaLnBrk="1" hangingPunct="1">
              <a:lnSpc>
                <a:spcPct val="100000"/>
              </a:lnSpc>
              <a:spcBef>
                <a:spcPts val="0"/>
              </a:spcBef>
              <a:spcAft>
                <a:spcPts val="0"/>
              </a:spcAft>
              <a:buNone/>
            </a:pPr>
            <a:fld id="{CAD2D6BD-DE1B-4B5F-8B41-2702339687B9}" type="slidenum">
              <a:rPr lang="en-US" altLang="zh-CN" sz="1200" b="0" i="0" u="none" strike="noStrike" kern="1200" cap="none" spc="0" baseline="0">
                <a:solidFill>
                  <a:srgbClr val="FFFFFF"/>
                </a:solidFill>
                <a:latin typeface="Calibri" pitchFamily="34" charset="0"/>
                <a:ea typeface="MS PGothic" pitchFamily="34" charset="-128"/>
                <a:cs typeface="Arial" pitchFamily="34" charset="0"/>
              </a:rPr>
              <a:t>26</a:t>
            </a:fld>
            <a:endParaRPr lang="zh-CN" altLang="en-US" sz="1200" b="0" i="0" u="none" strike="noStrike" kern="1200" cap="none" spc="0" baseline="0">
              <a:solidFill>
                <a:srgbClr val="FFFFFF"/>
              </a:solidFill>
              <a:latin typeface="Calibri" pitchFamily="34" charset="0"/>
              <a:ea typeface="MS PGothic" pitchFamily="34" charset="-128"/>
              <a:cs typeface="Arial" pitchFamily="34" charset="0"/>
            </a:endParaRPr>
          </a:p>
        </p:txBody>
      </p:sp>
    </p:spTree>
    <p:extLst>
      <p:ext uri="{BB962C8B-B14F-4D97-AF65-F5344CB8AC3E}">
        <p14:creationId xmlns:p14="http://schemas.microsoft.com/office/powerpoint/2010/main" val="1924672785"/>
      </p:ext>
    </p:extLst>
  </p:cSld>
  <p:clrMapOvr>
    <a:masterClrMapping/>
  </p:clrMapOvr>
</p:sld>
</file>

<file path=ppt/slides/slide27.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325" name="Text box"/>
          <p:cNvSpPr>
            <a:spLocks noGrp="1"/>
          </p:cNvSpPr>
          <p:nvPr>
            <p:ph type="body" idx="1"/>
          </p:nvPr>
        </p:nvSpPr>
        <p:spPr>
          <a:xfrm rot="0">
            <a:off x="1774826" y="1412875"/>
            <a:ext cx="8664575" cy="4483100"/>
          </a:xfrm>
          <a:prstGeom prst="rect"/>
          <a:noFill/>
          <a:ln w="12700" cmpd="sng" cap="flat">
            <a:noFill/>
            <a:prstDash val="solid"/>
            <a:round/>
          </a:ln>
        </p:spPr>
        <p:txBody>
          <a:bodyPr vert="horz" wrap="square" lIns="91440" tIns="45720" rIns="91440" bIns="45720" anchor="t" anchorCtr="0">
            <a:prstTxWarp prst="textNoShape"/>
          </a:bodyPr>
          <a:lstStyle/>
          <a:p>
            <a:pPr marL="342900" indent="-342900" algn="just">
              <a:lnSpc>
                <a:spcPct val="120000"/>
              </a:lnSpc>
              <a:spcBef>
                <a:spcPct val="20000"/>
              </a:spcBef>
              <a:spcAft>
                <a:spcPts val="0"/>
              </a:spcAft>
              <a:buFont typeface="Wingdings" pitchFamily="2" charset="2"/>
              <a:buChar char="§"/>
            </a:pPr>
            <a:r>
              <a:rPr lang="en-US" altLang="zh-CN" sz="2800" b="0" i="0" u="none" strike="noStrike" kern="1200" cap="none" spc="0" baseline="0">
                <a:solidFill>
                  <a:schemeClr val="tx1"/>
                </a:solidFill>
                <a:latin typeface="Calibri" pitchFamily="34" charset="0"/>
                <a:ea typeface="ＭＳ Ｐゴシック" pitchFamily="0" charset="0"/>
                <a:cs typeface="Century Gothic" pitchFamily="0" charset="0"/>
              </a:rPr>
              <a:t>It give the possibility associated with each possible </a:t>
            </a:r>
            <a:r>
              <a:rPr lang="en-US" altLang="zh-CN" sz="2800" b="0" i="1" u="none" strike="noStrike" kern="1200" cap="none" spc="0" baseline="0">
                <a:solidFill>
                  <a:schemeClr val="tx1"/>
                </a:solidFill>
                <a:latin typeface="Calibri" pitchFamily="34" charset="0"/>
                <a:ea typeface="ＭＳ Ｐゴシック" pitchFamily="0" charset="0"/>
                <a:cs typeface="Century Gothic" pitchFamily="0" charset="0"/>
              </a:rPr>
              <a:t>x</a:t>
            </a:r>
            <a:r>
              <a:rPr lang="en-US" altLang="zh-CN" sz="2800" b="0" i="0" u="none" strike="noStrike" kern="1200" cap="none" spc="0" baseline="0">
                <a:solidFill>
                  <a:schemeClr val="tx1"/>
                </a:solidFill>
                <a:latin typeface="Calibri" pitchFamily="34" charset="0"/>
                <a:ea typeface="ＭＳ Ｐゴシック" pitchFamily="0" charset="0"/>
                <a:cs typeface="Century Gothic" pitchFamily="0" charset="0"/>
              </a:rPr>
              <a:t> value. </a:t>
            </a:r>
            <a:endParaRPr lang="en-US" altLang="zh-CN" sz="2800" b="0" i="0" u="none" strike="noStrike" kern="1200" cap="none" spc="0" baseline="0">
              <a:solidFill>
                <a:schemeClr val="tx1"/>
              </a:solidFill>
              <a:latin typeface="Calibri" pitchFamily="34" charset="0"/>
              <a:ea typeface="ＭＳ Ｐゴシック" pitchFamily="0" charset="0"/>
              <a:cs typeface="Century Gothic" pitchFamily="0" charset="0"/>
            </a:endParaRPr>
          </a:p>
          <a:p>
            <a:pPr marL="342900" indent="-342900" algn="just">
              <a:lnSpc>
                <a:spcPct val="120000"/>
              </a:lnSpc>
              <a:spcBef>
                <a:spcPct val="20000"/>
              </a:spcBef>
              <a:spcAft>
                <a:spcPts val="0"/>
              </a:spcAft>
              <a:buFont typeface="Wingdings" pitchFamily="2" charset="2"/>
              <a:buChar char="§"/>
            </a:pPr>
            <a:r>
              <a:rPr lang="en-US" altLang="zh-CN" sz="2800" b="0" i="0" u="none" strike="noStrike" kern="1200" cap="none" spc="0" baseline="0">
                <a:solidFill>
                  <a:schemeClr val="tx1"/>
                </a:solidFill>
                <a:latin typeface="Calibri" pitchFamily="34" charset="0"/>
                <a:ea typeface="ＭＳ Ｐゴシック" pitchFamily="0" charset="0"/>
                <a:cs typeface="Century Gothic" pitchFamily="0" charset="0"/>
              </a:rPr>
              <a:t>Each probability is the long-run relative frequency of occurrence of the corresponding </a:t>
            </a:r>
            <a:r>
              <a:rPr lang="en-US" altLang="zh-CN" sz="2800" b="0" i="1" u="none" strike="noStrike" kern="1200" cap="none" spc="0" baseline="0">
                <a:solidFill>
                  <a:schemeClr val="tx1"/>
                </a:solidFill>
                <a:latin typeface="Calibri" pitchFamily="34" charset="0"/>
                <a:ea typeface="ＭＳ Ｐゴシック" pitchFamily="0" charset="0"/>
                <a:cs typeface="Times New Roman" pitchFamily="18" charset="0"/>
              </a:rPr>
              <a:t>x</a:t>
            </a:r>
            <a:r>
              <a:rPr lang="en-US" altLang="zh-CN" sz="2800" b="0" i="0" u="none" strike="noStrike" kern="1200" cap="none" spc="0" baseline="0">
                <a:solidFill>
                  <a:schemeClr val="tx1"/>
                </a:solidFill>
                <a:latin typeface="Calibri" pitchFamily="34" charset="0"/>
                <a:ea typeface="ＭＳ Ｐゴシック" pitchFamily="0" charset="0"/>
                <a:cs typeface="Century Gothic" pitchFamily="0" charset="0"/>
              </a:rPr>
              <a:t> value when the chance experiment is performed a very large number of times. </a:t>
            </a:r>
            <a:endParaRPr lang="en-US" altLang="zh-CN" sz="2800" b="0" i="0" u="none" strike="noStrike" kern="1200" cap="none" spc="0" baseline="0">
              <a:solidFill>
                <a:schemeClr val="tx1"/>
              </a:solidFill>
              <a:latin typeface="Calibri" pitchFamily="34" charset="0"/>
              <a:ea typeface="ＭＳ Ｐゴシック" pitchFamily="0" charset="0"/>
              <a:cs typeface="Century Gothic" pitchFamily="0" charset="0"/>
            </a:endParaRPr>
          </a:p>
          <a:p>
            <a:pPr marL="342900" indent="-342900" algn="just">
              <a:lnSpc>
                <a:spcPct val="120000"/>
              </a:lnSpc>
              <a:spcBef>
                <a:spcPct val="20000"/>
              </a:spcBef>
              <a:spcAft>
                <a:spcPts val="0"/>
              </a:spcAft>
              <a:buFont typeface="Wingdings" pitchFamily="2" charset="2"/>
              <a:buChar char="§"/>
            </a:pPr>
            <a:r>
              <a:rPr lang="en-US" altLang="zh-CN" sz="2800" b="0" i="0" u="none" strike="noStrike" kern="1200" cap="none" spc="0" baseline="0">
                <a:solidFill>
                  <a:schemeClr val="tx1"/>
                </a:solidFill>
                <a:latin typeface="Calibri" pitchFamily="34" charset="0"/>
                <a:ea typeface="ＭＳ Ｐゴシック" pitchFamily="0" charset="0"/>
                <a:cs typeface="Century Gothic" pitchFamily="0" charset="0"/>
              </a:rPr>
              <a:t>Common way to display a probability distribution for </a:t>
            </a:r>
            <a:r>
              <a:rPr lang="en-US" altLang="zh-CN" sz="2800" b="0" i="0" u="none" strike="noStrike" kern="1200" cap="none" spc="0" baseline="0">
                <a:solidFill>
                  <a:srgbClr val="0000FF"/>
                </a:solidFill>
                <a:latin typeface="Calibri" pitchFamily="34" charset="0"/>
                <a:ea typeface="ＭＳ Ｐゴシック" pitchFamily="0" charset="0"/>
                <a:cs typeface="Century Gothic" pitchFamily="0" charset="0"/>
              </a:rPr>
              <a:t>discrete </a:t>
            </a:r>
            <a:r>
              <a:rPr lang="en-US" altLang="zh-CN" sz="2800" b="0" i="0" u="none" strike="noStrike" kern="1200" cap="none" spc="0" baseline="0">
                <a:solidFill>
                  <a:schemeClr val="tx1"/>
                </a:solidFill>
                <a:latin typeface="Calibri" pitchFamily="34" charset="0"/>
                <a:ea typeface="ＭＳ Ｐゴシック" pitchFamily="0" charset="0"/>
                <a:cs typeface="Century Gothic" pitchFamily="0" charset="0"/>
              </a:rPr>
              <a:t>random variable: </a:t>
            </a:r>
            <a:r>
              <a:rPr lang="en-US" altLang="zh-CN" sz="2800" b="0" i="0" u="none" strike="noStrike" kern="1200" cap="none" spc="0" baseline="0">
                <a:solidFill>
                  <a:srgbClr val="FF0000"/>
                </a:solidFill>
                <a:latin typeface="Calibri" pitchFamily="34" charset="0"/>
                <a:ea typeface="ＭＳ Ｐゴシック" pitchFamily="0" charset="0"/>
                <a:cs typeface="Century Gothic" pitchFamily="0" charset="0"/>
              </a:rPr>
              <a:t>table</a:t>
            </a:r>
            <a:r>
              <a:rPr lang="en-US" altLang="zh-CN" sz="2800" b="0" i="0" u="none" strike="noStrike" kern="1200" cap="none" spc="0" baseline="0">
                <a:solidFill>
                  <a:schemeClr val="tx1"/>
                </a:solidFill>
                <a:latin typeface="Calibri" pitchFamily="34" charset="0"/>
                <a:ea typeface="ＭＳ Ｐゴシック" pitchFamily="0" charset="0"/>
                <a:cs typeface="Century Gothic" pitchFamily="0" charset="0"/>
              </a:rPr>
              <a:t>, </a:t>
            </a:r>
            <a:r>
              <a:rPr lang="en-US" altLang="zh-CN" sz="2800" b="0" i="0" u="none" strike="noStrike" kern="1200" cap="none" spc="0" baseline="0">
                <a:solidFill>
                  <a:srgbClr val="FF0000"/>
                </a:solidFill>
                <a:latin typeface="Calibri" pitchFamily="34" charset="0"/>
                <a:ea typeface="ＭＳ Ｐゴシック" pitchFamily="0" charset="0"/>
                <a:cs typeface="Century Gothic" pitchFamily="0" charset="0"/>
              </a:rPr>
              <a:t>histogram</a:t>
            </a:r>
            <a:r>
              <a:rPr lang="en-US" altLang="zh-CN" sz="2800" b="0" i="0" u="none" strike="noStrike" kern="1200" cap="none" spc="0" baseline="0">
                <a:solidFill>
                  <a:schemeClr val="tx1"/>
                </a:solidFill>
                <a:latin typeface="Calibri" pitchFamily="34" charset="0"/>
                <a:ea typeface="ＭＳ Ｐゴシック" pitchFamily="0" charset="0"/>
                <a:cs typeface="Century Gothic" pitchFamily="0" charset="0"/>
              </a:rPr>
              <a:t>, </a:t>
            </a:r>
            <a:r>
              <a:rPr lang="en-US" altLang="zh-CN" sz="2800" b="0" i="0" u="none" strike="noStrike" kern="1200" cap="none" spc="0" baseline="0">
                <a:solidFill>
                  <a:srgbClr val="FF0000"/>
                </a:solidFill>
                <a:latin typeface="Calibri" pitchFamily="34" charset="0"/>
                <a:ea typeface="ＭＳ Ｐゴシック" pitchFamily="0" charset="0"/>
                <a:cs typeface="Century Gothic" pitchFamily="0" charset="0"/>
              </a:rPr>
              <a:t>formula</a:t>
            </a:r>
            <a:r>
              <a:rPr lang="en-US" altLang="zh-CN" sz="2800" b="0" i="0" u="none" strike="noStrike" kern="1200" cap="none" spc="0" baseline="0">
                <a:solidFill>
                  <a:schemeClr val="tx1"/>
                </a:solidFill>
                <a:latin typeface="Calibri" pitchFamily="34" charset="0"/>
                <a:ea typeface="ＭＳ Ｐゴシック" pitchFamily="0" charset="0"/>
                <a:cs typeface="Century Gothic" pitchFamily="0" charset="0"/>
              </a:rPr>
              <a:t>. </a:t>
            </a:r>
            <a:endParaRPr lang="en-US" altLang="zh-CN" sz="2800" b="0" i="0" u="none" strike="noStrike" kern="1200" cap="none" spc="0" baseline="0">
              <a:solidFill>
                <a:schemeClr val="tx1"/>
              </a:solidFill>
              <a:latin typeface="Calibri" pitchFamily="34" charset="0"/>
              <a:ea typeface="ＭＳ Ｐゴシック" pitchFamily="0" charset="0"/>
              <a:cs typeface="Century Gothic" pitchFamily="0" charset="0"/>
            </a:endParaRPr>
          </a:p>
          <a:p>
            <a:pPr marL="0" indent="0" algn="just">
              <a:lnSpc>
                <a:spcPct val="120000"/>
              </a:lnSpc>
              <a:spcBef>
                <a:spcPct val="20000"/>
              </a:spcBef>
              <a:spcAft>
                <a:spcPts val="0"/>
              </a:spcAft>
              <a:buNone/>
            </a:pPr>
            <a:endParaRPr lang="en-US" altLang="zh-CN" sz="2800" b="0" i="0" u="none" strike="noStrike" kern="1200" cap="none" spc="0" baseline="0">
              <a:solidFill>
                <a:schemeClr val="tx1"/>
              </a:solidFill>
              <a:latin typeface="Calibri" pitchFamily="34" charset="0"/>
              <a:ea typeface="ＭＳ Ｐゴシック" pitchFamily="0" charset="0"/>
              <a:cs typeface="Century Gothic" pitchFamily="0" charset="0"/>
            </a:endParaRPr>
          </a:p>
          <a:p>
            <a:pPr marL="0" indent="0" algn="just">
              <a:lnSpc>
                <a:spcPct val="120000"/>
              </a:lnSpc>
              <a:spcBef>
                <a:spcPct val="20000"/>
              </a:spcBef>
              <a:spcAft>
                <a:spcPts val="0"/>
              </a:spcAft>
              <a:buNone/>
            </a:pPr>
            <a:endParaRPr lang="zh-CN" altLang="en-US" sz="2800" b="0" i="0" u="none" strike="noStrike" kern="1200" cap="none" spc="0" baseline="0">
              <a:solidFill>
                <a:schemeClr val="tx1"/>
              </a:solidFill>
              <a:latin typeface="Calibri" pitchFamily="34" charset="0"/>
              <a:ea typeface="ＭＳ Ｐゴシック" pitchFamily="0" charset="0"/>
              <a:cs typeface="Century Gothic" pitchFamily="0" charset="0"/>
            </a:endParaRPr>
          </a:p>
        </p:txBody>
      </p:sp>
      <p:sp>
        <p:nvSpPr>
          <p:cNvPr id="326" name="Rectangles"/>
          <p:cNvSpPr>
            <a:spLocks/>
          </p:cNvSpPr>
          <p:nvPr/>
        </p:nvSpPr>
        <p:spPr>
          <a:xfrm rot="0">
            <a:off x="5989639" y="6519863"/>
            <a:ext cx="466724" cy="365125"/>
          </a:xfrm>
          <a:prstGeom prst="rect"/>
          <a:noFill/>
          <a:ln w="12700" cmpd="sng" cap="flat">
            <a:noFill/>
            <a:prstDash val="solid"/>
            <a:round/>
          </a:ln>
        </p:spPr>
        <p:txBody>
          <a:bodyPr vert="horz" wrap="square" lIns="91440" tIns="45720" rIns="91440" bIns="45720" anchor="ctr" anchorCtr="0">
            <a:prstTxWarp prst="textNoShape"/>
          </a:bodyPr>
          <a:lstStyle/>
          <a:p>
            <a:pPr marL="0" indent="0" algn="l" eaLnBrk="1" hangingPunct="1">
              <a:lnSpc>
                <a:spcPct val="100000"/>
              </a:lnSpc>
              <a:spcBef>
                <a:spcPts val="0"/>
              </a:spcBef>
              <a:spcAft>
                <a:spcPts val="0"/>
              </a:spcAft>
              <a:buNone/>
            </a:pPr>
            <a:fld id="{CAD2D6BD-DE1B-4B5F-8B41-2702339687B9}" type="slidenum">
              <a:rPr lang="en-US" altLang="zh-CN" sz="1200" b="0" i="0" u="none" strike="noStrike" kern="1200" cap="none" spc="0" baseline="0">
                <a:solidFill>
                  <a:srgbClr val="FFFFFF"/>
                </a:solidFill>
                <a:latin typeface="Calibri" pitchFamily="34" charset="0"/>
                <a:ea typeface="MS PGothic" pitchFamily="34" charset="-128"/>
                <a:cs typeface="Arial" pitchFamily="34" charset="0"/>
              </a:rPr>
              <a:t>27</a:t>
            </a:fld>
            <a:endParaRPr lang="zh-CN" altLang="en-US" sz="1200" b="0" i="0" u="none" strike="noStrike" kern="1200" cap="none" spc="0" baseline="0">
              <a:solidFill>
                <a:srgbClr val="FFFFFF"/>
              </a:solidFill>
              <a:latin typeface="Calibri" pitchFamily="34" charset="0"/>
              <a:ea typeface="MS PGothic" pitchFamily="34" charset="-128"/>
              <a:cs typeface="Arial" pitchFamily="34" charset="0"/>
            </a:endParaRPr>
          </a:p>
        </p:txBody>
      </p:sp>
    </p:spTree>
    <p:extLst>
      <p:ext uri="{BB962C8B-B14F-4D97-AF65-F5344CB8AC3E}">
        <p14:creationId xmlns:p14="http://schemas.microsoft.com/office/powerpoint/2010/main" val="1418059122"/>
      </p:ext>
    </p:extLst>
  </p:cSld>
  <p:clrMapOvr>
    <a:masterClrMapping/>
  </p:clrMapOvr>
</p:sld>
</file>

<file path=ppt/slides/slide28.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330" name="Rectangles"/>
          <p:cNvSpPr>
            <a:spLocks/>
          </p:cNvSpPr>
          <p:nvPr/>
        </p:nvSpPr>
        <p:spPr>
          <a:xfrm rot="0">
            <a:off x="1919289" y="1254125"/>
            <a:ext cx="8497887" cy="5234940"/>
          </a:xfrm>
          <a:prstGeom prst="rect"/>
          <a:noFill/>
          <a:ln w="9525" cmpd="sng" cap="flat">
            <a:noFill/>
            <a:prstDash val="solid"/>
            <a:miter/>
          </a:ln>
        </p:spPr>
        <p:txBody>
          <a:bodyPr vert="horz" wrap="square" lIns="91440" tIns="45720" rIns="91440" bIns="45720" anchor="t" anchorCtr="0">
            <a:prstTxWarp prst="textNoShape"/>
            <a:spAutoFit/>
          </a:bodyPr>
          <a:lstStyle/>
          <a:p>
            <a:pPr marL="0" indent="0" algn="just" eaLnBrk="1" hangingPunct="1">
              <a:lnSpc>
                <a:spcPct val="100000"/>
              </a:lnSpc>
              <a:spcBef>
                <a:spcPct val="50000"/>
              </a:spcBef>
              <a:spcAft>
                <a:spcPts val="0"/>
              </a:spcAft>
              <a:buNone/>
            </a:pPr>
            <a:r>
              <a:rPr lang="en-US" altLang="zh-CN" sz="2800" b="0" i="0" u="none" strike="noStrike" kern="1200" cap="none" spc="0" baseline="0">
                <a:solidFill>
                  <a:schemeClr val="tx1"/>
                </a:solidFill>
                <a:latin typeface="Calibri" pitchFamily="34" charset="0"/>
                <a:ea typeface="ＭＳ Ｐゴシック" pitchFamily="0" charset="0"/>
                <a:cs typeface="ＭＳ Ｐゴシック" pitchFamily="0" charset="0"/>
              </a:rPr>
              <a:t>In a Wolf City, regulations prohibit no more than five dogs or cats per household.  </a:t>
            </a:r>
            <a:endParaRPr lang="en-US" altLang="zh-CN" sz="2800" b="0" i="0" u="none" strike="noStrike" kern="1200" cap="none" spc="0" baseline="0">
              <a:solidFill>
                <a:schemeClr val="tx1"/>
              </a:solidFill>
              <a:latin typeface="Calibri" pitchFamily="34" charset="0"/>
              <a:ea typeface="ＭＳ Ｐゴシック" pitchFamily="0" charset="0"/>
              <a:cs typeface="ＭＳ Ｐゴシック" pitchFamily="0" charset="0"/>
            </a:endParaRPr>
          </a:p>
          <a:p>
            <a:pPr marL="0" indent="0" algn="just" eaLnBrk="1" hangingPunct="1">
              <a:lnSpc>
                <a:spcPct val="100000"/>
              </a:lnSpc>
              <a:spcBef>
                <a:spcPct val="50000"/>
              </a:spcBef>
              <a:spcAft>
                <a:spcPts val="0"/>
              </a:spcAft>
              <a:buNone/>
            </a:pPr>
            <a:r>
              <a:rPr lang="en-US" altLang="zh-CN" sz="2800" b="0" i="0" u="none" strike="noStrike" kern="1200" cap="none" spc="0" baseline="0">
                <a:solidFill>
                  <a:schemeClr val="tx1"/>
                </a:solidFill>
                <a:latin typeface="Calibri" pitchFamily="34" charset="0"/>
                <a:ea typeface="ＭＳ Ｐゴシック" pitchFamily="0" charset="0"/>
                <a:cs typeface="ＭＳ Ｐゴシック" pitchFamily="0" charset="0"/>
              </a:rPr>
              <a:t>Let, </a:t>
            </a:r>
            <a:r>
              <a:rPr lang="en-US" altLang="zh-CN" sz="2800" b="0" i="1" u="none" strike="noStrike" kern="1200" cap="none" spc="0" baseline="0">
                <a:solidFill>
                  <a:schemeClr val="tx1"/>
                </a:solidFill>
                <a:latin typeface="Calibri" pitchFamily="34" charset="0"/>
                <a:ea typeface="ＭＳ Ｐゴシック" pitchFamily="0" charset="0"/>
                <a:cs typeface="Times New Roman" pitchFamily="18" charset="0"/>
              </a:rPr>
              <a:t>x</a:t>
            </a:r>
            <a:r>
              <a:rPr lang="en-US" altLang="zh-CN" sz="2800" b="0" i="0" u="none" strike="noStrike" kern="1200" cap="none" spc="0" baseline="0">
                <a:solidFill>
                  <a:schemeClr val="tx1"/>
                </a:solidFill>
                <a:latin typeface="Calibri" pitchFamily="34" charset="0"/>
                <a:ea typeface="ＭＳ Ｐゴシック" pitchFamily="0" charset="0"/>
                <a:cs typeface="ＭＳ Ｐゴシック" pitchFamily="0" charset="0"/>
              </a:rPr>
              <a:t> = </a:t>
            </a:r>
            <a:r>
              <a:rPr lang="en-US" altLang="zh-CN" sz="2800" b="0" i="0" u="none" strike="noStrike" kern="1200" cap="none" spc="0" baseline="0">
                <a:solidFill>
                  <a:schemeClr val="tx1"/>
                </a:solidFill>
                <a:latin typeface="Calibri" pitchFamily="34" charset="0"/>
                <a:ea typeface="ＭＳ Ｐゴシック" pitchFamily="0" charset="0"/>
                <a:cs typeface="Times New Roman" pitchFamily="18" charset="0"/>
              </a:rPr>
              <a:t>the number of dogs and cats in a randomly selected household in Wolf City.  </a:t>
            </a:r>
            <a:endParaRPr lang="en-US" altLang="zh-CN" sz="2800" b="0" i="0" u="none" strike="noStrike" kern="1200" cap="none" spc="0" baseline="0">
              <a:solidFill>
                <a:schemeClr val="tx1"/>
              </a:solidFill>
              <a:latin typeface="Calibri" pitchFamily="34" charset="0"/>
              <a:ea typeface="ＭＳ Ｐゴシック" pitchFamily="0" charset="0"/>
              <a:cs typeface="Times New Roman" pitchFamily="18" charset="0"/>
            </a:endParaRPr>
          </a:p>
          <a:p>
            <a:pPr marL="0" indent="0" algn="just" eaLnBrk="1" hangingPunct="1">
              <a:lnSpc>
                <a:spcPct val="100000"/>
              </a:lnSpc>
              <a:spcBef>
                <a:spcPct val="50000"/>
              </a:spcBef>
              <a:spcAft>
                <a:spcPts val="0"/>
              </a:spcAft>
              <a:buNone/>
            </a:pPr>
            <a:endParaRPr lang="en-US" altLang="zh-CN" sz="2800" b="0" i="0" u="none" strike="noStrike" kern="1200" cap="none" spc="0" baseline="0">
              <a:solidFill>
                <a:schemeClr val="tx1"/>
              </a:solidFill>
              <a:latin typeface="Calibri" pitchFamily="34" charset="0"/>
              <a:ea typeface="ＭＳ Ｐゴシック" pitchFamily="0" charset="0"/>
              <a:cs typeface="Times New Roman" pitchFamily="18" charset="0"/>
            </a:endParaRPr>
          </a:p>
          <a:p>
            <a:pPr marL="0" indent="0" algn="just" eaLnBrk="1" hangingPunct="1">
              <a:lnSpc>
                <a:spcPct val="100000"/>
              </a:lnSpc>
              <a:spcBef>
                <a:spcPct val="50000"/>
              </a:spcBef>
              <a:spcAft>
                <a:spcPts val="0"/>
              </a:spcAft>
              <a:buNone/>
            </a:pPr>
            <a:r>
              <a:rPr lang="en-US" altLang="zh-CN" sz="2800" b="0" i="0" u="none" strike="noStrike" kern="1200" cap="none" spc="0" baseline="0">
                <a:solidFill>
                  <a:schemeClr val="tx1"/>
                </a:solidFill>
                <a:latin typeface="Calibri" pitchFamily="34" charset="0"/>
                <a:ea typeface="ＭＳ Ｐゴシック" pitchFamily="0" charset="0"/>
                <a:cs typeface="Times New Roman" pitchFamily="18" charset="0"/>
              </a:rPr>
              <a:t>Then, </a:t>
            </a:r>
            <a:r>
              <a:rPr lang="en-US" altLang="zh-CN" sz="2800" b="0" i="0" u="none" strike="noStrike" kern="1200" cap="none" spc="0" baseline="0">
                <a:solidFill>
                  <a:srgbClr val="000000"/>
                </a:solidFill>
                <a:latin typeface="Calibri" pitchFamily="34" charset="0"/>
                <a:ea typeface="ＭＳ Ｐゴシック" pitchFamily="0" charset="0"/>
                <a:cs typeface="ＭＳ Ｐゴシック" pitchFamily="0" charset="0"/>
              </a:rPr>
              <a:t>the Department of Animal Control has collected data over the course of several years. They want to estimate the long-run probabilities for the values of </a:t>
            </a:r>
            <a:r>
              <a:rPr lang="en-US" altLang="zh-CN" sz="2800" b="0" i="1" u="none" strike="noStrike" kern="1200" cap="none" spc="0" baseline="0">
                <a:solidFill>
                  <a:srgbClr val="000000"/>
                </a:solidFill>
                <a:latin typeface="Calibri" pitchFamily="34" charset="0"/>
                <a:ea typeface="ＭＳ Ｐゴシック" pitchFamily="0" charset="0"/>
                <a:cs typeface="Times New Roman" pitchFamily="18" charset="0"/>
              </a:rPr>
              <a:t>x</a:t>
            </a:r>
            <a:r>
              <a:rPr lang="en-US" altLang="zh-CN" sz="2800" b="0" i="0" u="none" strike="noStrike" kern="1200" cap="none" spc="0" baseline="0">
                <a:solidFill>
                  <a:srgbClr val="000000"/>
                </a:solidFill>
                <a:latin typeface="Calibri" pitchFamily="34" charset="0"/>
                <a:ea typeface="ＭＳ Ｐゴシック" pitchFamily="0" charset="0"/>
                <a:cs typeface="ＭＳ Ｐゴシック" pitchFamily="0" charset="0"/>
              </a:rPr>
              <a:t>.</a:t>
            </a:r>
            <a:endParaRPr lang="en-US" altLang="zh-CN" sz="2800" b="0" i="0" u="none" strike="noStrike" kern="1200" cap="none" spc="0" baseline="0">
              <a:solidFill>
                <a:srgbClr val="000000"/>
              </a:solidFill>
              <a:latin typeface="Calibri" pitchFamily="34" charset="0"/>
              <a:ea typeface="ＭＳ Ｐゴシック" pitchFamily="0" charset="0"/>
              <a:cs typeface="ＭＳ Ｐゴシック" pitchFamily="0" charset="0"/>
            </a:endParaRPr>
          </a:p>
          <a:p>
            <a:pPr marL="0" indent="0" algn="just" eaLnBrk="1" hangingPunct="1">
              <a:lnSpc>
                <a:spcPct val="100000"/>
              </a:lnSpc>
              <a:spcBef>
                <a:spcPct val="50000"/>
              </a:spcBef>
              <a:spcAft>
                <a:spcPts val="0"/>
              </a:spcAft>
              <a:buNone/>
            </a:pPr>
            <a:endParaRPr lang="zh-CN" altLang="en-US" sz="2800" b="0" i="0" u="none" strike="noStrike" kern="1200" cap="none" spc="0" baseline="0">
              <a:solidFill>
                <a:schemeClr val="tx1"/>
              </a:solidFill>
              <a:latin typeface="Calibri" pitchFamily="34" charset="0"/>
              <a:ea typeface="ＭＳ Ｐゴシック" pitchFamily="0" charset="0"/>
              <a:cs typeface="Times New Roman" pitchFamily="18" charset="0"/>
            </a:endParaRPr>
          </a:p>
        </p:txBody>
      </p:sp>
      <p:grpSp>
        <p:nvGrpSpPr>
          <p:cNvPr id="333" name="Combination"/>
          <p:cNvGrpSpPr>
            <a:grpSpLocks/>
          </p:cNvGrpSpPr>
          <p:nvPr/>
        </p:nvGrpSpPr>
        <p:grpSpPr>
          <a:xfrm>
            <a:off x="1558925" y="5257800"/>
            <a:ext cx="2222500" cy="1409698"/>
            <a:chOff x="1558925" y="5257800"/>
            <a:chExt cx="2222500" cy="1409698"/>
          </a:xfrm>
        </p:grpSpPr>
        <p:pic>
          <p:nvPicPr>
            <p:cNvPr id="331" name="Images" descr="MC900133433[1]"/>
            <p:cNvPicPr>
              <a:picLocks noChangeAspect="1"/>
            </p:cNvPicPr>
            <p:nvPr/>
          </p:nvPicPr>
          <p:blipFill>
            <a:blip r:embed="rId1" cstate="print"/>
            <a:stretch>
              <a:fillRect/>
            </a:stretch>
          </p:blipFill>
          <p:spPr>
            <a:xfrm rot="0">
              <a:off x="1558925" y="5257800"/>
              <a:ext cx="1498600" cy="1401761"/>
            </a:xfrm>
            <a:prstGeom prst="rect"/>
            <a:noFill/>
            <a:ln w="12700" cmpd="sng" cap="flat">
              <a:noFill/>
              <a:prstDash val="solid"/>
              <a:round/>
            </a:ln>
          </p:spPr>
        </p:pic>
        <p:pic>
          <p:nvPicPr>
            <p:cNvPr id="332" name="Images" descr="MC900027345[1]"/>
            <p:cNvPicPr>
              <a:picLocks noChangeAspect="1"/>
            </p:cNvPicPr>
            <p:nvPr/>
          </p:nvPicPr>
          <p:blipFill>
            <a:blip r:embed="rId2" cstate="print"/>
            <a:stretch>
              <a:fillRect/>
            </a:stretch>
          </p:blipFill>
          <p:spPr>
            <a:xfrm rot="0">
              <a:off x="2930525" y="5524499"/>
              <a:ext cx="850899" cy="1142998"/>
            </a:xfrm>
            <a:prstGeom prst="rect"/>
            <a:noFill/>
            <a:ln w="12700" cmpd="sng" cap="flat">
              <a:noFill/>
              <a:prstDash val="solid"/>
              <a:round/>
            </a:ln>
          </p:spPr>
        </p:pic>
      </p:grpSp>
      <p:sp>
        <p:nvSpPr>
          <p:cNvPr id="334" name="Rectangles"/>
          <p:cNvSpPr>
            <a:spLocks/>
          </p:cNvSpPr>
          <p:nvPr/>
        </p:nvSpPr>
        <p:spPr>
          <a:xfrm rot="0">
            <a:off x="3071665" y="260648"/>
            <a:ext cx="6049963" cy="719137"/>
          </a:xfrm>
          <a:prstGeom prst="rect"/>
          <a:noFill/>
          <a:ln w="25400" cmpd="sng" cap="flat">
            <a:noFill/>
            <a:prstDash val="solid"/>
            <a:round/>
          </a:ln>
        </p:spPr>
        <p:txBody>
          <a:bodyPr vert="horz" wrap="square" lIns="91440" tIns="45720" rIns="91440" bIns="45720" anchor="t" anchorCtr="0">
            <a:prstTxWarp prst="textNoShape"/>
          </a:bodyPr>
          <a:lstStyle/>
          <a:p>
            <a:pPr marL="0" indent="0" algn="ctr" eaLnBrk="0" fontAlgn="base" hangingPunct="0">
              <a:lnSpc>
                <a:spcPct val="100000"/>
              </a:lnSpc>
              <a:spcBef>
                <a:spcPts val="0"/>
              </a:spcBef>
              <a:spcAft>
                <a:spcPts val="0"/>
              </a:spcAft>
              <a:buNone/>
            </a:pPr>
            <a:r>
              <a:rPr lang="en-US" altLang="zh-CN" sz="4000" b="0" i="0" u="none" strike="noStrike" kern="1200" cap="none" spc="0" baseline="0">
                <a:solidFill>
                  <a:srgbClr val="000000"/>
                </a:solidFill>
                <a:latin typeface="Calibri" pitchFamily="34" charset="0"/>
                <a:ea typeface="宋体" pitchFamily="0" charset="0"/>
                <a:cs typeface="Calibri" pitchFamily="34" charset="0"/>
              </a:rPr>
              <a:t>Example </a:t>
            </a:r>
            <a:endParaRPr lang="zh-CN" altLang="en-US" sz="4000" b="0" i="0" u="none" strike="noStrike" kern="1200" cap="none" spc="0" baseline="0">
              <a:solidFill>
                <a:srgbClr val="000000"/>
              </a:solidFill>
              <a:latin typeface="Calibri" pitchFamily="34" charset="0"/>
              <a:ea typeface="宋体" pitchFamily="0" charset="0"/>
              <a:cs typeface="Calibri" pitchFamily="34" charset="0"/>
            </a:endParaRPr>
          </a:p>
        </p:txBody>
      </p:sp>
      <p:sp>
        <p:nvSpPr>
          <p:cNvPr id="335" name="Rectangles"/>
          <p:cNvSpPr>
            <a:spLocks/>
          </p:cNvSpPr>
          <p:nvPr/>
        </p:nvSpPr>
        <p:spPr>
          <a:xfrm rot="0">
            <a:off x="5989639" y="6519863"/>
            <a:ext cx="466724" cy="365125"/>
          </a:xfrm>
          <a:prstGeom prst="rect"/>
          <a:noFill/>
          <a:ln w="12700" cmpd="sng" cap="flat">
            <a:noFill/>
            <a:prstDash val="solid"/>
            <a:round/>
          </a:ln>
        </p:spPr>
        <p:txBody>
          <a:bodyPr vert="horz" wrap="square" lIns="91440" tIns="45720" rIns="91440" bIns="45720" anchor="ctr" anchorCtr="0">
            <a:prstTxWarp prst="textNoShape"/>
          </a:bodyPr>
          <a:lstStyle/>
          <a:p>
            <a:pPr marL="0" indent="0" algn="l" eaLnBrk="1" hangingPunct="1">
              <a:lnSpc>
                <a:spcPct val="100000"/>
              </a:lnSpc>
              <a:spcBef>
                <a:spcPts val="0"/>
              </a:spcBef>
              <a:spcAft>
                <a:spcPts val="0"/>
              </a:spcAft>
              <a:buNone/>
            </a:pPr>
            <a:fld id="{CAD2D6BD-DE1B-4B5F-8B41-2702339687B9}" type="slidenum">
              <a:rPr lang="en-US" altLang="zh-CN" sz="1200" b="0" i="0" u="none" strike="noStrike" kern="1200" cap="none" spc="0" baseline="0">
                <a:solidFill>
                  <a:srgbClr val="FFFFFF"/>
                </a:solidFill>
                <a:latin typeface="Calibri" pitchFamily="34" charset="0"/>
                <a:ea typeface="MS PGothic" pitchFamily="34" charset="-128"/>
                <a:cs typeface="Arial" pitchFamily="34" charset="0"/>
              </a:rPr>
              <a:t>28</a:t>
            </a:fld>
            <a:endParaRPr lang="zh-CN" altLang="en-US" sz="1200" b="0" i="0" u="none" strike="noStrike" kern="1200" cap="none" spc="0" baseline="0">
              <a:solidFill>
                <a:srgbClr val="FFFFFF"/>
              </a:solidFill>
              <a:latin typeface="Calibri" pitchFamily="34" charset="0"/>
              <a:ea typeface="MS PGothic" pitchFamily="34" charset="-128"/>
              <a:cs typeface="Arial" pitchFamily="34" charset="0"/>
            </a:endParaRPr>
          </a:p>
        </p:txBody>
      </p:sp>
    </p:spTree>
    <p:extLst>
      <p:ext uri="{BB962C8B-B14F-4D97-AF65-F5344CB8AC3E}">
        <p14:creationId xmlns:p14="http://schemas.microsoft.com/office/powerpoint/2010/main" val="2034958087"/>
      </p:ext>
    </p:extLst>
  </p:cSld>
  <p:clrMapOvr>
    <a:masterClrMapping/>
  </p:clrMapOvr>
</p:sld>
</file>

<file path=ppt/slides/slide29.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339" name="Text box"/>
          <p:cNvSpPr>
            <a:spLocks noGrp="1"/>
          </p:cNvSpPr>
          <p:nvPr>
            <p:ph type="body" idx="4294967295"/>
          </p:nvPr>
        </p:nvSpPr>
        <p:spPr>
          <a:xfrm rot="0">
            <a:off x="1774826" y="1465412"/>
            <a:ext cx="8893174" cy="4987923"/>
          </a:xfrm>
          <a:prstGeom prst="rect"/>
          <a:noFill/>
          <a:ln w="12700" cmpd="sng" cap="flat">
            <a:noFill/>
            <a:prstDash val="solid"/>
            <a:miter/>
          </a:ln>
        </p:spPr>
        <p:txBody>
          <a:bodyPr vert="horz" wrap="square" lIns="91440" tIns="45720" rIns="91440" bIns="45720" anchor="t" anchorCtr="0">
            <a:prstTxWarp prst="textNoShape"/>
          </a:bodyPr>
          <a:lstStyle/>
          <a:p>
            <a:pPr marL="342900" indent="-342900" algn="l">
              <a:lnSpc>
                <a:spcPct val="100000"/>
              </a:lnSpc>
              <a:spcBef>
                <a:spcPct val="20000"/>
              </a:spcBef>
              <a:spcAft>
                <a:spcPts val="0"/>
              </a:spcAft>
              <a:buFont typeface="Arial" pitchFamily="34" charset="0"/>
              <a:buChar char="•"/>
            </a:pPr>
            <a:r>
              <a:rPr lang="en-US" altLang="zh-CN" sz="2800" b="0" i="0" u="none" strike="noStrike" kern="1200" cap="none" spc="0" baseline="0">
                <a:solidFill>
                  <a:srgbClr val="000000"/>
                </a:solidFill>
                <a:latin typeface="Calibri" pitchFamily="34" charset="0"/>
                <a:ea typeface="MS PGothic" pitchFamily="34" charset="-128"/>
                <a:cs typeface="Lucida Sans" pitchFamily="0" charset="0"/>
              </a:rPr>
              <a:t>The results as follows: </a:t>
            </a:r>
            <a:endParaRPr lang="zh-CN" altLang="en-US" sz="2800" b="0" i="0" u="none" strike="noStrike" kern="1200" cap="none" spc="0" baseline="0">
              <a:solidFill>
                <a:srgbClr val="000000"/>
              </a:solidFill>
              <a:latin typeface="Calibri" pitchFamily="34" charset="0"/>
              <a:ea typeface="MS PGothic" pitchFamily="34" charset="-128"/>
              <a:cs typeface="Lucida Sans" pitchFamily="0" charset="0"/>
            </a:endParaRPr>
          </a:p>
        </p:txBody>
      </p:sp>
      <p:sp>
        <p:nvSpPr>
          <p:cNvPr id="340" name="Rectangles"/>
          <p:cNvSpPr>
            <a:spLocks/>
          </p:cNvSpPr>
          <p:nvPr/>
        </p:nvSpPr>
        <p:spPr>
          <a:xfrm rot="0">
            <a:off x="2640014" y="2116138"/>
            <a:ext cx="6480176" cy="1188402"/>
          </a:xfrm>
          <a:prstGeom prst="rect"/>
          <a:solidFill>
            <a:srgbClr val="FFFFFF"/>
          </a:solidFill>
          <a:ln w="25400" cmpd="sng" cap="flat">
            <a:solidFill>
              <a:srgbClr val="4BACC6"/>
            </a:solidFill>
            <a:prstDash val="solid"/>
            <a:round/>
          </a:ln>
        </p:spPr>
        <p:txBody>
          <a:bodyPr vert="horz" wrap="square" lIns="91440" tIns="45720" rIns="91440" bIns="45720" anchor="t" anchorCtr="0">
            <a:prstTxWarp prst="textNoShape"/>
            <a:spAutoFit/>
          </a:bodyPr>
          <a:lstStyle/>
          <a:p>
            <a:pPr marL="0" indent="0" algn="l">
              <a:lnSpc>
                <a:spcPct val="100000"/>
              </a:lnSpc>
              <a:spcBef>
                <a:spcPct val="50000"/>
              </a:spcBef>
              <a:spcAft>
                <a:spcPts val="0"/>
              </a:spcAft>
              <a:buNone/>
            </a:pPr>
            <a:r>
              <a:rPr lang="en-US" altLang="zh-CN" sz="2800" b="0" i="1" u="none" strike="noStrike" kern="1200" cap="none" spc="0" baseline="0">
                <a:solidFill>
                  <a:schemeClr val="tx1"/>
                </a:solidFill>
                <a:latin typeface="Calibri" pitchFamily="34" charset="0"/>
                <a:ea typeface="宋体" pitchFamily="0" charset="0"/>
                <a:cs typeface="Times New Roman" pitchFamily="18" charset="0"/>
              </a:rPr>
              <a:t>x</a:t>
            </a:r>
            <a:r>
              <a:rPr lang="en-US" altLang="zh-CN" sz="2800" b="0" i="0" u="none" strike="noStrike" kern="1200" cap="none" spc="0" baseline="0">
                <a:solidFill>
                  <a:schemeClr val="tx1"/>
                </a:solidFill>
                <a:latin typeface="Calibri" pitchFamily="34" charset="0"/>
                <a:ea typeface="宋体" pitchFamily="0" charset="0"/>
                <a:cs typeface="Calibri" pitchFamily="34" charset="0"/>
              </a:rPr>
              <a:t> 	  0	  1	  2	  3	  4	  5</a:t>
            </a:r>
            <a:endParaRPr lang="en-US" altLang="zh-CN" sz="2800" b="0" i="0" u="none" strike="noStrike" kern="1200" cap="none" spc="0" baseline="0">
              <a:solidFill>
                <a:schemeClr val="tx1"/>
              </a:solidFill>
              <a:latin typeface="Calibri" pitchFamily="34" charset="0"/>
              <a:ea typeface="宋体" pitchFamily="0" charset="0"/>
              <a:cs typeface="Calibri" pitchFamily="34" charset="0"/>
            </a:endParaRPr>
          </a:p>
          <a:p>
            <a:pPr marL="0" indent="0" algn="l">
              <a:lnSpc>
                <a:spcPct val="100000"/>
              </a:lnSpc>
              <a:spcBef>
                <a:spcPct val="50000"/>
              </a:spcBef>
              <a:spcAft>
                <a:spcPts val="0"/>
              </a:spcAft>
              <a:buNone/>
            </a:pPr>
            <a:r>
              <a:rPr lang="en-US" altLang="zh-CN" sz="2800" b="0" i="1" u="none" strike="noStrike" kern="1200" cap="none" spc="0" baseline="0">
                <a:solidFill>
                  <a:schemeClr val="tx1"/>
                </a:solidFill>
                <a:latin typeface="Calibri" pitchFamily="34" charset="0"/>
                <a:ea typeface="宋体" pitchFamily="0" charset="0"/>
                <a:cs typeface="Times New Roman" pitchFamily="18" charset="0"/>
              </a:rPr>
              <a:t>p</a:t>
            </a:r>
            <a:r>
              <a:rPr lang="en-US" altLang="zh-CN" sz="2800" b="0" i="0" u="none" strike="noStrike" kern="1200" cap="none" spc="0" baseline="0">
                <a:solidFill>
                  <a:schemeClr val="tx1"/>
                </a:solidFill>
                <a:latin typeface="Calibri" pitchFamily="34" charset="0"/>
                <a:ea typeface="宋体" pitchFamily="0" charset="0"/>
                <a:cs typeface="Times New Roman" pitchFamily="18" charset="0"/>
              </a:rPr>
              <a:t>(</a:t>
            </a:r>
            <a:r>
              <a:rPr lang="en-US" altLang="zh-CN" sz="2800" b="0" i="1" u="none" strike="noStrike" kern="1200" cap="none" spc="0" baseline="0">
                <a:solidFill>
                  <a:schemeClr val="tx1"/>
                </a:solidFill>
                <a:latin typeface="Calibri" pitchFamily="34" charset="0"/>
                <a:ea typeface="宋体" pitchFamily="0" charset="0"/>
                <a:cs typeface="Times New Roman" pitchFamily="18" charset="0"/>
              </a:rPr>
              <a:t>x</a:t>
            </a:r>
            <a:r>
              <a:rPr lang="en-US" altLang="zh-CN" sz="2800" b="0" i="0" u="none" strike="noStrike" kern="1200" cap="none" spc="0" baseline="0">
                <a:solidFill>
                  <a:schemeClr val="tx1"/>
                </a:solidFill>
                <a:latin typeface="Calibri" pitchFamily="34" charset="0"/>
                <a:ea typeface="宋体" pitchFamily="0" charset="0"/>
                <a:cs typeface="Times New Roman" pitchFamily="18" charset="0"/>
              </a:rPr>
              <a:t>)</a:t>
            </a:r>
            <a:r>
              <a:rPr lang="en-US" altLang="zh-CN" sz="2800" b="0" i="0" u="none" strike="noStrike" kern="1200" cap="none" spc="0" baseline="0">
                <a:solidFill>
                  <a:schemeClr val="tx1"/>
                </a:solidFill>
                <a:latin typeface="Calibri" pitchFamily="34" charset="0"/>
                <a:ea typeface="宋体" pitchFamily="0" charset="0"/>
                <a:cs typeface="Calibri" pitchFamily="34" charset="0"/>
              </a:rPr>
              <a:t>	0.26	0.31	0.21	0.13	0.06	0.03</a:t>
            </a:r>
            <a:endParaRPr lang="zh-CN" altLang="en-US" sz="2800" b="0" i="0" u="none" strike="noStrike" kern="1200" cap="none" spc="0" baseline="0">
              <a:solidFill>
                <a:schemeClr val="tx1"/>
              </a:solidFill>
              <a:latin typeface="Calibri" pitchFamily="34" charset="0"/>
              <a:ea typeface="宋体" pitchFamily="0" charset="0"/>
              <a:cs typeface="Calibri" pitchFamily="34" charset="0"/>
            </a:endParaRPr>
          </a:p>
        </p:txBody>
      </p:sp>
      <p:grpSp>
        <p:nvGrpSpPr>
          <p:cNvPr id="344" name="Combination"/>
          <p:cNvGrpSpPr>
            <a:grpSpLocks/>
          </p:cNvGrpSpPr>
          <p:nvPr/>
        </p:nvGrpSpPr>
        <p:grpSpPr>
          <a:xfrm>
            <a:off x="6133761" y="3501007"/>
            <a:ext cx="4426289" cy="2948981"/>
            <a:chOff x="6133761" y="3501007"/>
            <a:chExt cx="4426289" cy="2948981"/>
          </a:xfrm>
        </p:grpSpPr>
        <p:pic>
          <p:nvPicPr>
            <p:cNvPr id="341" name="Images"/>
            <p:cNvPicPr>
              <a:picLocks noChangeAspect="1"/>
            </p:cNvPicPr>
            <p:nvPr/>
          </p:nvPicPr>
          <p:blipFill>
            <a:blip r:embed="rId1" cstate="print"/>
            <a:stretch>
              <a:fillRect/>
            </a:stretch>
          </p:blipFill>
          <p:spPr>
            <a:xfrm rot="0">
              <a:off x="6284912" y="3501007"/>
              <a:ext cx="4275138" cy="2773824"/>
            </a:xfrm>
            <a:prstGeom prst="rect"/>
            <a:noFill/>
            <a:ln w="12700" cmpd="sng" cap="flat">
              <a:noFill/>
              <a:prstDash val="solid"/>
              <a:round/>
            </a:ln>
          </p:spPr>
        </p:pic>
        <p:sp>
          <p:nvSpPr>
            <p:cNvPr id="342" name="Rectangles"/>
            <p:cNvSpPr>
              <a:spLocks/>
            </p:cNvSpPr>
            <p:nvPr/>
          </p:nvSpPr>
          <p:spPr>
            <a:xfrm rot="0">
              <a:off x="7393737" y="6139473"/>
              <a:ext cx="2464057" cy="310515"/>
            </a:xfrm>
            <a:prstGeom prst="rect"/>
            <a:noFill/>
            <a:ln w="12700" cmpd="sng" cap="flat">
              <a:noFill/>
              <a:prstDash val="solid"/>
              <a:round/>
            </a:ln>
          </p:spPr>
          <p:txBody>
            <a:bodyPr vert="horz" wrap="square" lIns="91440" tIns="45720" rIns="91440" bIns="45720" anchor="t" anchorCtr="0">
              <a:prstTxWarp prst="textNoShape"/>
              <a:spAutoFit/>
            </a:bodyPr>
            <a:lstStyle/>
            <a:p>
              <a:pPr marL="342900" indent="-342900" algn="l" eaLnBrk="1" hangingPunct="1">
                <a:lnSpc>
                  <a:spcPct val="100000"/>
                </a:lnSpc>
                <a:spcBef>
                  <a:spcPct val="50000"/>
                </a:spcBef>
                <a:spcAft>
                  <a:spcPts val="0"/>
                </a:spcAft>
                <a:buNone/>
              </a:pPr>
              <a:r>
                <a:rPr lang="en-US" altLang="zh-CN" sz="1500" b="0" i="0" u="none" strike="noStrike" kern="1200" cap="none" spc="0" baseline="0">
                  <a:solidFill>
                    <a:srgbClr val="0000FF"/>
                  </a:solidFill>
                  <a:latin typeface="Comic Sans MS" pitchFamily="66" charset="0"/>
                  <a:ea typeface="MS PGothic" pitchFamily="34" charset="-128"/>
                  <a:cs typeface="Calibri" pitchFamily="34" charset="0"/>
                </a:rPr>
                <a:t>Number of Pets</a:t>
              </a:r>
              <a:endParaRPr lang="zh-CN" altLang="en-US" sz="1500" b="0" i="0" u="none" strike="noStrike" kern="1200" cap="none" spc="0" baseline="0">
                <a:solidFill>
                  <a:srgbClr val="0000FF"/>
                </a:solidFill>
                <a:latin typeface="Comic Sans MS" pitchFamily="66" charset="0"/>
                <a:ea typeface="MS PGothic" pitchFamily="34" charset="-128"/>
                <a:cs typeface="Calibri" pitchFamily="34" charset="0"/>
              </a:endParaRPr>
            </a:p>
          </p:txBody>
        </p:sp>
        <p:sp>
          <p:nvSpPr>
            <p:cNvPr id="343" name="Rectangles"/>
            <p:cNvSpPr>
              <a:spLocks/>
            </p:cNvSpPr>
            <p:nvPr/>
          </p:nvSpPr>
          <p:spPr>
            <a:xfrm rot="16200000">
              <a:off x="5341503" y="4686122"/>
              <a:ext cx="1895031" cy="310514"/>
            </a:xfrm>
            <a:prstGeom prst="rect"/>
            <a:noFill/>
            <a:ln w="12700" cmpd="sng" cap="flat">
              <a:noFill/>
              <a:prstDash val="solid"/>
              <a:round/>
            </a:ln>
          </p:spPr>
          <p:txBody>
            <a:bodyPr vert="horz" wrap="square" lIns="91440" tIns="45720" rIns="91440" bIns="45720" anchor="t" anchorCtr="0">
              <a:prstTxWarp prst="textNoShape"/>
              <a:spAutoFit/>
            </a:bodyPr>
            <a:lstStyle/>
            <a:p>
              <a:pPr marL="342900" indent="-342900" algn="l" eaLnBrk="1" hangingPunct="1">
                <a:lnSpc>
                  <a:spcPct val="100000"/>
                </a:lnSpc>
                <a:spcBef>
                  <a:spcPct val="50000"/>
                </a:spcBef>
                <a:spcAft>
                  <a:spcPts val="0"/>
                </a:spcAft>
                <a:buNone/>
              </a:pPr>
              <a:r>
                <a:rPr lang="en-US" altLang="zh-CN" sz="1500" b="0" i="0" u="none" strike="noStrike" kern="1200" cap="none" spc="0" baseline="0">
                  <a:solidFill>
                    <a:srgbClr val="0000FF"/>
                  </a:solidFill>
                  <a:latin typeface="Comic Sans MS" pitchFamily="66" charset="0"/>
                  <a:ea typeface="MS PGothic" pitchFamily="34" charset="-128"/>
                  <a:cs typeface="Calibri" pitchFamily="34" charset="0"/>
                </a:rPr>
                <a:t>Probability</a:t>
              </a:r>
              <a:endParaRPr lang="zh-CN" altLang="en-US" sz="1500" b="0" i="0" u="none" strike="noStrike" kern="1200" cap="none" spc="0" baseline="0">
                <a:solidFill>
                  <a:srgbClr val="0000FF"/>
                </a:solidFill>
                <a:latin typeface="Comic Sans MS" pitchFamily="66" charset="0"/>
                <a:ea typeface="MS PGothic" pitchFamily="34" charset="-128"/>
                <a:cs typeface="Calibri" pitchFamily="34" charset="0"/>
              </a:endParaRPr>
            </a:p>
          </p:txBody>
        </p:sp>
      </p:grpSp>
      <p:sp>
        <p:nvSpPr>
          <p:cNvPr id="345" name="Rounded rectangle callout"/>
          <p:cNvSpPr>
            <a:spLocks/>
          </p:cNvSpPr>
          <p:nvPr/>
        </p:nvSpPr>
        <p:spPr>
          <a:xfrm rot="0">
            <a:off x="1595440" y="3741738"/>
            <a:ext cx="4284661" cy="1487462"/>
          </a:xfrm>
          <a:prstGeom prst="wedgeRoundRectCallout">
            <a:avLst>
              <a:gd name="adj1" fmla="val 55180"/>
              <a:gd name="adj2" fmla="val 68819"/>
              <a:gd name="adj3" fmla="val 16667"/>
            </a:avLst>
          </a:prstGeom>
          <a:solidFill>
            <a:srgbClr val="FFFF00"/>
          </a:solidFill>
          <a:ln w="12700" cmpd="sng" cap="flat">
            <a:noFill/>
            <a:prstDash val="solid"/>
            <a:round/>
          </a:ln>
        </p:spPr>
        <p:txBody>
          <a:bodyPr vert="horz" wrap="square" lIns="91440" tIns="45720" rIns="91440" bIns="45720" anchor="t" anchorCtr="0">
            <a:prstTxWarp prst="textNoShape"/>
          </a:bodyPr>
          <a:lstStyle/>
          <a:p>
            <a:pPr marL="342900" indent="-342900" algn="ctr" eaLnBrk="1" hangingPunct="1">
              <a:lnSpc>
                <a:spcPct val="100000"/>
              </a:lnSpc>
              <a:spcBef>
                <a:spcPts val="0"/>
              </a:spcBef>
              <a:spcAft>
                <a:spcPts val="0"/>
              </a:spcAft>
              <a:buNone/>
            </a:pPr>
            <a:r>
              <a:rPr lang="en-US" altLang="zh-CN" sz="2000" b="0" i="0" u="none" strike="noStrike" kern="1200" cap="none" spc="0" baseline="0">
                <a:solidFill>
                  <a:srgbClr val="0000FF"/>
                </a:solidFill>
                <a:latin typeface="Calibri" pitchFamily="34" charset="0"/>
                <a:ea typeface="MS PGothic" pitchFamily="34" charset="-128"/>
                <a:cs typeface="Calibri" pitchFamily="34" charset="0"/>
              </a:rPr>
              <a:t>This is called a </a:t>
            </a:r>
            <a:r>
              <a:rPr lang="en-US" altLang="zh-CN" sz="2000" b="0" i="0" u="none" strike="noStrike" kern="1200" cap="none" spc="0" baseline="0">
                <a:solidFill>
                  <a:srgbClr val="FF0000"/>
                </a:solidFill>
                <a:latin typeface="Calibri" pitchFamily="34" charset="0"/>
                <a:ea typeface="MS PGothic" pitchFamily="34" charset="-128"/>
                <a:cs typeface="Calibri" pitchFamily="34" charset="0"/>
              </a:rPr>
              <a:t>discrete probability</a:t>
            </a:r>
            <a:r>
              <a:rPr lang="en-US" altLang="zh-CN" sz="2000" b="0" i="0" u="none" strike="noStrike" kern="1200" cap="none" spc="0" baseline="0">
                <a:solidFill>
                  <a:srgbClr val="0000FF"/>
                </a:solidFill>
                <a:latin typeface="Calibri" pitchFamily="34" charset="0"/>
                <a:ea typeface="MS PGothic" pitchFamily="34" charset="-128"/>
                <a:cs typeface="Calibri" pitchFamily="34" charset="0"/>
              </a:rPr>
              <a:t> distribution.  It can also be displayed in a histogram with the probability on the vertical axis.</a:t>
            </a:r>
            <a:endParaRPr lang="zh-CN" altLang="en-US" sz="2000" b="0" i="0" u="none" strike="noStrike" kern="1200" cap="none" spc="0" baseline="0">
              <a:solidFill>
                <a:srgbClr val="0000FF"/>
              </a:solidFill>
              <a:latin typeface="Calibri" pitchFamily="34" charset="0"/>
              <a:ea typeface="MS PGothic" pitchFamily="34" charset="-128"/>
              <a:cs typeface="Calibri" pitchFamily="34" charset="0"/>
            </a:endParaRPr>
          </a:p>
        </p:txBody>
      </p:sp>
      <p:sp>
        <p:nvSpPr>
          <p:cNvPr id="346" name="Rectangles"/>
          <p:cNvSpPr>
            <a:spLocks/>
          </p:cNvSpPr>
          <p:nvPr/>
        </p:nvSpPr>
        <p:spPr>
          <a:xfrm rot="0">
            <a:off x="5989639" y="6519863"/>
            <a:ext cx="466724" cy="365125"/>
          </a:xfrm>
          <a:prstGeom prst="rect"/>
          <a:noFill/>
          <a:ln w="12700" cmpd="sng" cap="flat">
            <a:noFill/>
            <a:prstDash val="solid"/>
            <a:round/>
          </a:ln>
        </p:spPr>
        <p:txBody>
          <a:bodyPr vert="horz" wrap="square" lIns="91440" tIns="45720" rIns="91440" bIns="45720" anchor="ctr" anchorCtr="0">
            <a:prstTxWarp prst="textNoShape"/>
          </a:bodyPr>
          <a:lstStyle/>
          <a:p>
            <a:pPr marL="0" indent="0" algn="l" eaLnBrk="1" hangingPunct="1">
              <a:lnSpc>
                <a:spcPct val="100000"/>
              </a:lnSpc>
              <a:spcBef>
                <a:spcPts val="0"/>
              </a:spcBef>
              <a:spcAft>
                <a:spcPts val="0"/>
              </a:spcAft>
              <a:buNone/>
            </a:pPr>
            <a:fld id="{CAD2D6BD-DE1B-4B5F-8B41-2702339687B9}" type="slidenum">
              <a:rPr lang="en-US" altLang="zh-CN" sz="1200" b="0" i="0" u="none" strike="noStrike" kern="1200" cap="none" spc="0" baseline="0">
                <a:solidFill>
                  <a:srgbClr val="FFFFFF"/>
                </a:solidFill>
                <a:latin typeface="Calibri" pitchFamily="34" charset="0"/>
                <a:ea typeface="MS PGothic" pitchFamily="34" charset="-128"/>
                <a:cs typeface="Arial" pitchFamily="34" charset="0"/>
              </a:rPr>
              <a:t>29</a:t>
            </a:fld>
            <a:endParaRPr lang="zh-CN" altLang="en-US" sz="1200" b="0" i="0" u="none" strike="noStrike" kern="1200" cap="none" spc="0" baseline="0">
              <a:solidFill>
                <a:srgbClr val="FFFFFF"/>
              </a:solidFill>
              <a:latin typeface="Calibri" pitchFamily="34" charset="0"/>
              <a:ea typeface="MS PGothic" pitchFamily="34" charset="-128"/>
              <a:cs typeface="Arial" pitchFamily="34" charset="0"/>
            </a:endParaRPr>
          </a:p>
        </p:txBody>
      </p:sp>
    </p:spTree>
    <p:extLst>
      <p:ext uri="{BB962C8B-B14F-4D97-AF65-F5344CB8AC3E}">
        <p14:creationId xmlns:p14="http://schemas.microsoft.com/office/powerpoint/2010/main" val="1012681463"/>
      </p:ext>
    </p:extLst>
  </p:cSld>
  <p:clrMapOvr>
    <a:masterClrMapping/>
  </p:clrMapOvr>
</p:sld>
</file>

<file path=ppt/slides/slide30.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350" name="Text box"/>
          <p:cNvSpPr>
            <a:spLocks noGrp="1"/>
          </p:cNvSpPr>
          <p:nvPr>
            <p:ph type="title"/>
          </p:nvPr>
        </p:nvSpPr>
        <p:spPr>
          <a:xfrm rot="0">
            <a:off x="4007768" y="260648"/>
            <a:ext cx="6271201" cy="863823"/>
          </a:xfrm>
          <a:prstGeom prst="rect"/>
          <a:solidFill>
            <a:srgbClr val="FFFFFF"/>
          </a:solidFill>
          <a:ln w="25400" cmpd="sng" cap="flat">
            <a:solidFill>
              <a:srgbClr val="C0504D"/>
            </a:solidFill>
            <a:prstDash val="solid"/>
            <a:round/>
          </a:ln>
        </p:spPr>
        <p:txBody>
          <a:bodyPr vert="horz" wrap="square" lIns="91440" tIns="45720" rIns="91440" bIns="45720" anchor="ctr" anchorCtr="0">
            <a:prstTxWarp prst="textNoShape"/>
          </a:bodyPr>
          <a:lstStyle/>
          <a:p>
            <a:pPr marL="0" indent="0" algn="ctr" eaLnBrk="1" hangingPunct="1">
              <a:lnSpc>
                <a:spcPct val="100000"/>
              </a:lnSpc>
              <a:spcBef>
                <a:spcPts val="0"/>
              </a:spcBef>
              <a:spcAft>
                <a:spcPts val="0"/>
              </a:spcAft>
              <a:buNone/>
            </a:pPr>
            <a:r>
              <a:rPr lang="en-US" altLang="zh-CN" sz="3200" b="1" i="0" u="none" strike="noStrike" kern="1200" cap="none" spc="0" baseline="0">
                <a:solidFill>
                  <a:schemeClr val="tx1"/>
                </a:solidFill>
                <a:latin typeface="Calibri" pitchFamily="34" charset="0"/>
                <a:ea typeface="宋体" pitchFamily="0" charset="0"/>
                <a:cs typeface="Calibri" pitchFamily="34" charset="0"/>
              </a:rPr>
              <a:t>Properties of Discrete Probability Distributions</a:t>
            </a:r>
            <a:endParaRPr lang="zh-CN" altLang="en-US" sz="3200" b="1" i="0" u="none" strike="noStrike" kern="1200" cap="none" spc="0" baseline="0">
              <a:solidFill>
                <a:schemeClr val="tx1"/>
              </a:solidFill>
              <a:latin typeface="Calibri" pitchFamily="34" charset="0"/>
              <a:ea typeface="宋体" pitchFamily="0" charset="0"/>
              <a:cs typeface="Calibri" pitchFamily="34" charset="0"/>
            </a:endParaRPr>
          </a:p>
        </p:txBody>
      </p:sp>
      <p:sp>
        <p:nvSpPr>
          <p:cNvPr id="351" name="Text box"/>
          <p:cNvSpPr>
            <a:spLocks noGrp="1"/>
          </p:cNvSpPr>
          <p:nvPr>
            <p:ph type="body" idx="4294967295"/>
          </p:nvPr>
        </p:nvSpPr>
        <p:spPr>
          <a:xfrm rot="0">
            <a:off x="2553792" y="1772692"/>
            <a:ext cx="7286625" cy="4392610"/>
          </a:xfrm>
          <a:prstGeom prst="rect"/>
          <a:noFill/>
          <a:ln w="12700" cmpd="sng" cap="flat">
            <a:noFill/>
            <a:prstDash val="solid"/>
            <a:miter/>
          </a:ln>
        </p:spPr>
        <p:txBody>
          <a:bodyPr vert="horz" wrap="square" lIns="91440" tIns="45720" rIns="91440" bIns="45720" anchor="t" anchorCtr="0">
            <a:prstTxWarp prst="textNoShape"/>
          </a:bodyPr>
          <a:lstStyle/>
          <a:p>
            <a:pPr marL="609600" indent="-609600" algn="l" eaLnBrk="1" hangingPunct="1">
              <a:lnSpc>
                <a:spcPct val="100000"/>
              </a:lnSpc>
              <a:spcBef>
                <a:spcPct val="20000"/>
              </a:spcBef>
              <a:spcAft>
                <a:spcPts val="0"/>
              </a:spcAft>
              <a:buNone/>
            </a:pPr>
            <a:r>
              <a:rPr lang="en-US" altLang="zh-CN" sz="2800" b="0" i="0" u="none" strike="noStrike" kern="1200" cap="none" spc="0" baseline="0">
                <a:solidFill>
                  <a:srgbClr val="000000"/>
                </a:solidFill>
                <a:latin typeface="Calibri" pitchFamily="34" charset="0"/>
                <a:ea typeface="ＭＳ Ｐゴシック" pitchFamily="0" charset="0"/>
                <a:cs typeface="Lucida Sans" pitchFamily="0" charset="0"/>
              </a:rPr>
              <a:t>1) For every possible </a:t>
            </a:r>
            <a:r>
              <a:rPr lang="en-US" altLang="zh-CN" sz="2800" b="0" i="1" u="none" strike="noStrike" kern="1200" cap="none" spc="0" baseline="0">
                <a:solidFill>
                  <a:srgbClr val="000000"/>
                </a:solidFill>
                <a:latin typeface="Calibri" pitchFamily="34" charset="0"/>
                <a:ea typeface="ＭＳ Ｐゴシック" pitchFamily="0" charset="0"/>
                <a:cs typeface="Times New Roman" pitchFamily="18" charset="0"/>
              </a:rPr>
              <a:t>x</a:t>
            </a:r>
            <a:r>
              <a:rPr lang="en-US" altLang="zh-CN" sz="2800" b="0" i="0" u="none" strike="noStrike" kern="1200" cap="none" spc="0" baseline="0">
                <a:solidFill>
                  <a:srgbClr val="000000"/>
                </a:solidFill>
                <a:latin typeface="Calibri" pitchFamily="34" charset="0"/>
                <a:ea typeface="ＭＳ Ｐゴシック" pitchFamily="0" charset="0"/>
                <a:cs typeface="Lucida Sans" pitchFamily="0" charset="0"/>
              </a:rPr>
              <a:t> value, </a:t>
            </a:r>
            <a:endParaRPr lang="en-US" altLang="zh-CN" sz="2800" b="0" i="0" u="none" strike="noStrike" kern="1200" cap="none" spc="0" baseline="0">
              <a:solidFill>
                <a:srgbClr val="000000"/>
              </a:solidFill>
              <a:latin typeface="Calibri" pitchFamily="34" charset="0"/>
              <a:ea typeface="ＭＳ Ｐゴシック" pitchFamily="0" charset="0"/>
              <a:cs typeface="Lucida Sans" pitchFamily="0" charset="0"/>
            </a:endParaRPr>
          </a:p>
          <a:p>
            <a:pPr marL="609600" indent="-609600" algn="l" eaLnBrk="1" hangingPunct="1">
              <a:lnSpc>
                <a:spcPct val="100000"/>
              </a:lnSpc>
              <a:spcBef>
                <a:spcPct val="20000"/>
              </a:spcBef>
              <a:spcAft>
                <a:spcPts val="0"/>
              </a:spcAft>
              <a:buNone/>
            </a:pPr>
            <a:r>
              <a:rPr lang="en-US" altLang="zh-CN" sz="2800" b="0" i="0" u="none" strike="noStrike" kern="1200" cap="none" spc="0" baseline="0">
                <a:solidFill>
                  <a:srgbClr val="000000"/>
                </a:solidFill>
                <a:latin typeface="Calibri" pitchFamily="34" charset="0"/>
                <a:ea typeface="ＭＳ Ｐゴシック" pitchFamily="0" charset="0"/>
                <a:cs typeface="Lucida Sans" pitchFamily="0" charset="0"/>
              </a:rPr>
              <a:t>			0 </a:t>
            </a:r>
            <a:r>
              <a:rPr lang="en-US" altLang="zh-CN" sz="2800" b="0" i="0" u="sng" strike="noStrike" kern="1200" cap="none" spc="0" baseline="0">
                <a:solidFill>
                  <a:srgbClr val="000000"/>
                </a:solidFill>
                <a:latin typeface="Calibri" pitchFamily="34" charset="0"/>
                <a:ea typeface="ＭＳ Ｐゴシック" pitchFamily="0" charset="0"/>
                <a:cs typeface="Lucida Sans" pitchFamily="0" charset="0"/>
              </a:rPr>
              <a:t>&lt;</a:t>
            </a:r>
            <a:r>
              <a:rPr lang="en-US" altLang="zh-CN" sz="2800" b="0" i="0" u="none" strike="noStrike" kern="1200" cap="none" spc="0" baseline="0">
                <a:solidFill>
                  <a:srgbClr val="000000"/>
                </a:solidFill>
                <a:latin typeface="Calibri" pitchFamily="34" charset="0"/>
                <a:ea typeface="ＭＳ Ｐゴシック" pitchFamily="0" charset="0"/>
                <a:cs typeface="Lucida Sans" pitchFamily="0" charset="0"/>
              </a:rPr>
              <a:t> </a:t>
            </a:r>
            <a:r>
              <a:rPr lang="en-US" altLang="zh-CN" sz="2800" b="0" i="1" u="none" strike="noStrike" kern="1200" cap="none" spc="0" baseline="0">
                <a:solidFill>
                  <a:srgbClr val="000000"/>
                </a:solidFill>
                <a:latin typeface="Calibri" pitchFamily="34" charset="0"/>
                <a:ea typeface="ＭＳ Ｐゴシック" pitchFamily="0" charset="0"/>
                <a:cs typeface="Times New Roman" pitchFamily="18" charset="0"/>
              </a:rPr>
              <a:t>p</a:t>
            </a:r>
            <a:r>
              <a:rPr lang="en-US" altLang="zh-CN" sz="2800" b="0" i="0" u="none" strike="noStrike" kern="1200" cap="none" spc="0" baseline="0">
                <a:solidFill>
                  <a:srgbClr val="000000"/>
                </a:solidFill>
                <a:latin typeface="Calibri" pitchFamily="34" charset="0"/>
                <a:ea typeface="ＭＳ Ｐゴシック" pitchFamily="0" charset="0"/>
                <a:cs typeface="Times New Roman" pitchFamily="18" charset="0"/>
              </a:rPr>
              <a:t>(</a:t>
            </a:r>
            <a:r>
              <a:rPr lang="en-US" altLang="zh-CN" sz="2800" b="0" i="1" u="none" strike="noStrike" kern="1200" cap="none" spc="0" baseline="0">
                <a:solidFill>
                  <a:srgbClr val="000000"/>
                </a:solidFill>
                <a:latin typeface="Calibri" pitchFamily="34" charset="0"/>
                <a:ea typeface="ＭＳ Ｐゴシック" pitchFamily="0" charset="0"/>
                <a:cs typeface="Times New Roman" pitchFamily="18" charset="0"/>
              </a:rPr>
              <a:t>x</a:t>
            </a:r>
            <a:r>
              <a:rPr lang="en-US" altLang="zh-CN" sz="2800" b="0" i="0" u="none" strike="noStrike" kern="1200" cap="none" spc="0" baseline="0">
                <a:solidFill>
                  <a:srgbClr val="000000"/>
                </a:solidFill>
                <a:latin typeface="Calibri" pitchFamily="34" charset="0"/>
                <a:ea typeface="ＭＳ Ｐゴシック" pitchFamily="0" charset="0"/>
                <a:cs typeface="Times New Roman" pitchFamily="18" charset="0"/>
              </a:rPr>
              <a:t>)</a:t>
            </a:r>
            <a:r>
              <a:rPr lang="en-US" altLang="zh-CN" sz="2800" b="0" i="0" u="none" strike="noStrike" kern="1200" cap="none" spc="0" baseline="0">
                <a:solidFill>
                  <a:srgbClr val="000000"/>
                </a:solidFill>
                <a:latin typeface="Calibri" pitchFamily="34" charset="0"/>
                <a:ea typeface="ＭＳ Ｐゴシック" pitchFamily="0" charset="0"/>
                <a:cs typeface="Lucida Sans" pitchFamily="0" charset="0"/>
              </a:rPr>
              <a:t> </a:t>
            </a:r>
            <a:r>
              <a:rPr lang="en-US" altLang="zh-CN" sz="2800" b="0" i="0" u="sng" strike="noStrike" kern="1200" cap="none" spc="0" baseline="0">
                <a:solidFill>
                  <a:srgbClr val="000000"/>
                </a:solidFill>
                <a:latin typeface="Calibri" pitchFamily="34" charset="0"/>
                <a:ea typeface="ＭＳ Ｐゴシック" pitchFamily="0" charset="0"/>
                <a:cs typeface="Lucida Sans" pitchFamily="0" charset="0"/>
              </a:rPr>
              <a:t>&lt;</a:t>
            </a:r>
            <a:r>
              <a:rPr lang="en-US" altLang="zh-CN" sz="2800" b="0" i="0" u="none" strike="noStrike" kern="1200" cap="none" spc="0" baseline="0">
                <a:solidFill>
                  <a:srgbClr val="000000"/>
                </a:solidFill>
                <a:latin typeface="Calibri" pitchFamily="34" charset="0"/>
                <a:ea typeface="ＭＳ Ｐゴシック" pitchFamily="0" charset="0"/>
                <a:cs typeface="Lucida Sans" pitchFamily="0" charset="0"/>
              </a:rPr>
              <a:t> 1.</a:t>
            </a:r>
            <a:endParaRPr lang="en-US" altLang="zh-CN" sz="2800" b="0" i="0" u="none" strike="noStrike" kern="1200" cap="none" spc="0" baseline="0">
              <a:solidFill>
                <a:srgbClr val="000000"/>
              </a:solidFill>
              <a:latin typeface="Calibri" pitchFamily="34" charset="0"/>
              <a:ea typeface="ＭＳ Ｐゴシック" pitchFamily="0" charset="0"/>
              <a:cs typeface="Lucida Sans" pitchFamily="0" charset="0"/>
            </a:endParaRPr>
          </a:p>
          <a:p>
            <a:pPr marL="609600" indent="-609600" algn="l" eaLnBrk="1" hangingPunct="1">
              <a:lnSpc>
                <a:spcPct val="100000"/>
              </a:lnSpc>
              <a:spcBef>
                <a:spcPct val="20000"/>
              </a:spcBef>
              <a:spcAft>
                <a:spcPts val="0"/>
              </a:spcAft>
              <a:buNone/>
            </a:pPr>
            <a:endParaRPr lang="en-US" altLang="zh-CN" sz="2800" b="0" i="0" u="none" strike="noStrike" kern="1200" cap="none" spc="0" baseline="0">
              <a:solidFill>
                <a:srgbClr val="000000"/>
              </a:solidFill>
              <a:latin typeface="Calibri" pitchFamily="34" charset="0"/>
              <a:ea typeface="ＭＳ Ｐゴシック" pitchFamily="0" charset="0"/>
              <a:cs typeface="Lucida Sans" pitchFamily="0" charset="0"/>
            </a:endParaRPr>
          </a:p>
          <a:p>
            <a:pPr marL="609600" indent="-609600" algn="l" eaLnBrk="1" hangingPunct="1">
              <a:lnSpc>
                <a:spcPct val="100000"/>
              </a:lnSpc>
              <a:spcBef>
                <a:spcPct val="20000"/>
              </a:spcBef>
              <a:spcAft>
                <a:spcPts val="0"/>
              </a:spcAft>
              <a:buNone/>
            </a:pPr>
            <a:r>
              <a:rPr lang="en-US" altLang="zh-CN" sz="2800" b="0" i="0" u="none" strike="noStrike" kern="1200" cap="none" spc="0" baseline="0">
                <a:solidFill>
                  <a:srgbClr val="000000"/>
                </a:solidFill>
                <a:latin typeface="Calibri" pitchFamily="34" charset="0"/>
                <a:ea typeface="ＭＳ Ｐゴシック" pitchFamily="0" charset="0"/>
                <a:cs typeface="Lucida Sans" pitchFamily="0" charset="0"/>
              </a:rPr>
              <a:t>2) </a:t>
            </a:r>
            <a:endParaRPr lang="en-US" altLang="zh-CN" sz="2800" b="0" i="0" u="none" strike="noStrike" kern="1200" cap="none" spc="0" baseline="0">
              <a:solidFill>
                <a:srgbClr val="000000"/>
              </a:solidFill>
              <a:latin typeface="Calibri" pitchFamily="34" charset="0"/>
              <a:ea typeface="ＭＳ Ｐゴシック" pitchFamily="0" charset="0"/>
              <a:cs typeface="Lucida Sans" pitchFamily="0" charset="0"/>
            </a:endParaRPr>
          </a:p>
          <a:p>
            <a:pPr marL="609600" indent="-609600" algn="l" eaLnBrk="1" hangingPunct="1">
              <a:lnSpc>
                <a:spcPct val="100000"/>
              </a:lnSpc>
              <a:spcBef>
                <a:spcPct val="20000"/>
              </a:spcBef>
              <a:spcAft>
                <a:spcPts val="0"/>
              </a:spcAft>
              <a:buNone/>
            </a:pPr>
            <a:r>
              <a:rPr lang="en-US" altLang="zh-CN" sz="2800" b="0" i="0" u="none" strike="noStrike" kern="1200" cap="none" spc="0" baseline="0">
                <a:solidFill>
                  <a:srgbClr val="000000"/>
                </a:solidFill>
                <a:latin typeface="Calibri" pitchFamily="34" charset="0"/>
                <a:ea typeface="ＭＳ Ｐゴシック" pitchFamily="0" charset="0"/>
                <a:cs typeface="Lucida Sans" pitchFamily="0" charset="0"/>
              </a:rPr>
              <a:t>			</a:t>
            </a:r>
            <a:endParaRPr lang="zh-CN" altLang="en-US" sz="2800" b="0" i="0" u="none" strike="noStrike" kern="1200" cap="none" spc="0" baseline="0">
              <a:solidFill>
                <a:srgbClr val="000000"/>
              </a:solidFill>
              <a:latin typeface="Calibri" pitchFamily="34" charset="0"/>
              <a:ea typeface="ＭＳ Ｐゴシック" pitchFamily="0" charset="0"/>
              <a:cs typeface="Lucida Sans" pitchFamily="0" charset="0"/>
            </a:endParaRPr>
          </a:p>
        </p:txBody>
      </p:sp>
      <p:graphicFrame>
        <p:nvGraphicFramePr>
          <p:cNvPr id="352" name="Object"/>
          <p:cNvGraphicFramePr>
            <a:graphicFrameLocks noChangeAspect="1"/>
          </p:cNvGraphicFramePr>
          <p:nvPr/>
        </p:nvGraphicFramePr>
        <p:xfrm>
          <a:off x="3057525" y="3157449"/>
          <a:ext cx="1800199" cy="847962"/>
        </p:xfrm>
        <a:graphic>
          <a:graphicData uri="http://schemas.openxmlformats.org/presentationml/2006/ole">
            <mc:AlternateContent xmlns:mc="http://schemas.openxmlformats.org/markup-compatibility/2006">
              <mc:Choice xmlns:v="urn:schemas-microsoft-com:vml" Requires="v">
                <p:oleObj spid="" name="package" imgW="2120900" imgH="990600" progId="package">
                  <p:embed/>
                </p:oleObj>
              </mc:Choice>
              <mc:Fallback>
                <p:oleObj name="package" imgW="2120900" imgH="990600" progId="package">
                  <p:embed/>
                  <p:pic>
                    <p:nvPicPr>
                      <p:cNvPr id="352" name="Object"/>
                      <p:cNvPicPr>
                        <a:picLocks noChangeAspect="1"/>
                      </p:cNvPicPr>
                      <p:nvPr/>
                    </p:nvPicPr>
                    <p:blipFill>
                      <a:blip r:embed="rId1" cstate="print"/>
                      <a:stretch>
                        <a:fillRect/>
                      </a:stretch>
                    </p:blipFill>
                    <p:spPr>
                      <a:xfrm rot="0">
                        <a:off x="3057525" y="3157449"/>
                        <a:ext cx="1800199" cy="847962"/>
                      </a:xfrm>
                      <a:prstGeom prst="rect"/>
                      <a:noFill/>
                      <a:ln cmpd="sng" cap="flat">
                        <a:noFill/>
                        <a:prstDash val="solid"/>
                        <a:round/>
                      </a:ln>
                    </p:spPr>
                  </p:pic>
                </p:oleObj>
              </mc:Fallback>
            </mc:AlternateContent>
          </a:graphicData>
        </a:graphic>
      </p:graphicFrame>
      <p:sp>
        <p:nvSpPr>
          <p:cNvPr id="353" name="Rectangles"/>
          <p:cNvSpPr>
            <a:spLocks noGrp="1"/>
          </p:cNvSpPr>
          <p:nvPr>
            <p:ph type="sldNum" idx="12"/>
          </p:nvPr>
        </p:nvSpPr>
        <p:spPr>
          <a:xfrm rot="0">
            <a:off x="5989639" y="6519863"/>
            <a:ext cx="466724" cy="365125"/>
          </a:xfrm>
          <a:prstGeom prst="rect"/>
          <a:noFill/>
          <a:ln w="12700" cmpd="sng" cap="flat">
            <a:noFill/>
            <a:prstDash val="solid"/>
            <a:miter/>
          </a:ln>
        </p:spPr>
        <p:txBody>
          <a:bodyPr vert="horz" wrap="square" lIns="91440" tIns="45720" rIns="91440" bIns="45720" anchor="ctr" anchorCtr="0">
            <a:prstTxWarp prst="textNoShape"/>
          </a:bodyPr>
          <a:lstStyle/>
          <a:p>
            <a:pPr marL="0" indent="0" algn="l" eaLnBrk="1" hangingPunct="1">
              <a:lnSpc>
                <a:spcPct val="100000"/>
              </a:lnSpc>
              <a:spcBef>
                <a:spcPts val="0"/>
              </a:spcBef>
              <a:spcAft>
                <a:spcPts val="0"/>
              </a:spcAft>
              <a:buNone/>
            </a:pPr>
            <a:fld id="{CAD2D6BD-DE1B-4B5F-8B41-2702339687B9}" type="slidenum">
              <a:rPr lang="en-US" altLang="zh-CN" sz="1200" b="0" i="0" u="none" strike="noStrike" kern="1200" cap="none" spc="0" baseline="0">
                <a:solidFill>
                  <a:srgbClr val="FFFFFF"/>
                </a:solidFill>
                <a:latin typeface="Calibri" pitchFamily="34" charset="0"/>
                <a:ea typeface="MS PGothic" pitchFamily="34" charset="-128"/>
                <a:cs typeface="Arial" pitchFamily="34" charset="0"/>
              </a:rPr>
              <a:t>30</a:t>
            </a:fld>
            <a:endParaRPr lang="zh-CN" altLang="en-US" sz="1200" b="0" i="0" u="none" strike="noStrike" kern="1200" cap="none" spc="0" baseline="0">
              <a:solidFill>
                <a:srgbClr val="FFFFFF"/>
              </a:solidFill>
              <a:latin typeface="Calibri" pitchFamily="34" charset="0"/>
              <a:ea typeface="MS PGothic" pitchFamily="34" charset="-128"/>
              <a:cs typeface="Arial" pitchFamily="34" charset="0"/>
            </a:endParaRPr>
          </a:p>
        </p:txBody>
      </p:sp>
    </p:spTree>
    <p:extLst>
      <p:ext uri="{BB962C8B-B14F-4D97-AF65-F5344CB8AC3E}">
        <p14:creationId xmlns:p14="http://schemas.microsoft.com/office/powerpoint/2010/main" val="559351672"/>
      </p:ext>
    </p:extLst>
  </p:cSld>
  <p:clrMapOvr>
    <a:masterClrMapping/>
  </p:clrMapOvr>
</p:sld>
</file>

<file path=ppt/slides/slide31.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357" name="Rectangles"/>
          <p:cNvSpPr>
            <a:spLocks/>
          </p:cNvSpPr>
          <p:nvPr/>
        </p:nvSpPr>
        <p:spPr>
          <a:xfrm rot="0">
            <a:off x="1919288" y="1402632"/>
            <a:ext cx="8382000" cy="3520440"/>
          </a:xfrm>
          <a:prstGeom prst="rect"/>
          <a:noFill/>
          <a:ln w="9525" cmpd="sng" cap="flat">
            <a:noFill/>
            <a:prstDash val="solid"/>
            <a:miter/>
          </a:ln>
        </p:spPr>
        <p:txBody>
          <a:bodyPr vert="horz" wrap="square" lIns="91440" tIns="45720" rIns="91440" bIns="45720" anchor="t" anchorCtr="0">
            <a:prstTxWarp prst="textNoShape"/>
            <a:spAutoFit/>
          </a:bodyPr>
          <a:lstStyle/>
          <a:p>
            <a:pPr marL="0" indent="0" algn="just" eaLnBrk="1" hangingPunct="1">
              <a:lnSpc>
                <a:spcPct val="100000"/>
              </a:lnSpc>
              <a:spcBef>
                <a:spcPct val="50000"/>
              </a:spcBef>
              <a:spcAft>
                <a:spcPts val="0"/>
              </a:spcAft>
              <a:buNone/>
            </a:pPr>
            <a:r>
              <a:rPr lang="en-US" altLang="zh-CN" sz="2800" b="0" i="0" u="none" strike="noStrike" kern="1200" cap="none" spc="0" baseline="0">
                <a:solidFill>
                  <a:srgbClr val="000000"/>
                </a:solidFill>
                <a:latin typeface="Calibri" pitchFamily="34" charset="0"/>
                <a:ea typeface="ＭＳ Ｐゴシック" pitchFamily="0" charset="0"/>
                <a:cs typeface="ＭＳ Ｐゴシック" pitchFamily="0" charset="0"/>
              </a:rPr>
              <a:t>Refer to previous example (Dogs and Cats) .</a:t>
            </a:r>
            <a:endParaRPr lang="en-US" altLang="zh-CN" sz="2800" b="0" i="0" u="none" strike="noStrike" kern="1200" cap="none" spc="0" baseline="0">
              <a:solidFill>
                <a:srgbClr val="000000"/>
              </a:solidFill>
              <a:latin typeface="Calibri" pitchFamily="34" charset="0"/>
              <a:ea typeface="ＭＳ Ｐゴシック" pitchFamily="0" charset="0"/>
              <a:cs typeface="ＭＳ Ｐゴシック" pitchFamily="0" charset="0"/>
            </a:endParaRPr>
          </a:p>
          <a:p>
            <a:pPr marL="0" indent="0" algn="just" eaLnBrk="1" hangingPunct="1">
              <a:lnSpc>
                <a:spcPct val="100000"/>
              </a:lnSpc>
              <a:spcBef>
                <a:spcPct val="50000"/>
              </a:spcBef>
              <a:spcAft>
                <a:spcPts val="0"/>
              </a:spcAft>
              <a:buNone/>
            </a:pPr>
            <a:endParaRPr lang="en-US" altLang="zh-CN" sz="2800" b="0" i="0" u="none" strike="noStrike" kern="1200" cap="none" spc="0" baseline="0">
              <a:solidFill>
                <a:srgbClr val="000000"/>
              </a:solidFill>
              <a:latin typeface="Calibri" pitchFamily="34" charset="0"/>
              <a:ea typeface="ＭＳ Ｐゴシック" pitchFamily="0" charset="0"/>
              <a:cs typeface="ＭＳ Ｐゴシック" pitchFamily="0" charset="0"/>
            </a:endParaRPr>
          </a:p>
          <a:p>
            <a:pPr marL="0" indent="0" algn="just" eaLnBrk="1" hangingPunct="1">
              <a:lnSpc>
                <a:spcPct val="100000"/>
              </a:lnSpc>
              <a:spcBef>
                <a:spcPct val="50000"/>
              </a:spcBef>
              <a:spcAft>
                <a:spcPts val="0"/>
              </a:spcAft>
              <a:buNone/>
            </a:pPr>
            <a:endParaRPr lang="en-US" altLang="zh-CN" sz="2800" b="0" i="0" u="none" strike="noStrike" kern="1200" cap="none" spc="0" baseline="0">
              <a:solidFill>
                <a:srgbClr val="000000"/>
              </a:solidFill>
              <a:latin typeface="Calibri" pitchFamily="34" charset="0"/>
              <a:ea typeface="ＭＳ Ｐゴシック" pitchFamily="0" charset="0"/>
              <a:cs typeface="ＭＳ Ｐゴシック" pitchFamily="0" charset="0"/>
            </a:endParaRPr>
          </a:p>
          <a:p>
            <a:pPr marL="0" indent="0" algn="just" eaLnBrk="1" hangingPunct="1">
              <a:lnSpc>
                <a:spcPct val="100000"/>
              </a:lnSpc>
              <a:spcBef>
                <a:spcPct val="50000"/>
              </a:spcBef>
              <a:spcAft>
                <a:spcPts val="0"/>
              </a:spcAft>
              <a:buNone/>
            </a:pPr>
            <a:endParaRPr lang="en-US" altLang="zh-CN" sz="2800" b="0" i="0" u="none" strike="noStrike" kern="1200" cap="none" spc="0" baseline="0">
              <a:solidFill>
                <a:srgbClr val="000000"/>
              </a:solidFill>
              <a:latin typeface="Calibri" pitchFamily="34" charset="0"/>
              <a:ea typeface="ＭＳ Ｐゴシック" pitchFamily="0" charset="0"/>
              <a:cs typeface="ＭＳ Ｐゴシック" pitchFamily="0" charset="0"/>
            </a:endParaRPr>
          </a:p>
          <a:p>
            <a:pPr marL="0" indent="0" algn="just" eaLnBrk="1" hangingPunct="1">
              <a:lnSpc>
                <a:spcPct val="100000"/>
              </a:lnSpc>
              <a:spcBef>
                <a:spcPct val="50000"/>
              </a:spcBef>
              <a:spcAft>
                <a:spcPts val="0"/>
              </a:spcAft>
              <a:buNone/>
            </a:pPr>
            <a:r>
              <a:rPr lang="en-US" altLang="zh-CN" sz="2800" b="0" i="0" u="none" strike="noStrike" kern="1200" cap="none" spc="0" baseline="0">
                <a:solidFill>
                  <a:srgbClr val="000000"/>
                </a:solidFill>
                <a:latin typeface="Calibri" pitchFamily="34" charset="0"/>
                <a:ea typeface="ＭＳ Ｐゴシック" pitchFamily="0" charset="0"/>
                <a:cs typeface="ＭＳ Ｐゴシック" pitchFamily="0" charset="0"/>
              </a:rPr>
              <a:t>What is the probability that a randomly selected household in Wolf City has </a:t>
            </a:r>
            <a:r>
              <a:rPr lang="en-US" altLang="zh-CN" sz="2800" b="0" i="0" u="sng" strike="noStrike" kern="1200" cap="none" spc="0" baseline="0">
                <a:solidFill>
                  <a:srgbClr val="000000"/>
                </a:solidFill>
                <a:latin typeface="Calibri" pitchFamily="34" charset="0"/>
                <a:ea typeface="ＭＳ Ｐゴシック" pitchFamily="0" charset="0"/>
                <a:cs typeface="ＭＳ Ｐゴシック" pitchFamily="0" charset="0"/>
              </a:rPr>
              <a:t>at most 2 pets</a:t>
            </a:r>
            <a:r>
              <a:rPr lang="en-US" altLang="zh-CN" sz="2800" b="0" i="0" u="none" strike="noStrike" kern="1200" cap="none" spc="0" baseline="0">
                <a:solidFill>
                  <a:srgbClr val="000000"/>
                </a:solidFill>
                <a:latin typeface="Calibri" pitchFamily="34" charset="0"/>
                <a:ea typeface="ＭＳ Ｐゴシック" pitchFamily="0" charset="0"/>
                <a:cs typeface="ＭＳ Ｐゴシック" pitchFamily="0" charset="0"/>
              </a:rPr>
              <a:t>?</a:t>
            </a:r>
            <a:endParaRPr lang="zh-CN" altLang="en-US" sz="2800" b="0" i="0" u="none" strike="noStrike" kern="1200" cap="none" spc="0" baseline="0">
              <a:solidFill>
                <a:srgbClr val="000000"/>
              </a:solidFill>
              <a:latin typeface="Calibri" pitchFamily="34" charset="0"/>
              <a:ea typeface="ＭＳ Ｐゴシック" pitchFamily="0" charset="0"/>
              <a:cs typeface="ＭＳ Ｐゴシック" pitchFamily="0" charset="0"/>
            </a:endParaRPr>
          </a:p>
        </p:txBody>
      </p:sp>
      <p:grpSp>
        <p:nvGrpSpPr>
          <p:cNvPr id="360" name="Combination"/>
          <p:cNvGrpSpPr>
            <a:grpSpLocks/>
          </p:cNvGrpSpPr>
          <p:nvPr/>
        </p:nvGrpSpPr>
        <p:grpSpPr>
          <a:xfrm>
            <a:off x="1828800" y="5257800"/>
            <a:ext cx="2222500" cy="1409698"/>
            <a:chOff x="1828800" y="5257800"/>
            <a:chExt cx="2222500" cy="1409698"/>
          </a:xfrm>
        </p:grpSpPr>
        <p:pic>
          <p:nvPicPr>
            <p:cNvPr id="358" name="Images" descr="MC900133433[1]"/>
            <p:cNvPicPr>
              <a:picLocks noChangeAspect="1"/>
            </p:cNvPicPr>
            <p:nvPr/>
          </p:nvPicPr>
          <p:blipFill>
            <a:blip r:embed="rId1" cstate="print"/>
            <a:stretch>
              <a:fillRect/>
            </a:stretch>
          </p:blipFill>
          <p:spPr>
            <a:xfrm rot="0">
              <a:off x="1828800" y="5257800"/>
              <a:ext cx="1498600" cy="1401761"/>
            </a:xfrm>
            <a:prstGeom prst="rect"/>
            <a:noFill/>
            <a:ln w="12700" cmpd="sng" cap="flat">
              <a:noFill/>
              <a:prstDash val="solid"/>
              <a:round/>
            </a:ln>
          </p:spPr>
        </p:pic>
        <p:pic>
          <p:nvPicPr>
            <p:cNvPr id="359" name="Images" descr="MC900027345[1]"/>
            <p:cNvPicPr>
              <a:picLocks noChangeAspect="1"/>
            </p:cNvPicPr>
            <p:nvPr/>
          </p:nvPicPr>
          <p:blipFill>
            <a:blip r:embed="rId2" cstate="print"/>
            <a:stretch>
              <a:fillRect/>
            </a:stretch>
          </p:blipFill>
          <p:spPr>
            <a:xfrm rot="0">
              <a:off x="3200400" y="5524499"/>
              <a:ext cx="850899" cy="1142998"/>
            </a:xfrm>
            <a:prstGeom prst="rect"/>
            <a:noFill/>
            <a:ln w="12700" cmpd="sng" cap="flat">
              <a:noFill/>
              <a:prstDash val="solid"/>
              <a:round/>
            </a:ln>
          </p:spPr>
        </p:pic>
      </p:grpSp>
      <p:grpSp>
        <p:nvGrpSpPr>
          <p:cNvPr id="363" name="Combination"/>
          <p:cNvGrpSpPr>
            <a:grpSpLocks/>
          </p:cNvGrpSpPr>
          <p:nvPr/>
        </p:nvGrpSpPr>
        <p:grpSpPr>
          <a:xfrm>
            <a:off x="4079874" y="5157191"/>
            <a:ext cx="6408738" cy="543693"/>
            <a:chOff x="4079874" y="5157191"/>
            <a:chExt cx="6408738" cy="543693"/>
          </a:xfrm>
        </p:grpSpPr>
        <p:sp>
          <p:nvSpPr>
            <p:cNvPr id="361" name="Rectangles"/>
            <p:cNvSpPr>
              <a:spLocks/>
            </p:cNvSpPr>
            <p:nvPr/>
          </p:nvSpPr>
          <p:spPr>
            <a:xfrm rot="0">
              <a:off x="4079874" y="5157191"/>
              <a:ext cx="2362210" cy="523218"/>
            </a:xfrm>
            <a:prstGeom prst="rect"/>
            <a:noFill/>
            <a:ln w="12700" cmpd="sng" cap="flat">
              <a:noFill/>
              <a:prstDash val="solid"/>
              <a:round/>
            </a:ln>
          </p:spPr>
          <p:txBody>
            <a:bodyPr vert="horz" wrap="square" lIns="91440" tIns="45720" rIns="91440" bIns="45720" anchor="t" anchorCtr="0">
              <a:prstTxWarp prst="textNoShape"/>
              <a:spAutoFit/>
            </a:bodyPr>
            <a:lstStyle/>
            <a:p>
              <a:pPr marL="342900" indent="-342900" algn="l" eaLnBrk="1" hangingPunct="1">
                <a:lnSpc>
                  <a:spcPct val="100000"/>
                </a:lnSpc>
                <a:spcBef>
                  <a:spcPct val="50000"/>
                </a:spcBef>
                <a:spcAft>
                  <a:spcPts val="0"/>
                </a:spcAft>
                <a:buNone/>
              </a:pPr>
              <a:r>
                <a:rPr lang="en-US" altLang="zh-CN" sz="2800" b="0" i="1" u="none" strike="noStrike" kern="1200" cap="none" spc="0" baseline="0">
                  <a:solidFill>
                    <a:srgbClr val="000000"/>
                  </a:solidFill>
                  <a:latin typeface="Calibri" pitchFamily="34" charset="0"/>
                  <a:ea typeface="MS PGothic" pitchFamily="34" charset="-128"/>
                  <a:cs typeface="Times New Roman" pitchFamily="18" charset="0"/>
                </a:rPr>
                <a:t>p</a:t>
              </a:r>
              <a:r>
                <a:rPr lang="en-US" altLang="zh-CN" sz="2800" b="0" i="0" u="none" strike="noStrike" kern="1200" cap="none" spc="0" baseline="0">
                  <a:solidFill>
                    <a:srgbClr val="000000"/>
                  </a:solidFill>
                  <a:latin typeface="Calibri" pitchFamily="34" charset="0"/>
                  <a:ea typeface="MS PGothic" pitchFamily="34" charset="-128"/>
                  <a:cs typeface="Times New Roman" pitchFamily="18" charset="0"/>
                </a:rPr>
                <a:t>(</a:t>
              </a:r>
              <a:r>
                <a:rPr lang="en-US" altLang="zh-CN" sz="2800" b="0" i="1" u="none" strike="noStrike" kern="1200" cap="none" spc="0" baseline="0">
                  <a:solidFill>
                    <a:srgbClr val="000000"/>
                  </a:solidFill>
                  <a:latin typeface="Calibri" pitchFamily="34" charset="0"/>
                  <a:ea typeface="MS PGothic" pitchFamily="34" charset="-128"/>
                  <a:cs typeface="Times New Roman" pitchFamily="18" charset="0"/>
                </a:rPr>
                <a:t>x</a:t>
              </a:r>
              <a:r>
                <a:rPr lang="en-US" altLang="zh-CN" sz="2800" b="0" i="0" u="none" strike="noStrike" kern="1200" cap="none" spc="0" baseline="0">
                  <a:solidFill>
                    <a:srgbClr val="000000"/>
                  </a:solidFill>
                  <a:latin typeface="Calibri" pitchFamily="34" charset="0"/>
                  <a:ea typeface="MS PGothic" pitchFamily="34" charset="-128"/>
                  <a:cs typeface="Times New Roman" pitchFamily="18" charset="0"/>
                </a:rPr>
                <a:t> </a:t>
              </a:r>
              <a:r>
                <a:rPr lang="en-US" altLang="zh-CN" sz="2800" b="0" i="0" u="sng" strike="noStrike" kern="1200" cap="none" spc="0" baseline="0">
                  <a:solidFill>
                    <a:srgbClr val="000000"/>
                  </a:solidFill>
                  <a:latin typeface="Calibri" pitchFamily="34" charset="0"/>
                  <a:ea typeface="MS PGothic" pitchFamily="34" charset="-128"/>
                  <a:cs typeface="Times New Roman" pitchFamily="18" charset="0"/>
                </a:rPr>
                <a:t>&lt;</a:t>
              </a:r>
              <a:r>
                <a:rPr lang="en-US" altLang="zh-CN" sz="2800" b="0" i="0" u="none" strike="noStrike" kern="1200" cap="none" spc="0" baseline="0">
                  <a:solidFill>
                    <a:srgbClr val="000000"/>
                  </a:solidFill>
                  <a:latin typeface="Calibri" pitchFamily="34" charset="0"/>
                  <a:ea typeface="MS PGothic" pitchFamily="34" charset="-128"/>
                  <a:cs typeface="Times New Roman" pitchFamily="18" charset="0"/>
                </a:rPr>
                <a:t> 2) =</a:t>
              </a:r>
              <a:endParaRPr lang="zh-CN" altLang="en-US" sz="2800" b="0" i="0" u="none" strike="noStrike" kern="1200" cap="none" spc="0" baseline="0">
                <a:solidFill>
                  <a:srgbClr val="000000"/>
                </a:solidFill>
                <a:latin typeface="Calibri" pitchFamily="34" charset="0"/>
                <a:ea typeface="MS PGothic" pitchFamily="34" charset="-128"/>
                <a:cs typeface="Times New Roman" pitchFamily="18" charset="0"/>
              </a:endParaRPr>
            </a:p>
          </p:txBody>
        </p:sp>
        <p:sp>
          <p:nvSpPr>
            <p:cNvPr id="362" name="Rectangles"/>
            <p:cNvSpPr>
              <a:spLocks/>
            </p:cNvSpPr>
            <p:nvPr/>
          </p:nvSpPr>
          <p:spPr>
            <a:xfrm rot="0">
              <a:off x="5880082" y="5177666"/>
              <a:ext cx="4608530" cy="523218"/>
            </a:xfrm>
            <a:prstGeom prst="rect"/>
            <a:noFill/>
            <a:ln w="12700" cmpd="sng" cap="flat">
              <a:noFill/>
              <a:prstDash val="solid"/>
              <a:round/>
            </a:ln>
          </p:spPr>
          <p:txBody>
            <a:bodyPr vert="horz" wrap="square" lIns="91440" tIns="45720" rIns="91440" bIns="45720" anchor="t" anchorCtr="0">
              <a:prstTxWarp prst="textNoShape"/>
              <a:spAutoFit/>
            </a:bodyPr>
            <a:lstStyle/>
            <a:p>
              <a:pPr marL="342900" indent="-342900" algn="l" eaLnBrk="1" hangingPunct="1">
                <a:lnSpc>
                  <a:spcPct val="100000"/>
                </a:lnSpc>
                <a:spcBef>
                  <a:spcPct val="50000"/>
                </a:spcBef>
                <a:spcAft>
                  <a:spcPts val="0"/>
                </a:spcAft>
                <a:buNone/>
              </a:pPr>
              <a:r>
                <a:rPr lang="en-US" altLang="zh-CN" sz="2800" b="0" i="0" u="none" strike="noStrike" kern="1200" cap="none" spc="0" baseline="0">
                  <a:solidFill>
                    <a:srgbClr val="FF0000"/>
                  </a:solidFill>
                  <a:latin typeface="Calibri" pitchFamily="34" charset="0"/>
                  <a:ea typeface="MS PGothic" pitchFamily="34" charset="-128"/>
                  <a:cs typeface="Times New Roman" pitchFamily="18" charset="0"/>
                </a:rPr>
                <a:t>0.26 + 0.31 + 0.21 = 0.78</a:t>
              </a:r>
              <a:endParaRPr lang="zh-CN" altLang="en-US" sz="2800" b="0" i="0" u="none" strike="noStrike" kern="1200" cap="none" spc="0" baseline="0">
                <a:solidFill>
                  <a:srgbClr val="FF0000"/>
                </a:solidFill>
                <a:latin typeface="Calibri" pitchFamily="34" charset="0"/>
                <a:ea typeface="MS PGothic" pitchFamily="34" charset="-128"/>
                <a:cs typeface="Times New Roman" pitchFamily="18" charset="0"/>
              </a:endParaRPr>
            </a:p>
          </p:txBody>
        </p:sp>
      </p:grpSp>
      <p:sp>
        <p:nvSpPr>
          <p:cNvPr id="364" name="Rectangles"/>
          <p:cNvSpPr>
            <a:spLocks/>
          </p:cNvSpPr>
          <p:nvPr/>
        </p:nvSpPr>
        <p:spPr>
          <a:xfrm rot="0">
            <a:off x="2999508" y="260648"/>
            <a:ext cx="6192837" cy="838200"/>
          </a:xfrm>
          <a:prstGeom prst="rect"/>
          <a:noFill/>
          <a:ln w="25400" cmpd="sng" cap="flat">
            <a:noFill/>
            <a:prstDash val="solid"/>
            <a:round/>
          </a:ln>
        </p:spPr>
        <p:txBody>
          <a:bodyPr vert="horz" wrap="square" lIns="91440" tIns="45720" rIns="91440" bIns="45720" anchor="t" anchorCtr="0">
            <a:prstTxWarp prst="textNoShape"/>
          </a:bodyPr>
          <a:lstStyle/>
          <a:p>
            <a:pPr marL="0" indent="0" algn="ctr" eaLnBrk="0" fontAlgn="base" hangingPunct="0">
              <a:lnSpc>
                <a:spcPct val="100000"/>
              </a:lnSpc>
              <a:spcBef>
                <a:spcPts val="0"/>
              </a:spcBef>
              <a:spcAft>
                <a:spcPts val="0"/>
              </a:spcAft>
              <a:buNone/>
            </a:pPr>
            <a:r>
              <a:rPr lang="en-US" altLang="zh-CN" sz="4000" b="1" i="0" u="none" strike="noStrike" kern="1200" cap="none" spc="0" baseline="0">
                <a:solidFill>
                  <a:srgbClr val="000000"/>
                </a:solidFill>
                <a:latin typeface="Calibri" pitchFamily="34" charset="0"/>
                <a:ea typeface="宋体" pitchFamily="0" charset="0"/>
                <a:cs typeface="Calibri" pitchFamily="34" charset="0"/>
              </a:rPr>
              <a:t>Example</a:t>
            </a:r>
            <a:endParaRPr lang="zh-CN" altLang="en-US" sz="4000" b="1" i="0" u="none" strike="noStrike" kern="1200" cap="none" spc="0" baseline="0">
              <a:solidFill>
                <a:srgbClr val="000000"/>
              </a:solidFill>
              <a:latin typeface="Calibri" pitchFamily="34" charset="0"/>
              <a:ea typeface="宋体" pitchFamily="0" charset="0"/>
              <a:cs typeface="Calibri" pitchFamily="34" charset="0"/>
            </a:endParaRPr>
          </a:p>
        </p:txBody>
      </p:sp>
      <p:sp>
        <p:nvSpPr>
          <p:cNvPr id="365" name="Rectangles"/>
          <p:cNvSpPr>
            <a:spLocks/>
          </p:cNvSpPr>
          <p:nvPr/>
        </p:nvSpPr>
        <p:spPr>
          <a:xfrm rot="0">
            <a:off x="2640014" y="2116138"/>
            <a:ext cx="6480176" cy="1188402"/>
          </a:xfrm>
          <a:prstGeom prst="rect"/>
          <a:solidFill>
            <a:srgbClr val="FFFFFF"/>
          </a:solidFill>
          <a:ln w="25400" cmpd="sng" cap="flat">
            <a:solidFill>
              <a:srgbClr val="4BACC6"/>
            </a:solidFill>
            <a:prstDash val="solid"/>
            <a:round/>
          </a:ln>
        </p:spPr>
        <p:txBody>
          <a:bodyPr vert="horz" wrap="square" lIns="91440" tIns="45720" rIns="91440" bIns="45720" anchor="t" anchorCtr="0">
            <a:prstTxWarp prst="textNoShape"/>
            <a:spAutoFit/>
          </a:bodyPr>
          <a:lstStyle/>
          <a:p>
            <a:pPr marL="0" indent="0" algn="l">
              <a:lnSpc>
                <a:spcPct val="100000"/>
              </a:lnSpc>
              <a:spcBef>
                <a:spcPct val="50000"/>
              </a:spcBef>
              <a:spcAft>
                <a:spcPts val="0"/>
              </a:spcAft>
              <a:buNone/>
            </a:pPr>
            <a:r>
              <a:rPr lang="en-US" altLang="zh-CN" sz="2800" b="0" i="1" u="none" strike="noStrike" kern="1200" cap="none" spc="0" baseline="0">
                <a:solidFill>
                  <a:schemeClr val="tx1"/>
                </a:solidFill>
                <a:latin typeface="Calibri" pitchFamily="34" charset="0"/>
                <a:ea typeface="宋体" pitchFamily="0" charset="0"/>
                <a:cs typeface="Times New Roman" pitchFamily="18" charset="0"/>
              </a:rPr>
              <a:t>x</a:t>
            </a:r>
            <a:r>
              <a:rPr lang="en-US" altLang="zh-CN" sz="2800" b="0" i="0" u="none" strike="noStrike" kern="1200" cap="none" spc="0" baseline="0">
                <a:solidFill>
                  <a:schemeClr val="tx1"/>
                </a:solidFill>
                <a:latin typeface="Calibri" pitchFamily="34" charset="0"/>
                <a:ea typeface="宋体" pitchFamily="0" charset="0"/>
                <a:cs typeface="Calibri" pitchFamily="34" charset="0"/>
              </a:rPr>
              <a:t> 	  0	  1	  2	  3	  4	  5</a:t>
            </a:r>
            <a:endParaRPr lang="en-US" altLang="zh-CN" sz="2800" b="0" i="0" u="none" strike="noStrike" kern="1200" cap="none" spc="0" baseline="0">
              <a:solidFill>
                <a:schemeClr val="tx1"/>
              </a:solidFill>
              <a:latin typeface="Calibri" pitchFamily="34" charset="0"/>
              <a:ea typeface="宋体" pitchFamily="0" charset="0"/>
              <a:cs typeface="Calibri" pitchFamily="34" charset="0"/>
            </a:endParaRPr>
          </a:p>
          <a:p>
            <a:pPr marL="0" indent="0" algn="l">
              <a:lnSpc>
                <a:spcPct val="100000"/>
              </a:lnSpc>
              <a:spcBef>
                <a:spcPct val="50000"/>
              </a:spcBef>
              <a:spcAft>
                <a:spcPts val="0"/>
              </a:spcAft>
              <a:buNone/>
            </a:pPr>
            <a:r>
              <a:rPr lang="en-US" altLang="zh-CN" sz="2800" b="0" i="1" u="none" strike="noStrike" kern="1200" cap="none" spc="0" baseline="0">
                <a:solidFill>
                  <a:schemeClr val="tx1"/>
                </a:solidFill>
                <a:latin typeface="Calibri" pitchFamily="34" charset="0"/>
                <a:ea typeface="宋体" pitchFamily="0" charset="0"/>
                <a:cs typeface="Times New Roman" pitchFamily="18" charset="0"/>
              </a:rPr>
              <a:t>p</a:t>
            </a:r>
            <a:r>
              <a:rPr lang="en-US" altLang="zh-CN" sz="2800" b="0" i="0" u="none" strike="noStrike" kern="1200" cap="none" spc="0" baseline="0">
                <a:solidFill>
                  <a:schemeClr val="tx1"/>
                </a:solidFill>
                <a:latin typeface="Calibri" pitchFamily="34" charset="0"/>
                <a:ea typeface="宋体" pitchFamily="0" charset="0"/>
                <a:cs typeface="Times New Roman" pitchFamily="18" charset="0"/>
              </a:rPr>
              <a:t>(</a:t>
            </a:r>
            <a:r>
              <a:rPr lang="en-US" altLang="zh-CN" sz="2800" b="0" i="1" u="none" strike="noStrike" kern="1200" cap="none" spc="0" baseline="0">
                <a:solidFill>
                  <a:schemeClr val="tx1"/>
                </a:solidFill>
                <a:latin typeface="Calibri" pitchFamily="34" charset="0"/>
                <a:ea typeface="宋体" pitchFamily="0" charset="0"/>
                <a:cs typeface="Times New Roman" pitchFamily="18" charset="0"/>
              </a:rPr>
              <a:t>x</a:t>
            </a:r>
            <a:r>
              <a:rPr lang="en-US" altLang="zh-CN" sz="2800" b="0" i="0" u="none" strike="noStrike" kern="1200" cap="none" spc="0" baseline="0">
                <a:solidFill>
                  <a:schemeClr val="tx1"/>
                </a:solidFill>
                <a:latin typeface="Calibri" pitchFamily="34" charset="0"/>
                <a:ea typeface="宋体" pitchFamily="0" charset="0"/>
                <a:cs typeface="Times New Roman" pitchFamily="18" charset="0"/>
              </a:rPr>
              <a:t>)</a:t>
            </a:r>
            <a:r>
              <a:rPr lang="en-US" altLang="zh-CN" sz="2800" b="0" i="0" u="none" strike="noStrike" kern="1200" cap="none" spc="0" baseline="0">
                <a:solidFill>
                  <a:schemeClr val="tx1"/>
                </a:solidFill>
                <a:latin typeface="Calibri" pitchFamily="34" charset="0"/>
                <a:ea typeface="宋体" pitchFamily="0" charset="0"/>
                <a:cs typeface="Calibri" pitchFamily="34" charset="0"/>
              </a:rPr>
              <a:t>	0.26	0.31	0.21	0.13	0.06	0.03</a:t>
            </a:r>
            <a:endParaRPr lang="zh-CN" altLang="en-US" sz="2800" b="0" i="0" u="none" strike="noStrike" kern="1200" cap="none" spc="0" baseline="0">
              <a:solidFill>
                <a:schemeClr val="tx1"/>
              </a:solidFill>
              <a:latin typeface="Calibri" pitchFamily="34" charset="0"/>
              <a:ea typeface="宋体" pitchFamily="0" charset="0"/>
              <a:cs typeface="Calibri" pitchFamily="34" charset="0"/>
            </a:endParaRPr>
          </a:p>
        </p:txBody>
      </p:sp>
      <p:sp>
        <p:nvSpPr>
          <p:cNvPr id="366" name="Rectangles"/>
          <p:cNvSpPr>
            <a:spLocks/>
          </p:cNvSpPr>
          <p:nvPr/>
        </p:nvSpPr>
        <p:spPr>
          <a:xfrm rot="0">
            <a:off x="5989639" y="6519863"/>
            <a:ext cx="466724" cy="365125"/>
          </a:xfrm>
          <a:prstGeom prst="rect"/>
          <a:noFill/>
          <a:ln w="12700" cmpd="sng" cap="flat">
            <a:noFill/>
            <a:prstDash val="solid"/>
            <a:round/>
          </a:ln>
        </p:spPr>
        <p:txBody>
          <a:bodyPr vert="horz" wrap="square" lIns="91440" tIns="45720" rIns="91440" bIns="45720" anchor="ctr" anchorCtr="0">
            <a:prstTxWarp prst="textNoShape"/>
          </a:bodyPr>
          <a:lstStyle/>
          <a:p>
            <a:pPr marL="0" indent="0" algn="l" eaLnBrk="1" hangingPunct="1">
              <a:lnSpc>
                <a:spcPct val="100000"/>
              </a:lnSpc>
              <a:spcBef>
                <a:spcPts val="0"/>
              </a:spcBef>
              <a:spcAft>
                <a:spcPts val="0"/>
              </a:spcAft>
              <a:buNone/>
            </a:pPr>
            <a:fld id="{CAD2D6BD-DE1B-4B5F-8B41-2702339687B9}" type="slidenum">
              <a:rPr lang="en-US" altLang="zh-CN" sz="1200" b="0" i="0" u="none" strike="noStrike" kern="1200" cap="none" spc="0" baseline="0">
                <a:solidFill>
                  <a:srgbClr val="FFFFFF"/>
                </a:solidFill>
                <a:latin typeface="Calibri" pitchFamily="34" charset="0"/>
                <a:ea typeface="MS PGothic" pitchFamily="34" charset="-128"/>
                <a:cs typeface="Arial" pitchFamily="34" charset="0"/>
              </a:rPr>
              <a:t>31</a:t>
            </a:fld>
            <a:endParaRPr lang="zh-CN" altLang="en-US" sz="1200" b="0" i="0" u="none" strike="noStrike" kern="1200" cap="none" spc="0" baseline="0">
              <a:solidFill>
                <a:srgbClr val="FFFFFF"/>
              </a:solidFill>
              <a:latin typeface="Calibri" pitchFamily="34" charset="0"/>
              <a:ea typeface="MS PGothic" pitchFamily="34" charset="-128"/>
              <a:cs typeface="Arial" pitchFamily="34" charset="0"/>
            </a:endParaRPr>
          </a:p>
        </p:txBody>
      </p:sp>
    </p:spTree>
    <p:extLst>
      <p:ext uri="{BB962C8B-B14F-4D97-AF65-F5344CB8AC3E}">
        <p14:creationId xmlns:p14="http://schemas.microsoft.com/office/powerpoint/2010/main" val="13409999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63"/>
                                        </p:tgtEl>
                                        <p:attrNameLst>
                                          <p:attrName>style.visibility</p:attrName>
                                        </p:attrNameLst>
                                      </p:cBhvr>
                                      <p:to>
                                        <p:strVal val="visible"/>
                                      </p:to>
                                    </p:set>
                                    <p:anim calcmode="lin" valueType="num">
                                      <p:cBhvr additive="base">
                                        <p:cTn id="7" dur="500" fill="hold"/>
                                        <p:tgtEl>
                                          <p:spTgt spid="363"/>
                                        </p:tgtEl>
                                        <p:attrNameLst>
                                          <p:attrName>ppt_x</p:attrName>
                                        </p:attrNameLst>
                                      </p:cBhvr>
                                      <p:tavLst>
                                        <p:tav tm="0">
                                          <p:val>
                                            <p:strVal val="#ppt_x"/>
                                          </p:val>
                                        </p:tav>
                                        <p:tav tm="100000">
                                          <p:val>
                                            <p:strVal val="#ppt_x"/>
                                          </p:val>
                                        </p:tav>
                                      </p:tavLst>
                                    </p:anim>
                                    <p:anim calcmode="lin" valueType="num">
                                      <p:cBhvr additive="base">
                                        <p:cTn id="8" dur="500" fill="hold"/>
                                        <p:tgtEl>
                                          <p:spTgt spid="36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3" grpId="0" animBg="1"/>
    </p:bldLst>
  </p:timing>
</p:sld>
</file>

<file path=ppt/slides/slide32.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370" name="Rectangles"/>
          <p:cNvSpPr>
            <a:spLocks/>
          </p:cNvSpPr>
          <p:nvPr/>
        </p:nvSpPr>
        <p:spPr>
          <a:xfrm rot="0">
            <a:off x="1774826" y="2997200"/>
            <a:ext cx="8353423" cy="948688"/>
          </a:xfrm>
          <a:prstGeom prst="rect"/>
          <a:noFill/>
          <a:ln w="9525" cmpd="sng" cap="flat">
            <a:noFill/>
            <a:prstDash val="solid"/>
            <a:miter/>
          </a:ln>
        </p:spPr>
        <p:txBody>
          <a:bodyPr vert="horz" wrap="square" lIns="91440" tIns="45720" rIns="91440" bIns="45720" anchor="t" anchorCtr="0">
            <a:prstTxWarp prst="textNoShape"/>
            <a:spAutoFit/>
          </a:bodyPr>
          <a:lstStyle/>
          <a:p>
            <a:pPr marL="0" indent="0" algn="just" eaLnBrk="1" hangingPunct="1">
              <a:lnSpc>
                <a:spcPct val="100000"/>
              </a:lnSpc>
              <a:spcBef>
                <a:spcPct val="50000"/>
              </a:spcBef>
              <a:spcAft>
                <a:spcPts val="0"/>
              </a:spcAft>
              <a:buNone/>
            </a:pPr>
            <a:r>
              <a:rPr lang="en-US" altLang="zh-CN" sz="2800" b="0" i="0" u="none" strike="noStrike" kern="1200" cap="none" spc="0" baseline="0">
                <a:solidFill>
                  <a:srgbClr val="000000"/>
                </a:solidFill>
                <a:latin typeface="Calibri" pitchFamily="34" charset="0"/>
                <a:ea typeface="ＭＳ Ｐゴシック" pitchFamily="0" charset="0"/>
                <a:cs typeface="ＭＳ Ｐゴシック" pitchFamily="0" charset="0"/>
              </a:rPr>
              <a:t>What is the probability that a randomly selected household in Wolf City has </a:t>
            </a:r>
            <a:r>
              <a:rPr lang="en-US" altLang="zh-CN" sz="2800" b="0" i="0" u="sng" strike="noStrike" kern="1200" cap="none" spc="0" baseline="0">
                <a:solidFill>
                  <a:srgbClr val="000000"/>
                </a:solidFill>
                <a:latin typeface="Calibri" pitchFamily="34" charset="0"/>
                <a:ea typeface="ＭＳ Ｐゴシック" pitchFamily="0" charset="0"/>
                <a:cs typeface="ＭＳ Ｐゴシック" pitchFamily="0" charset="0"/>
              </a:rPr>
              <a:t>less than 2 pets</a:t>
            </a:r>
            <a:r>
              <a:rPr lang="en-US" altLang="zh-CN" sz="2800" b="0" i="0" u="none" strike="noStrike" kern="1200" cap="none" spc="0" baseline="0">
                <a:solidFill>
                  <a:srgbClr val="000000"/>
                </a:solidFill>
                <a:latin typeface="Calibri" pitchFamily="34" charset="0"/>
                <a:ea typeface="ＭＳ Ｐゴシック" pitchFamily="0" charset="0"/>
                <a:cs typeface="ＭＳ Ｐゴシック" pitchFamily="0" charset="0"/>
              </a:rPr>
              <a:t>?</a:t>
            </a:r>
            <a:endParaRPr lang="zh-CN" altLang="en-US" sz="2800" b="0" i="0" u="none" strike="noStrike" kern="1200" cap="none" spc="0" baseline="0">
              <a:solidFill>
                <a:srgbClr val="000000"/>
              </a:solidFill>
              <a:latin typeface="Calibri" pitchFamily="34" charset="0"/>
              <a:ea typeface="ＭＳ Ｐゴシック" pitchFamily="0" charset="0"/>
              <a:cs typeface="ＭＳ Ｐゴシック" pitchFamily="0" charset="0"/>
            </a:endParaRPr>
          </a:p>
        </p:txBody>
      </p:sp>
      <p:grpSp>
        <p:nvGrpSpPr>
          <p:cNvPr id="373" name="Combination"/>
          <p:cNvGrpSpPr>
            <a:grpSpLocks/>
          </p:cNvGrpSpPr>
          <p:nvPr/>
        </p:nvGrpSpPr>
        <p:grpSpPr>
          <a:xfrm>
            <a:off x="1828800" y="5257800"/>
            <a:ext cx="2222500" cy="1409698"/>
            <a:chOff x="1828800" y="5257800"/>
            <a:chExt cx="2222500" cy="1409698"/>
          </a:xfrm>
        </p:grpSpPr>
        <p:pic>
          <p:nvPicPr>
            <p:cNvPr id="371" name="Images" descr="MC900133433[1]"/>
            <p:cNvPicPr>
              <a:picLocks noChangeAspect="1"/>
            </p:cNvPicPr>
            <p:nvPr/>
          </p:nvPicPr>
          <p:blipFill>
            <a:blip r:embed="rId1" cstate="print"/>
            <a:stretch>
              <a:fillRect/>
            </a:stretch>
          </p:blipFill>
          <p:spPr>
            <a:xfrm rot="0">
              <a:off x="1828800" y="5257800"/>
              <a:ext cx="1498600" cy="1401761"/>
            </a:xfrm>
            <a:prstGeom prst="rect"/>
            <a:noFill/>
            <a:ln w="12700" cmpd="sng" cap="flat">
              <a:noFill/>
              <a:prstDash val="solid"/>
              <a:round/>
            </a:ln>
          </p:spPr>
        </p:pic>
        <p:pic>
          <p:nvPicPr>
            <p:cNvPr id="372" name="Images" descr="MC900027345[1]"/>
            <p:cNvPicPr>
              <a:picLocks noChangeAspect="1"/>
            </p:cNvPicPr>
            <p:nvPr/>
          </p:nvPicPr>
          <p:blipFill>
            <a:blip r:embed="rId2" cstate="print"/>
            <a:stretch>
              <a:fillRect/>
            </a:stretch>
          </p:blipFill>
          <p:spPr>
            <a:xfrm rot="0">
              <a:off x="3200400" y="5524499"/>
              <a:ext cx="850899" cy="1142998"/>
            </a:xfrm>
            <a:prstGeom prst="rect"/>
            <a:noFill/>
            <a:ln w="12700" cmpd="sng" cap="flat">
              <a:noFill/>
              <a:prstDash val="solid"/>
              <a:round/>
            </a:ln>
          </p:spPr>
        </p:pic>
      </p:grpSp>
      <p:grpSp>
        <p:nvGrpSpPr>
          <p:cNvPr id="376" name="Combination"/>
          <p:cNvGrpSpPr>
            <a:grpSpLocks/>
          </p:cNvGrpSpPr>
          <p:nvPr/>
        </p:nvGrpSpPr>
        <p:grpSpPr>
          <a:xfrm>
            <a:off x="3452814" y="4437062"/>
            <a:ext cx="5667374" cy="523218"/>
            <a:chOff x="3452814" y="4437062"/>
            <a:chExt cx="5667374" cy="523218"/>
          </a:xfrm>
        </p:grpSpPr>
        <p:sp>
          <p:nvSpPr>
            <p:cNvPr id="374" name="Rectangles"/>
            <p:cNvSpPr>
              <a:spLocks/>
            </p:cNvSpPr>
            <p:nvPr/>
          </p:nvSpPr>
          <p:spPr>
            <a:xfrm rot="0">
              <a:off x="3452814" y="4437062"/>
              <a:ext cx="2361879" cy="523218"/>
            </a:xfrm>
            <a:prstGeom prst="rect"/>
            <a:noFill/>
            <a:ln w="12700" cmpd="sng" cap="flat">
              <a:noFill/>
              <a:prstDash val="solid"/>
              <a:round/>
            </a:ln>
          </p:spPr>
          <p:txBody>
            <a:bodyPr vert="horz" wrap="square" lIns="91440" tIns="45720" rIns="91440" bIns="45720" anchor="t" anchorCtr="0">
              <a:prstTxWarp prst="textNoShape"/>
              <a:spAutoFit/>
            </a:bodyPr>
            <a:lstStyle/>
            <a:p>
              <a:pPr marL="342900" indent="-342900" algn="l" eaLnBrk="1" hangingPunct="1">
                <a:lnSpc>
                  <a:spcPct val="100000"/>
                </a:lnSpc>
                <a:spcBef>
                  <a:spcPct val="50000"/>
                </a:spcBef>
                <a:spcAft>
                  <a:spcPts val="0"/>
                </a:spcAft>
                <a:buNone/>
              </a:pPr>
              <a:r>
                <a:rPr lang="en-US" altLang="zh-CN" sz="2800" b="0" i="1" u="none" strike="noStrike" kern="1200" cap="none" spc="0" baseline="0">
                  <a:solidFill>
                    <a:srgbClr val="000000"/>
                  </a:solidFill>
                  <a:latin typeface="Calibri" pitchFamily="34" charset="0"/>
                  <a:ea typeface="MS PGothic" pitchFamily="34" charset="-128"/>
                  <a:cs typeface="Times New Roman" pitchFamily="18" charset="0"/>
                </a:rPr>
                <a:t>p</a:t>
              </a:r>
              <a:r>
                <a:rPr lang="en-US" altLang="zh-CN" sz="2800" b="0" i="0" u="none" strike="noStrike" kern="1200" cap="none" spc="0" baseline="0">
                  <a:solidFill>
                    <a:srgbClr val="000000"/>
                  </a:solidFill>
                  <a:latin typeface="Calibri" pitchFamily="34" charset="0"/>
                  <a:ea typeface="MS PGothic" pitchFamily="34" charset="-128"/>
                  <a:cs typeface="Times New Roman" pitchFamily="18" charset="0"/>
                </a:rPr>
                <a:t>(</a:t>
              </a:r>
              <a:r>
                <a:rPr lang="en-US" altLang="zh-CN" sz="2800" b="0" i="1" u="none" strike="noStrike" kern="1200" cap="none" spc="0" baseline="0">
                  <a:solidFill>
                    <a:srgbClr val="000000"/>
                  </a:solidFill>
                  <a:latin typeface="Calibri" pitchFamily="34" charset="0"/>
                  <a:ea typeface="MS PGothic" pitchFamily="34" charset="-128"/>
                  <a:cs typeface="Times New Roman" pitchFamily="18" charset="0"/>
                </a:rPr>
                <a:t>x</a:t>
              </a:r>
              <a:r>
                <a:rPr lang="en-US" altLang="zh-CN" sz="2800" b="0" i="0" u="none" strike="noStrike" kern="1200" cap="none" spc="0" baseline="0">
                  <a:solidFill>
                    <a:srgbClr val="000000"/>
                  </a:solidFill>
                  <a:latin typeface="Calibri" pitchFamily="34" charset="0"/>
                  <a:ea typeface="MS PGothic" pitchFamily="34" charset="-128"/>
                  <a:cs typeface="Times New Roman" pitchFamily="18" charset="0"/>
                </a:rPr>
                <a:t> &lt; 2) =</a:t>
              </a:r>
              <a:endParaRPr lang="zh-CN" altLang="en-US" sz="2800" b="0" i="0" u="none" strike="noStrike" kern="1200" cap="none" spc="0" baseline="0">
                <a:solidFill>
                  <a:srgbClr val="000000"/>
                </a:solidFill>
                <a:latin typeface="Calibri" pitchFamily="34" charset="0"/>
                <a:ea typeface="MS PGothic" pitchFamily="34" charset="-128"/>
                <a:cs typeface="Times New Roman" pitchFamily="18" charset="0"/>
              </a:endParaRPr>
            </a:p>
          </p:txBody>
        </p:sp>
        <p:sp>
          <p:nvSpPr>
            <p:cNvPr id="375" name="Rectangles"/>
            <p:cNvSpPr>
              <a:spLocks/>
            </p:cNvSpPr>
            <p:nvPr/>
          </p:nvSpPr>
          <p:spPr>
            <a:xfrm rot="0">
              <a:off x="5310706" y="4437062"/>
              <a:ext cx="3809482" cy="523218"/>
            </a:xfrm>
            <a:prstGeom prst="rect"/>
            <a:noFill/>
            <a:ln w="12700" cmpd="sng" cap="flat">
              <a:noFill/>
              <a:prstDash val="solid"/>
              <a:round/>
            </a:ln>
          </p:spPr>
          <p:txBody>
            <a:bodyPr vert="horz" wrap="square" lIns="91440" tIns="45720" rIns="91440" bIns="45720" anchor="t" anchorCtr="0">
              <a:prstTxWarp prst="textNoShape"/>
              <a:spAutoFit/>
            </a:bodyPr>
            <a:lstStyle/>
            <a:p>
              <a:pPr marL="342900" indent="-342900" algn="l" eaLnBrk="1" hangingPunct="1">
                <a:lnSpc>
                  <a:spcPct val="100000"/>
                </a:lnSpc>
                <a:spcBef>
                  <a:spcPct val="50000"/>
                </a:spcBef>
                <a:spcAft>
                  <a:spcPts val="0"/>
                </a:spcAft>
                <a:buNone/>
              </a:pPr>
              <a:r>
                <a:rPr lang="en-US" altLang="zh-CN" sz="2800" b="0" i="0" u="none" strike="noStrike" kern="1200" cap="none" spc="0" baseline="0">
                  <a:solidFill>
                    <a:srgbClr val="FF0000"/>
                  </a:solidFill>
                  <a:latin typeface="Calibri" pitchFamily="34" charset="0"/>
                  <a:ea typeface="MS PGothic" pitchFamily="34" charset="-128"/>
                  <a:cs typeface="Times New Roman" pitchFamily="18" charset="0"/>
                </a:rPr>
                <a:t>0.26 + 0.31 = 0.57</a:t>
              </a:r>
              <a:endParaRPr lang="zh-CN" altLang="en-US" sz="2800" b="0" i="0" u="none" strike="noStrike" kern="1200" cap="none" spc="0" baseline="0">
                <a:solidFill>
                  <a:srgbClr val="FF0000"/>
                </a:solidFill>
                <a:latin typeface="Calibri" pitchFamily="34" charset="0"/>
                <a:ea typeface="MS PGothic" pitchFamily="34" charset="-128"/>
                <a:cs typeface="Times New Roman" pitchFamily="18" charset="0"/>
              </a:endParaRPr>
            </a:p>
          </p:txBody>
        </p:sp>
      </p:grpSp>
      <p:sp>
        <p:nvSpPr>
          <p:cNvPr id="377" name="Rectangles"/>
          <p:cNvSpPr>
            <a:spLocks/>
          </p:cNvSpPr>
          <p:nvPr/>
        </p:nvSpPr>
        <p:spPr>
          <a:xfrm rot="0">
            <a:off x="2640014" y="1484313"/>
            <a:ext cx="6480176" cy="1188402"/>
          </a:xfrm>
          <a:prstGeom prst="rect"/>
          <a:solidFill>
            <a:srgbClr val="FFFFFF"/>
          </a:solidFill>
          <a:ln w="25400" cmpd="sng" cap="flat">
            <a:solidFill>
              <a:srgbClr val="4BACC6"/>
            </a:solidFill>
            <a:prstDash val="solid"/>
            <a:round/>
          </a:ln>
        </p:spPr>
        <p:txBody>
          <a:bodyPr vert="horz" wrap="square" lIns="91440" tIns="45720" rIns="91440" bIns="45720" anchor="t" anchorCtr="0">
            <a:prstTxWarp prst="textNoShape"/>
            <a:spAutoFit/>
          </a:bodyPr>
          <a:lstStyle/>
          <a:p>
            <a:pPr marL="0" indent="0" algn="l">
              <a:lnSpc>
                <a:spcPct val="100000"/>
              </a:lnSpc>
              <a:spcBef>
                <a:spcPct val="50000"/>
              </a:spcBef>
              <a:spcAft>
                <a:spcPts val="0"/>
              </a:spcAft>
              <a:buNone/>
            </a:pPr>
            <a:r>
              <a:rPr lang="en-US" altLang="zh-CN" sz="2800" b="0" i="1" u="none" strike="noStrike" kern="1200" cap="none" spc="0" baseline="0">
                <a:solidFill>
                  <a:schemeClr val="tx1"/>
                </a:solidFill>
                <a:latin typeface="Calibri" pitchFamily="34" charset="0"/>
                <a:ea typeface="宋体" pitchFamily="0" charset="0"/>
                <a:cs typeface="Times New Roman" pitchFamily="18" charset="0"/>
              </a:rPr>
              <a:t>x</a:t>
            </a:r>
            <a:r>
              <a:rPr lang="en-US" altLang="zh-CN" sz="2800" b="0" i="0" u="none" strike="noStrike" kern="1200" cap="none" spc="0" baseline="0">
                <a:solidFill>
                  <a:schemeClr val="tx1"/>
                </a:solidFill>
                <a:latin typeface="Calibri" pitchFamily="34" charset="0"/>
                <a:ea typeface="宋体" pitchFamily="0" charset="0"/>
                <a:cs typeface="Calibri" pitchFamily="34" charset="0"/>
              </a:rPr>
              <a:t> 	  0	  1	  2	  3	  4	  5</a:t>
            </a:r>
            <a:endParaRPr lang="en-US" altLang="zh-CN" sz="2800" b="0" i="0" u="none" strike="noStrike" kern="1200" cap="none" spc="0" baseline="0">
              <a:solidFill>
                <a:schemeClr val="tx1"/>
              </a:solidFill>
              <a:latin typeface="Calibri" pitchFamily="34" charset="0"/>
              <a:ea typeface="宋体" pitchFamily="0" charset="0"/>
              <a:cs typeface="Calibri" pitchFamily="34" charset="0"/>
            </a:endParaRPr>
          </a:p>
          <a:p>
            <a:pPr marL="0" indent="0" algn="l">
              <a:lnSpc>
                <a:spcPct val="100000"/>
              </a:lnSpc>
              <a:spcBef>
                <a:spcPct val="50000"/>
              </a:spcBef>
              <a:spcAft>
                <a:spcPts val="0"/>
              </a:spcAft>
              <a:buNone/>
            </a:pPr>
            <a:r>
              <a:rPr lang="en-US" altLang="zh-CN" sz="2800" b="0" i="1" u="none" strike="noStrike" kern="1200" cap="none" spc="0" baseline="0">
                <a:solidFill>
                  <a:schemeClr val="tx1"/>
                </a:solidFill>
                <a:latin typeface="Calibri" pitchFamily="34" charset="0"/>
                <a:ea typeface="宋体" pitchFamily="0" charset="0"/>
                <a:cs typeface="Times New Roman" pitchFamily="18" charset="0"/>
              </a:rPr>
              <a:t>p</a:t>
            </a:r>
            <a:r>
              <a:rPr lang="en-US" altLang="zh-CN" sz="2800" b="0" i="0" u="none" strike="noStrike" kern="1200" cap="none" spc="0" baseline="0">
                <a:solidFill>
                  <a:schemeClr val="tx1"/>
                </a:solidFill>
                <a:latin typeface="Calibri" pitchFamily="34" charset="0"/>
                <a:ea typeface="宋体" pitchFamily="0" charset="0"/>
                <a:cs typeface="Times New Roman" pitchFamily="18" charset="0"/>
              </a:rPr>
              <a:t>(</a:t>
            </a:r>
            <a:r>
              <a:rPr lang="en-US" altLang="zh-CN" sz="2800" b="0" i="1" u="none" strike="noStrike" kern="1200" cap="none" spc="0" baseline="0">
                <a:solidFill>
                  <a:schemeClr val="tx1"/>
                </a:solidFill>
                <a:latin typeface="Calibri" pitchFamily="34" charset="0"/>
                <a:ea typeface="宋体" pitchFamily="0" charset="0"/>
                <a:cs typeface="Times New Roman" pitchFamily="18" charset="0"/>
              </a:rPr>
              <a:t>x</a:t>
            </a:r>
            <a:r>
              <a:rPr lang="en-US" altLang="zh-CN" sz="2800" b="0" i="0" u="none" strike="noStrike" kern="1200" cap="none" spc="0" baseline="0">
                <a:solidFill>
                  <a:schemeClr val="tx1"/>
                </a:solidFill>
                <a:latin typeface="Calibri" pitchFamily="34" charset="0"/>
                <a:ea typeface="宋体" pitchFamily="0" charset="0"/>
                <a:cs typeface="Times New Roman" pitchFamily="18" charset="0"/>
              </a:rPr>
              <a:t>)</a:t>
            </a:r>
            <a:r>
              <a:rPr lang="en-US" altLang="zh-CN" sz="2800" b="0" i="0" u="none" strike="noStrike" kern="1200" cap="none" spc="0" baseline="0">
                <a:solidFill>
                  <a:schemeClr val="tx1"/>
                </a:solidFill>
                <a:latin typeface="Calibri" pitchFamily="34" charset="0"/>
                <a:ea typeface="宋体" pitchFamily="0" charset="0"/>
                <a:cs typeface="Calibri" pitchFamily="34" charset="0"/>
              </a:rPr>
              <a:t>	0.26	0.31	0.21	0.13	0.06	0.03</a:t>
            </a:r>
            <a:endParaRPr lang="zh-CN" altLang="en-US" sz="2800" b="0" i="0" u="none" strike="noStrike" kern="1200" cap="none" spc="0" baseline="0">
              <a:solidFill>
                <a:schemeClr val="tx1"/>
              </a:solidFill>
              <a:latin typeface="Calibri" pitchFamily="34" charset="0"/>
              <a:ea typeface="宋体" pitchFamily="0" charset="0"/>
              <a:cs typeface="Calibri" pitchFamily="34" charset="0"/>
            </a:endParaRPr>
          </a:p>
        </p:txBody>
      </p:sp>
      <p:sp>
        <p:nvSpPr>
          <p:cNvPr id="378" name="Rectangles"/>
          <p:cNvSpPr>
            <a:spLocks/>
          </p:cNvSpPr>
          <p:nvPr/>
        </p:nvSpPr>
        <p:spPr>
          <a:xfrm rot="0">
            <a:off x="5989639" y="6519863"/>
            <a:ext cx="466724" cy="365125"/>
          </a:xfrm>
          <a:prstGeom prst="rect"/>
          <a:noFill/>
          <a:ln w="12700" cmpd="sng" cap="flat">
            <a:noFill/>
            <a:prstDash val="solid"/>
            <a:round/>
          </a:ln>
        </p:spPr>
        <p:txBody>
          <a:bodyPr vert="horz" wrap="square" lIns="91440" tIns="45720" rIns="91440" bIns="45720" anchor="ctr" anchorCtr="0">
            <a:prstTxWarp prst="textNoShape"/>
          </a:bodyPr>
          <a:lstStyle/>
          <a:p>
            <a:pPr marL="0" indent="0" algn="l" eaLnBrk="1" hangingPunct="1">
              <a:lnSpc>
                <a:spcPct val="100000"/>
              </a:lnSpc>
              <a:spcBef>
                <a:spcPts val="0"/>
              </a:spcBef>
              <a:spcAft>
                <a:spcPts val="0"/>
              </a:spcAft>
              <a:buNone/>
            </a:pPr>
            <a:fld id="{CAD2D6BD-DE1B-4B5F-8B41-2702339687B9}" type="slidenum">
              <a:rPr lang="en-US" altLang="zh-CN" sz="1200" b="0" i="0" u="none" strike="noStrike" kern="1200" cap="none" spc="0" baseline="0">
                <a:solidFill>
                  <a:srgbClr val="FFFFFF"/>
                </a:solidFill>
                <a:latin typeface="Calibri" pitchFamily="34" charset="0"/>
                <a:ea typeface="MS PGothic" pitchFamily="34" charset="-128"/>
                <a:cs typeface="Arial" pitchFamily="34" charset="0"/>
              </a:rPr>
              <a:t>32</a:t>
            </a:fld>
            <a:endParaRPr lang="zh-CN" altLang="en-US" sz="1200" b="0" i="0" u="none" strike="noStrike" kern="1200" cap="none" spc="0" baseline="0">
              <a:solidFill>
                <a:srgbClr val="FFFFFF"/>
              </a:solidFill>
              <a:latin typeface="Calibri" pitchFamily="34" charset="0"/>
              <a:ea typeface="MS PGothic" pitchFamily="34" charset="-128"/>
              <a:cs typeface="Arial" pitchFamily="34" charset="0"/>
            </a:endParaRPr>
          </a:p>
        </p:txBody>
      </p:sp>
    </p:spTree>
    <p:extLst>
      <p:ext uri="{BB962C8B-B14F-4D97-AF65-F5344CB8AC3E}">
        <p14:creationId xmlns:p14="http://schemas.microsoft.com/office/powerpoint/2010/main" val="12498389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76"/>
                                        </p:tgtEl>
                                        <p:attrNameLst>
                                          <p:attrName>style.visibility</p:attrName>
                                        </p:attrNameLst>
                                      </p:cBhvr>
                                      <p:to>
                                        <p:strVal val="visible"/>
                                      </p:to>
                                    </p:set>
                                    <p:anim calcmode="lin" valueType="num">
                                      <p:cBhvr additive="base">
                                        <p:cTn id="7" dur="500" fill="hold"/>
                                        <p:tgtEl>
                                          <p:spTgt spid="376"/>
                                        </p:tgtEl>
                                        <p:attrNameLst>
                                          <p:attrName>ppt_x</p:attrName>
                                        </p:attrNameLst>
                                      </p:cBhvr>
                                      <p:tavLst>
                                        <p:tav tm="0">
                                          <p:val>
                                            <p:strVal val="#ppt_x"/>
                                          </p:val>
                                        </p:tav>
                                        <p:tav tm="100000">
                                          <p:val>
                                            <p:strVal val="#ppt_x"/>
                                          </p:val>
                                        </p:tav>
                                      </p:tavLst>
                                    </p:anim>
                                    <p:anim calcmode="lin" valueType="num">
                                      <p:cBhvr additive="base">
                                        <p:cTn id="8" dur="500" fill="hold"/>
                                        <p:tgtEl>
                                          <p:spTgt spid="37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6" grpId="0" animBg="1"/>
    </p:bldLst>
  </p:timing>
</p:sld>
</file>

<file path=ppt/slides/slide33.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grpSp>
        <p:nvGrpSpPr>
          <p:cNvPr id="384" name="Combination"/>
          <p:cNvGrpSpPr>
            <a:grpSpLocks/>
          </p:cNvGrpSpPr>
          <p:nvPr/>
        </p:nvGrpSpPr>
        <p:grpSpPr>
          <a:xfrm>
            <a:off x="1828800" y="5257800"/>
            <a:ext cx="2222500" cy="1409698"/>
            <a:chOff x="1828800" y="5257800"/>
            <a:chExt cx="2222500" cy="1409698"/>
          </a:xfrm>
        </p:grpSpPr>
        <p:pic>
          <p:nvPicPr>
            <p:cNvPr id="382" name="Images" descr="MC900133433[1]"/>
            <p:cNvPicPr>
              <a:picLocks noChangeAspect="1"/>
            </p:cNvPicPr>
            <p:nvPr/>
          </p:nvPicPr>
          <p:blipFill>
            <a:blip r:embed="rId1" cstate="print"/>
            <a:stretch>
              <a:fillRect/>
            </a:stretch>
          </p:blipFill>
          <p:spPr>
            <a:xfrm rot="0">
              <a:off x="1828800" y="5257800"/>
              <a:ext cx="1498600" cy="1401761"/>
            </a:xfrm>
            <a:prstGeom prst="rect"/>
            <a:noFill/>
            <a:ln w="12700" cmpd="sng" cap="flat">
              <a:noFill/>
              <a:prstDash val="solid"/>
              <a:round/>
            </a:ln>
          </p:spPr>
        </p:pic>
        <p:pic>
          <p:nvPicPr>
            <p:cNvPr id="383" name="Images" descr="MC900027345[1]"/>
            <p:cNvPicPr>
              <a:picLocks noChangeAspect="1"/>
            </p:cNvPicPr>
            <p:nvPr/>
          </p:nvPicPr>
          <p:blipFill>
            <a:blip r:embed="rId2" cstate="print"/>
            <a:stretch>
              <a:fillRect/>
            </a:stretch>
          </p:blipFill>
          <p:spPr>
            <a:xfrm rot="0">
              <a:off x="3200400" y="5524499"/>
              <a:ext cx="850899" cy="1142998"/>
            </a:xfrm>
            <a:prstGeom prst="rect"/>
            <a:noFill/>
            <a:ln w="12700" cmpd="sng" cap="flat">
              <a:noFill/>
              <a:prstDash val="solid"/>
              <a:round/>
            </a:ln>
          </p:spPr>
        </p:pic>
      </p:grpSp>
      <p:sp>
        <p:nvSpPr>
          <p:cNvPr id="385" name="Rectangles"/>
          <p:cNvSpPr>
            <a:spLocks/>
          </p:cNvSpPr>
          <p:nvPr/>
        </p:nvSpPr>
        <p:spPr>
          <a:xfrm rot="0">
            <a:off x="1919288" y="2692400"/>
            <a:ext cx="8208961" cy="1377315"/>
          </a:xfrm>
          <a:prstGeom prst="rect"/>
          <a:noFill/>
          <a:ln w="12700" cmpd="sng" cap="flat">
            <a:noFill/>
            <a:prstDash val="solid"/>
            <a:round/>
          </a:ln>
        </p:spPr>
        <p:txBody>
          <a:bodyPr vert="horz" wrap="square" lIns="91440" tIns="45720" rIns="91440" bIns="45720" anchor="t" anchorCtr="0">
            <a:prstTxWarp prst="textNoShape"/>
            <a:spAutoFit/>
          </a:bodyPr>
          <a:lstStyle/>
          <a:p>
            <a:pPr marL="0" indent="0" algn="just" eaLnBrk="1" hangingPunct="1">
              <a:lnSpc>
                <a:spcPct val="100000"/>
              </a:lnSpc>
              <a:spcBef>
                <a:spcPct val="50000"/>
              </a:spcBef>
              <a:spcAft>
                <a:spcPts val="0"/>
              </a:spcAft>
              <a:buNone/>
            </a:pPr>
            <a:r>
              <a:rPr lang="en-US" altLang="zh-CN" sz="2800" b="0" i="0" u="none" strike="noStrike" kern="1200" cap="none" spc="0" baseline="0">
                <a:solidFill>
                  <a:srgbClr val="000000"/>
                </a:solidFill>
                <a:latin typeface="Calibri" pitchFamily="34" charset="0"/>
                <a:ea typeface="MS PGothic" pitchFamily="34" charset="-128"/>
                <a:cs typeface="Calibri" pitchFamily="34" charset="0"/>
              </a:rPr>
              <a:t>What is the probability that a randomly selected household in Wolf City has </a:t>
            </a:r>
            <a:r>
              <a:rPr lang="en-US" altLang="zh-CN" sz="2800" b="0" i="0" u="sng" strike="noStrike" kern="1200" cap="none" spc="0" baseline="0">
                <a:solidFill>
                  <a:srgbClr val="000000"/>
                </a:solidFill>
                <a:latin typeface="Calibri" pitchFamily="34" charset="0"/>
                <a:ea typeface="MS PGothic" pitchFamily="34" charset="-128"/>
                <a:cs typeface="Calibri" pitchFamily="34" charset="0"/>
              </a:rPr>
              <a:t>more than 1 but no more than 4 pets</a:t>
            </a:r>
            <a:r>
              <a:rPr lang="en-US" altLang="zh-CN" sz="2800" b="0" i="0" u="none" strike="noStrike" kern="1200" cap="none" spc="0" baseline="0">
                <a:solidFill>
                  <a:srgbClr val="000000"/>
                </a:solidFill>
                <a:latin typeface="Calibri" pitchFamily="34" charset="0"/>
                <a:ea typeface="MS PGothic" pitchFamily="34" charset="-128"/>
                <a:cs typeface="Calibri" pitchFamily="34" charset="0"/>
              </a:rPr>
              <a:t>?</a:t>
            </a:r>
            <a:endParaRPr lang="zh-CN" altLang="en-US" sz="2800" b="0" i="0" u="none" strike="noStrike" kern="1200" cap="none" spc="0" baseline="0">
              <a:solidFill>
                <a:srgbClr val="000000"/>
              </a:solidFill>
              <a:latin typeface="Calibri" pitchFamily="34" charset="0"/>
              <a:ea typeface="MS PGothic" pitchFamily="34" charset="-128"/>
              <a:cs typeface="Calibri" pitchFamily="34" charset="0"/>
            </a:endParaRPr>
          </a:p>
        </p:txBody>
      </p:sp>
      <p:sp>
        <p:nvSpPr>
          <p:cNvPr id="386" name="Rectangles"/>
          <p:cNvSpPr>
            <a:spLocks/>
          </p:cNvSpPr>
          <p:nvPr/>
        </p:nvSpPr>
        <p:spPr>
          <a:xfrm rot="0">
            <a:off x="2640014" y="1268414"/>
            <a:ext cx="6480176" cy="1188402"/>
          </a:xfrm>
          <a:prstGeom prst="rect"/>
          <a:solidFill>
            <a:srgbClr val="FFFFFF"/>
          </a:solidFill>
          <a:ln w="25400" cmpd="sng" cap="flat">
            <a:solidFill>
              <a:srgbClr val="4BACC6"/>
            </a:solidFill>
            <a:prstDash val="solid"/>
            <a:round/>
          </a:ln>
        </p:spPr>
        <p:txBody>
          <a:bodyPr vert="horz" wrap="square" lIns="91440" tIns="45720" rIns="91440" bIns="45720" anchor="t" anchorCtr="0">
            <a:prstTxWarp prst="textNoShape"/>
            <a:spAutoFit/>
          </a:bodyPr>
          <a:lstStyle/>
          <a:p>
            <a:pPr marL="0" indent="0" algn="l">
              <a:lnSpc>
                <a:spcPct val="100000"/>
              </a:lnSpc>
              <a:spcBef>
                <a:spcPct val="50000"/>
              </a:spcBef>
              <a:spcAft>
                <a:spcPts val="0"/>
              </a:spcAft>
              <a:buNone/>
            </a:pPr>
            <a:r>
              <a:rPr lang="en-US" altLang="zh-CN" sz="2800" b="0" i="1" u="none" strike="noStrike" kern="1200" cap="none" spc="0" baseline="0">
                <a:solidFill>
                  <a:schemeClr val="tx1"/>
                </a:solidFill>
                <a:latin typeface="Calibri" pitchFamily="34" charset="0"/>
                <a:ea typeface="宋体" pitchFamily="0" charset="0"/>
                <a:cs typeface="Times New Roman" pitchFamily="18" charset="0"/>
              </a:rPr>
              <a:t>x</a:t>
            </a:r>
            <a:r>
              <a:rPr lang="en-US" altLang="zh-CN" sz="2800" b="0" i="0" u="none" strike="noStrike" kern="1200" cap="none" spc="0" baseline="0">
                <a:solidFill>
                  <a:schemeClr val="tx1"/>
                </a:solidFill>
                <a:latin typeface="Calibri" pitchFamily="34" charset="0"/>
                <a:ea typeface="宋体" pitchFamily="0" charset="0"/>
                <a:cs typeface="Calibri" pitchFamily="34" charset="0"/>
              </a:rPr>
              <a:t> 	  0	  1	  2	  3	  4	  5</a:t>
            </a:r>
            <a:endParaRPr lang="en-US" altLang="zh-CN" sz="2800" b="0" i="0" u="none" strike="noStrike" kern="1200" cap="none" spc="0" baseline="0">
              <a:solidFill>
                <a:schemeClr val="tx1"/>
              </a:solidFill>
              <a:latin typeface="Calibri" pitchFamily="34" charset="0"/>
              <a:ea typeface="宋体" pitchFamily="0" charset="0"/>
              <a:cs typeface="Calibri" pitchFamily="34" charset="0"/>
            </a:endParaRPr>
          </a:p>
          <a:p>
            <a:pPr marL="0" indent="0" algn="l">
              <a:lnSpc>
                <a:spcPct val="100000"/>
              </a:lnSpc>
              <a:spcBef>
                <a:spcPct val="50000"/>
              </a:spcBef>
              <a:spcAft>
                <a:spcPts val="0"/>
              </a:spcAft>
              <a:buNone/>
            </a:pPr>
            <a:r>
              <a:rPr lang="en-US" altLang="zh-CN" sz="2800" b="0" i="1" u="none" strike="noStrike" kern="1200" cap="none" spc="0" baseline="0">
                <a:solidFill>
                  <a:schemeClr val="tx1"/>
                </a:solidFill>
                <a:latin typeface="Calibri" pitchFamily="34" charset="0"/>
                <a:ea typeface="宋体" pitchFamily="0" charset="0"/>
                <a:cs typeface="Times New Roman" pitchFamily="18" charset="0"/>
              </a:rPr>
              <a:t>p</a:t>
            </a:r>
            <a:r>
              <a:rPr lang="en-US" altLang="zh-CN" sz="2800" b="0" i="0" u="none" strike="noStrike" kern="1200" cap="none" spc="0" baseline="0">
                <a:solidFill>
                  <a:schemeClr val="tx1"/>
                </a:solidFill>
                <a:latin typeface="Calibri" pitchFamily="34" charset="0"/>
                <a:ea typeface="宋体" pitchFamily="0" charset="0"/>
                <a:cs typeface="Times New Roman" pitchFamily="18" charset="0"/>
              </a:rPr>
              <a:t>(</a:t>
            </a:r>
            <a:r>
              <a:rPr lang="en-US" altLang="zh-CN" sz="2800" b="0" i="1" u="none" strike="noStrike" kern="1200" cap="none" spc="0" baseline="0">
                <a:solidFill>
                  <a:schemeClr val="tx1"/>
                </a:solidFill>
                <a:latin typeface="Calibri" pitchFamily="34" charset="0"/>
                <a:ea typeface="宋体" pitchFamily="0" charset="0"/>
                <a:cs typeface="Times New Roman" pitchFamily="18" charset="0"/>
              </a:rPr>
              <a:t>x</a:t>
            </a:r>
            <a:r>
              <a:rPr lang="en-US" altLang="zh-CN" sz="2800" b="0" i="0" u="none" strike="noStrike" kern="1200" cap="none" spc="0" baseline="0">
                <a:solidFill>
                  <a:schemeClr val="tx1"/>
                </a:solidFill>
                <a:latin typeface="Calibri" pitchFamily="34" charset="0"/>
                <a:ea typeface="宋体" pitchFamily="0" charset="0"/>
                <a:cs typeface="Times New Roman" pitchFamily="18" charset="0"/>
              </a:rPr>
              <a:t>)</a:t>
            </a:r>
            <a:r>
              <a:rPr lang="en-US" altLang="zh-CN" sz="2800" b="0" i="0" u="none" strike="noStrike" kern="1200" cap="none" spc="0" baseline="0">
                <a:solidFill>
                  <a:schemeClr val="tx1"/>
                </a:solidFill>
                <a:latin typeface="Calibri" pitchFamily="34" charset="0"/>
                <a:ea typeface="宋体" pitchFamily="0" charset="0"/>
                <a:cs typeface="Calibri" pitchFamily="34" charset="0"/>
              </a:rPr>
              <a:t>	0.26	0.31	0.21	0.13	0.06	0.03</a:t>
            </a:r>
            <a:endParaRPr lang="zh-CN" altLang="en-US" sz="2800" b="0" i="0" u="none" strike="noStrike" kern="1200" cap="none" spc="0" baseline="0">
              <a:solidFill>
                <a:schemeClr val="tx1"/>
              </a:solidFill>
              <a:latin typeface="Calibri" pitchFamily="34" charset="0"/>
              <a:ea typeface="宋体" pitchFamily="0" charset="0"/>
              <a:cs typeface="Calibri" pitchFamily="34" charset="0"/>
            </a:endParaRPr>
          </a:p>
        </p:txBody>
      </p:sp>
      <p:grpSp>
        <p:nvGrpSpPr>
          <p:cNvPr id="389" name="Combination"/>
          <p:cNvGrpSpPr>
            <a:grpSpLocks/>
          </p:cNvGrpSpPr>
          <p:nvPr/>
        </p:nvGrpSpPr>
        <p:grpSpPr>
          <a:xfrm>
            <a:off x="2631564" y="4365628"/>
            <a:ext cx="6928945" cy="523218"/>
            <a:chOff x="2631564" y="4365628"/>
            <a:chExt cx="6928945" cy="523218"/>
          </a:xfrm>
        </p:grpSpPr>
        <p:sp>
          <p:nvSpPr>
            <p:cNvPr id="387" name="Rectangles"/>
            <p:cNvSpPr>
              <a:spLocks/>
            </p:cNvSpPr>
            <p:nvPr/>
          </p:nvSpPr>
          <p:spPr>
            <a:xfrm rot="0">
              <a:off x="2631564" y="4365628"/>
              <a:ext cx="3769475" cy="523218"/>
            </a:xfrm>
            <a:prstGeom prst="rect"/>
            <a:noFill/>
            <a:ln w="12700" cmpd="sng" cap="flat">
              <a:noFill/>
              <a:prstDash val="solid"/>
              <a:round/>
            </a:ln>
          </p:spPr>
          <p:txBody>
            <a:bodyPr vert="horz" wrap="square" lIns="91440" tIns="45720" rIns="91440" bIns="45720" anchor="t" anchorCtr="0">
              <a:prstTxWarp prst="textNoShape"/>
              <a:spAutoFit/>
            </a:bodyPr>
            <a:lstStyle/>
            <a:p>
              <a:pPr marL="342900" indent="-342900" algn="l" eaLnBrk="1" hangingPunct="1">
                <a:lnSpc>
                  <a:spcPct val="100000"/>
                </a:lnSpc>
                <a:spcBef>
                  <a:spcPct val="50000"/>
                </a:spcBef>
                <a:spcAft>
                  <a:spcPts val="0"/>
                </a:spcAft>
                <a:buNone/>
              </a:pPr>
              <a:r>
                <a:rPr lang="en-US" altLang="zh-CN" sz="2800" b="0" i="1" u="none" strike="noStrike" kern="1200" cap="none" spc="0" baseline="0">
                  <a:solidFill>
                    <a:srgbClr val="000000"/>
                  </a:solidFill>
                  <a:latin typeface="Calibri" pitchFamily="34" charset="0"/>
                  <a:ea typeface="MS PGothic" pitchFamily="34" charset="-128"/>
                  <a:cs typeface="Times New Roman" pitchFamily="18" charset="0"/>
                </a:rPr>
                <a:t>p</a:t>
              </a:r>
              <a:r>
                <a:rPr lang="en-US" altLang="zh-CN" sz="2800" b="0" i="0" u="none" strike="noStrike" kern="1200" cap="none" spc="0" baseline="0">
                  <a:solidFill>
                    <a:srgbClr val="000000"/>
                  </a:solidFill>
                  <a:latin typeface="Calibri" pitchFamily="34" charset="0"/>
                  <a:ea typeface="MS PGothic" pitchFamily="34" charset="-128"/>
                  <a:cs typeface="Times New Roman" pitchFamily="18" charset="0"/>
                </a:rPr>
                <a:t>(1 &lt; </a:t>
              </a:r>
              <a:r>
                <a:rPr lang="en-US" altLang="zh-CN" sz="2800" b="0" i="1" u="none" strike="noStrike" kern="1200" cap="none" spc="0" baseline="0">
                  <a:solidFill>
                    <a:srgbClr val="000000"/>
                  </a:solidFill>
                  <a:latin typeface="Calibri" pitchFamily="34" charset="0"/>
                  <a:ea typeface="MS PGothic" pitchFamily="34" charset="-128"/>
                  <a:cs typeface="Times New Roman" pitchFamily="18" charset="0"/>
                </a:rPr>
                <a:t>x</a:t>
              </a:r>
              <a:r>
                <a:rPr lang="en-US" altLang="zh-CN" sz="2800" b="0" i="0" u="none" strike="noStrike" kern="1200" cap="none" spc="0" baseline="0">
                  <a:solidFill>
                    <a:srgbClr val="000000"/>
                  </a:solidFill>
                  <a:latin typeface="Calibri" pitchFamily="34" charset="0"/>
                  <a:ea typeface="MS PGothic" pitchFamily="34" charset="-128"/>
                  <a:cs typeface="Times New Roman" pitchFamily="18" charset="0"/>
                </a:rPr>
                <a:t> ≤ 4) =</a:t>
              </a:r>
              <a:endParaRPr lang="zh-CN" altLang="en-US" sz="2800" b="0" i="0" u="none" strike="noStrike" kern="1200" cap="none" spc="0" baseline="0">
                <a:solidFill>
                  <a:srgbClr val="000000"/>
                </a:solidFill>
                <a:latin typeface="Calibri" pitchFamily="34" charset="0"/>
                <a:ea typeface="MS PGothic" pitchFamily="34" charset="-128"/>
                <a:cs typeface="Times New Roman" pitchFamily="18" charset="0"/>
              </a:endParaRPr>
            </a:p>
          </p:txBody>
        </p:sp>
        <p:sp>
          <p:nvSpPr>
            <p:cNvPr id="388" name="Rectangles"/>
            <p:cNvSpPr>
              <a:spLocks/>
            </p:cNvSpPr>
            <p:nvPr/>
          </p:nvSpPr>
          <p:spPr>
            <a:xfrm rot="0">
              <a:off x="4727847" y="4365628"/>
              <a:ext cx="4832663" cy="523218"/>
            </a:xfrm>
            <a:prstGeom prst="rect"/>
            <a:noFill/>
            <a:ln w="12700" cmpd="sng" cap="flat">
              <a:noFill/>
              <a:prstDash val="solid"/>
              <a:round/>
            </a:ln>
          </p:spPr>
          <p:txBody>
            <a:bodyPr vert="horz" wrap="square" lIns="91440" tIns="45720" rIns="91440" bIns="45720" anchor="t" anchorCtr="0">
              <a:prstTxWarp prst="textNoShape"/>
              <a:spAutoFit/>
            </a:bodyPr>
            <a:lstStyle/>
            <a:p>
              <a:pPr marL="342900" indent="-342900" algn="l" eaLnBrk="1" hangingPunct="1">
                <a:lnSpc>
                  <a:spcPct val="100000"/>
                </a:lnSpc>
                <a:spcBef>
                  <a:spcPct val="50000"/>
                </a:spcBef>
                <a:spcAft>
                  <a:spcPts val="0"/>
                </a:spcAft>
                <a:buNone/>
              </a:pPr>
              <a:r>
                <a:rPr lang="en-US" altLang="zh-CN" sz="2800" b="0" i="0" u="none" strike="noStrike" kern="1200" cap="none" spc="0" baseline="0">
                  <a:solidFill>
                    <a:srgbClr val="FF0000"/>
                  </a:solidFill>
                  <a:latin typeface="Calibri" pitchFamily="34" charset="0"/>
                  <a:ea typeface="MS PGothic" pitchFamily="34" charset="-128"/>
                  <a:cs typeface="Times New Roman" pitchFamily="18" charset="0"/>
                </a:rPr>
                <a:t>0.21 + 0.13 + 0.06 = 0.40</a:t>
              </a:r>
              <a:endParaRPr lang="zh-CN" altLang="en-US" sz="2800" b="0" i="0" u="none" strike="noStrike" kern="1200" cap="none" spc="0" baseline="0">
                <a:solidFill>
                  <a:srgbClr val="FF0000"/>
                </a:solidFill>
                <a:latin typeface="Calibri" pitchFamily="34" charset="0"/>
                <a:ea typeface="MS PGothic" pitchFamily="34" charset="-128"/>
                <a:cs typeface="Times New Roman" pitchFamily="18" charset="0"/>
              </a:endParaRPr>
            </a:p>
          </p:txBody>
        </p:sp>
      </p:grpSp>
      <p:sp>
        <p:nvSpPr>
          <p:cNvPr id="390" name="Rectangles"/>
          <p:cNvSpPr>
            <a:spLocks/>
          </p:cNvSpPr>
          <p:nvPr/>
        </p:nvSpPr>
        <p:spPr>
          <a:xfrm rot="0">
            <a:off x="5989639" y="6453189"/>
            <a:ext cx="466724" cy="365125"/>
          </a:xfrm>
          <a:prstGeom prst="rect"/>
          <a:noFill/>
          <a:ln w="12700" cmpd="sng" cap="flat">
            <a:noFill/>
            <a:prstDash val="solid"/>
            <a:round/>
          </a:ln>
        </p:spPr>
        <p:txBody>
          <a:bodyPr vert="horz" wrap="square" lIns="91440" tIns="45720" rIns="91440" bIns="45720" anchor="ctr" anchorCtr="0">
            <a:prstTxWarp prst="textNoShape"/>
          </a:bodyPr>
          <a:lstStyle/>
          <a:p>
            <a:pPr marL="0" indent="0" algn="l" eaLnBrk="1" hangingPunct="1">
              <a:lnSpc>
                <a:spcPct val="100000"/>
              </a:lnSpc>
              <a:spcBef>
                <a:spcPts val="0"/>
              </a:spcBef>
              <a:spcAft>
                <a:spcPts val="0"/>
              </a:spcAft>
              <a:buNone/>
            </a:pPr>
            <a:fld id="{CAD2D6BD-DE1B-4B5F-8B41-2702339687B9}" type="slidenum">
              <a:rPr lang="en-US" altLang="zh-CN" sz="1200" b="0" i="0" u="none" strike="noStrike" kern="1200" cap="none" spc="0" baseline="0">
                <a:solidFill>
                  <a:srgbClr val="FFFFFF"/>
                </a:solidFill>
                <a:latin typeface="Calibri" pitchFamily="34" charset="0"/>
                <a:ea typeface="MS PGothic" pitchFamily="34" charset="-128"/>
                <a:cs typeface="Arial" pitchFamily="34" charset="0"/>
              </a:rPr>
              <a:t>33</a:t>
            </a:fld>
            <a:endParaRPr lang="zh-CN" altLang="en-US" sz="1200" b="0" i="0" u="none" strike="noStrike" kern="1200" cap="none" spc="0" baseline="0">
              <a:solidFill>
                <a:srgbClr val="FFFFFF"/>
              </a:solidFill>
              <a:latin typeface="Calibri" pitchFamily="34" charset="0"/>
              <a:ea typeface="MS PGothic" pitchFamily="34" charset="-128"/>
              <a:cs typeface="Arial" pitchFamily="34" charset="0"/>
            </a:endParaRPr>
          </a:p>
        </p:txBody>
      </p:sp>
    </p:spTree>
    <p:extLst>
      <p:ext uri="{BB962C8B-B14F-4D97-AF65-F5344CB8AC3E}">
        <p14:creationId xmlns:p14="http://schemas.microsoft.com/office/powerpoint/2010/main" val="3125513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89"/>
                                        </p:tgtEl>
                                        <p:attrNameLst>
                                          <p:attrName>style.visibility</p:attrName>
                                        </p:attrNameLst>
                                      </p:cBhvr>
                                      <p:to>
                                        <p:strVal val="visible"/>
                                      </p:to>
                                    </p:set>
                                    <p:anim calcmode="lin" valueType="num">
                                      <p:cBhvr additive="base">
                                        <p:cTn id="7" dur="500" fill="hold"/>
                                        <p:tgtEl>
                                          <p:spTgt spid="389"/>
                                        </p:tgtEl>
                                        <p:attrNameLst>
                                          <p:attrName>ppt_x</p:attrName>
                                        </p:attrNameLst>
                                      </p:cBhvr>
                                      <p:tavLst>
                                        <p:tav tm="0">
                                          <p:val>
                                            <p:strVal val="#ppt_x"/>
                                          </p:val>
                                        </p:tav>
                                        <p:tav tm="100000">
                                          <p:val>
                                            <p:strVal val="#ppt_x"/>
                                          </p:val>
                                        </p:tav>
                                      </p:tavLst>
                                    </p:anim>
                                    <p:anim calcmode="lin" valueType="num">
                                      <p:cBhvr additive="base">
                                        <p:cTn id="8" dur="500" fill="hold"/>
                                        <p:tgtEl>
                                          <p:spTgt spid="38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 grpId="0" animBg="1"/>
    </p:bldLst>
  </p:timing>
</p:sld>
</file>

<file path=ppt/slides/slide34.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394" name="Text box"/>
          <p:cNvSpPr>
            <a:spLocks noGrp="1"/>
          </p:cNvSpPr>
          <p:nvPr>
            <p:ph type="title"/>
          </p:nvPr>
        </p:nvSpPr>
        <p:spPr>
          <a:xfrm rot="0">
            <a:off x="2212032" y="2661866"/>
            <a:ext cx="7772401" cy="2783358"/>
          </a:xfrm>
          <a:prstGeom prst="rect"/>
          <a:noFill/>
          <a:ln w="12700" cmpd="sng" cap="flat">
            <a:noFill/>
            <a:prstDash val="solid"/>
            <a:miter/>
          </a:ln>
        </p:spPr>
        <p:txBody>
          <a:bodyPr vert="horz" wrap="square" lIns="91440" tIns="45720" rIns="91440" bIns="45720" anchor="t" anchorCtr="0">
            <a:prstTxWarp prst="textNoShape"/>
          </a:bodyPr>
          <a:lstStyle/>
          <a:p>
            <a:pPr marL="0" indent="0" algn="ctr">
              <a:lnSpc>
                <a:spcPct val="100000"/>
              </a:lnSpc>
              <a:spcBef>
                <a:spcPts val="0"/>
              </a:spcBef>
              <a:spcAft>
                <a:spcPts val="0"/>
              </a:spcAft>
              <a:buNone/>
            </a:pPr>
            <a:r>
              <a:rPr lang="en-US" altLang="zh-CN" sz="4800" b="1" i="0" u="none" strike="noStrike" kern="1200" cap="none" spc="50" baseline="0">
                <a:gradFill>
                  <a:gsLst>
                    <a:gs pos="25000">
                      <a:srgbClr val="E0322D"/>
                    </a:gs>
                    <a:gs pos="100000">
                      <a:srgbClr val="A01C18"/>
                    </a:gs>
                  </a:gsLst>
                  <a:lin ang="5400000" scaled="0"/>
                </a:gradFill>
                <a:effectLst>
                  <a:outerShdw sx="100000" sy="100000" blurRad="76200" dir="5400000" dist="50800" algn="tl">
                    <a:srgbClr val="000000">
                      <a:alpha val="65000"/>
                    </a:srgbClr>
                  </a:outerShdw>
                </a:effectLst>
                <a:latin typeface="Calibri" pitchFamily="34" charset="0"/>
                <a:ea typeface="ＭＳ Ｐゴシック" pitchFamily="0" charset="0"/>
                <a:cs typeface="Lucida Sans" pitchFamily="0" charset="0"/>
              </a:rPr>
              <a:t>Probability Distribution For </a:t>
            </a:r>
            <a:r>
              <a:rPr lang="en-US" altLang="zh-CN" sz="4800" b="1" i="0" u="none" strike="noStrike" kern="1200" cap="all" spc="0" baseline="0">
                <a:ln w="8978" cap="flat">
                  <a:solidFill>
                    <a:srgbClr val="5C437A"/>
                  </a:solidFill>
                  <a:prstDash val="solid"/>
                  <a:round/>
                </a:ln>
                <a:gradFill>
                  <a:gsLst>
                    <a:gs pos="0">
                      <a:srgbClr val="381563"/>
                    </a:gs>
                    <a:gs pos="43000">
                      <a:srgbClr val="7B34D2"/>
                    </a:gs>
                    <a:gs pos="48000">
                      <a:srgbClr val="7230C3"/>
                    </a:gs>
                    <a:gs pos="100000">
                      <a:srgbClr val="381563"/>
                    </a:gs>
                  </a:gsLst>
                  <a:lin ang="5400000" scaled="0"/>
                </a:gradFill>
                <a:effectLst>
                  <a:reflection stA="28000" blurRad="12700" dist="977" endPos="45000" dir="5400000" sy="-100000"/>
                </a:effectLst>
                <a:latin typeface="Calibri" pitchFamily="34" charset="0"/>
                <a:ea typeface="ＭＳ Ｐゴシック" pitchFamily="0" charset="0"/>
                <a:cs typeface="Lucida Sans" pitchFamily="0" charset="0"/>
              </a:rPr>
              <a:t>Continuous</a:t>
            </a:r>
            <a:r>
              <a:rPr lang="en-US" altLang="zh-CN" sz="4800" b="1" i="0" u="none" strike="noStrike" kern="1200" cap="none" spc="50" baseline="0">
                <a:gradFill>
                  <a:gsLst>
                    <a:gs pos="25000">
                      <a:srgbClr val="E0322D"/>
                    </a:gs>
                    <a:gs pos="100000">
                      <a:srgbClr val="A01C18"/>
                    </a:gs>
                  </a:gsLst>
                  <a:lin ang="5400000" scaled="0"/>
                </a:gradFill>
                <a:effectLst>
                  <a:outerShdw sx="100000" sy="100000" blurRad="76200" dir="5400000" dist="50800" algn="tl">
                    <a:srgbClr val="000000">
                      <a:alpha val="65000"/>
                    </a:srgbClr>
                  </a:outerShdw>
                </a:effectLst>
                <a:latin typeface="Calibri" pitchFamily="34" charset="0"/>
                <a:ea typeface="ＭＳ Ｐゴシック" pitchFamily="0" charset="0"/>
                <a:cs typeface="Lucida Sans" pitchFamily="0" charset="0"/>
              </a:rPr>
              <a:t> Variables</a:t>
            </a:r>
            <a:endParaRPr lang="zh-CN" altLang="en-US" sz="4800" b="1" i="0" u="none" strike="noStrike" kern="1200" cap="none" spc="50" baseline="0">
              <a:gradFill>
                <a:gsLst>
                  <a:gs pos="25000">
                    <a:srgbClr val="E0322D"/>
                  </a:gs>
                  <a:gs pos="100000">
                    <a:srgbClr val="A01C18"/>
                  </a:gs>
                </a:gsLst>
                <a:lin ang="5400000" scaled="0"/>
              </a:gradFill>
              <a:effectLst>
                <a:outerShdw sx="100000" sy="100000" blurRad="76200" dir="5400000" dist="50800" algn="tl">
                  <a:srgbClr val="000000">
                    <a:alpha val="65000"/>
                  </a:srgbClr>
                </a:outerShdw>
              </a:effectLst>
              <a:latin typeface="Calibri" pitchFamily="34" charset="0"/>
              <a:ea typeface="ＭＳ Ｐゴシック" pitchFamily="0" charset="0"/>
              <a:cs typeface="Lucida Sans" pitchFamily="0" charset="0"/>
            </a:endParaRPr>
          </a:p>
        </p:txBody>
      </p:sp>
      <p:sp>
        <p:nvSpPr>
          <p:cNvPr id="395" name="Rectangles"/>
          <p:cNvSpPr>
            <a:spLocks/>
          </p:cNvSpPr>
          <p:nvPr/>
        </p:nvSpPr>
        <p:spPr>
          <a:xfrm rot="0">
            <a:off x="5989639" y="6519863"/>
            <a:ext cx="466724" cy="365125"/>
          </a:xfrm>
          <a:prstGeom prst="rect"/>
          <a:noFill/>
          <a:ln w="12700" cmpd="sng" cap="flat">
            <a:noFill/>
            <a:prstDash val="solid"/>
            <a:round/>
          </a:ln>
        </p:spPr>
        <p:txBody>
          <a:bodyPr vert="horz" wrap="square" lIns="91440" tIns="45720" rIns="91440" bIns="45720" anchor="ctr" anchorCtr="0">
            <a:prstTxWarp prst="textNoShape"/>
          </a:bodyPr>
          <a:lstStyle/>
          <a:p>
            <a:pPr marL="0" indent="0" algn="l" eaLnBrk="1" hangingPunct="1">
              <a:lnSpc>
                <a:spcPct val="100000"/>
              </a:lnSpc>
              <a:spcBef>
                <a:spcPts val="0"/>
              </a:spcBef>
              <a:spcAft>
                <a:spcPts val="0"/>
              </a:spcAft>
              <a:buNone/>
            </a:pPr>
            <a:fld id="{CAD2D6BD-DE1B-4B5F-8B41-2702339687B9}" type="slidenum">
              <a:rPr lang="en-US" altLang="zh-CN" sz="1200" b="0" i="0" u="none" strike="noStrike" kern="1200" cap="none" spc="0" baseline="0">
                <a:solidFill>
                  <a:srgbClr val="FFFFFF"/>
                </a:solidFill>
                <a:latin typeface="Calibri" pitchFamily="34" charset="0"/>
                <a:ea typeface="MS PGothic" pitchFamily="34" charset="-128"/>
                <a:cs typeface="Arial" pitchFamily="34" charset="0"/>
              </a:rPr>
              <a:t>34</a:t>
            </a:fld>
            <a:endParaRPr lang="zh-CN" altLang="en-US" sz="1200" b="0" i="0" u="none" strike="noStrike" kern="1200" cap="none" spc="0" baseline="0">
              <a:solidFill>
                <a:srgbClr val="FFFFFF"/>
              </a:solidFill>
              <a:latin typeface="Calibri" pitchFamily="34" charset="0"/>
              <a:ea typeface="MS PGothic" pitchFamily="34" charset="-128"/>
              <a:cs typeface="Arial" pitchFamily="34" charset="0"/>
            </a:endParaRPr>
          </a:p>
        </p:txBody>
      </p:sp>
    </p:spTree>
    <p:extLst>
      <p:ext uri="{BB962C8B-B14F-4D97-AF65-F5344CB8AC3E}">
        <p14:creationId xmlns:p14="http://schemas.microsoft.com/office/powerpoint/2010/main" val="1215496955"/>
      </p:ext>
    </p:extLst>
  </p:cSld>
  <p:clrMapOvr>
    <a:masterClrMapping/>
  </p:clrMapOvr>
</p:sld>
</file>

<file path=ppt/slides/slide35.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399" name="Text box"/>
          <p:cNvSpPr>
            <a:spLocks noGrp="1"/>
          </p:cNvSpPr>
          <p:nvPr>
            <p:ph type="body" idx="1"/>
          </p:nvPr>
        </p:nvSpPr>
        <p:spPr>
          <a:xfrm rot="0">
            <a:off x="1774826" y="1628800"/>
            <a:ext cx="8435975" cy="4165573"/>
          </a:xfrm>
          <a:prstGeom prst="rect"/>
          <a:noFill/>
          <a:ln w="12700" cmpd="sng" cap="flat">
            <a:noFill/>
            <a:prstDash val="solid"/>
            <a:round/>
          </a:ln>
        </p:spPr>
        <p:txBody>
          <a:bodyPr vert="horz" wrap="square" lIns="91440" tIns="45720" rIns="91440" bIns="45720" anchor="t" anchorCtr="0">
            <a:prstTxWarp prst="textNoShape"/>
          </a:bodyPr>
          <a:lstStyle/>
          <a:p>
            <a:pPr marL="342900" indent="-342900" algn="just">
              <a:lnSpc>
                <a:spcPct val="100000"/>
              </a:lnSpc>
              <a:spcBef>
                <a:spcPct val="20000"/>
              </a:spcBef>
              <a:spcAft>
                <a:spcPts val="0"/>
              </a:spcAft>
              <a:buFont typeface="Arial" pitchFamily="34" charset="0"/>
              <a:buChar char="•"/>
            </a:pPr>
            <a:r>
              <a:rPr lang="en-US" altLang="zh-CN" sz="2800" b="0" i="0" u="none" strike="noStrike" kern="1200" cap="none" spc="0" baseline="0">
                <a:solidFill>
                  <a:schemeClr val="tx1"/>
                </a:solidFill>
                <a:latin typeface="Calibri" pitchFamily="34" charset="0"/>
                <a:ea typeface="MS PGothic" pitchFamily="34" charset="-128"/>
                <a:cs typeface="Lucida Sans" pitchFamily="0" charset="0"/>
              </a:rPr>
              <a:t>A continuous random variables is a random variable where the data can take infinitely many values.</a:t>
            </a:r>
            <a:endParaRPr lang="en-US" altLang="zh-CN" sz="2800" b="0" i="0" u="none" strike="noStrike" kern="1200" cap="none" spc="0" baseline="0">
              <a:solidFill>
                <a:schemeClr val="tx1"/>
              </a:solidFill>
              <a:latin typeface="Calibri" pitchFamily="34" charset="0"/>
              <a:ea typeface="MS PGothic" pitchFamily="34" charset="-128"/>
              <a:cs typeface="Lucida Sans" pitchFamily="0" charset="0"/>
            </a:endParaRPr>
          </a:p>
          <a:p>
            <a:pPr marL="342900" indent="-342900" algn="just">
              <a:lnSpc>
                <a:spcPct val="100000"/>
              </a:lnSpc>
              <a:spcBef>
                <a:spcPct val="20000"/>
              </a:spcBef>
              <a:spcAft>
                <a:spcPts val="0"/>
              </a:spcAft>
              <a:buFont typeface="Arial" pitchFamily="34" charset="0"/>
              <a:buChar char="•"/>
            </a:pPr>
            <a:r>
              <a:rPr lang="en-US" altLang="zh-CN" sz="2800" b="0" i="0" u="none" strike="noStrike" kern="1200" cap="none" spc="0" baseline="0">
                <a:solidFill>
                  <a:schemeClr val="tx1"/>
                </a:solidFill>
                <a:latin typeface="Calibri" pitchFamily="34" charset="0"/>
                <a:ea typeface="MS PGothic" pitchFamily="34" charset="-128"/>
                <a:cs typeface="Lucida Sans" pitchFamily="0" charset="0"/>
              </a:rPr>
              <a:t>A continuous random variable “</a:t>
            </a:r>
            <a:r>
              <a:rPr lang="en-US" altLang="zh-CN" sz="2800" b="0" i="1" u="none" strike="noStrike" kern="1200" cap="none" spc="0" baseline="0">
                <a:solidFill>
                  <a:schemeClr val="tx1"/>
                </a:solidFill>
                <a:latin typeface="Calibri" pitchFamily="34" charset="0"/>
                <a:ea typeface="MS PGothic" pitchFamily="34" charset="-128"/>
                <a:cs typeface="Times New Roman" pitchFamily="18" charset="0"/>
              </a:rPr>
              <a:t>x</a:t>
            </a:r>
            <a:r>
              <a:rPr lang="en-US" altLang="zh-CN" sz="2800" b="0" i="0" u="none" strike="noStrike" kern="1200" cap="none" spc="0" baseline="0">
                <a:solidFill>
                  <a:schemeClr val="tx1"/>
                </a:solidFill>
                <a:latin typeface="Calibri" pitchFamily="34" charset="0"/>
                <a:ea typeface="MS PGothic" pitchFamily="34" charset="-128"/>
                <a:cs typeface="Lucida Sans" pitchFamily="0" charset="0"/>
              </a:rPr>
              <a:t>”</a:t>
            </a:r>
            <a:r>
              <a:rPr lang="en-US" altLang="zh-CN" sz="2800" b="0" i="0" u="none" strike="noStrike" kern="1200" cap="none" spc="0" baseline="0">
                <a:solidFill>
                  <a:schemeClr val="tx1"/>
                </a:solidFill>
                <a:latin typeface="Calibri" pitchFamily="34" charset="0"/>
                <a:ea typeface="MS PGothic" pitchFamily="34" charset="-128"/>
                <a:cs typeface="Lucida Sans" pitchFamily="0" charset="0"/>
              </a:rPr>
              <a:t> takes all values in a given interval of numbers.</a:t>
            </a:r>
            <a:endParaRPr lang="en-US" altLang="zh-CN" sz="2800" b="0" i="0" u="none" strike="noStrike" kern="1200" cap="none" spc="0" baseline="0">
              <a:solidFill>
                <a:schemeClr val="tx1"/>
              </a:solidFill>
              <a:latin typeface="Calibri" pitchFamily="34" charset="0"/>
              <a:ea typeface="MS PGothic" pitchFamily="34" charset="-128"/>
              <a:cs typeface="Lucida Sans" pitchFamily="0" charset="0"/>
            </a:endParaRPr>
          </a:p>
          <a:p>
            <a:pPr marL="342900" indent="-342900" algn="just">
              <a:lnSpc>
                <a:spcPct val="100000"/>
              </a:lnSpc>
              <a:spcBef>
                <a:spcPct val="20000"/>
              </a:spcBef>
              <a:spcAft>
                <a:spcPts val="0"/>
              </a:spcAft>
              <a:buNone/>
            </a:pPr>
            <a:endParaRPr lang="zh-CN" altLang="en-US" sz="2800" b="0" i="0" u="none" strike="noStrike" kern="1200" cap="none" spc="0" baseline="0">
              <a:solidFill>
                <a:schemeClr val="tx1"/>
              </a:solidFill>
              <a:latin typeface="Calibri" pitchFamily="34" charset="0"/>
              <a:ea typeface="MS PGothic" pitchFamily="34" charset="-128"/>
              <a:cs typeface="Lucida Sans" pitchFamily="0" charset="0"/>
            </a:endParaRPr>
          </a:p>
        </p:txBody>
      </p:sp>
      <p:pic>
        <p:nvPicPr>
          <p:cNvPr id="400" name="Images" descr="l016-fishline.png"/>
          <p:cNvPicPr>
            <a:picLocks noChangeAspect="1"/>
          </p:cNvPicPr>
          <p:nvPr/>
        </p:nvPicPr>
        <p:blipFill>
          <a:blip r:embed="rId1" cstate="print"/>
          <a:stretch>
            <a:fillRect/>
          </a:stretch>
        </p:blipFill>
        <p:spPr>
          <a:xfrm rot="0">
            <a:off x="7000116" y="4004991"/>
            <a:ext cx="3596193" cy="2695273"/>
          </a:xfrm>
          <a:prstGeom prst="rect"/>
          <a:noFill/>
          <a:ln w="12700" cmpd="sng" cap="flat">
            <a:noFill/>
            <a:prstDash val="solid"/>
            <a:round/>
          </a:ln>
        </p:spPr>
      </p:pic>
      <p:sp>
        <p:nvSpPr>
          <p:cNvPr id="401" name="Rectangles"/>
          <p:cNvSpPr>
            <a:spLocks/>
          </p:cNvSpPr>
          <p:nvPr/>
        </p:nvSpPr>
        <p:spPr>
          <a:xfrm rot="0">
            <a:off x="5037138" y="457201"/>
            <a:ext cx="5554662" cy="358140"/>
          </a:xfrm>
          <a:prstGeom prst="rect"/>
          <a:noFill/>
          <a:ln w="12700" cmpd="sng" cap="flat">
            <a:noFill/>
            <a:prstDash val="solid"/>
            <a:miter/>
          </a:ln>
        </p:spPr>
        <p:txBody>
          <a:bodyPr vert="horz" wrap="square" lIns="91440" tIns="45720" rIns="91440" bIns="45720" anchor="t" anchorCtr="0">
            <a:prstTxWarp prst="textNoShape"/>
            <a:spAutoFit/>
          </a:bodyPr>
          <a:lstStyle/>
          <a:p>
            <a:pPr marL="0" indent="0" algn="ctr">
              <a:lnSpc>
                <a:spcPct val="100000"/>
              </a:lnSpc>
              <a:spcBef>
                <a:spcPts val="0"/>
              </a:spcBef>
              <a:spcAft>
                <a:spcPts val="0"/>
              </a:spcAft>
              <a:buNone/>
            </a:pPr>
            <a:r>
              <a:rPr lang="en-US" altLang="zh-CN" sz="1800" b="0" i="0" u="none" strike="noStrike" kern="0" cap="none" spc="0" baseline="0">
                <a:solidFill>
                  <a:schemeClr val="bg1"/>
                </a:solidFill>
                <a:latin typeface="Arial" pitchFamily="34" charset="0"/>
                <a:ea typeface="ＭＳ Ｐゴシック" pitchFamily="0" charset="0"/>
                <a:cs typeface="ＭＳ Ｐゴシック" pitchFamily="0" charset="0"/>
              </a:rPr>
              <a:t>Continuous Variables Probability Distribution</a:t>
            </a:r>
            <a:endParaRPr lang="zh-CN" altLang="en-US" sz="1800" b="0" i="0" u="none" strike="noStrike" kern="0" cap="none" spc="0" baseline="0">
              <a:solidFill>
                <a:schemeClr val="bg1"/>
              </a:solidFill>
              <a:latin typeface="Arial" pitchFamily="34" charset="0"/>
              <a:ea typeface="ＭＳ Ｐゴシック" pitchFamily="0" charset="0"/>
              <a:cs typeface="ＭＳ Ｐゴシック" pitchFamily="0" charset="0"/>
            </a:endParaRPr>
          </a:p>
        </p:txBody>
      </p:sp>
      <p:sp>
        <p:nvSpPr>
          <p:cNvPr id="402" name="Text box"/>
          <p:cNvSpPr>
            <a:spLocks noGrp="1"/>
          </p:cNvSpPr>
          <p:nvPr>
            <p:ph type="title"/>
          </p:nvPr>
        </p:nvSpPr>
        <p:spPr>
          <a:xfrm rot="0">
            <a:off x="1641155" y="260648"/>
            <a:ext cx="9163692" cy="1368152"/>
          </a:xfrm>
          <a:prstGeom prst="rect"/>
          <a:solidFill>
            <a:srgbClr val="FFFFFF"/>
          </a:solidFill>
          <a:ln w="25400" cmpd="sng" cap="flat">
            <a:solidFill>
              <a:srgbClr val="C0504D"/>
            </a:solidFill>
            <a:prstDash val="solid"/>
            <a:round/>
          </a:ln>
        </p:spPr>
        <p:txBody>
          <a:bodyPr vert="horz" wrap="square" lIns="91440" tIns="45720" rIns="91440" bIns="45720" anchor="ctr" anchorCtr="0">
            <a:prstTxWarp prst="textNoShape"/>
          </a:bodyPr>
          <a:lstStyle/>
          <a:p>
            <a:pPr marL="0" indent="0" algn="ctr" eaLnBrk="1" hangingPunct="1">
              <a:lnSpc>
                <a:spcPct val="100000"/>
              </a:lnSpc>
              <a:spcBef>
                <a:spcPts val="0"/>
              </a:spcBef>
              <a:spcAft>
                <a:spcPts val="0"/>
              </a:spcAft>
              <a:buNone/>
            </a:pPr>
            <a:r>
              <a:rPr lang="en-US" altLang="zh-CN" sz="4000" b="1" i="0" u="none" strike="noStrike" kern="1200" cap="none" spc="0" baseline="0">
                <a:solidFill>
                  <a:schemeClr val="tx1"/>
                </a:solidFill>
                <a:latin typeface="Calibri" pitchFamily="34" charset="0"/>
                <a:ea typeface="宋体" pitchFamily="0" charset="0"/>
                <a:cs typeface="Calibri" pitchFamily="34" charset="0"/>
              </a:rPr>
              <a:t>Definition : Continuous Random Variable</a:t>
            </a:r>
            <a:endParaRPr lang="zh-CN" altLang="en-US" sz="4000" b="1" i="0" u="none" strike="noStrike" kern="1200" cap="none" spc="0" baseline="0">
              <a:solidFill>
                <a:schemeClr val="tx1"/>
              </a:solidFill>
              <a:latin typeface="Calibri" pitchFamily="34" charset="0"/>
              <a:ea typeface="宋体" pitchFamily="0" charset="0"/>
              <a:cs typeface="Calibri" pitchFamily="34" charset="0"/>
            </a:endParaRPr>
          </a:p>
        </p:txBody>
      </p:sp>
      <p:sp>
        <p:nvSpPr>
          <p:cNvPr id="403" name="Rectangles"/>
          <p:cNvSpPr>
            <a:spLocks noGrp="1"/>
          </p:cNvSpPr>
          <p:nvPr>
            <p:ph type="sldNum" idx="12"/>
          </p:nvPr>
        </p:nvSpPr>
        <p:spPr>
          <a:xfrm rot="0">
            <a:off x="5989639" y="6519863"/>
            <a:ext cx="466724" cy="365125"/>
          </a:xfrm>
          <a:prstGeom prst="rect"/>
          <a:noFill/>
          <a:ln w="12700" cmpd="sng" cap="flat">
            <a:noFill/>
            <a:prstDash val="solid"/>
            <a:miter/>
          </a:ln>
        </p:spPr>
        <p:txBody>
          <a:bodyPr vert="horz" wrap="square" lIns="91440" tIns="45720" rIns="91440" bIns="45720" anchor="ctr" anchorCtr="0">
            <a:prstTxWarp prst="textNoShape"/>
          </a:bodyPr>
          <a:lstStyle/>
          <a:p>
            <a:pPr marL="0" indent="0" algn="l" eaLnBrk="1" hangingPunct="1">
              <a:lnSpc>
                <a:spcPct val="100000"/>
              </a:lnSpc>
              <a:spcBef>
                <a:spcPts val="0"/>
              </a:spcBef>
              <a:spcAft>
                <a:spcPts val="0"/>
              </a:spcAft>
              <a:buNone/>
            </a:pPr>
            <a:fld id="{CAD2D6BD-DE1B-4B5F-8B41-2702339687B9}" type="slidenum">
              <a:rPr lang="en-US" altLang="zh-CN" sz="1200" b="0" i="0" u="none" strike="noStrike" kern="1200" cap="none" spc="0" baseline="0">
                <a:solidFill>
                  <a:srgbClr val="FFFFFF"/>
                </a:solidFill>
                <a:latin typeface="Calibri" pitchFamily="34" charset="0"/>
                <a:ea typeface="MS PGothic" pitchFamily="34" charset="-128"/>
                <a:cs typeface="Arial" pitchFamily="34" charset="0"/>
              </a:rPr>
              <a:t>35</a:t>
            </a:fld>
            <a:endParaRPr lang="zh-CN" altLang="en-US" sz="1200" b="0" i="0" u="none" strike="noStrike" kern="1200" cap="none" spc="0" baseline="0">
              <a:solidFill>
                <a:srgbClr val="FFFFFF"/>
              </a:solidFill>
              <a:latin typeface="Calibri" pitchFamily="34" charset="0"/>
              <a:ea typeface="MS PGothic" pitchFamily="34" charset="-128"/>
              <a:cs typeface="Arial" pitchFamily="34" charset="0"/>
            </a:endParaRPr>
          </a:p>
        </p:txBody>
      </p:sp>
    </p:spTree>
    <p:extLst>
      <p:ext uri="{BB962C8B-B14F-4D97-AF65-F5344CB8AC3E}">
        <p14:creationId xmlns:p14="http://schemas.microsoft.com/office/powerpoint/2010/main" val="173530989"/>
      </p:ext>
    </p:extLst>
  </p:cSld>
  <p:clrMapOvr>
    <a:masterClrMapping/>
  </p:clrMapOvr>
</p:sld>
</file>

<file path=ppt/slides/slide36.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407" name="Text box"/>
          <p:cNvSpPr>
            <a:spLocks noGrp="1"/>
          </p:cNvSpPr>
          <p:nvPr>
            <p:ph type="body" idx="4294967295"/>
          </p:nvPr>
        </p:nvSpPr>
        <p:spPr>
          <a:xfrm rot="0">
            <a:off x="1774826" y="1844824"/>
            <a:ext cx="8569325" cy="4032101"/>
          </a:xfrm>
          <a:prstGeom prst="rect"/>
          <a:noFill/>
          <a:ln w="12700" cmpd="sng" cap="flat">
            <a:noFill/>
            <a:prstDash val="solid"/>
            <a:miter/>
          </a:ln>
        </p:spPr>
        <p:txBody>
          <a:bodyPr vert="horz" wrap="square" lIns="91440" tIns="45720" rIns="91440" bIns="45720" anchor="t" anchorCtr="0">
            <a:prstTxWarp prst="textNoShape"/>
          </a:bodyPr>
          <a:lstStyle/>
          <a:p>
            <a:pPr marL="342900" indent="-342900" algn="just" eaLnBrk="1" hangingPunct="1">
              <a:lnSpc>
                <a:spcPct val="90000"/>
              </a:lnSpc>
              <a:spcBef>
                <a:spcPct val="20000"/>
              </a:spcBef>
              <a:spcAft>
                <a:spcPts val="0"/>
              </a:spcAft>
              <a:buFont typeface="Arial" pitchFamily="34" charset="0"/>
              <a:buChar char="•"/>
            </a:pPr>
            <a:r>
              <a:rPr lang="en-US" altLang="zh-CN" sz="2800" b="0" i="0" u="none" strike="noStrike" kern="1200" cap="none" spc="0" baseline="0">
                <a:solidFill>
                  <a:srgbClr val="000000"/>
                </a:solidFill>
                <a:latin typeface="Calibri" pitchFamily="34" charset="0"/>
                <a:ea typeface="ＭＳ Ｐゴシック" pitchFamily="0" charset="0"/>
                <a:cs typeface="Times New Roman" pitchFamily="18" charset="0"/>
              </a:rPr>
              <a:t>It is specified by a curve called a </a:t>
            </a:r>
            <a:r>
              <a:rPr lang="en-US" altLang="zh-CN" sz="2800" b="0" i="0" u="none" strike="noStrike" kern="1200" cap="none" spc="0" baseline="0">
                <a:solidFill>
                  <a:srgbClr val="FF0000"/>
                </a:solidFill>
                <a:latin typeface="Calibri" pitchFamily="34" charset="0"/>
                <a:ea typeface="ＭＳ Ｐゴシック" pitchFamily="0" charset="0"/>
                <a:cs typeface="Times New Roman" pitchFamily="18" charset="0"/>
              </a:rPr>
              <a:t>density curve.</a:t>
            </a:r>
            <a:endParaRPr lang="en-US" altLang="zh-CN" sz="2800" b="0" i="0" u="none" strike="noStrike" kern="1200" cap="none" spc="0" baseline="0">
              <a:solidFill>
                <a:srgbClr val="FF0000"/>
              </a:solidFill>
              <a:latin typeface="Calibri" pitchFamily="34" charset="0"/>
              <a:ea typeface="ＭＳ Ｐゴシック" pitchFamily="0" charset="0"/>
              <a:cs typeface="Times New Roman" pitchFamily="18" charset="0"/>
            </a:endParaRPr>
          </a:p>
          <a:p>
            <a:pPr marL="0" indent="0" algn="just" eaLnBrk="1" hangingPunct="1">
              <a:lnSpc>
                <a:spcPct val="90000"/>
              </a:lnSpc>
              <a:spcBef>
                <a:spcPct val="20000"/>
              </a:spcBef>
              <a:spcAft>
                <a:spcPts val="0"/>
              </a:spcAft>
              <a:buNone/>
            </a:pPr>
            <a:endParaRPr lang="en-US" altLang="zh-CN" sz="2800" b="0" i="0" u="none" strike="noStrike" kern="1200" cap="none" spc="0" baseline="0">
              <a:solidFill>
                <a:srgbClr val="00CC00"/>
              </a:solidFill>
              <a:latin typeface="Calibri" pitchFamily="34" charset="0"/>
              <a:ea typeface="ＭＳ Ｐゴシック" pitchFamily="0" charset="0"/>
              <a:cs typeface="Times New Roman" pitchFamily="18" charset="0"/>
            </a:endParaRPr>
          </a:p>
          <a:p>
            <a:pPr marL="342900" indent="-342900" algn="just" eaLnBrk="1" hangingPunct="1">
              <a:lnSpc>
                <a:spcPct val="90000"/>
              </a:lnSpc>
              <a:spcBef>
                <a:spcPct val="20000"/>
              </a:spcBef>
              <a:spcAft>
                <a:spcPts val="0"/>
              </a:spcAft>
              <a:buFont typeface="Arial" pitchFamily="34" charset="0"/>
              <a:buChar char="•"/>
            </a:pPr>
            <a:r>
              <a:rPr lang="en-US" altLang="zh-CN" sz="2800" b="0" i="0" u="none" strike="noStrike" kern="1200" cap="none" spc="0" baseline="0">
                <a:solidFill>
                  <a:srgbClr val="000000"/>
                </a:solidFill>
                <a:latin typeface="Calibri" pitchFamily="34" charset="0"/>
                <a:ea typeface="ＭＳ Ｐゴシック" pitchFamily="0" charset="0"/>
                <a:cs typeface="Times New Roman" pitchFamily="18" charset="0"/>
              </a:rPr>
              <a:t>The function that describes this curve is denoted by </a:t>
            </a:r>
            <a:r>
              <a:rPr lang="en-US" altLang="zh-CN" sz="2800" b="0" i="1" u="none" strike="noStrike" kern="1200" cap="none" spc="0" baseline="0">
                <a:solidFill>
                  <a:srgbClr val="0000FF"/>
                </a:solidFill>
                <a:latin typeface="Calibri" pitchFamily="34" charset="0"/>
                <a:ea typeface="ＭＳ Ｐゴシック" pitchFamily="0" charset="0"/>
                <a:cs typeface="Times New Roman" pitchFamily="18" charset="0"/>
              </a:rPr>
              <a:t>f</a:t>
            </a:r>
            <a:r>
              <a:rPr lang="en-US" altLang="zh-CN" sz="2800" b="0" i="0" u="none" strike="noStrike" kern="1200" cap="none" spc="0" baseline="0">
                <a:solidFill>
                  <a:srgbClr val="0000FF"/>
                </a:solidFill>
                <a:latin typeface="Calibri" pitchFamily="34" charset="0"/>
                <a:ea typeface="ＭＳ Ｐゴシック" pitchFamily="0" charset="0"/>
                <a:cs typeface="Times New Roman" pitchFamily="18" charset="0"/>
              </a:rPr>
              <a:t>(</a:t>
            </a:r>
            <a:r>
              <a:rPr lang="en-US" altLang="zh-CN" sz="2800" b="0" i="1" u="none" strike="noStrike" kern="1200" cap="none" spc="0" baseline="0">
                <a:solidFill>
                  <a:srgbClr val="0000FF"/>
                </a:solidFill>
                <a:latin typeface="Calibri" pitchFamily="34" charset="0"/>
                <a:ea typeface="ＭＳ Ｐゴシック" pitchFamily="0" charset="0"/>
                <a:cs typeface="Times New Roman" pitchFamily="18" charset="0"/>
              </a:rPr>
              <a:t>x</a:t>
            </a:r>
            <a:r>
              <a:rPr lang="en-US" altLang="zh-CN" sz="2800" b="0" i="0" u="none" strike="noStrike" kern="1200" cap="none" spc="0" baseline="0">
                <a:solidFill>
                  <a:srgbClr val="0000FF"/>
                </a:solidFill>
                <a:latin typeface="Calibri" pitchFamily="34" charset="0"/>
                <a:ea typeface="ＭＳ Ｐゴシック" pitchFamily="0" charset="0"/>
                <a:cs typeface="Times New Roman" pitchFamily="18" charset="0"/>
              </a:rPr>
              <a:t>) </a:t>
            </a:r>
            <a:r>
              <a:rPr lang="en-US" altLang="zh-CN" sz="2800" b="0" i="0" u="none" strike="noStrike" kern="1200" cap="none" spc="0" baseline="0">
                <a:solidFill>
                  <a:srgbClr val="000000"/>
                </a:solidFill>
                <a:latin typeface="Calibri" pitchFamily="34" charset="0"/>
                <a:ea typeface="ＭＳ Ｐゴシック" pitchFamily="0" charset="0"/>
                <a:cs typeface="Times New Roman" pitchFamily="18" charset="0"/>
              </a:rPr>
              <a:t>and is called the </a:t>
            </a:r>
            <a:r>
              <a:rPr lang="en-US" altLang="zh-CN" sz="2800" b="0" i="0" u="none" strike="noStrike" kern="1200" cap="none" spc="0" baseline="0">
                <a:solidFill>
                  <a:srgbClr val="FF0000"/>
                </a:solidFill>
                <a:latin typeface="Calibri" pitchFamily="34" charset="0"/>
                <a:ea typeface="ＭＳ Ｐゴシック" pitchFamily="0" charset="0"/>
                <a:cs typeface="Times New Roman" pitchFamily="18" charset="0"/>
              </a:rPr>
              <a:t>density function.</a:t>
            </a:r>
            <a:endParaRPr lang="en-US" altLang="zh-CN" sz="2800" b="0" i="0" u="none" strike="noStrike" kern="1200" cap="none" spc="0" baseline="0">
              <a:solidFill>
                <a:srgbClr val="FF0000"/>
              </a:solidFill>
              <a:latin typeface="Calibri" pitchFamily="34" charset="0"/>
              <a:ea typeface="ＭＳ Ｐゴシック" pitchFamily="0" charset="0"/>
              <a:cs typeface="Times New Roman" pitchFamily="18" charset="0"/>
            </a:endParaRPr>
          </a:p>
          <a:p>
            <a:pPr marL="342900" indent="-342900" algn="just" eaLnBrk="1" hangingPunct="1">
              <a:lnSpc>
                <a:spcPct val="90000"/>
              </a:lnSpc>
              <a:spcBef>
                <a:spcPct val="20000"/>
              </a:spcBef>
              <a:spcAft>
                <a:spcPts val="0"/>
              </a:spcAft>
              <a:buFont typeface="Arial" pitchFamily="34" charset="0"/>
              <a:buChar char="•"/>
            </a:pPr>
            <a:endParaRPr lang="en-US" altLang="zh-CN" sz="2800" b="0" i="0" u="none" strike="noStrike" kern="1200" cap="none" spc="0" baseline="0">
              <a:solidFill>
                <a:srgbClr val="FF0000"/>
              </a:solidFill>
              <a:latin typeface="Calibri" pitchFamily="34" charset="0"/>
              <a:ea typeface="ＭＳ Ｐゴシック" pitchFamily="0" charset="0"/>
              <a:cs typeface="Times New Roman" pitchFamily="18" charset="0"/>
            </a:endParaRPr>
          </a:p>
          <a:p>
            <a:pPr marL="342900" indent="-342900" algn="just" eaLnBrk="1" hangingPunct="1">
              <a:lnSpc>
                <a:spcPct val="90000"/>
              </a:lnSpc>
              <a:spcBef>
                <a:spcPct val="20000"/>
              </a:spcBef>
              <a:spcAft>
                <a:spcPts val="0"/>
              </a:spcAft>
              <a:buFont typeface="Arial" pitchFamily="34" charset="0"/>
              <a:buChar char="•"/>
            </a:pPr>
            <a:r>
              <a:rPr lang="en-US" altLang="zh-CN" sz="2800" b="0" i="0" u="none" strike="noStrike" kern="1200" cap="none" spc="0" baseline="0">
                <a:solidFill>
                  <a:srgbClr val="000000"/>
                </a:solidFill>
                <a:latin typeface="Calibri" pitchFamily="34" charset="0"/>
                <a:ea typeface="ＭＳ Ｐゴシック" pitchFamily="0" charset="0"/>
                <a:cs typeface="Times New Roman" pitchFamily="18" charset="0"/>
              </a:rPr>
              <a:t>The probability of observing a value in a particular interval is the </a:t>
            </a:r>
            <a:r>
              <a:rPr lang="en-US" altLang="zh-CN" sz="2800" b="0" i="0" u="none" strike="noStrike" kern="1200" cap="none" spc="0" baseline="0">
                <a:solidFill>
                  <a:srgbClr val="FF0000"/>
                </a:solidFill>
                <a:latin typeface="Calibri" pitchFamily="34" charset="0"/>
                <a:ea typeface="ＭＳ Ｐゴシック" pitchFamily="0" charset="0"/>
                <a:cs typeface="Times New Roman" pitchFamily="18" charset="0"/>
              </a:rPr>
              <a:t>area under the curve</a:t>
            </a:r>
            <a:r>
              <a:rPr lang="en-US" altLang="zh-CN" sz="2800" b="0" i="0" u="none" strike="noStrike" kern="1200" cap="none" spc="0" baseline="0">
                <a:solidFill>
                  <a:srgbClr val="00CC00"/>
                </a:solidFill>
                <a:latin typeface="Calibri" pitchFamily="34" charset="0"/>
                <a:ea typeface="ＭＳ Ｐゴシック" pitchFamily="0" charset="0"/>
                <a:cs typeface="Times New Roman" pitchFamily="18" charset="0"/>
              </a:rPr>
              <a:t> </a:t>
            </a:r>
            <a:r>
              <a:rPr lang="en-US" altLang="zh-CN" sz="2800" b="0" i="0" u="none" strike="noStrike" kern="1200" cap="none" spc="0" baseline="0">
                <a:solidFill>
                  <a:srgbClr val="000000"/>
                </a:solidFill>
                <a:latin typeface="Calibri" pitchFamily="34" charset="0"/>
                <a:ea typeface="ＭＳ Ｐゴシック" pitchFamily="0" charset="0"/>
                <a:cs typeface="Times New Roman" pitchFamily="18" charset="0"/>
              </a:rPr>
              <a:t>and above the given interval.</a:t>
            </a:r>
            <a:endParaRPr lang="zh-CN" altLang="en-US" sz="2800" b="0" i="0" u="none" strike="noStrike" kern="1200" cap="none" spc="0" baseline="0">
              <a:solidFill>
                <a:srgbClr val="000000"/>
              </a:solidFill>
              <a:latin typeface="Calibri" pitchFamily="34" charset="0"/>
              <a:ea typeface="ＭＳ Ｐゴシック" pitchFamily="0" charset="0"/>
              <a:cs typeface="Times New Roman" pitchFamily="18" charset="0"/>
            </a:endParaRPr>
          </a:p>
        </p:txBody>
      </p:sp>
      <p:sp>
        <p:nvSpPr>
          <p:cNvPr id="408" name="Rectangles"/>
          <p:cNvSpPr>
            <a:spLocks/>
          </p:cNvSpPr>
          <p:nvPr/>
        </p:nvSpPr>
        <p:spPr>
          <a:xfrm rot="0">
            <a:off x="1272073" y="260648"/>
            <a:ext cx="9072397" cy="1080383"/>
          </a:xfrm>
          <a:prstGeom prst="rect"/>
          <a:solidFill>
            <a:srgbClr val="FFFFFF"/>
          </a:solidFill>
          <a:ln w="25400" cmpd="sng" cap="flat">
            <a:solidFill>
              <a:srgbClr val="C0504D"/>
            </a:solidFill>
            <a:prstDash val="solid"/>
            <a:round/>
          </a:ln>
        </p:spPr>
        <p:txBody>
          <a:bodyPr vert="horz" wrap="square" lIns="91440" tIns="45720" rIns="91440" bIns="45720" anchor="ctr" anchorCtr="0">
            <a:prstTxWarp prst="textNoShape"/>
          </a:bodyPr>
          <a:lstStyle/>
          <a:p>
            <a:pPr marL="0" indent="0" algn="ctr" eaLnBrk="1" fontAlgn="base" hangingPunct="1">
              <a:lnSpc>
                <a:spcPct val="100000"/>
              </a:lnSpc>
              <a:spcBef>
                <a:spcPts val="0"/>
              </a:spcBef>
              <a:spcAft>
                <a:spcPts val="0"/>
              </a:spcAft>
              <a:buNone/>
            </a:pPr>
            <a:r>
              <a:rPr lang="en-US" altLang="zh-CN" sz="3200" b="1" i="0" u="none" strike="noStrike" kern="1200" cap="none" spc="0" baseline="0">
                <a:solidFill>
                  <a:schemeClr val="tx1"/>
                </a:solidFill>
                <a:latin typeface="Calibri" pitchFamily="34" charset="0"/>
                <a:ea typeface="宋体" pitchFamily="0" charset="0"/>
                <a:cs typeface="Calibri" pitchFamily="34" charset="0"/>
              </a:rPr>
              <a:t>Definition : Probability Distribution for Continuous Random Variable</a:t>
            </a:r>
            <a:endParaRPr lang="zh-CN" altLang="en-US" sz="3200" b="1" i="0" u="none" strike="noStrike" kern="1200" cap="none" spc="0" baseline="0">
              <a:solidFill>
                <a:schemeClr val="tx1"/>
              </a:solidFill>
              <a:latin typeface="Calibri" pitchFamily="34" charset="0"/>
              <a:ea typeface="宋体" pitchFamily="0" charset="0"/>
              <a:cs typeface="Calibri" pitchFamily="34" charset="0"/>
            </a:endParaRPr>
          </a:p>
        </p:txBody>
      </p:sp>
      <p:sp>
        <p:nvSpPr>
          <p:cNvPr id="409" name="Rectangles"/>
          <p:cNvSpPr>
            <a:spLocks noGrp="1"/>
          </p:cNvSpPr>
          <p:nvPr>
            <p:ph type="sldNum" idx="12"/>
          </p:nvPr>
        </p:nvSpPr>
        <p:spPr>
          <a:xfrm rot="0">
            <a:off x="5989639" y="6524626"/>
            <a:ext cx="466724" cy="365125"/>
          </a:xfrm>
          <a:prstGeom prst="rect"/>
          <a:noFill/>
          <a:ln w="12700" cmpd="sng" cap="flat">
            <a:noFill/>
            <a:prstDash val="solid"/>
            <a:miter/>
          </a:ln>
        </p:spPr>
        <p:txBody>
          <a:bodyPr vert="horz" wrap="square" lIns="91440" tIns="45720" rIns="91440" bIns="45720" anchor="ctr" anchorCtr="0">
            <a:prstTxWarp prst="textNoShape"/>
          </a:bodyPr>
          <a:lstStyle/>
          <a:p>
            <a:pPr marL="0" indent="0" algn="l" eaLnBrk="1" hangingPunct="1">
              <a:lnSpc>
                <a:spcPct val="100000"/>
              </a:lnSpc>
              <a:spcBef>
                <a:spcPts val="0"/>
              </a:spcBef>
              <a:spcAft>
                <a:spcPts val="0"/>
              </a:spcAft>
              <a:buNone/>
            </a:pPr>
            <a:fld id="{CAD2D6BD-DE1B-4B5F-8B41-2702339687B9}" type="slidenum">
              <a:rPr lang="en-US" altLang="zh-CN" sz="1200" b="0" i="0" u="none" strike="noStrike" kern="1200" cap="none" spc="0" baseline="0">
                <a:solidFill>
                  <a:srgbClr val="FFFFFF"/>
                </a:solidFill>
                <a:latin typeface="Calibri" pitchFamily="34" charset="0"/>
                <a:ea typeface="MS PGothic" pitchFamily="34" charset="-128"/>
                <a:cs typeface="Arial" pitchFamily="34" charset="0"/>
              </a:rPr>
              <a:t>36</a:t>
            </a:fld>
            <a:endParaRPr lang="zh-CN" altLang="en-US" sz="1200" b="0" i="0" u="none" strike="noStrike" kern="1200" cap="none" spc="0" baseline="0">
              <a:solidFill>
                <a:srgbClr val="FFFFFF"/>
              </a:solidFill>
              <a:latin typeface="Calibri" pitchFamily="34" charset="0"/>
              <a:ea typeface="MS PGothic" pitchFamily="34" charset="-128"/>
              <a:cs typeface="Arial" pitchFamily="34" charset="0"/>
            </a:endParaRPr>
          </a:p>
        </p:txBody>
      </p:sp>
    </p:spTree>
    <p:extLst>
      <p:ext uri="{BB962C8B-B14F-4D97-AF65-F5344CB8AC3E}">
        <p14:creationId xmlns:p14="http://schemas.microsoft.com/office/powerpoint/2010/main" val="1687951446"/>
      </p:ext>
    </p:extLst>
  </p:cSld>
  <p:clrMapOvr>
    <a:masterClrMapping/>
  </p:clrMapOvr>
</p:sld>
</file>

<file path=ppt/slides/slide37.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graphicFrame>
        <p:nvGraphicFramePr>
          <p:cNvPr id="413" name="Object"/>
          <p:cNvGraphicFramePr>
            <a:graphicFrameLocks noChangeAspect="1"/>
          </p:cNvGraphicFramePr>
          <p:nvPr/>
        </p:nvGraphicFramePr>
        <p:xfrm>
          <a:off x="3352800" y="2636839"/>
          <a:ext cx="6019799" cy="3248025"/>
        </p:xfrm>
        <a:graphic>
          <a:graphicData uri="http://schemas.openxmlformats.org/presentationml/2006/ole">
            <mc:AlternateContent xmlns:mc="http://schemas.openxmlformats.org/markup-compatibility/2006">
              <mc:Choice xmlns:v="urn:schemas-microsoft-com:vml" Requires="v">
                <p:oleObj spid="" name="package" imgW="0" imgH="0" progId="package">
                  <p:embed/>
                </p:oleObj>
              </mc:Choice>
              <mc:Fallback>
                <p:oleObj name="package" imgW="0" imgH="0" progId="package">
                  <p:embed/>
                  <p:pic>
                    <p:nvPicPr>
                      <p:cNvPr id="413" name="Object"/>
                      <p:cNvPicPr>
                        <a:picLocks noChangeAspect="1"/>
                      </p:cNvPicPr>
                      <p:nvPr/>
                    </p:nvPicPr>
                    <p:blipFill>
                      <a:blip r:embed="rId1" cstate="print"/>
                      <a:stretch>
                        <a:fillRect/>
                      </a:stretch>
                    </p:blipFill>
                    <p:spPr>
                      <a:xfrm rot="0">
                        <a:off x="3352800" y="2636839"/>
                        <a:ext cx="6019799" cy="3248025"/>
                      </a:xfrm>
                      <a:prstGeom prst="rect"/>
                      <a:noFill/>
                      <a:ln cmpd="sng" cap="flat">
                        <a:noFill/>
                        <a:prstDash val="solid"/>
                        <a:round/>
                      </a:ln>
                    </p:spPr>
                  </p:pic>
                </p:oleObj>
              </mc:Fallback>
            </mc:AlternateContent>
          </a:graphicData>
        </a:graphic>
      </p:graphicFrame>
      <p:sp>
        <p:nvSpPr>
          <p:cNvPr id="414" name="Rectangles"/>
          <p:cNvSpPr>
            <a:spLocks/>
          </p:cNvSpPr>
          <p:nvPr/>
        </p:nvSpPr>
        <p:spPr>
          <a:xfrm rot="0">
            <a:off x="2438400" y="2349500"/>
            <a:ext cx="2438400" cy="386715"/>
          </a:xfrm>
          <a:prstGeom prst="rect"/>
          <a:noFill/>
          <a:ln w="12700" cmpd="sng" cap="flat">
            <a:noFill/>
            <a:prstDash val="solid"/>
            <a:round/>
          </a:ln>
        </p:spPr>
        <p:txBody>
          <a:bodyPr vert="horz" wrap="square" lIns="91440" tIns="45720" rIns="91440" bIns="45720" anchor="t" anchorCtr="0">
            <a:prstTxWarp prst="textNoShape"/>
            <a:spAutoFit/>
          </a:bodyPr>
          <a:lstStyle/>
          <a:p>
            <a:pPr marL="0" indent="0" algn="l" eaLnBrk="1" hangingPunct="1">
              <a:lnSpc>
                <a:spcPct val="100000"/>
              </a:lnSpc>
              <a:spcBef>
                <a:spcPts val="0"/>
              </a:spcBef>
              <a:spcAft>
                <a:spcPts val="0"/>
              </a:spcAft>
              <a:buNone/>
            </a:pPr>
            <a:r>
              <a:rPr lang="en-US" altLang="zh-CN" sz="2000" b="1" i="0" u="none" strike="noStrike" kern="1200" cap="none" spc="0" baseline="0">
                <a:solidFill>
                  <a:srgbClr val="FF0000"/>
                </a:solidFill>
                <a:latin typeface="Calibri" pitchFamily="34" charset="0"/>
                <a:ea typeface="MS PGothic" pitchFamily="34" charset="-128"/>
                <a:cs typeface="Calibri" pitchFamily="34" charset="0"/>
              </a:rPr>
              <a:t>Density curve</a:t>
            </a:r>
            <a:endParaRPr lang="zh-CN" altLang="en-US" sz="2000" b="1" i="0" u="none" strike="noStrike" kern="1200" cap="none" spc="0" baseline="0">
              <a:solidFill>
                <a:srgbClr val="FF0000"/>
              </a:solidFill>
              <a:latin typeface="Calibri" pitchFamily="34" charset="0"/>
              <a:ea typeface="MS PGothic" pitchFamily="34" charset="-128"/>
              <a:cs typeface="Calibri" pitchFamily="34" charset="0"/>
            </a:endParaRPr>
          </a:p>
        </p:txBody>
      </p:sp>
      <p:sp>
        <p:nvSpPr>
          <p:cNvPr id="415" name="Rectangles"/>
          <p:cNvSpPr>
            <a:spLocks/>
          </p:cNvSpPr>
          <p:nvPr/>
        </p:nvSpPr>
        <p:spPr>
          <a:xfrm rot="0">
            <a:off x="7608889" y="3810000"/>
            <a:ext cx="2414587" cy="386715"/>
          </a:xfrm>
          <a:prstGeom prst="rect"/>
          <a:noFill/>
          <a:ln w="12700" cmpd="sng" cap="flat">
            <a:noFill/>
            <a:prstDash val="solid"/>
            <a:round/>
          </a:ln>
        </p:spPr>
        <p:txBody>
          <a:bodyPr vert="horz" wrap="square" lIns="91440" tIns="45720" rIns="91440" bIns="45720" anchor="t" anchorCtr="0">
            <a:prstTxWarp prst="textNoShape"/>
            <a:spAutoFit/>
          </a:bodyPr>
          <a:lstStyle/>
          <a:p>
            <a:pPr marL="0" indent="0" algn="l" eaLnBrk="1" hangingPunct="1">
              <a:lnSpc>
                <a:spcPct val="100000"/>
              </a:lnSpc>
              <a:spcBef>
                <a:spcPts val="0"/>
              </a:spcBef>
              <a:spcAft>
                <a:spcPts val="0"/>
              </a:spcAft>
              <a:buNone/>
            </a:pPr>
            <a:r>
              <a:rPr lang="en-US" altLang="zh-CN" sz="2000" b="1" i="0" u="none" strike="noStrike" kern="1200" cap="none" spc="0" baseline="0">
                <a:solidFill>
                  <a:srgbClr val="FF0000"/>
                </a:solidFill>
                <a:latin typeface="Calibri" pitchFamily="34" charset="0"/>
                <a:ea typeface="MS PGothic" pitchFamily="34" charset="-128"/>
                <a:cs typeface="Calibri" pitchFamily="34" charset="0"/>
              </a:rPr>
              <a:t>Density function</a:t>
            </a:r>
            <a:endParaRPr lang="zh-CN" altLang="en-US" sz="2000" b="1" i="0" u="none" strike="noStrike" kern="1200" cap="none" spc="0" baseline="0">
              <a:solidFill>
                <a:srgbClr val="FF0000"/>
              </a:solidFill>
              <a:latin typeface="Calibri" pitchFamily="34" charset="0"/>
              <a:ea typeface="MS PGothic" pitchFamily="34" charset="-128"/>
              <a:cs typeface="Calibri" pitchFamily="34" charset="0"/>
            </a:endParaRPr>
          </a:p>
        </p:txBody>
      </p:sp>
      <p:pic>
        <p:nvPicPr>
          <p:cNvPr id="416" name="Images" descr="normal_function.jpg"/>
          <p:cNvPicPr>
            <a:picLocks noChangeAspect="1"/>
          </p:cNvPicPr>
          <p:nvPr/>
        </p:nvPicPr>
        <p:blipFill>
          <a:blip r:embed="rId2" cstate="print"/>
          <a:stretch>
            <a:fillRect/>
          </a:stretch>
        </p:blipFill>
        <p:spPr>
          <a:xfrm rot="0">
            <a:off x="6959600" y="1484313"/>
            <a:ext cx="3200399" cy="1428750"/>
          </a:xfrm>
          <a:prstGeom prst="rect"/>
          <a:noFill/>
          <a:ln w="12700" cmpd="sng" cap="flat">
            <a:noFill/>
            <a:prstDash val="solid"/>
            <a:round/>
          </a:ln>
        </p:spPr>
      </p:pic>
      <p:sp>
        <p:nvSpPr>
          <p:cNvPr id="417" name="Rectangles"/>
          <p:cNvSpPr>
            <a:spLocks/>
          </p:cNvSpPr>
          <p:nvPr/>
        </p:nvSpPr>
        <p:spPr>
          <a:xfrm rot="0">
            <a:off x="1828800" y="4191000"/>
            <a:ext cx="2438400" cy="386715"/>
          </a:xfrm>
          <a:prstGeom prst="rect"/>
          <a:noFill/>
          <a:ln w="12700" cmpd="sng" cap="flat">
            <a:noFill/>
            <a:prstDash val="solid"/>
            <a:round/>
          </a:ln>
        </p:spPr>
        <p:txBody>
          <a:bodyPr vert="horz" wrap="square" lIns="91440" tIns="45720" rIns="91440" bIns="45720" anchor="t" anchorCtr="0">
            <a:prstTxWarp prst="textNoShape"/>
            <a:spAutoFit/>
          </a:bodyPr>
          <a:lstStyle/>
          <a:p>
            <a:pPr marL="0" indent="0" algn="l" eaLnBrk="1" hangingPunct="1">
              <a:lnSpc>
                <a:spcPct val="100000"/>
              </a:lnSpc>
              <a:spcBef>
                <a:spcPts val="0"/>
              </a:spcBef>
              <a:spcAft>
                <a:spcPts val="0"/>
              </a:spcAft>
              <a:buNone/>
            </a:pPr>
            <a:r>
              <a:rPr lang="en-US" altLang="zh-CN" sz="2000" b="1" i="0" u="none" strike="noStrike" kern="1200" cap="none" spc="0" baseline="0">
                <a:solidFill>
                  <a:srgbClr val="FF0000"/>
                </a:solidFill>
                <a:latin typeface="Calibri" pitchFamily="34" charset="0"/>
                <a:ea typeface="MS PGothic" pitchFamily="34" charset="-128"/>
                <a:cs typeface="Calibri" pitchFamily="34" charset="0"/>
              </a:rPr>
              <a:t>Probability</a:t>
            </a:r>
            <a:endParaRPr lang="zh-CN" altLang="en-US" sz="2000" b="1" i="0" u="none" strike="noStrike" kern="1200" cap="none" spc="0" baseline="0">
              <a:solidFill>
                <a:srgbClr val="FF0000"/>
              </a:solidFill>
              <a:latin typeface="Calibri" pitchFamily="34" charset="0"/>
              <a:ea typeface="MS PGothic" pitchFamily="34" charset="-128"/>
              <a:cs typeface="Calibri" pitchFamily="34" charset="0"/>
            </a:endParaRPr>
          </a:p>
        </p:txBody>
      </p:sp>
      <p:cxnSp>
        <p:nvCxnSpPr>
          <p:cNvPr id="418" name="直线连接线"/>
          <p:cNvCxnSpPr>
            <a:cxnSpLocks/>
          </p:cNvCxnSpPr>
          <p:nvPr/>
        </p:nvCxnSpPr>
        <p:spPr>
          <a:xfrm rot="0">
            <a:off x="3863976" y="2708276"/>
            <a:ext cx="2155824" cy="492124"/>
          </a:xfrm>
          <a:prstGeom prst="straightConnector1"/>
          <a:noFill/>
          <a:ln w="25400" cmpd="sng" cap="flat">
            <a:solidFill>
              <a:srgbClr val="000000"/>
            </a:solidFill>
            <a:prstDash val="solid"/>
            <a:round/>
            <a:tailEnd type="arrow" w="med" len="med"/>
          </a:ln>
        </p:spPr>
      </p:cxnSp>
      <p:cxnSp>
        <p:nvCxnSpPr>
          <p:cNvPr id="419" name="直线连接线"/>
          <p:cNvCxnSpPr>
            <a:cxnSpLocks/>
          </p:cNvCxnSpPr>
          <p:nvPr/>
        </p:nvCxnSpPr>
        <p:spPr>
          <a:xfrm flipV="1" rot="21600000">
            <a:off x="3216276" y="4191001"/>
            <a:ext cx="3108325" cy="174625"/>
          </a:xfrm>
          <a:prstGeom prst="straightConnector1"/>
          <a:noFill/>
          <a:ln w="25400" cmpd="sng" cap="flat">
            <a:solidFill>
              <a:srgbClr val="000000"/>
            </a:solidFill>
            <a:prstDash val="solid"/>
            <a:round/>
            <a:tailEnd type="arrow" w="med" len="med"/>
          </a:ln>
        </p:spPr>
      </p:cxnSp>
      <p:cxnSp>
        <p:nvCxnSpPr>
          <p:cNvPr id="420" name="直线连接线"/>
          <p:cNvCxnSpPr>
            <a:cxnSpLocks/>
          </p:cNvCxnSpPr>
          <p:nvPr/>
        </p:nvCxnSpPr>
        <p:spPr>
          <a:xfrm flipH="1" flipV="1" rot="0">
            <a:off x="8112126" y="3068638"/>
            <a:ext cx="41274" cy="741362"/>
          </a:xfrm>
          <a:prstGeom prst="straightConnector1"/>
          <a:noFill/>
          <a:ln w="25400" cmpd="sng" cap="flat">
            <a:solidFill>
              <a:srgbClr val="000000"/>
            </a:solidFill>
            <a:prstDash val="solid"/>
            <a:round/>
            <a:tailEnd type="arrow" w="med" len="med"/>
          </a:ln>
        </p:spPr>
      </p:cxnSp>
      <p:sp>
        <p:nvSpPr>
          <p:cNvPr id="421" name="Rectangles"/>
          <p:cNvSpPr>
            <a:spLocks/>
          </p:cNvSpPr>
          <p:nvPr/>
        </p:nvSpPr>
        <p:spPr>
          <a:xfrm rot="0">
            <a:off x="5037138" y="457201"/>
            <a:ext cx="5554662" cy="358140"/>
          </a:xfrm>
          <a:prstGeom prst="rect"/>
          <a:noFill/>
          <a:ln w="12700" cmpd="sng" cap="flat">
            <a:noFill/>
            <a:prstDash val="solid"/>
            <a:miter/>
          </a:ln>
        </p:spPr>
        <p:txBody>
          <a:bodyPr vert="horz" wrap="square" lIns="91440" tIns="45720" rIns="91440" bIns="45720" anchor="t" anchorCtr="0">
            <a:prstTxWarp prst="textNoShape"/>
            <a:spAutoFit/>
          </a:bodyPr>
          <a:lstStyle/>
          <a:p>
            <a:pPr marL="0" indent="0" algn="ctr">
              <a:lnSpc>
                <a:spcPct val="100000"/>
              </a:lnSpc>
              <a:spcBef>
                <a:spcPts val="0"/>
              </a:spcBef>
              <a:spcAft>
                <a:spcPts val="0"/>
              </a:spcAft>
              <a:buNone/>
            </a:pPr>
            <a:r>
              <a:rPr lang="en-US" altLang="zh-CN" sz="1800" b="0" i="0" u="none" strike="noStrike" kern="0" cap="none" spc="0" baseline="0">
                <a:solidFill>
                  <a:schemeClr val="bg1"/>
                </a:solidFill>
                <a:latin typeface="Arial" pitchFamily="34" charset="0"/>
                <a:ea typeface="ＭＳ Ｐゴシック" pitchFamily="0" charset="0"/>
                <a:cs typeface="ＭＳ Ｐゴシック" pitchFamily="0" charset="0"/>
              </a:rPr>
              <a:t>Continuous Variables Probability Distribution</a:t>
            </a:r>
            <a:endParaRPr lang="zh-CN" altLang="en-US" sz="1800" b="0" i="0" u="none" strike="noStrike" kern="0" cap="none" spc="0" baseline="0">
              <a:solidFill>
                <a:schemeClr val="bg1"/>
              </a:solidFill>
              <a:latin typeface="Arial" pitchFamily="34" charset="0"/>
              <a:ea typeface="ＭＳ Ｐゴシック" pitchFamily="0" charset="0"/>
              <a:cs typeface="ＭＳ Ｐゴシック" pitchFamily="0" charset="0"/>
            </a:endParaRPr>
          </a:p>
        </p:txBody>
      </p:sp>
      <p:sp>
        <p:nvSpPr>
          <p:cNvPr id="422" name="Rectangles"/>
          <p:cNvSpPr>
            <a:spLocks noGrp="1"/>
          </p:cNvSpPr>
          <p:nvPr>
            <p:ph type="sldNum" idx="12"/>
          </p:nvPr>
        </p:nvSpPr>
        <p:spPr>
          <a:xfrm rot="0">
            <a:off x="5989639" y="6519863"/>
            <a:ext cx="466724" cy="365125"/>
          </a:xfrm>
          <a:prstGeom prst="rect"/>
          <a:noFill/>
          <a:ln w="12700" cmpd="sng" cap="flat">
            <a:noFill/>
            <a:prstDash val="solid"/>
            <a:miter/>
          </a:ln>
        </p:spPr>
        <p:txBody>
          <a:bodyPr vert="horz" wrap="square" lIns="91440" tIns="45720" rIns="91440" bIns="45720" anchor="ctr" anchorCtr="0">
            <a:prstTxWarp prst="textNoShape"/>
          </a:bodyPr>
          <a:lstStyle/>
          <a:p>
            <a:pPr marL="0" indent="0" algn="l" eaLnBrk="1" hangingPunct="1">
              <a:lnSpc>
                <a:spcPct val="100000"/>
              </a:lnSpc>
              <a:spcBef>
                <a:spcPts val="0"/>
              </a:spcBef>
              <a:spcAft>
                <a:spcPts val="0"/>
              </a:spcAft>
              <a:buNone/>
            </a:pPr>
            <a:fld id="{CAD2D6BD-DE1B-4B5F-8B41-2702339687B9}" type="slidenum">
              <a:rPr lang="en-US" altLang="zh-CN" sz="1200" b="0" i="0" u="none" strike="noStrike" kern="1200" cap="none" spc="0" baseline="0">
                <a:solidFill>
                  <a:srgbClr val="FFFFFF"/>
                </a:solidFill>
                <a:latin typeface="Calibri" pitchFamily="34" charset="0"/>
                <a:ea typeface="MS PGothic" pitchFamily="34" charset="-128"/>
                <a:cs typeface="Arial" pitchFamily="34" charset="0"/>
              </a:rPr>
              <a:t>37</a:t>
            </a:fld>
            <a:endParaRPr lang="zh-CN" altLang="en-US" sz="1200" b="0" i="0" u="none" strike="noStrike" kern="1200" cap="none" spc="0" baseline="0">
              <a:solidFill>
                <a:srgbClr val="FFFFFF"/>
              </a:solidFill>
              <a:latin typeface="Calibri" pitchFamily="34" charset="0"/>
              <a:ea typeface="MS PGothic" pitchFamily="34" charset="-128"/>
              <a:cs typeface="Arial" pitchFamily="34" charset="0"/>
            </a:endParaRPr>
          </a:p>
        </p:txBody>
      </p:sp>
    </p:spTree>
    <p:extLst>
      <p:ext uri="{BB962C8B-B14F-4D97-AF65-F5344CB8AC3E}">
        <p14:creationId xmlns:p14="http://schemas.microsoft.com/office/powerpoint/2010/main" val="796321494"/>
      </p:ext>
    </p:extLst>
  </p:cSld>
  <p:clrMapOvr>
    <a:masterClrMapping/>
  </p:clrMapOvr>
</p:sld>
</file>

<file path=ppt/slides/slide38.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426" name="Text box"/>
          <p:cNvSpPr>
            <a:spLocks noGrp="1"/>
          </p:cNvSpPr>
          <p:nvPr>
            <p:ph type="title"/>
          </p:nvPr>
        </p:nvSpPr>
        <p:spPr>
          <a:xfrm rot="0">
            <a:off x="4073272" y="260648"/>
            <a:ext cx="6271199" cy="1026000"/>
          </a:xfrm>
          <a:prstGeom prst="rect"/>
          <a:solidFill>
            <a:srgbClr val="FFFFFF"/>
          </a:solidFill>
          <a:ln w="25400" cmpd="sng" cap="flat">
            <a:solidFill>
              <a:srgbClr val="C0504D"/>
            </a:solidFill>
            <a:prstDash val="solid"/>
            <a:round/>
          </a:ln>
        </p:spPr>
        <p:txBody>
          <a:bodyPr vert="horz" wrap="square" lIns="91440" tIns="45720" rIns="91440" bIns="45720" anchor="ctr" anchorCtr="0">
            <a:prstTxWarp prst="textNoShape"/>
          </a:bodyPr>
          <a:lstStyle/>
          <a:p>
            <a:pPr marL="0" indent="0" algn="ctr" eaLnBrk="1" hangingPunct="1">
              <a:lnSpc>
                <a:spcPct val="100000"/>
              </a:lnSpc>
              <a:spcBef>
                <a:spcPts val="0"/>
              </a:spcBef>
              <a:spcAft>
                <a:spcPts val="0"/>
              </a:spcAft>
              <a:buNone/>
            </a:pPr>
            <a:r>
              <a:rPr lang="en-US" altLang="zh-CN" sz="3600" b="1" i="0" u="none" strike="noStrike" kern="1200" cap="none" spc="0" baseline="0">
                <a:solidFill>
                  <a:schemeClr val="tx1"/>
                </a:solidFill>
                <a:latin typeface="Calibri" pitchFamily="34" charset="0"/>
                <a:ea typeface="宋体" pitchFamily="0" charset="0"/>
                <a:cs typeface="Calibri" pitchFamily="34" charset="0"/>
              </a:rPr>
              <a:t>Properties of Continuous Probability Distributions</a:t>
            </a:r>
            <a:endParaRPr lang="zh-CN" altLang="en-US" sz="3600" b="1" i="0" u="none" strike="noStrike" kern="1200" cap="none" spc="0" baseline="0">
              <a:solidFill>
                <a:schemeClr val="tx1"/>
              </a:solidFill>
              <a:latin typeface="Calibri" pitchFamily="34" charset="0"/>
              <a:ea typeface="宋体" pitchFamily="0" charset="0"/>
              <a:cs typeface="Calibri" pitchFamily="34" charset="0"/>
            </a:endParaRPr>
          </a:p>
        </p:txBody>
      </p:sp>
      <p:sp>
        <p:nvSpPr>
          <p:cNvPr id="427" name="Text box"/>
          <p:cNvSpPr>
            <a:spLocks noGrp="1"/>
          </p:cNvSpPr>
          <p:nvPr>
            <p:ph type="body" idx="4294967295"/>
          </p:nvPr>
        </p:nvSpPr>
        <p:spPr>
          <a:xfrm rot="0">
            <a:off x="2279650" y="2205039"/>
            <a:ext cx="8229600" cy="3095625"/>
          </a:xfrm>
          <a:prstGeom prst="rect"/>
          <a:solidFill>
            <a:schemeClr val="bg1"/>
          </a:solidFill>
          <a:ln w="12700" cmpd="sng" cap="flat">
            <a:noFill/>
            <a:prstDash val="solid"/>
            <a:miter/>
          </a:ln>
        </p:spPr>
        <p:txBody>
          <a:bodyPr vert="horz" wrap="square" lIns="91440" tIns="45720" rIns="91440" bIns="45720" anchor="t" anchorCtr="0">
            <a:prstTxWarp prst="textNoShape"/>
          </a:bodyPr>
          <a:lstStyle/>
          <a:p>
            <a:pPr marL="1793875" indent="-1793875" algn="l" eaLnBrk="1" hangingPunct="1">
              <a:lnSpc>
                <a:spcPct val="100000"/>
              </a:lnSpc>
              <a:spcBef>
                <a:spcPct val="20000"/>
              </a:spcBef>
              <a:spcAft>
                <a:spcPts val="0"/>
              </a:spcAft>
              <a:buNone/>
            </a:pPr>
            <a:r>
              <a:rPr lang="en-US" altLang="zh-CN" sz="2800" b="0" i="0" u="none" strike="noStrike" kern="1200" cap="none" spc="0" baseline="0">
                <a:solidFill>
                  <a:srgbClr val="00CC00"/>
                </a:solidFill>
                <a:latin typeface="Calibri" pitchFamily="34" charset="0"/>
                <a:ea typeface="ＭＳ Ｐゴシック" pitchFamily="0" charset="0"/>
                <a:cs typeface="Lucida Sans" pitchFamily="0" charset="0"/>
              </a:rPr>
              <a:t>1.</a:t>
            </a:r>
            <a:r>
              <a:rPr lang="en-US" altLang="zh-CN" sz="2800" b="0" i="1" u="none" strike="noStrike" kern="1200" cap="none" spc="0" baseline="0">
                <a:solidFill>
                  <a:srgbClr val="00CC00"/>
                </a:solidFill>
                <a:latin typeface="Calibri" pitchFamily="34" charset="0"/>
                <a:ea typeface="ＭＳ Ｐゴシック" pitchFamily="0" charset="0"/>
                <a:cs typeface="Lucida Sans" pitchFamily="0" charset="0"/>
              </a:rPr>
              <a:t> </a:t>
            </a:r>
            <a:r>
              <a:rPr lang="en-US" altLang="zh-CN" sz="2800" b="0" i="1" u="none" strike="noStrike" kern="1200" cap="none" spc="0" baseline="0">
                <a:solidFill>
                  <a:srgbClr val="000000"/>
                </a:solidFill>
                <a:latin typeface="Calibri" pitchFamily="34" charset="0"/>
                <a:ea typeface="ＭＳ Ｐゴシック" pitchFamily="0" charset="0"/>
                <a:cs typeface="Lucida Sans" pitchFamily="0" charset="0"/>
              </a:rPr>
              <a:t>f</a:t>
            </a:r>
            <a:r>
              <a:rPr lang="en-US" altLang="zh-CN" sz="2800" b="0" i="0" u="none" strike="noStrike" kern="1200" cap="none" spc="0" baseline="0">
                <a:solidFill>
                  <a:srgbClr val="000000"/>
                </a:solidFill>
                <a:latin typeface="Calibri" pitchFamily="34" charset="0"/>
                <a:ea typeface="ＭＳ Ｐゴシック" pitchFamily="0" charset="0"/>
                <a:cs typeface="Lucida Sans" pitchFamily="0" charset="0"/>
              </a:rPr>
              <a:t>(</a:t>
            </a:r>
            <a:r>
              <a:rPr lang="en-US" altLang="zh-CN" sz="2800" b="0" i="1" u="none" strike="noStrike" kern="1200" cap="none" spc="0" baseline="0">
                <a:solidFill>
                  <a:srgbClr val="000000"/>
                </a:solidFill>
                <a:latin typeface="Calibri" pitchFamily="34" charset="0"/>
                <a:ea typeface="ＭＳ Ｐゴシック" pitchFamily="0" charset="0"/>
                <a:cs typeface="Times New Roman" pitchFamily="18" charset="0"/>
              </a:rPr>
              <a:t>x</a:t>
            </a:r>
            <a:r>
              <a:rPr lang="en-US" altLang="zh-CN" sz="2800" b="0" i="0" u="none" strike="noStrike" kern="1200" cap="none" spc="0" baseline="0">
                <a:solidFill>
                  <a:srgbClr val="000000"/>
                </a:solidFill>
                <a:latin typeface="Calibri" pitchFamily="34" charset="0"/>
                <a:ea typeface="ＭＳ Ｐゴシック" pitchFamily="0" charset="0"/>
                <a:cs typeface="Lucida Sans" pitchFamily="0" charset="0"/>
              </a:rPr>
              <a:t>) </a:t>
            </a:r>
            <a:r>
              <a:rPr lang="en-US" altLang="zh-CN" sz="2800" b="0" i="0" u="sng" strike="noStrike" kern="1200" cap="none" spc="0" baseline="0">
                <a:solidFill>
                  <a:srgbClr val="000000"/>
                </a:solidFill>
                <a:latin typeface="Calibri" pitchFamily="34" charset="0"/>
                <a:ea typeface="ＭＳ Ｐゴシック" pitchFamily="0" charset="0"/>
                <a:cs typeface="Lucida Sans" pitchFamily="0" charset="0"/>
              </a:rPr>
              <a:t>&gt;</a:t>
            </a:r>
            <a:r>
              <a:rPr lang="en-US" altLang="zh-CN" sz="2800" b="0" i="0" u="none" strike="noStrike" kern="1200" cap="none" spc="0" baseline="0">
                <a:solidFill>
                  <a:srgbClr val="000000"/>
                </a:solidFill>
                <a:latin typeface="Calibri" pitchFamily="34" charset="0"/>
                <a:ea typeface="ＭＳ Ｐゴシック" pitchFamily="0" charset="0"/>
                <a:cs typeface="Lucida Sans" pitchFamily="0" charset="0"/>
              </a:rPr>
              <a:t> 0 	(the curve cannot dip</a:t>
            </a:r>
            <a:r>
              <a:rPr lang="en-US" altLang="zh-CN" sz="2800" b="0" i="0" u="none" strike="noStrike" kern="1200" cap="none" spc="0" baseline="0">
                <a:solidFill>
                  <a:srgbClr val="00CC00"/>
                </a:solidFill>
                <a:latin typeface="Calibri" pitchFamily="34" charset="0"/>
                <a:ea typeface="ＭＳ Ｐゴシック" pitchFamily="0" charset="0"/>
                <a:cs typeface="Lucida Sans" pitchFamily="0" charset="0"/>
              </a:rPr>
              <a:t> </a:t>
            </a:r>
            <a:r>
              <a:rPr lang="en-US" altLang="zh-CN" sz="2800" b="0" i="0" u="none" strike="noStrike" kern="1200" cap="none" spc="0" baseline="0">
                <a:solidFill>
                  <a:srgbClr val="FF0000"/>
                </a:solidFill>
                <a:latin typeface="Calibri" pitchFamily="34" charset="0"/>
                <a:ea typeface="ＭＳ Ｐゴシック" pitchFamily="0" charset="0"/>
                <a:cs typeface="Lucida Sans" pitchFamily="0" charset="0"/>
              </a:rPr>
              <a:t>below</a:t>
            </a:r>
            <a:r>
              <a:rPr lang="en-US" altLang="zh-CN" sz="2800" b="0" i="0" u="none" strike="noStrike" kern="1200" cap="none" spc="0" baseline="0">
                <a:solidFill>
                  <a:srgbClr val="00CC00"/>
                </a:solidFill>
                <a:latin typeface="Calibri" pitchFamily="34" charset="0"/>
                <a:ea typeface="ＭＳ Ｐゴシック" pitchFamily="0" charset="0"/>
                <a:cs typeface="Lucida Sans" pitchFamily="0" charset="0"/>
              </a:rPr>
              <a:t> </a:t>
            </a:r>
            <a:r>
              <a:rPr lang="en-US" altLang="zh-CN" sz="2800" b="0" i="0" u="none" strike="noStrike" kern="1200" cap="none" spc="0" baseline="0">
                <a:solidFill>
                  <a:srgbClr val="000000"/>
                </a:solidFill>
                <a:latin typeface="Calibri" pitchFamily="34" charset="0"/>
                <a:ea typeface="ＭＳ Ｐゴシック" pitchFamily="0" charset="0"/>
                <a:cs typeface="Lucida Sans" pitchFamily="0" charset="0"/>
              </a:rPr>
              <a:t>the                      horizontal axis).</a:t>
            </a:r>
            <a:endParaRPr lang="en-US" altLang="zh-CN" sz="2800" b="0" i="0" u="none" strike="noStrike" kern="1200" cap="none" spc="0" baseline="0">
              <a:solidFill>
                <a:srgbClr val="000000"/>
              </a:solidFill>
              <a:latin typeface="Calibri" pitchFamily="34" charset="0"/>
              <a:ea typeface="ＭＳ Ｐゴシック" pitchFamily="0" charset="0"/>
              <a:cs typeface="Lucida Sans" pitchFamily="0" charset="0"/>
            </a:endParaRPr>
          </a:p>
          <a:p>
            <a:pPr marL="609600" indent="-609600" algn="just" eaLnBrk="1" hangingPunct="1">
              <a:lnSpc>
                <a:spcPct val="100000"/>
              </a:lnSpc>
              <a:spcBef>
                <a:spcPct val="20000"/>
              </a:spcBef>
              <a:spcAft>
                <a:spcPts val="0"/>
              </a:spcAft>
              <a:buFont typeface="Arial" pitchFamily="34" charset="0"/>
              <a:buChar char="•"/>
            </a:pPr>
            <a:endParaRPr lang="en-US" altLang="zh-CN" sz="2800" b="0" i="0" u="none" strike="noStrike" kern="1200" cap="none" spc="0" baseline="0">
              <a:solidFill>
                <a:srgbClr val="00CC00"/>
              </a:solidFill>
              <a:latin typeface="Calibri" pitchFamily="34" charset="0"/>
              <a:ea typeface="ＭＳ Ｐゴシック" pitchFamily="0" charset="0"/>
              <a:cs typeface="Lucida Sans" pitchFamily="0" charset="0"/>
            </a:endParaRPr>
          </a:p>
          <a:p>
            <a:pPr marL="609600" indent="-609600" algn="just" eaLnBrk="1" hangingPunct="1">
              <a:lnSpc>
                <a:spcPct val="100000"/>
              </a:lnSpc>
              <a:spcBef>
                <a:spcPct val="20000"/>
              </a:spcBef>
              <a:spcAft>
                <a:spcPts val="0"/>
              </a:spcAft>
              <a:buNone/>
            </a:pPr>
            <a:r>
              <a:rPr lang="en-US" altLang="zh-CN" sz="2800" b="0" i="0" u="none" strike="noStrike" kern="1200" cap="none" spc="0" baseline="0">
                <a:solidFill>
                  <a:srgbClr val="00CC00"/>
                </a:solidFill>
                <a:latin typeface="Calibri" pitchFamily="34" charset="0"/>
                <a:ea typeface="ＭＳ Ｐゴシック" pitchFamily="0" charset="0"/>
                <a:cs typeface="Lucida Sans" pitchFamily="0" charset="0"/>
              </a:rPr>
              <a:t>2. </a:t>
            </a:r>
            <a:r>
              <a:rPr lang="en-US" altLang="zh-CN" sz="2800" b="0" i="0" u="none" strike="noStrike" kern="1200" cap="none" spc="0" baseline="0">
                <a:solidFill>
                  <a:srgbClr val="000000"/>
                </a:solidFill>
                <a:latin typeface="Calibri" pitchFamily="34" charset="0"/>
                <a:ea typeface="ＭＳ Ｐゴシック" pitchFamily="0" charset="0"/>
                <a:cs typeface="Lucida Sans" pitchFamily="0" charset="0"/>
              </a:rPr>
              <a:t>The</a:t>
            </a:r>
            <a:r>
              <a:rPr lang="en-US" altLang="zh-CN" sz="2800" b="0" i="0" u="none" strike="noStrike" kern="1200" cap="none" spc="0" baseline="0">
                <a:solidFill>
                  <a:srgbClr val="00CC00"/>
                </a:solidFill>
                <a:latin typeface="Calibri" pitchFamily="34" charset="0"/>
                <a:ea typeface="ＭＳ Ｐゴシック" pitchFamily="0" charset="0"/>
                <a:cs typeface="Lucida Sans" pitchFamily="0" charset="0"/>
              </a:rPr>
              <a:t> </a:t>
            </a:r>
            <a:r>
              <a:rPr lang="en-US" altLang="zh-CN" sz="2800" b="0" i="0" u="none" strike="noStrike" kern="1200" cap="none" spc="0" baseline="0">
                <a:solidFill>
                  <a:srgbClr val="FF0000"/>
                </a:solidFill>
                <a:latin typeface="Calibri" pitchFamily="34" charset="0"/>
                <a:ea typeface="ＭＳ Ｐゴシック" pitchFamily="0" charset="0"/>
                <a:cs typeface="Lucida Sans" pitchFamily="0" charset="0"/>
              </a:rPr>
              <a:t>total area</a:t>
            </a:r>
            <a:r>
              <a:rPr lang="en-US" altLang="zh-CN" sz="2800" b="0" i="0" u="none" strike="noStrike" kern="1200" cap="none" spc="0" baseline="0">
                <a:solidFill>
                  <a:srgbClr val="00CC00"/>
                </a:solidFill>
                <a:latin typeface="Calibri" pitchFamily="34" charset="0"/>
                <a:ea typeface="ＭＳ Ｐゴシック" pitchFamily="0" charset="0"/>
                <a:cs typeface="Lucida Sans" pitchFamily="0" charset="0"/>
              </a:rPr>
              <a:t> </a:t>
            </a:r>
            <a:r>
              <a:rPr lang="en-US" altLang="zh-CN" sz="2800" b="0" i="0" u="none" strike="noStrike" kern="1200" cap="none" spc="0" baseline="0">
                <a:solidFill>
                  <a:srgbClr val="000000"/>
                </a:solidFill>
                <a:latin typeface="Calibri" pitchFamily="34" charset="0"/>
                <a:ea typeface="ＭＳ Ｐゴシック" pitchFamily="0" charset="0"/>
                <a:cs typeface="Lucida Sans" pitchFamily="0" charset="0"/>
              </a:rPr>
              <a:t>under the density curve equals </a:t>
            </a:r>
            <a:r>
              <a:rPr lang="en-US" altLang="zh-CN" sz="2800" b="0" i="0" u="none" strike="noStrike" kern="1200" cap="none" spc="0" baseline="0">
                <a:solidFill>
                  <a:srgbClr val="FF0000"/>
                </a:solidFill>
                <a:latin typeface="Calibri" pitchFamily="34" charset="0"/>
                <a:ea typeface="ＭＳ Ｐゴシック" pitchFamily="0" charset="0"/>
                <a:cs typeface="Lucida Sans" pitchFamily="0" charset="0"/>
              </a:rPr>
              <a:t>one.</a:t>
            </a:r>
            <a:endParaRPr lang="en-US" altLang="zh-CN" sz="2800" b="0" i="0" u="none" strike="noStrike" kern="1200" cap="none" spc="0" baseline="0">
              <a:solidFill>
                <a:srgbClr val="FF0000"/>
              </a:solidFill>
              <a:latin typeface="Calibri" pitchFamily="34" charset="0"/>
              <a:ea typeface="ＭＳ Ｐゴシック" pitchFamily="0" charset="0"/>
              <a:cs typeface="Lucida Sans" pitchFamily="0" charset="0"/>
            </a:endParaRPr>
          </a:p>
          <a:p>
            <a:pPr marL="609600" indent="-609600" algn="just" eaLnBrk="1" hangingPunct="1">
              <a:lnSpc>
                <a:spcPct val="100000"/>
              </a:lnSpc>
              <a:spcBef>
                <a:spcPct val="20000"/>
              </a:spcBef>
              <a:spcAft>
                <a:spcPts val="0"/>
              </a:spcAft>
              <a:buFont typeface="Arial" pitchFamily="34" charset="0"/>
              <a:buChar char="•"/>
            </a:pPr>
            <a:endParaRPr lang="zh-CN" altLang="en-US" sz="2800" b="0" i="0" u="none" strike="noStrike" kern="1200" cap="none" spc="0" baseline="0">
              <a:solidFill>
                <a:schemeClr val="tx1"/>
              </a:solidFill>
              <a:latin typeface="Calibri" pitchFamily="34" charset="0"/>
              <a:ea typeface="ＭＳ Ｐゴシック" pitchFamily="0" charset="0"/>
              <a:cs typeface="Lucida Sans" pitchFamily="0" charset="0"/>
            </a:endParaRPr>
          </a:p>
        </p:txBody>
      </p:sp>
      <p:sp>
        <p:nvSpPr>
          <p:cNvPr id="428" name="Rectangles"/>
          <p:cNvSpPr>
            <a:spLocks/>
          </p:cNvSpPr>
          <p:nvPr/>
        </p:nvSpPr>
        <p:spPr>
          <a:xfrm rot="0">
            <a:off x="5989639" y="6519863"/>
            <a:ext cx="466724" cy="365125"/>
          </a:xfrm>
          <a:prstGeom prst="rect"/>
          <a:noFill/>
          <a:ln w="12700" cmpd="sng" cap="flat">
            <a:noFill/>
            <a:prstDash val="solid"/>
            <a:round/>
          </a:ln>
        </p:spPr>
        <p:txBody>
          <a:bodyPr vert="horz" wrap="square" lIns="91440" tIns="45720" rIns="91440" bIns="45720" anchor="ctr" anchorCtr="0">
            <a:prstTxWarp prst="textNoShape"/>
          </a:bodyPr>
          <a:lstStyle/>
          <a:p>
            <a:pPr marL="0" indent="0" algn="l" eaLnBrk="1" hangingPunct="1">
              <a:lnSpc>
                <a:spcPct val="100000"/>
              </a:lnSpc>
              <a:spcBef>
                <a:spcPts val="0"/>
              </a:spcBef>
              <a:spcAft>
                <a:spcPts val="0"/>
              </a:spcAft>
              <a:buNone/>
            </a:pPr>
            <a:fld id="{CAD2D6BD-DE1B-4B5F-8B41-2702339687B9}" type="slidenum">
              <a:rPr lang="en-US" altLang="zh-CN" sz="1200" b="0" i="0" u="none" strike="noStrike" kern="1200" cap="none" spc="0" baseline="0">
                <a:solidFill>
                  <a:srgbClr val="FFFFFF"/>
                </a:solidFill>
                <a:latin typeface="Calibri" pitchFamily="34" charset="0"/>
                <a:ea typeface="MS PGothic" pitchFamily="34" charset="-128"/>
                <a:cs typeface="Arial" pitchFamily="34" charset="0"/>
              </a:rPr>
              <a:t>38</a:t>
            </a:fld>
            <a:endParaRPr lang="zh-CN" altLang="en-US" sz="1200" b="0" i="0" u="none" strike="noStrike" kern="1200" cap="none" spc="0" baseline="0">
              <a:solidFill>
                <a:srgbClr val="FFFFFF"/>
              </a:solidFill>
              <a:latin typeface="Calibri" pitchFamily="34" charset="0"/>
              <a:ea typeface="MS PGothic" pitchFamily="34" charset="-128"/>
              <a:cs typeface="Arial" pitchFamily="34" charset="0"/>
            </a:endParaRPr>
          </a:p>
        </p:txBody>
      </p:sp>
    </p:spTree>
    <p:extLst>
      <p:ext uri="{BB962C8B-B14F-4D97-AF65-F5344CB8AC3E}">
        <p14:creationId xmlns:p14="http://schemas.microsoft.com/office/powerpoint/2010/main" val="1433711169"/>
      </p:ext>
    </p:extLst>
  </p:cSld>
  <p:clrMapOvr>
    <a:masterClrMapping/>
  </p:clrMapOvr>
</p:sld>
</file>

<file path=ppt/slides/slide39.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432" name="Rectangles"/>
          <p:cNvSpPr>
            <a:spLocks/>
          </p:cNvSpPr>
          <p:nvPr/>
        </p:nvSpPr>
        <p:spPr>
          <a:xfrm rot="0">
            <a:off x="1774826" y="1196976"/>
            <a:ext cx="8569646" cy="2625090"/>
          </a:xfrm>
          <a:prstGeom prst="rect"/>
          <a:solidFill>
            <a:schemeClr val="bg1"/>
          </a:solidFill>
          <a:ln w="12700" cmpd="sng" cap="flat">
            <a:noFill/>
            <a:prstDash val="solid"/>
            <a:round/>
          </a:ln>
        </p:spPr>
        <p:txBody>
          <a:bodyPr vert="horz" wrap="square" lIns="91440" tIns="45720" rIns="91440" bIns="45720" anchor="t" anchorCtr="0">
            <a:prstTxWarp prst="textNoShape"/>
            <a:spAutoFit/>
          </a:bodyPr>
          <a:lstStyle/>
          <a:p>
            <a:pPr marL="0" indent="0" algn="just" eaLnBrk="1" hangingPunct="1">
              <a:lnSpc>
                <a:spcPct val="100000"/>
              </a:lnSpc>
              <a:spcBef>
                <a:spcPct val="50000"/>
              </a:spcBef>
              <a:spcAft>
                <a:spcPts val="0"/>
              </a:spcAft>
              <a:buNone/>
            </a:pPr>
            <a:r>
              <a:rPr lang="en-US" altLang="zh-CN" sz="2400" b="0" i="0" u="none" strike="noStrike" kern="1200" cap="none" spc="0" baseline="0">
                <a:solidFill>
                  <a:schemeClr val="tx1"/>
                </a:solidFill>
                <a:latin typeface="Calibri" pitchFamily="34" charset="0"/>
                <a:ea typeface="ＭＳ Ｐゴシック" pitchFamily="0" charset="0"/>
                <a:cs typeface="ＭＳ Ｐゴシック" pitchFamily="0" charset="0"/>
              </a:rPr>
              <a:t>Suppose </a:t>
            </a:r>
            <a:r>
              <a:rPr lang="en-US" altLang="zh-CN" sz="2400" b="0" i="1" u="none" strike="noStrike" kern="1200" cap="none" spc="0" baseline="0">
                <a:solidFill>
                  <a:schemeClr val="tx1"/>
                </a:solidFill>
                <a:latin typeface="Calibri" pitchFamily="34" charset="0"/>
                <a:ea typeface="ＭＳ Ｐゴシック" pitchFamily="0" charset="0"/>
                <a:cs typeface="Times New Roman" pitchFamily="18" charset="0"/>
              </a:rPr>
              <a:t>x</a:t>
            </a:r>
            <a:r>
              <a:rPr lang="en-US" altLang="zh-CN" sz="2400" b="0" i="0" u="none" strike="noStrike" kern="1200" cap="none" spc="0" baseline="0">
                <a:solidFill>
                  <a:schemeClr val="tx1"/>
                </a:solidFill>
                <a:latin typeface="Calibri" pitchFamily="34" charset="0"/>
                <a:ea typeface="ＭＳ Ｐゴシック" pitchFamily="0" charset="0"/>
                <a:cs typeface="ＭＳ Ｐゴシック" pitchFamily="0" charset="0"/>
              </a:rPr>
              <a:t> is a continuous random variable defined as the amount of time (in minutes) taken by a clerk to process a certain type of  application form.  Suppose </a:t>
            </a:r>
            <a:r>
              <a:rPr lang="en-US" altLang="zh-CN" sz="2400" b="0" i="1" u="none" strike="noStrike" kern="1200" cap="none" spc="0" baseline="0">
                <a:solidFill>
                  <a:schemeClr val="tx1"/>
                </a:solidFill>
                <a:latin typeface="Calibri" pitchFamily="34" charset="0"/>
                <a:ea typeface="ＭＳ Ｐゴシック" pitchFamily="0" charset="0"/>
                <a:cs typeface="Times New Roman" pitchFamily="18" charset="0"/>
              </a:rPr>
              <a:t>x</a:t>
            </a:r>
            <a:r>
              <a:rPr lang="en-US" altLang="zh-CN" sz="2400" b="0" i="0" u="none" strike="noStrike" kern="1200" cap="none" spc="0" baseline="0">
                <a:solidFill>
                  <a:schemeClr val="tx1"/>
                </a:solidFill>
                <a:latin typeface="Calibri" pitchFamily="34" charset="0"/>
                <a:ea typeface="ＭＳ Ｐゴシック" pitchFamily="0" charset="0"/>
                <a:cs typeface="ＭＳ Ｐゴシック" pitchFamily="0" charset="0"/>
              </a:rPr>
              <a:t> has a probability distribution with density function:</a:t>
            </a:r>
            <a:endParaRPr lang="en-US" altLang="zh-CN" sz="2400" b="0" i="0" u="none" strike="noStrike" kern="1200" cap="none" spc="0" baseline="0">
              <a:solidFill>
                <a:schemeClr val="tx1"/>
              </a:solidFill>
              <a:latin typeface="Calibri" pitchFamily="34" charset="0"/>
              <a:ea typeface="ＭＳ Ｐゴシック" pitchFamily="0" charset="0"/>
              <a:cs typeface="ＭＳ Ｐゴシック" pitchFamily="0" charset="0"/>
            </a:endParaRPr>
          </a:p>
          <a:p>
            <a:pPr marL="0" indent="0" algn="just" eaLnBrk="1" hangingPunct="1">
              <a:lnSpc>
                <a:spcPct val="100000"/>
              </a:lnSpc>
              <a:spcBef>
                <a:spcPct val="50000"/>
              </a:spcBef>
              <a:spcAft>
                <a:spcPts val="0"/>
              </a:spcAft>
              <a:buNone/>
            </a:pPr>
            <a:endParaRPr lang="en-US" altLang="zh-CN" sz="2400" b="0" i="0" u="none" strike="noStrike" kern="1200" cap="none" spc="0" baseline="0">
              <a:solidFill>
                <a:schemeClr val="tx1"/>
              </a:solidFill>
              <a:latin typeface="Calibri" pitchFamily="34" charset="0"/>
              <a:ea typeface="ＭＳ Ｐゴシック" pitchFamily="0" charset="0"/>
              <a:cs typeface="ＭＳ Ｐゴシック" pitchFamily="0" charset="0"/>
            </a:endParaRPr>
          </a:p>
          <a:p>
            <a:pPr marL="0" indent="0" algn="just" eaLnBrk="1" hangingPunct="1">
              <a:lnSpc>
                <a:spcPct val="100000"/>
              </a:lnSpc>
              <a:spcBef>
                <a:spcPct val="50000"/>
              </a:spcBef>
              <a:spcAft>
                <a:spcPts val="0"/>
              </a:spcAft>
              <a:buNone/>
            </a:pPr>
            <a:r>
              <a:rPr lang="en-US" altLang="zh-CN" sz="2400" b="0" i="0" u="none" strike="noStrike" kern="1200" cap="none" spc="0" baseline="0">
                <a:solidFill>
                  <a:schemeClr val="tx1"/>
                </a:solidFill>
                <a:latin typeface="Calibri" pitchFamily="34" charset="0"/>
                <a:ea typeface="ＭＳ Ｐゴシック" pitchFamily="0" charset="0"/>
                <a:cs typeface="ＭＳ Ｐゴシック" pitchFamily="0" charset="0"/>
              </a:rPr>
              <a:t>The following is the graph of </a:t>
            </a:r>
            <a:r>
              <a:rPr lang="en-US" altLang="zh-CN" sz="2400" b="0" i="1" u="none" strike="noStrike" kern="1200" cap="none" spc="0" baseline="0">
                <a:solidFill>
                  <a:schemeClr val="tx1"/>
                </a:solidFill>
                <a:latin typeface="Calibri" pitchFamily="34" charset="0"/>
                <a:ea typeface="ＭＳ Ｐゴシック" pitchFamily="0" charset="0"/>
                <a:cs typeface="ＭＳ Ｐゴシック" pitchFamily="0" charset="0"/>
              </a:rPr>
              <a:t>f</a:t>
            </a:r>
            <a:r>
              <a:rPr lang="en-US" altLang="zh-CN" sz="2400" b="0" i="0" u="none" strike="noStrike" kern="1200" cap="none" spc="0" baseline="0">
                <a:solidFill>
                  <a:schemeClr val="tx1"/>
                </a:solidFill>
                <a:latin typeface="Calibri" pitchFamily="34" charset="0"/>
                <a:ea typeface="ＭＳ Ｐゴシック" pitchFamily="0" charset="0"/>
                <a:cs typeface="ＭＳ Ｐゴシック" pitchFamily="0" charset="0"/>
              </a:rPr>
              <a:t>(</a:t>
            </a:r>
            <a:r>
              <a:rPr lang="en-US" altLang="zh-CN" sz="2400" b="0" i="1" u="none" strike="noStrike" kern="1200" cap="none" spc="0" baseline="0">
                <a:solidFill>
                  <a:schemeClr val="tx1"/>
                </a:solidFill>
                <a:latin typeface="Calibri" pitchFamily="34" charset="0"/>
                <a:ea typeface="ＭＳ Ｐゴシック" pitchFamily="0" charset="0"/>
                <a:cs typeface="Times New Roman" pitchFamily="18" charset="0"/>
              </a:rPr>
              <a:t>x</a:t>
            </a:r>
            <a:r>
              <a:rPr lang="en-US" altLang="zh-CN" sz="2400" b="0" i="0" u="none" strike="noStrike" kern="1200" cap="none" spc="0" baseline="0">
                <a:solidFill>
                  <a:schemeClr val="tx1"/>
                </a:solidFill>
                <a:latin typeface="Calibri" pitchFamily="34" charset="0"/>
                <a:ea typeface="ＭＳ Ｐゴシック" pitchFamily="0" charset="0"/>
                <a:cs typeface="ＭＳ Ｐゴシック" pitchFamily="0" charset="0"/>
              </a:rPr>
              <a:t>), the density curve:</a:t>
            </a:r>
            <a:endParaRPr lang="zh-CN" altLang="en-US" sz="2400" b="0" i="0" u="none" strike="noStrike" kern="1200" cap="none" spc="0" baseline="0">
              <a:solidFill>
                <a:schemeClr val="tx1"/>
              </a:solidFill>
              <a:latin typeface="Calibri" pitchFamily="34" charset="0"/>
              <a:ea typeface="ＭＳ Ｐゴシック" pitchFamily="0" charset="0"/>
              <a:cs typeface="ＭＳ Ｐゴシック" pitchFamily="0" charset="0"/>
            </a:endParaRPr>
          </a:p>
        </p:txBody>
      </p:sp>
      <p:graphicFrame>
        <p:nvGraphicFramePr>
          <p:cNvPr id="433" name="Object"/>
          <p:cNvGraphicFramePr>
            <a:graphicFrameLocks noChangeAspect="1"/>
          </p:cNvGraphicFramePr>
          <p:nvPr/>
        </p:nvGraphicFramePr>
        <p:xfrm>
          <a:off x="4871864" y="2512237"/>
          <a:ext cx="2808459" cy="845327"/>
        </p:xfrm>
        <a:graphic>
          <a:graphicData uri="http://schemas.openxmlformats.org/presentationml/2006/ole">
            <mc:AlternateContent xmlns:mc="http://schemas.openxmlformats.org/markup-compatibility/2006">
              <mc:Choice xmlns:v="urn:schemas-microsoft-com:vml" Requires="v">
                <p:oleObj spid="" name="package" imgW="67462400" imgH="20320000" progId="package">
                  <p:embed/>
                </p:oleObj>
              </mc:Choice>
              <mc:Fallback>
                <p:oleObj name="package" imgW="67462400" imgH="20320000" progId="package">
                  <p:embed/>
                  <p:pic>
                    <p:nvPicPr>
                      <p:cNvPr id="433" name="Object"/>
                      <p:cNvPicPr>
                        <a:picLocks noChangeAspect="1"/>
                      </p:cNvPicPr>
                      <p:nvPr/>
                    </p:nvPicPr>
                    <p:blipFill>
                      <a:blip r:embed="rId1" cstate="print"/>
                      <a:stretch>
                        <a:fillRect/>
                      </a:stretch>
                    </p:blipFill>
                    <p:spPr>
                      <a:xfrm rot="0">
                        <a:off x="4871864" y="2512237"/>
                        <a:ext cx="2808459" cy="845327"/>
                      </a:xfrm>
                      <a:prstGeom prst="rect"/>
                      <a:noFill/>
                      <a:ln cmpd="sng" cap="flat">
                        <a:noFill/>
                        <a:prstDash val="solid"/>
                        <a:round/>
                      </a:ln>
                    </p:spPr>
                  </p:pic>
                </p:oleObj>
              </mc:Fallback>
            </mc:AlternateContent>
          </a:graphicData>
        </a:graphic>
      </p:graphicFrame>
      <p:sp>
        <p:nvSpPr>
          <p:cNvPr id="434" name="Rectangles"/>
          <p:cNvSpPr>
            <a:spLocks/>
          </p:cNvSpPr>
          <p:nvPr/>
        </p:nvSpPr>
        <p:spPr>
          <a:xfrm rot="0">
            <a:off x="3352800" y="4495800"/>
            <a:ext cx="1981200" cy="523218"/>
          </a:xfrm>
          <a:prstGeom prst="rect"/>
          <a:noFill/>
          <a:ln w="12700" cmpd="sng" cap="flat">
            <a:noFill/>
            <a:prstDash val="solid"/>
            <a:round/>
          </a:ln>
        </p:spPr>
      </p:sp>
      <p:grpSp>
        <p:nvGrpSpPr>
          <p:cNvPr id="438" name="Combination"/>
          <p:cNvGrpSpPr>
            <a:grpSpLocks/>
          </p:cNvGrpSpPr>
          <p:nvPr/>
        </p:nvGrpSpPr>
        <p:grpSpPr>
          <a:xfrm>
            <a:off x="3962400" y="4076700"/>
            <a:ext cx="3809999" cy="2367915"/>
            <a:chOff x="3962400" y="4076700"/>
            <a:chExt cx="3809999" cy="2367915"/>
          </a:xfrm>
        </p:grpSpPr>
        <p:pic>
          <p:nvPicPr>
            <p:cNvPr id="435" name="Images"/>
            <p:cNvPicPr>
              <a:picLocks noChangeAspect="1"/>
            </p:cNvPicPr>
            <p:nvPr/>
          </p:nvPicPr>
          <p:blipFill>
            <a:blip r:embed="rId2" cstate="print"/>
            <a:srcRect t="8928" b="24107"/>
            <a:stretch>
              <a:fillRect/>
            </a:stretch>
          </p:blipFill>
          <p:spPr>
            <a:xfrm rot="0">
              <a:off x="3962400" y="4076700"/>
              <a:ext cx="3809999" cy="2297112"/>
            </a:xfrm>
            <a:prstGeom prst="rect"/>
            <a:noFill/>
            <a:ln w="12700" cmpd="sng" cap="flat">
              <a:noFill/>
              <a:prstDash val="solid"/>
              <a:round/>
            </a:ln>
          </p:spPr>
        </p:pic>
        <p:sp>
          <p:nvSpPr>
            <p:cNvPr id="436" name="Rectangles"/>
            <p:cNvSpPr>
              <a:spLocks/>
            </p:cNvSpPr>
            <p:nvPr/>
          </p:nvSpPr>
          <p:spPr>
            <a:xfrm rot="0">
              <a:off x="5505450" y="6134100"/>
              <a:ext cx="1809750" cy="310515"/>
            </a:xfrm>
            <a:prstGeom prst="rect"/>
            <a:noFill/>
            <a:ln w="12700" cmpd="sng" cap="flat">
              <a:noFill/>
              <a:prstDash val="solid"/>
              <a:round/>
            </a:ln>
          </p:spPr>
          <p:txBody>
            <a:bodyPr vert="horz" wrap="square" lIns="91440" tIns="45720" rIns="91440" bIns="45720" anchor="t" anchorCtr="0">
              <a:prstTxWarp prst="textNoShape"/>
              <a:spAutoFit/>
            </a:bodyPr>
            <a:lstStyle/>
            <a:p>
              <a:pPr marL="342900" indent="-342900" algn="l" eaLnBrk="1" hangingPunct="1">
                <a:lnSpc>
                  <a:spcPct val="100000"/>
                </a:lnSpc>
                <a:spcBef>
                  <a:spcPct val="50000"/>
                </a:spcBef>
                <a:spcAft>
                  <a:spcPts val="0"/>
                </a:spcAft>
                <a:buNone/>
              </a:pPr>
              <a:r>
                <a:rPr lang="en-US" altLang="zh-CN" sz="1500" b="0" i="0" u="none" strike="noStrike" kern="1200" cap="none" spc="0" baseline="0">
                  <a:solidFill>
                    <a:schemeClr val="tx1"/>
                  </a:solidFill>
                  <a:latin typeface="Comic Sans MS" pitchFamily="66" charset="0"/>
                  <a:ea typeface="MS PGothic" pitchFamily="34" charset="-128"/>
                  <a:cs typeface="Calibri" pitchFamily="34" charset="0"/>
                </a:rPr>
                <a:t>Time (in minutes)</a:t>
              </a:r>
              <a:endParaRPr lang="zh-CN" altLang="en-US" sz="1500" b="0" i="0" u="none" strike="noStrike" kern="1200" cap="none" spc="0" baseline="0">
                <a:solidFill>
                  <a:schemeClr val="tx1"/>
                </a:solidFill>
                <a:latin typeface="Comic Sans MS" pitchFamily="66" charset="0"/>
                <a:ea typeface="MS PGothic" pitchFamily="34" charset="-128"/>
                <a:cs typeface="Calibri" pitchFamily="34" charset="0"/>
              </a:endParaRPr>
            </a:p>
          </p:txBody>
        </p:sp>
        <p:sp>
          <p:nvSpPr>
            <p:cNvPr id="437" name="Rectangles"/>
            <p:cNvSpPr>
              <a:spLocks/>
            </p:cNvSpPr>
            <p:nvPr/>
          </p:nvSpPr>
          <p:spPr>
            <a:xfrm rot="16200000">
              <a:off x="3602036" y="4887912"/>
              <a:ext cx="1101725" cy="310514"/>
            </a:xfrm>
            <a:prstGeom prst="rect"/>
            <a:noFill/>
            <a:ln w="12700" cmpd="sng" cap="flat">
              <a:noFill/>
              <a:prstDash val="solid"/>
              <a:round/>
            </a:ln>
          </p:spPr>
          <p:txBody>
            <a:bodyPr vert="horz" wrap="square" lIns="91440" tIns="45720" rIns="91440" bIns="45720" anchor="t" anchorCtr="0">
              <a:prstTxWarp prst="textNoShape"/>
              <a:spAutoFit/>
            </a:bodyPr>
            <a:lstStyle/>
            <a:p>
              <a:pPr marL="342900" indent="-342900" algn="l" eaLnBrk="1" hangingPunct="1">
                <a:lnSpc>
                  <a:spcPct val="100000"/>
                </a:lnSpc>
                <a:spcBef>
                  <a:spcPct val="50000"/>
                </a:spcBef>
                <a:spcAft>
                  <a:spcPts val="0"/>
                </a:spcAft>
                <a:buNone/>
              </a:pPr>
              <a:r>
                <a:rPr lang="en-US" altLang="zh-CN" sz="1500" b="0" i="0" u="none" strike="noStrike" kern="1200" cap="none" spc="0" baseline="0">
                  <a:solidFill>
                    <a:schemeClr val="tx1"/>
                  </a:solidFill>
                  <a:latin typeface="Comic Sans MS" pitchFamily="66" charset="0"/>
                  <a:ea typeface="MS PGothic" pitchFamily="34" charset="-128"/>
                  <a:cs typeface="Calibri" pitchFamily="34" charset="0"/>
                </a:rPr>
                <a:t>Density</a:t>
              </a:r>
              <a:endParaRPr lang="zh-CN" altLang="en-US" sz="1500" b="0" i="0" u="none" strike="noStrike" kern="1200" cap="none" spc="0" baseline="0">
                <a:solidFill>
                  <a:schemeClr val="tx1"/>
                </a:solidFill>
                <a:latin typeface="Comic Sans MS" pitchFamily="66" charset="0"/>
                <a:ea typeface="MS PGothic" pitchFamily="34" charset="-128"/>
                <a:cs typeface="Calibri" pitchFamily="34" charset="0"/>
              </a:endParaRPr>
            </a:p>
          </p:txBody>
        </p:sp>
      </p:grpSp>
      <p:pic>
        <p:nvPicPr>
          <p:cNvPr id="439" name="Images" descr="MC900445442[1]"/>
          <p:cNvPicPr>
            <a:picLocks noChangeAspect="1"/>
          </p:cNvPicPr>
          <p:nvPr/>
        </p:nvPicPr>
        <p:blipFill>
          <a:blip r:embed="rId3" cstate="print"/>
          <a:stretch>
            <a:fillRect/>
          </a:stretch>
        </p:blipFill>
        <p:spPr>
          <a:xfrm rot="0">
            <a:off x="1905000" y="5257800"/>
            <a:ext cx="877888" cy="1327150"/>
          </a:xfrm>
          <a:prstGeom prst="rect"/>
          <a:noFill/>
          <a:ln w="12700" cmpd="sng" cap="flat">
            <a:noFill/>
            <a:prstDash val="solid"/>
            <a:round/>
          </a:ln>
        </p:spPr>
      </p:pic>
      <p:sp>
        <p:nvSpPr>
          <p:cNvPr id="440" name="Rectangles"/>
          <p:cNvSpPr>
            <a:spLocks/>
          </p:cNvSpPr>
          <p:nvPr/>
        </p:nvSpPr>
        <p:spPr>
          <a:xfrm rot="0">
            <a:off x="3070944" y="260648"/>
            <a:ext cx="6121400" cy="691515"/>
          </a:xfrm>
          <a:prstGeom prst="rect"/>
          <a:noFill/>
          <a:ln w="25400" cmpd="sng" cap="flat">
            <a:noFill/>
            <a:prstDash val="solid"/>
            <a:round/>
          </a:ln>
        </p:spPr>
        <p:txBody>
          <a:bodyPr vert="horz" wrap="square" lIns="91440" tIns="45720" rIns="91440" bIns="45720" anchor="t" anchorCtr="0">
            <a:prstTxWarp prst="textNoShape"/>
            <a:spAutoFit/>
          </a:bodyPr>
          <a:lstStyle/>
          <a:p>
            <a:pPr marL="0" indent="0" algn="ctr">
              <a:lnSpc>
                <a:spcPct val="100000"/>
              </a:lnSpc>
              <a:spcBef>
                <a:spcPts val="0"/>
              </a:spcBef>
              <a:spcAft>
                <a:spcPts val="0"/>
              </a:spcAft>
              <a:buNone/>
            </a:pPr>
            <a:r>
              <a:rPr lang="en-US" altLang="zh-CN" sz="4000" b="1" i="0" u="none" strike="noStrike" kern="1200" cap="none" spc="0" baseline="0">
                <a:solidFill>
                  <a:schemeClr val="tx1"/>
                </a:solidFill>
                <a:latin typeface="Calibri" pitchFamily="34" charset="0"/>
                <a:ea typeface="宋体" pitchFamily="0" charset="0"/>
                <a:cs typeface="Calibri" pitchFamily="34" charset="0"/>
              </a:rPr>
              <a:t>Example</a:t>
            </a:r>
            <a:endParaRPr lang="zh-CN" altLang="en-US" sz="4000" b="1" i="0" u="none" strike="noStrike" kern="1200" cap="none" spc="0" baseline="0">
              <a:solidFill>
                <a:schemeClr val="tx1"/>
              </a:solidFill>
              <a:latin typeface="Calibri" pitchFamily="34" charset="0"/>
              <a:ea typeface="宋体" pitchFamily="0" charset="0"/>
              <a:cs typeface="Calibri" pitchFamily="34" charset="0"/>
            </a:endParaRPr>
          </a:p>
        </p:txBody>
      </p:sp>
      <p:sp>
        <p:nvSpPr>
          <p:cNvPr id="441" name="Rectangles"/>
          <p:cNvSpPr>
            <a:spLocks/>
          </p:cNvSpPr>
          <p:nvPr/>
        </p:nvSpPr>
        <p:spPr>
          <a:xfrm rot="0">
            <a:off x="5989639" y="6519863"/>
            <a:ext cx="466724" cy="365125"/>
          </a:xfrm>
          <a:prstGeom prst="rect"/>
          <a:noFill/>
          <a:ln w="12700" cmpd="sng" cap="flat">
            <a:noFill/>
            <a:prstDash val="solid"/>
            <a:round/>
          </a:ln>
        </p:spPr>
        <p:txBody>
          <a:bodyPr vert="horz" wrap="square" lIns="91440" tIns="45720" rIns="91440" bIns="45720" anchor="ctr" anchorCtr="0">
            <a:prstTxWarp prst="textNoShape"/>
          </a:bodyPr>
          <a:lstStyle/>
          <a:p>
            <a:pPr marL="0" indent="0" algn="l" eaLnBrk="1" hangingPunct="1">
              <a:lnSpc>
                <a:spcPct val="100000"/>
              </a:lnSpc>
              <a:spcBef>
                <a:spcPts val="0"/>
              </a:spcBef>
              <a:spcAft>
                <a:spcPts val="0"/>
              </a:spcAft>
              <a:buNone/>
            </a:pPr>
            <a:fld id="{CAD2D6BD-DE1B-4B5F-8B41-2702339687B9}" type="slidenum">
              <a:rPr lang="en-US" altLang="zh-CN" sz="1200" b="0" i="0" u="none" strike="noStrike" kern="1200" cap="none" spc="0" baseline="0">
                <a:solidFill>
                  <a:srgbClr val="FFFFFF"/>
                </a:solidFill>
                <a:latin typeface="Calibri" pitchFamily="34" charset="0"/>
                <a:ea typeface="MS PGothic" pitchFamily="34" charset="-128"/>
                <a:cs typeface="Arial" pitchFamily="34" charset="0"/>
              </a:rPr>
              <a:t>39</a:t>
            </a:fld>
            <a:endParaRPr lang="zh-CN" altLang="en-US" sz="1200" b="0" i="0" u="none" strike="noStrike" kern="1200" cap="none" spc="0" baseline="0">
              <a:solidFill>
                <a:srgbClr val="FFFFFF"/>
              </a:solidFill>
              <a:latin typeface="Calibri" pitchFamily="34" charset="0"/>
              <a:ea typeface="MS PGothic" pitchFamily="34" charset="-128"/>
              <a:cs typeface="Arial" pitchFamily="34" charset="0"/>
            </a:endParaRPr>
          </a:p>
        </p:txBody>
      </p:sp>
    </p:spTree>
    <p:extLst>
      <p:ext uri="{BB962C8B-B14F-4D97-AF65-F5344CB8AC3E}">
        <p14:creationId xmlns:p14="http://schemas.microsoft.com/office/powerpoint/2010/main" val="349063200"/>
      </p:ext>
    </p:extLst>
  </p:cSld>
  <p:clrMapOvr>
    <a:masterClrMapping/>
  </p:clrMapOvr>
</p:sld>
</file>

<file path=ppt/slides/slide40.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445" name="Rectangles"/>
          <p:cNvSpPr>
            <a:spLocks/>
          </p:cNvSpPr>
          <p:nvPr/>
        </p:nvSpPr>
        <p:spPr>
          <a:xfrm rot="0">
            <a:off x="1774826" y="1610815"/>
            <a:ext cx="8678863" cy="948689"/>
          </a:xfrm>
          <a:prstGeom prst="rect"/>
          <a:solidFill>
            <a:schemeClr val="bg1"/>
          </a:solidFill>
          <a:ln w="12700" cmpd="sng" cap="flat">
            <a:noFill/>
            <a:prstDash val="solid"/>
            <a:round/>
          </a:ln>
        </p:spPr>
        <p:txBody>
          <a:bodyPr vert="horz" wrap="square" lIns="91440" tIns="45720" rIns="91440" bIns="45720" anchor="t" anchorCtr="0">
            <a:prstTxWarp prst="textNoShape"/>
            <a:spAutoFit/>
          </a:bodyPr>
          <a:lstStyle/>
          <a:p>
            <a:pPr marL="0" indent="0" algn="just" eaLnBrk="1" hangingPunct="1">
              <a:lnSpc>
                <a:spcPct val="100000"/>
              </a:lnSpc>
              <a:spcBef>
                <a:spcPct val="50000"/>
              </a:spcBef>
              <a:spcAft>
                <a:spcPts val="0"/>
              </a:spcAft>
              <a:buNone/>
            </a:pPr>
            <a:r>
              <a:rPr lang="en-US" altLang="zh-CN" sz="2800" b="0" i="0" u="none" strike="noStrike" kern="1200" cap="none" spc="0" baseline="0">
                <a:solidFill>
                  <a:schemeClr val="tx1"/>
                </a:solidFill>
                <a:latin typeface="Calibri" pitchFamily="34" charset="0"/>
                <a:ea typeface="ＭＳ Ｐゴシック" pitchFamily="0" charset="0"/>
                <a:cs typeface="ＭＳ Ｐゴシック" pitchFamily="0" charset="0"/>
              </a:rPr>
              <a:t>What is the probability that it takes more than 5.5 minutes to process the application form?</a:t>
            </a:r>
            <a:endParaRPr lang="zh-CN" altLang="en-US" sz="2800" b="0" i="0" u="none" strike="noStrike" kern="1200" cap="none" spc="0" baseline="0">
              <a:solidFill>
                <a:schemeClr val="tx1"/>
              </a:solidFill>
              <a:latin typeface="Calibri" pitchFamily="34" charset="0"/>
              <a:ea typeface="ＭＳ Ｐゴシック" pitchFamily="0" charset="0"/>
              <a:cs typeface="ＭＳ Ｐゴシック" pitchFamily="0" charset="0"/>
            </a:endParaRPr>
          </a:p>
        </p:txBody>
      </p:sp>
      <p:sp>
        <p:nvSpPr>
          <p:cNvPr id="446" name="Rectangles"/>
          <p:cNvSpPr>
            <a:spLocks/>
          </p:cNvSpPr>
          <p:nvPr/>
        </p:nvSpPr>
        <p:spPr>
          <a:xfrm rot="0">
            <a:off x="3352800" y="4495800"/>
            <a:ext cx="1981200" cy="523218"/>
          </a:xfrm>
          <a:prstGeom prst="rect"/>
          <a:noFill/>
          <a:ln w="12700" cmpd="sng" cap="flat">
            <a:noFill/>
            <a:prstDash val="solid"/>
            <a:round/>
          </a:ln>
        </p:spPr>
      </p:sp>
      <p:grpSp>
        <p:nvGrpSpPr>
          <p:cNvPr id="450" name="Combination"/>
          <p:cNvGrpSpPr>
            <a:grpSpLocks/>
          </p:cNvGrpSpPr>
          <p:nvPr/>
        </p:nvGrpSpPr>
        <p:grpSpPr>
          <a:xfrm>
            <a:off x="3962400" y="4005263"/>
            <a:ext cx="3809999" cy="2367915"/>
            <a:chOff x="3962400" y="4005263"/>
            <a:chExt cx="3809999" cy="2367915"/>
          </a:xfrm>
        </p:grpSpPr>
        <p:pic>
          <p:nvPicPr>
            <p:cNvPr id="447" name="Images"/>
            <p:cNvPicPr>
              <a:picLocks noChangeAspect="1"/>
            </p:cNvPicPr>
            <p:nvPr/>
          </p:nvPicPr>
          <p:blipFill>
            <a:blip r:embed="rId1" cstate="print"/>
            <a:srcRect t="8928" b="24107"/>
            <a:stretch>
              <a:fillRect/>
            </a:stretch>
          </p:blipFill>
          <p:spPr>
            <a:xfrm rot="0">
              <a:off x="3962400" y="4005263"/>
              <a:ext cx="3809999" cy="2297112"/>
            </a:xfrm>
            <a:prstGeom prst="rect"/>
            <a:noFill/>
            <a:ln w="12700" cmpd="sng" cap="flat">
              <a:noFill/>
              <a:prstDash val="solid"/>
              <a:round/>
            </a:ln>
          </p:spPr>
        </p:pic>
        <p:sp>
          <p:nvSpPr>
            <p:cNvPr id="448" name="Rectangles"/>
            <p:cNvSpPr>
              <a:spLocks/>
            </p:cNvSpPr>
            <p:nvPr/>
          </p:nvSpPr>
          <p:spPr>
            <a:xfrm rot="0">
              <a:off x="5505450" y="6062663"/>
              <a:ext cx="1809750" cy="310515"/>
            </a:xfrm>
            <a:prstGeom prst="rect"/>
            <a:noFill/>
            <a:ln w="12700" cmpd="sng" cap="flat">
              <a:noFill/>
              <a:prstDash val="solid"/>
              <a:round/>
            </a:ln>
          </p:spPr>
          <p:txBody>
            <a:bodyPr vert="horz" wrap="square" lIns="91440" tIns="45720" rIns="91440" bIns="45720" anchor="t" anchorCtr="0">
              <a:prstTxWarp prst="textNoShape"/>
              <a:spAutoFit/>
            </a:bodyPr>
            <a:lstStyle/>
            <a:p>
              <a:pPr marL="342900" indent="-342900" algn="l" eaLnBrk="1" hangingPunct="1">
                <a:lnSpc>
                  <a:spcPct val="100000"/>
                </a:lnSpc>
                <a:spcBef>
                  <a:spcPct val="50000"/>
                </a:spcBef>
                <a:spcAft>
                  <a:spcPts val="0"/>
                </a:spcAft>
                <a:buNone/>
              </a:pPr>
              <a:r>
                <a:rPr lang="en-US" altLang="zh-CN" sz="1500" b="0" i="0" u="none" strike="noStrike" kern="1200" cap="none" spc="0" baseline="0">
                  <a:solidFill>
                    <a:schemeClr val="tx1"/>
                  </a:solidFill>
                  <a:latin typeface="Comic Sans MS" pitchFamily="66" charset="0"/>
                  <a:ea typeface="MS PGothic" pitchFamily="34" charset="-128"/>
                  <a:cs typeface="Calibri" pitchFamily="34" charset="0"/>
                </a:rPr>
                <a:t>Time (in minutes)</a:t>
              </a:r>
              <a:endParaRPr lang="zh-CN" altLang="en-US" sz="1500" b="0" i="0" u="none" strike="noStrike" kern="1200" cap="none" spc="0" baseline="0">
                <a:solidFill>
                  <a:schemeClr val="tx1"/>
                </a:solidFill>
                <a:latin typeface="Comic Sans MS" pitchFamily="66" charset="0"/>
                <a:ea typeface="MS PGothic" pitchFamily="34" charset="-128"/>
                <a:cs typeface="Calibri" pitchFamily="34" charset="0"/>
              </a:endParaRPr>
            </a:p>
          </p:txBody>
        </p:sp>
        <p:sp>
          <p:nvSpPr>
            <p:cNvPr id="449" name="Rectangles"/>
            <p:cNvSpPr>
              <a:spLocks/>
            </p:cNvSpPr>
            <p:nvPr/>
          </p:nvSpPr>
          <p:spPr>
            <a:xfrm rot="16200000">
              <a:off x="3602037" y="4816474"/>
              <a:ext cx="1101725" cy="310514"/>
            </a:xfrm>
            <a:prstGeom prst="rect"/>
            <a:noFill/>
            <a:ln w="12700" cmpd="sng" cap="flat">
              <a:noFill/>
              <a:prstDash val="solid"/>
              <a:round/>
            </a:ln>
          </p:spPr>
          <p:txBody>
            <a:bodyPr vert="horz" wrap="square" lIns="91440" tIns="45720" rIns="91440" bIns="45720" anchor="t" anchorCtr="0">
              <a:prstTxWarp prst="textNoShape"/>
              <a:spAutoFit/>
            </a:bodyPr>
            <a:lstStyle/>
            <a:p>
              <a:pPr marL="342900" indent="-342900" algn="l" eaLnBrk="1" hangingPunct="1">
                <a:lnSpc>
                  <a:spcPct val="100000"/>
                </a:lnSpc>
                <a:spcBef>
                  <a:spcPct val="50000"/>
                </a:spcBef>
                <a:spcAft>
                  <a:spcPts val="0"/>
                </a:spcAft>
                <a:buNone/>
              </a:pPr>
              <a:r>
                <a:rPr lang="en-US" altLang="zh-CN" sz="1500" b="0" i="0" u="none" strike="noStrike" kern="1200" cap="none" spc="0" baseline="0">
                  <a:solidFill>
                    <a:schemeClr val="tx1"/>
                  </a:solidFill>
                  <a:latin typeface="Comic Sans MS" pitchFamily="66" charset="0"/>
                  <a:ea typeface="MS PGothic" pitchFamily="34" charset="-128"/>
                  <a:cs typeface="Calibri" pitchFamily="34" charset="0"/>
                </a:rPr>
                <a:t>Density</a:t>
              </a:r>
              <a:endParaRPr lang="zh-CN" altLang="en-US" sz="1500" b="0" i="0" u="none" strike="noStrike" kern="1200" cap="none" spc="0" baseline="0">
                <a:solidFill>
                  <a:schemeClr val="tx1"/>
                </a:solidFill>
                <a:latin typeface="Comic Sans MS" pitchFamily="66" charset="0"/>
                <a:ea typeface="MS PGothic" pitchFamily="34" charset="-128"/>
                <a:cs typeface="Calibri" pitchFamily="34" charset="0"/>
              </a:endParaRPr>
            </a:p>
          </p:txBody>
        </p:sp>
      </p:grpSp>
      <p:sp>
        <p:nvSpPr>
          <p:cNvPr id="451" name="曲线"/>
          <p:cNvSpPr>
            <a:spLocks/>
          </p:cNvSpPr>
          <p:nvPr/>
        </p:nvSpPr>
        <p:spPr>
          <a:xfrm rot="0">
            <a:off x="6781800" y="4508500"/>
            <a:ext cx="533400" cy="1295399"/>
          </a:xfrm>
          <a:custGeom>
            <a:gdLst>
              <a:gd name="T1" fmla="*/ 0 w 21600"/>
              <a:gd name="T2" fmla="*/ 0 h 21600"/>
              <a:gd name="T3" fmla="*/ 21600 w 21600"/>
              <a:gd name="T4" fmla="*/ 21600 h 21600"/>
            </a:gdLst>
            <a:rect l="T1" t="T2" r="T3" b="T4"/>
            <a:pathLst>
              <a:path w="21600" h="21600">
                <a:moveTo>
                  <a:pt x="21600" y="21600"/>
                </a:moveTo>
                <a:lnTo>
                  <a:pt x="770" y="21281"/>
                </a:lnTo>
                <a:lnTo>
                  <a:pt x="0" y="0"/>
                </a:lnTo>
                <a:lnTo>
                  <a:pt x="20057" y="0"/>
                </a:lnTo>
              </a:path>
            </a:pathLst>
          </a:custGeom>
          <a:solidFill>
            <a:srgbClr val="FF0000"/>
          </a:solidFill>
          <a:ln w="9525" cmpd="sng" cap="flat">
            <a:solidFill>
              <a:srgbClr val="FF0000"/>
            </a:solidFill>
            <a:prstDash val="solid"/>
            <a:round/>
          </a:ln>
        </p:spPr>
      </p:sp>
      <p:grpSp>
        <p:nvGrpSpPr>
          <p:cNvPr id="454" name="Combination"/>
          <p:cNvGrpSpPr>
            <a:grpSpLocks/>
          </p:cNvGrpSpPr>
          <p:nvPr/>
        </p:nvGrpSpPr>
        <p:grpSpPr>
          <a:xfrm>
            <a:off x="3403601" y="2708276"/>
            <a:ext cx="5356224" cy="528376"/>
            <a:chOff x="3403601" y="2708276"/>
            <a:chExt cx="5356224" cy="528376"/>
          </a:xfrm>
        </p:grpSpPr>
        <p:sp>
          <p:nvSpPr>
            <p:cNvPr id="452" name="Rectangles"/>
            <p:cNvSpPr>
              <a:spLocks/>
            </p:cNvSpPr>
            <p:nvPr/>
          </p:nvSpPr>
          <p:spPr>
            <a:xfrm rot="0">
              <a:off x="3403601" y="2708276"/>
              <a:ext cx="3123876" cy="523219"/>
            </a:xfrm>
            <a:prstGeom prst="rect"/>
            <a:noFill/>
            <a:ln w="12700" cmpd="sng" cap="flat">
              <a:noFill/>
              <a:prstDash val="solid"/>
              <a:round/>
            </a:ln>
          </p:spPr>
          <p:txBody>
            <a:bodyPr vert="horz" wrap="square" lIns="91440" tIns="45720" rIns="91440" bIns="45720" anchor="t" anchorCtr="0">
              <a:prstTxWarp prst="textNoShape"/>
              <a:spAutoFit/>
            </a:bodyPr>
            <a:lstStyle/>
            <a:p>
              <a:pPr marL="342900" indent="-342900" algn="l" eaLnBrk="1" hangingPunct="1">
                <a:lnSpc>
                  <a:spcPct val="100000"/>
                </a:lnSpc>
                <a:spcBef>
                  <a:spcPct val="50000"/>
                </a:spcBef>
                <a:spcAft>
                  <a:spcPts val="0"/>
                </a:spcAft>
                <a:buNone/>
              </a:pPr>
              <a:r>
                <a:rPr lang="en-US" altLang="zh-CN" sz="2800" b="0" i="1" u="none" strike="noStrike" kern="1200" cap="none" spc="0" baseline="0">
                  <a:solidFill>
                    <a:srgbClr val="000000"/>
                  </a:solidFill>
                  <a:latin typeface="Calibri" pitchFamily="34" charset="0"/>
                  <a:ea typeface="MS PGothic" pitchFamily="34" charset="-128"/>
                  <a:cs typeface="Times New Roman" pitchFamily="18" charset="0"/>
                </a:rPr>
                <a:t>p</a:t>
              </a:r>
              <a:r>
                <a:rPr lang="en-US" altLang="zh-CN" sz="2800" b="0" i="0" u="none" strike="noStrike" kern="1200" cap="none" spc="0" baseline="0">
                  <a:solidFill>
                    <a:srgbClr val="000000"/>
                  </a:solidFill>
                  <a:latin typeface="Calibri" pitchFamily="34" charset="0"/>
                  <a:ea typeface="MS PGothic" pitchFamily="34" charset="-128"/>
                  <a:cs typeface="Times New Roman" pitchFamily="18" charset="0"/>
                </a:rPr>
                <a:t>(</a:t>
              </a:r>
              <a:r>
                <a:rPr lang="en-US" altLang="zh-CN" sz="2800" b="0" i="1" u="none" strike="noStrike" kern="1200" cap="none" spc="0" baseline="0">
                  <a:solidFill>
                    <a:srgbClr val="000000"/>
                  </a:solidFill>
                  <a:latin typeface="Calibri" pitchFamily="34" charset="0"/>
                  <a:ea typeface="MS PGothic" pitchFamily="34" charset="-128"/>
                  <a:cs typeface="Times New Roman" pitchFamily="18" charset="0"/>
                </a:rPr>
                <a:t>x</a:t>
              </a:r>
              <a:r>
                <a:rPr lang="en-US" altLang="zh-CN" sz="2800" b="0" i="0" u="none" strike="noStrike" kern="1200" cap="none" spc="0" baseline="0">
                  <a:solidFill>
                    <a:srgbClr val="000000"/>
                  </a:solidFill>
                  <a:latin typeface="Calibri" pitchFamily="34" charset="0"/>
                  <a:ea typeface="MS PGothic" pitchFamily="34" charset="-128"/>
                  <a:cs typeface="Times New Roman" pitchFamily="18" charset="0"/>
                </a:rPr>
                <a:t> &gt; 5.5) =</a:t>
              </a:r>
              <a:endParaRPr lang="zh-CN" altLang="en-US" sz="2800" b="0" i="0" u="none" strike="noStrike" kern="1200" cap="none" spc="0" baseline="0">
                <a:solidFill>
                  <a:srgbClr val="000000"/>
                </a:solidFill>
                <a:latin typeface="Calibri" pitchFamily="34" charset="0"/>
                <a:ea typeface="MS PGothic" pitchFamily="34" charset="-128"/>
                <a:cs typeface="Times New Roman" pitchFamily="18" charset="0"/>
              </a:endParaRPr>
            </a:p>
          </p:txBody>
        </p:sp>
        <p:sp>
          <p:nvSpPr>
            <p:cNvPr id="453" name="Rectangles"/>
            <p:cNvSpPr>
              <a:spLocks/>
            </p:cNvSpPr>
            <p:nvPr/>
          </p:nvSpPr>
          <p:spPr>
            <a:xfrm rot="0">
              <a:off x="5735472" y="2713432"/>
              <a:ext cx="3024353" cy="523219"/>
            </a:xfrm>
            <a:prstGeom prst="rect"/>
            <a:noFill/>
            <a:ln w="12700" cmpd="sng" cap="flat">
              <a:noFill/>
              <a:prstDash val="solid"/>
              <a:round/>
            </a:ln>
          </p:spPr>
          <p:txBody>
            <a:bodyPr vert="horz" wrap="square" lIns="91440" tIns="45720" rIns="91440" bIns="45720" anchor="t" anchorCtr="0">
              <a:prstTxWarp prst="textNoShape"/>
              <a:spAutoFit/>
            </a:bodyPr>
            <a:lstStyle/>
            <a:p>
              <a:pPr marL="342900" indent="-342900" algn="l" eaLnBrk="1" hangingPunct="1">
                <a:lnSpc>
                  <a:spcPct val="100000"/>
                </a:lnSpc>
                <a:spcBef>
                  <a:spcPct val="50000"/>
                </a:spcBef>
                <a:spcAft>
                  <a:spcPts val="0"/>
                </a:spcAft>
                <a:buNone/>
              </a:pPr>
              <a:r>
                <a:rPr lang="en-US" altLang="zh-CN" sz="2800" b="0" i="0" u="none" strike="noStrike" kern="1200" cap="none" spc="0" baseline="0">
                  <a:solidFill>
                    <a:srgbClr val="FF0000"/>
                  </a:solidFill>
                  <a:latin typeface="Calibri" pitchFamily="34" charset="0"/>
                  <a:ea typeface="MS PGothic" pitchFamily="34" charset="-128"/>
                  <a:cs typeface="Times New Roman" pitchFamily="18" charset="0"/>
                </a:rPr>
                <a:t>0.5(0.5) = 0.25</a:t>
              </a:r>
              <a:endParaRPr lang="zh-CN" altLang="en-US" sz="2800" b="0" i="0" u="none" strike="noStrike" kern="1200" cap="none" spc="0" baseline="0">
                <a:solidFill>
                  <a:srgbClr val="FF0000"/>
                </a:solidFill>
                <a:latin typeface="Calibri" pitchFamily="34" charset="0"/>
                <a:ea typeface="MS PGothic" pitchFamily="34" charset="-128"/>
                <a:cs typeface="Times New Roman" pitchFamily="18" charset="0"/>
              </a:endParaRPr>
            </a:p>
          </p:txBody>
        </p:sp>
      </p:grpSp>
      <p:pic>
        <p:nvPicPr>
          <p:cNvPr id="455" name="Images" descr="MC900445442[1]"/>
          <p:cNvPicPr>
            <a:picLocks noChangeAspect="1"/>
          </p:cNvPicPr>
          <p:nvPr/>
        </p:nvPicPr>
        <p:blipFill>
          <a:blip r:embed="rId2" cstate="print"/>
          <a:stretch>
            <a:fillRect/>
          </a:stretch>
        </p:blipFill>
        <p:spPr>
          <a:xfrm rot="0">
            <a:off x="1905000" y="5257800"/>
            <a:ext cx="877888" cy="1327150"/>
          </a:xfrm>
          <a:prstGeom prst="rect"/>
          <a:noFill/>
          <a:ln w="12700" cmpd="sng" cap="flat">
            <a:noFill/>
            <a:prstDash val="solid"/>
            <a:round/>
          </a:ln>
        </p:spPr>
      </p:pic>
      <p:sp>
        <p:nvSpPr>
          <p:cNvPr id="456" name="Rectangles"/>
          <p:cNvSpPr>
            <a:spLocks/>
          </p:cNvSpPr>
          <p:nvPr/>
        </p:nvSpPr>
        <p:spPr>
          <a:xfrm rot="0">
            <a:off x="2999656" y="260648"/>
            <a:ext cx="6121400" cy="691515"/>
          </a:xfrm>
          <a:prstGeom prst="rect"/>
          <a:noFill/>
          <a:ln w="25400" cmpd="sng" cap="flat">
            <a:noFill/>
            <a:prstDash val="solid"/>
            <a:round/>
          </a:ln>
        </p:spPr>
        <p:txBody>
          <a:bodyPr vert="horz" wrap="square" lIns="91440" tIns="45720" rIns="91440" bIns="45720" anchor="t" anchorCtr="0">
            <a:prstTxWarp prst="textNoShape"/>
            <a:spAutoFit/>
          </a:bodyPr>
          <a:lstStyle/>
          <a:p>
            <a:pPr marL="0" indent="0" algn="ctr">
              <a:lnSpc>
                <a:spcPct val="100000"/>
              </a:lnSpc>
              <a:spcBef>
                <a:spcPts val="0"/>
              </a:spcBef>
              <a:spcAft>
                <a:spcPts val="0"/>
              </a:spcAft>
              <a:buNone/>
            </a:pPr>
            <a:r>
              <a:rPr lang="en-US" altLang="zh-CN" sz="4000" b="1" i="0" u="none" strike="noStrike" kern="1200" cap="none" spc="0" baseline="0">
                <a:solidFill>
                  <a:srgbClr val="000000"/>
                </a:solidFill>
                <a:latin typeface="Calibri" pitchFamily="34" charset="0"/>
                <a:ea typeface="宋体" pitchFamily="0" charset="0"/>
                <a:cs typeface="Calibri" pitchFamily="34" charset="0"/>
              </a:rPr>
              <a:t>Example </a:t>
            </a:r>
            <a:r>
              <a:rPr lang="en-US" altLang="zh-CN" sz="2000" b="1" i="0" u="none" strike="noStrike" kern="1200" cap="none" spc="0" baseline="0">
                <a:solidFill>
                  <a:srgbClr val="000000"/>
                </a:solidFill>
                <a:latin typeface="Calibri" pitchFamily="34" charset="0"/>
                <a:ea typeface="宋体" pitchFamily="0" charset="0"/>
                <a:cs typeface="Calibri" pitchFamily="34" charset="0"/>
              </a:rPr>
              <a:t>(cont.)</a:t>
            </a:r>
            <a:endParaRPr lang="zh-CN" altLang="en-US" sz="2000" b="1" i="0" u="none" strike="noStrike" kern="1200" cap="none" spc="0" baseline="0">
              <a:solidFill>
                <a:srgbClr val="000000"/>
              </a:solidFill>
              <a:latin typeface="Calibri" pitchFamily="34" charset="0"/>
              <a:ea typeface="宋体" pitchFamily="0" charset="0"/>
              <a:cs typeface="Calibri" pitchFamily="34" charset="0"/>
            </a:endParaRPr>
          </a:p>
        </p:txBody>
      </p:sp>
      <p:sp>
        <p:nvSpPr>
          <p:cNvPr id="457" name="Rectangles"/>
          <p:cNvSpPr>
            <a:spLocks/>
          </p:cNvSpPr>
          <p:nvPr/>
        </p:nvSpPr>
        <p:spPr>
          <a:xfrm rot="0">
            <a:off x="5989639" y="6519863"/>
            <a:ext cx="466724" cy="365125"/>
          </a:xfrm>
          <a:prstGeom prst="rect"/>
          <a:noFill/>
          <a:ln w="12700" cmpd="sng" cap="flat">
            <a:noFill/>
            <a:prstDash val="solid"/>
            <a:round/>
          </a:ln>
        </p:spPr>
        <p:txBody>
          <a:bodyPr vert="horz" wrap="square" lIns="91440" tIns="45720" rIns="91440" bIns="45720" anchor="ctr" anchorCtr="0">
            <a:prstTxWarp prst="textNoShape"/>
          </a:bodyPr>
          <a:lstStyle/>
          <a:p>
            <a:pPr marL="0" indent="0" algn="l" eaLnBrk="1" hangingPunct="1">
              <a:lnSpc>
                <a:spcPct val="100000"/>
              </a:lnSpc>
              <a:spcBef>
                <a:spcPts val="0"/>
              </a:spcBef>
              <a:spcAft>
                <a:spcPts val="0"/>
              </a:spcAft>
              <a:buNone/>
            </a:pPr>
            <a:fld id="{CAD2D6BD-DE1B-4B5F-8B41-2702339687B9}" type="slidenum">
              <a:rPr lang="en-US" altLang="zh-CN" sz="1200" b="0" i="0" u="none" strike="noStrike" kern="1200" cap="none" spc="0" baseline="0">
                <a:solidFill>
                  <a:srgbClr val="FFFFFF"/>
                </a:solidFill>
                <a:latin typeface="Calibri" pitchFamily="34" charset="0"/>
                <a:ea typeface="MS PGothic" pitchFamily="34" charset="-128"/>
                <a:cs typeface="Arial" pitchFamily="34" charset="0"/>
              </a:rPr>
              <a:t>40</a:t>
            </a:fld>
            <a:endParaRPr lang="zh-CN" altLang="en-US" sz="1200" b="0" i="0" u="none" strike="noStrike" kern="1200" cap="none" spc="0" baseline="0">
              <a:solidFill>
                <a:srgbClr val="FFFFFF"/>
              </a:solidFill>
              <a:latin typeface="Calibri" pitchFamily="34" charset="0"/>
              <a:ea typeface="MS PGothic" pitchFamily="34" charset="-128"/>
              <a:cs typeface="Arial" pitchFamily="34" charset="0"/>
            </a:endParaRPr>
          </a:p>
        </p:txBody>
      </p:sp>
    </p:spTree>
    <p:extLst>
      <p:ext uri="{BB962C8B-B14F-4D97-AF65-F5344CB8AC3E}">
        <p14:creationId xmlns:p14="http://schemas.microsoft.com/office/powerpoint/2010/main" val="1830822333"/>
      </p:ext>
    </p:extLst>
  </p:cSld>
  <p:clrMapOvr>
    <a:masterClrMapping/>
  </p:clrMapOvr>
</p:sld>
</file>

<file path=ppt/slides/slide41.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461" name="Text box"/>
          <p:cNvSpPr>
            <a:spLocks noGrp="1"/>
          </p:cNvSpPr>
          <p:nvPr>
            <p:ph type="title"/>
          </p:nvPr>
        </p:nvSpPr>
        <p:spPr>
          <a:xfrm rot="0">
            <a:off x="3934718" y="260648"/>
            <a:ext cx="6481762" cy="792162"/>
          </a:xfrm>
          <a:prstGeom prst="rect"/>
          <a:solidFill>
            <a:srgbClr val="FFFFFF"/>
          </a:solidFill>
          <a:ln w="25400" cmpd="sng" cap="flat">
            <a:solidFill>
              <a:srgbClr val="C0504D"/>
            </a:solidFill>
            <a:prstDash val="solid"/>
            <a:round/>
          </a:ln>
        </p:spPr>
        <p:txBody>
          <a:bodyPr vert="horz" wrap="square" lIns="91440" tIns="45720" rIns="91440" bIns="45720" anchor="ctr" anchorCtr="0">
            <a:prstTxWarp prst="textNoShape"/>
          </a:bodyPr>
          <a:lstStyle/>
          <a:p>
            <a:pPr marL="0" indent="0" algn="ctr" eaLnBrk="1" hangingPunct="1">
              <a:lnSpc>
                <a:spcPct val="100000"/>
              </a:lnSpc>
              <a:spcBef>
                <a:spcPts val="0"/>
              </a:spcBef>
              <a:spcAft>
                <a:spcPts val="0"/>
              </a:spcAft>
              <a:buNone/>
            </a:pPr>
            <a:r>
              <a:rPr lang="en-US" altLang="zh-CN" sz="4000" b="1" i="0" u="none" strike="noStrike" kern="1200" cap="none" spc="0" baseline="0">
                <a:solidFill>
                  <a:srgbClr val="000000"/>
                </a:solidFill>
                <a:latin typeface="Calibri" pitchFamily="34" charset="0"/>
                <a:ea typeface="宋体" pitchFamily="0" charset="0"/>
                <a:cs typeface="Calibri" pitchFamily="34" charset="0"/>
              </a:rPr>
              <a:t>Other Density Curves</a:t>
            </a:r>
            <a:endParaRPr lang="zh-CN" altLang="en-US" sz="4000" b="1" i="0" u="none" strike="noStrike" kern="1200" cap="none" spc="0" baseline="0">
              <a:solidFill>
                <a:srgbClr val="000000"/>
              </a:solidFill>
              <a:latin typeface="Calibri" pitchFamily="34" charset="0"/>
              <a:ea typeface="宋体" pitchFamily="0" charset="0"/>
              <a:cs typeface="Calibri" pitchFamily="34" charset="0"/>
            </a:endParaRPr>
          </a:p>
        </p:txBody>
      </p:sp>
      <p:sp>
        <p:nvSpPr>
          <p:cNvPr id="462" name="Text box"/>
          <p:cNvSpPr>
            <a:spLocks noGrp="1"/>
          </p:cNvSpPr>
          <p:nvPr>
            <p:ph type="body" idx="4294967295"/>
          </p:nvPr>
        </p:nvSpPr>
        <p:spPr>
          <a:xfrm rot="0">
            <a:off x="1847850" y="1484313"/>
            <a:ext cx="8712200" cy="2736850"/>
          </a:xfrm>
          <a:prstGeom prst="rect"/>
          <a:noFill/>
          <a:ln w="12700" cmpd="sng" cap="flat">
            <a:noFill/>
            <a:prstDash val="solid"/>
            <a:miter/>
          </a:ln>
        </p:spPr>
        <p:txBody>
          <a:bodyPr vert="horz" wrap="square" lIns="91440" tIns="45720" rIns="91440" bIns="45720" anchor="t" anchorCtr="0">
            <a:prstTxWarp prst="textNoShape"/>
          </a:bodyPr>
          <a:lstStyle/>
          <a:p>
            <a:pPr marL="57150" indent="0" algn="just" eaLnBrk="1" hangingPunct="1">
              <a:lnSpc>
                <a:spcPct val="120000"/>
              </a:lnSpc>
              <a:spcBef>
                <a:spcPct val="20000"/>
              </a:spcBef>
              <a:spcAft>
                <a:spcPts val="0"/>
              </a:spcAft>
              <a:buNone/>
            </a:pPr>
            <a:r>
              <a:rPr lang="en-US" altLang="zh-CN" sz="2800" b="0" i="0" u="none" strike="noStrike" kern="1200" cap="none" spc="0" baseline="0">
                <a:solidFill>
                  <a:srgbClr val="0101FF"/>
                </a:solidFill>
                <a:latin typeface="Calibri" pitchFamily="34" charset="0"/>
                <a:ea typeface="MS PGothic" pitchFamily="34" charset="-128"/>
                <a:cs typeface="Lucida Sans" pitchFamily="0" charset="0"/>
              </a:rPr>
              <a:t>Some density curves resemble the one below. Integral calculus is used to find the area under the these curves.</a:t>
            </a:r>
            <a:r>
              <a:rPr lang="en-US" altLang="zh-CN" sz="2800" b="0" i="0" u="none" strike="noStrike" kern="1200" cap="none" spc="0" baseline="0">
                <a:solidFill>
                  <a:srgbClr val="00CC00"/>
                </a:solidFill>
                <a:latin typeface="Calibri" pitchFamily="34" charset="0"/>
                <a:ea typeface="MS PGothic" pitchFamily="34" charset="-128"/>
                <a:cs typeface="Lucida Sans" pitchFamily="0" charset="0"/>
              </a:rPr>
              <a:t>  </a:t>
            </a:r>
            <a:endParaRPr lang="en-US" altLang="zh-CN" sz="2800" b="0" i="0" u="none" strike="noStrike" kern="1200" cap="none" spc="0" baseline="0">
              <a:solidFill>
                <a:srgbClr val="00CC00"/>
              </a:solidFill>
              <a:latin typeface="Calibri" pitchFamily="34" charset="0"/>
              <a:ea typeface="MS PGothic" pitchFamily="34" charset="-128"/>
              <a:cs typeface="Lucida Sans" pitchFamily="0" charset="0"/>
            </a:endParaRPr>
          </a:p>
          <a:p>
            <a:pPr marL="57150" indent="0" algn="just" eaLnBrk="1" hangingPunct="1">
              <a:lnSpc>
                <a:spcPct val="120000"/>
              </a:lnSpc>
              <a:spcBef>
                <a:spcPct val="20000"/>
              </a:spcBef>
              <a:spcAft>
                <a:spcPts val="0"/>
              </a:spcAft>
              <a:buNone/>
            </a:pPr>
            <a:r>
              <a:rPr lang="en-US" altLang="zh-CN" sz="2800" b="0" i="0" u="none" strike="noStrike" kern="1200" cap="none" spc="0" baseline="0">
                <a:solidFill>
                  <a:srgbClr val="000000"/>
                </a:solidFill>
                <a:latin typeface="Calibri" pitchFamily="34" charset="0"/>
                <a:ea typeface="MS PGothic" pitchFamily="34" charset="-128"/>
                <a:cs typeface="Lucida Sans" pitchFamily="0" charset="0"/>
              </a:rPr>
              <a:t>We will use tables (with the values already calculated).  </a:t>
            </a:r>
            <a:endParaRPr lang="zh-CN" altLang="en-US" sz="2800" b="0" i="0" u="none" strike="noStrike" kern="1200" cap="none" spc="0" baseline="0">
              <a:solidFill>
                <a:srgbClr val="000000"/>
              </a:solidFill>
              <a:latin typeface="Calibri" pitchFamily="34" charset="0"/>
              <a:ea typeface="MS PGothic" pitchFamily="34" charset="-128"/>
              <a:cs typeface="Lucida Sans" pitchFamily="0" charset="0"/>
            </a:endParaRPr>
          </a:p>
        </p:txBody>
      </p:sp>
      <p:sp>
        <p:nvSpPr>
          <p:cNvPr id="463" name="Rectangles"/>
          <p:cNvSpPr>
            <a:spLocks/>
          </p:cNvSpPr>
          <p:nvPr/>
        </p:nvSpPr>
        <p:spPr>
          <a:xfrm rot="0">
            <a:off x="5989639" y="6519863"/>
            <a:ext cx="466724" cy="365125"/>
          </a:xfrm>
          <a:prstGeom prst="rect"/>
          <a:noFill/>
          <a:ln w="12700" cmpd="sng" cap="flat">
            <a:noFill/>
            <a:prstDash val="solid"/>
            <a:round/>
          </a:ln>
        </p:spPr>
        <p:txBody>
          <a:bodyPr vert="horz" wrap="square" lIns="91440" tIns="45720" rIns="91440" bIns="45720" anchor="ctr" anchorCtr="0">
            <a:prstTxWarp prst="textNoShape"/>
          </a:bodyPr>
          <a:lstStyle/>
          <a:p>
            <a:pPr marL="0" indent="0" algn="l" eaLnBrk="1" hangingPunct="1">
              <a:lnSpc>
                <a:spcPct val="100000"/>
              </a:lnSpc>
              <a:spcBef>
                <a:spcPts val="0"/>
              </a:spcBef>
              <a:spcAft>
                <a:spcPts val="0"/>
              </a:spcAft>
              <a:buNone/>
            </a:pPr>
            <a:fld id="{CAD2D6BD-DE1B-4B5F-8B41-2702339687B9}" type="slidenum">
              <a:rPr lang="en-US" altLang="zh-CN" sz="1200" b="0" i="0" u="none" strike="noStrike" kern="1200" cap="none" spc="0" baseline="0">
                <a:solidFill>
                  <a:srgbClr val="FFFFFF"/>
                </a:solidFill>
                <a:latin typeface="Calibri" pitchFamily="34" charset="0"/>
                <a:ea typeface="MS PGothic" pitchFamily="34" charset="-128"/>
                <a:cs typeface="Arial" pitchFamily="34" charset="0"/>
              </a:rPr>
              <a:t>41</a:t>
            </a:fld>
            <a:endParaRPr lang="zh-CN" altLang="en-US" sz="1200" b="0" i="0" u="none" strike="noStrike" kern="1200" cap="none" spc="0" baseline="0">
              <a:solidFill>
                <a:srgbClr val="FFFFFF"/>
              </a:solidFill>
              <a:latin typeface="Calibri" pitchFamily="34" charset="0"/>
              <a:ea typeface="MS PGothic" pitchFamily="34" charset="-128"/>
              <a:cs typeface="Arial" pitchFamily="34" charset="0"/>
            </a:endParaRPr>
          </a:p>
        </p:txBody>
      </p:sp>
    </p:spTree>
    <p:extLst>
      <p:ext uri="{BB962C8B-B14F-4D97-AF65-F5344CB8AC3E}">
        <p14:creationId xmlns:p14="http://schemas.microsoft.com/office/powerpoint/2010/main" val="701735093"/>
      </p:ext>
    </p:extLst>
  </p:cSld>
  <p:clrMapOvr>
    <a:masterClrMapping/>
  </p:clrMapOvr>
</p:sld>
</file>

<file path=ppt/slides/slide42.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467" name="Text box"/>
          <p:cNvSpPr>
            <a:spLocks noGrp="1"/>
          </p:cNvSpPr>
          <p:nvPr>
            <p:ph type="body" idx="4294967295"/>
          </p:nvPr>
        </p:nvSpPr>
        <p:spPr>
          <a:xfrm rot="0">
            <a:off x="696082" y="511185"/>
            <a:ext cx="10454447" cy="3637803"/>
          </a:xfrm>
          <a:prstGeom prst="rect"/>
          <a:solidFill>
            <a:schemeClr val="bg1"/>
          </a:solidFill>
          <a:ln w="12700" cmpd="sng" cap="flat">
            <a:noFill/>
            <a:prstDash val="solid"/>
            <a:miter/>
          </a:ln>
        </p:spPr>
        <p:txBody>
          <a:bodyPr vert="horz" wrap="square" lIns="91440" tIns="45720" rIns="91440" bIns="45720" anchor="t" anchorCtr="0">
            <a:prstTxWarp prst="textNoShape"/>
          </a:bodyPr>
          <a:lstStyle/>
          <a:p>
            <a:pPr marL="57150" indent="0" algn="just" eaLnBrk="1" hangingPunct="1">
              <a:lnSpc>
                <a:spcPct val="100000"/>
              </a:lnSpc>
              <a:spcBef>
                <a:spcPct val="20000"/>
              </a:spcBef>
              <a:spcAft>
                <a:spcPts val="0"/>
              </a:spcAft>
              <a:buNone/>
            </a:pPr>
            <a:r>
              <a:rPr lang="en-US" altLang="zh-CN" sz="2800" b="0" i="0" u="none" strike="noStrike" kern="1200" cap="none" spc="0" baseline="0">
                <a:solidFill>
                  <a:srgbClr val="0101FF"/>
                </a:solidFill>
                <a:latin typeface="Calibri" pitchFamily="34" charset="0"/>
                <a:ea typeface="MS PGothic" pitchFamily="34" charset="-128"/>
                <a:cs typeface="Lucida Sans" pitchFamily="0" charset="0"/>
              </a:rPr>
              <a:t>The probability that a continuous random variable </a:t>
            </a:r>
            <a:r>
              <a:rPr lang="en-US" altLang="zh-CN" sz="2800" b="0" i="1" u="none" strike="noStrike" kern="1200" cap="none" spc="0" baseline="0">
                <a:solidFill>
                  <a:srgbClr val="0101FF"/>
                </a:solidFill>
                <a:latin typeface="Calibri" pitchFamily="34" charset="0"/>
                <a:ea typeface="MS PGothic" pitchFamily="34" charset="-128"/>
                <a:cs typeface="Times New Roman" pitchFamily="18" charset="0"/>
              </a:rPr>
              <a:t>x</a:t>
            </a:r>
            <a:r>
              <a:rPr lang="en-US" altLang="zh-CN" sz="2800" b="0" i="0" u="none" strike="noStrike" kern="1200" cap="none" spc="0" baseline="0">
                <a:solidFill>
                  <a:srgbClr val="0101FF"/>
                </a:solidFill>
                <a:latin typeface="Calibri" pitchFamily="34" charset="0"/>
                <a:ea typeface="MS PGothic" pitchFamily="34" charset="-128"/>
                <a:cs typeface="Lucida Sans" pitchFamily="0" charset="0"/>
              </a:rPr>
              <a:t> lies between a </a:t>
            </a:r>
            <a:r>
              <a:rPr lang="en-US" altLang="zh-CN" sz="2800" b="0" i="0" u="none" strike="noStrike" kern="1200" cap="none" spc="0" baseline="0">
                <a:solidFill>
                  <a:srgbClr val="FF0000"/>
                </a:solidFill>
                <a:latin typeface="Calibri" pitchFamily="34" charset="0"/>
                <a:ea typeface="MS PGothic" pitchFamily="34" charset="-128"/>
                <a:cs typeface="Lucida Sans" pitchFamily="0" charset="0"/>
              </a:rPr>
              <a:t>lower limit </a:t>
            </a:r>
            <a:r>
              <a:rPr lang="en-US" altLang="zh-CN" sz="2800" b="0" i="1" u="none" strike="noStrike" kern="1200" cap="none" spc="0" baseline="0">
                <a:solidFill>
                  <a:srgbClr val="000000"/>
                </a:solidFill>
                <a:latin typeface="Calibri" pitchFamily="34" charset="0"/>
                <a:ea typeface="MS PGothic" pitchFamily="34" charset="-128"/>
                <a:cs typeface="Times New Roman" pitchFamily="18" charset="0"/>
              </a:rPr>
              <a:t>a</a:t>
            </a:r>
            <a:r>
              <a:rPr lang="en-US" altLang="zh-CN" sz="2800" b="0" i="0" u="none" strike="noStrike" kern="1200" cap="none" spc="0" baseline="0">
                <a:solidFill>
                  <a:srgbClr val="0101FF"/>
                </a:solidFill>
                <a:latin typeface="Calibri" pitchFamily="34" charset="0"/>
                <a:ea typeface="MS PGothic" pitchFamily="34" charset="-128"/>
                <a:cs typeface="Times New Roman" pitchFamily="18" charset="0"/>
              </a:rPr>
              <a:t> </a:t>
            </a:r>
            <a:r>
              <a:rPr lang="en-US" altLang="zh-CN" sz="2800" b="0" i="0" u="none" strike="noStrike" kern="1200" cap="none" spc="0" baseline="0">
                <a:solidFill>
                  <a:srgbClr val="0101FF"/>
                </a:solidFill>
                <a:latin typeface="Calibri" pitchFamily="34" charset="0"/>
                <a:ea typeface="MS PGothic" pitchFamily="34" charset="-128"/>
                <a:cs typeface="Lucida Sans" pitchFamily="0" charset="0"/>
              </a:rPr>
              <a:t>and an </a:t>
            </a:r>
            <a:r>
              <a:rPr lang="en-US" altLang="zh-CN" sz="2800" b="0" i="0" u="none" strike="noStrike" kern="1200" cap="none" spc="0" baseline="0">
                <a:solidFill>
                  <a:srgbClr val="FF0000"/>
                </a:solidFill>
                <a:latin typeface="Calibri" pitchFamily="34" charset="0"/>
                <a:ea typeface="MS PGothic" pitchFamily="34" charset="-128"/>
                <a:cs typeface="Lucida Sans" pitchFamily="0" charset="0"/>
              </a:rPr>
              <a:t>upper limit</a:t>
            </a:r>
            <a:r>
              <a:rPr lang="en-US" altLang="zh-CN" sz="2800" b="0" i="0" u="none" strike="noStrike" kern="1200" cap="none" spc="0" baseline="0">
                <a:solidFill>
                  <a:schemeClr val="tx1"/>
                </a:solidFill>
                <a:latin typeface="Calibri" pitchFamily="34" charset="0"/>
                <a:ea typeface="MS PGothic" pitchFamily="34" charset="-128"/>
                <a:cs typeface="Lucida Sans" pitchFamily="0" charset="0"/>
              </a:rPr>
              <a:t> </a:t>
            </a:r>
            <a:r>
              <a:rPr lang="en-US" altLang="zh-CN" sz="2800" b="0" i="1" u="none" strike="noStrike" kern="1200" cap="none" spc="0" baseline="0">
                <a:solidFill>
                  <a:schemeClr val="tx1"/>
                </a:solidFill>
                <a:latin typeface="Calibri" pitchFamily="34" charset="0"/>
                <a:ea typeface="MS PGothic" pitchFamily="34" charset="-128"/>
                <a:cs typeface="Times New Roman" pitchFamily="18" charset="0"/>
              </a:rPr>
              <a:t>b</a:t>
            </a:r>
            <a:r>
              <a:rPr lang="en-US" altLang="zh-CN" sz="2800" b="0" i="0" u="none" strike="noStrike" kern="1200" cap="none" spc="0" baseline="0">
                <a:solidFill>
                  <a:srgbClr val="0101FF"/>
                </a:solidFill>
                <a:latin typeface="Calibri" pitchFamily="34" charset="0"/>
                <a:ea typeface="MS PGothic" pitchFamily="34" charset="-128"/>
                <a:cs typeface="Lucida Sans" pitchFamily="0" charset="0"/>
              </a:rPr>
              <a:t> is </a:t>
            </a:r>
            <a:endParaRPr lang="en-US" altLang="zh-CN" sz="2800" b="0" i="0" u="none" strike="noStrike" kern="1200" cap="none" spc="0" baseline="0">
              <a:solidFill>
                <a:srgbClr val="0101FF"/>
              </a:solidFill>
              <a:latin typeface="Calibri" pitchFamily="34" charset="0"/>
              <a:ea typeface="MS PGothic" pitchFamily="34" charset="-128"/>
              <a:cs typeface="Lucida Sans" pitchFamily="0" charset="0"/>
            </a:endParaRPr>
          </a:p>
          <a:p>
            <a:pPr marL="57150" indent="0" algn="just" eaLnBrk="1" hangingPunct="1">
              <a:lnSpc>
                <a:spcPct val="100000"/>
              </a:lnSpc>
              <a:spcBef>
                <a:spcPct val="20000"/>
              </a:spcBef>
              <a:spcAft>
                <a:spcPts val="0"/>
              </a:spcAft>
              <a:buNone/>
            </a:pPr>
            <a:r>
              <a:rPr lang="en-US" altLang="zh-CN" sz="2800" b="0" i="1" u="none" strike="noStrike" kern="1200" cap="none" spc="0" baseline="0">
                <a:solidFill>
                  <a:srgbClr val="000000"/>
                </a:solidFill>
                <a:latin typeface="Calibri" pitchFamily="34" charset="0"/>
                <a:ea typeface="MS PGothic" pitchFamily="34" charset="-128"/>
                <a:cs typeface="Times New Roman" pitchFamily="18" charset="0"/>
              </a:rPr>
              <a:t>p</a:t>
            </a:r>
            <a:r>
              <a:rPr lang="en-US" altLang="zh-CN" sz="2800" b="0" i="0" u="none" strike="noStrike" kern="1200" cap="none" spc="0" baseline="0">
                <a:solidFill>
                  <a:srgbClr val="000000"/>
                </a:solidFill>
                <a:latin typeface="Calibri" pitchFamily="34" charset="0"/>
                <a:ea typeface="MS PGothic" pitchFamily="34" charset="-128"/>
                <a:cs typeface="Times New Roman" pitchFamily="18" charset="0"/>
              </a:rPr>
              <a:t>(</a:t>
            </a:r>
            <a:r>
              <a:rPr lang="en-US" altLang="zh-CN" sz="2800" b="0" i="1" u="none" strike="noStrike" kern="1200" cap="none" spc="0" baseline="0">
                <a:solidFill>
                  <a:srgbClr val="000000"/>
                </a:solidFill>
                <a:latin typeface="Calibri" pitchFamily="34" charset="0"/>
                <a:ea typeface="MS PGothic" pitchFamily="34" charset="-128"/>
                <a:cs typeface="Times New Roman" pitchFamily="18" charset="0"/>
              </a:rPr>
              <a:t>a</a:t>
            </a:r>
            <a:r>
              <a:rPr lang="en-US" altLang="zh-CN" sz="2800" b="0" i="0" u="none" strike="noStrike" kern="1200" cap="none" spc="0" baseline="0">
                <a:solidFill>
                  <a:srgbClr val="000000"/>
                </a:solidFill>
                <a:latin typeface="Calibri" pitchFamily="34" charset="0"/>
                <a:ea typeface="MS PGothic" pitchFamily="34" charset="-128"/>
                <a:cs typeface="Times New Roman" pitchFamily="18" charset="0"/>
              </a:rPr>
              <a:t> &lt; </a:t>
            </a:r>
            <a:r>
              <a:rPr lang="en-US" altLang="zh-CN" sz="2800" b="0" i="1" u="none" strike="noStrike" kern="1200" cap="none" spc="0" baseline="0">
                <a:solidFill>
                  <a:srgbClr val="000000"/>
                </a:solidFill>
                <a:latin typeface="Calibri" pitchFamily="34" charset="0"/>
                <a:ea typeface="MS PGothic" pitchFamily="34" charset="-128"/>
                <a:cs typeface="Times New Roman" pitchFamily="18" charset="0"/>
              </a:rPr>
              <a:t>x</a:t>
            </a:r>
            <a:r>
              <a:rPr lang="en-US" altLang="zh-CN" sz="2800" b="0" i="0" u="none" strike="noStrike" kern="1200" cap="none" spc="0" baseline="0">
                <a:solidFill>
                  <a:srgbClr val="000000"/>
                </a:solidFill>
                <a:latin typeface="Calibri" pitchFamily="34" charset="0"/>
                <a:ea typeface="MS PGothic" pitchFamily="34" charset="-128"/>
                <a:cs typeface="Times New Roman" pitchFamily="18" charset="0"/>
              </a:rPr>
              <a:t> &lt; </a:t>
            </a:r>
            <a:r>
              <a:rPr lang="en-US" altLang="zh-CN" sz="2800" b="0" i="1" u="none" strike="noStrike" kern="1200" cap="none" spc="0" baseline="0">
                <a:solidFill>
                  <a:srgbClr val="000000"/>
                </a:solidFill>
                <a:latin typeface="Calibri" pitchFamily="34" charset="0"/>
                <a:ea typeface="MS PGothic" pitchFamily="34" charset="-128"/>
                <a:cs typeface="Times New Roman" pitchFamily="18" charset="0"/>
              </a:rPr>
              <a:t>b</a:t>
            </a:r>
            <a:r>
              <a:rPr lang="en-US" altLang="zh-CN" sz="2800" b="0" i="0" u="none" strike="noStrike" kern="1200" cap="none" spc="0" baseline="0">
                <a:solidFill>
                  <a:srgbClr val="000000"/>
                </a:solidFill>
                <a:latin typeface="Calibri" pitchFamily="34" charset="0"/>
                <a:ea typeface="MS PGothic" pitchFamily="34" charset="-128"/>
                <a:cs typeface="Times New Roman" pitchFamily="18" charset="0"/>
              </a:rPr>
              <a:t>) </a:t>
            </a:r>
            <a:r>
              <a:rPr lang="en-US" altLang="zh-CN" sz="2800" b="0" i="0" u="none" strike="noStrike" kern="1200" cap="none" spc="0" baseline="0">
                <a:solidFill>
                  <a:srgbClr val="000000"/>
                </a:solidFill>
                <a:latin typeface="Calibri" pitchFamily="34" charset="0"/>
                <a:ea typeface="MS PGothic" pitchFamily="34" charset="-128"/>
                <a:cs typeface="Lucida Sans" pitchFamily="0" charset="0"/>
              </a:rPr>
              <a:t>= (cumulative area to the left of </a:t>
            </a:r>
            <a:r>
              <a:rPr lang="en-US" altLang="zh-CN" sz="2800" b="0" i="1" u="none" strike="noStrike" kern="1200" cap="none" spc="0" baseline="0">
                <a:solidFill>
                  <a:srgbClr val="000000"/>
                </a:solidFill>
                <a:latin typeface="Calibri" pitchFamily="34" charset="0"/>
                <a:ea typeface="MS PGothic" pitchFamily="34" charset="-128"/>
                <a:cs typeface="Times New Roman" pitchFamily="18" charset="0"/>
              </a:rPr>
              <a:t>b</a:t>
            </a:r>
            <a:r>
              <a:rPr lang="en-US" altLang="zh-CN" sz="2800" b="0" i="0" u="none" strike="noStrike" kern="1200" cap="none" spc="0" baseline="0">
                <a:solidFill>
                  <a:srgbClr val="000000"/>
                </a:solidFill>
                <a:latin typeface="Calibri" pitchFamily="34" charset="0"/>
                <a:ea typeface="MS PGothic" pitchFamily="34" charset="-128"/>
                <a:cs typeface="Lucida Sans" pitchFamily="0" charset="0"/>
              </a:rPr>
              <a:t>) – 		  	   (cumulative area to the left of </a:t>
            </a:r>
            <a:r>
              <a:rPr lang="en-US" altLang="zh-CN" sz="2800" b="0" i="1" u="none" strike="noStrike" kern="1200" cap="none" spc="0" baseline="0">
                <a:solidFill>
                  <a:srgbClr val="000000"/>
                </a:solidFill>
                <a:latin typeface="Calibri" pitchFamily="34" charset="0"/>
                <a:ea typeface="MS PGothic" pitchFamily="34" charset="-128"/>
                <a:cs typeface="Times New Roman" pitchFamily="18" charset="0"/>
              </a:rPr>
              <a:t>a</a:t>
            </a:r>
            <a:r>
              <a:rPr lang="en-US" altLang="zh-CN" sz="2800" b="0" i="0" u="none" strike="noStrike" kern="1200" cap="none" spc="0" baseline="0">
                <a:solidFill>
                  <a:srgbClr val="000000"/>
                </a:solidFill>
                <a:latin typeface="Calibri" pitchFamily="34" charset="0"/>
                <a:ea typeface="MS PGothic" pitchFamily="34" charset="-128"/>
                <a:cs typeface="Lucida Sans" pitchFamily="0" charset="0"/>
              </a:rPr>
              <a:t>)</a:t>
            </a:r>
            <a:endParaRPr lang="en-US" altLang="zh-CN" sz="2800" b="0" i="0" u="none" strike="noStrike" kern="1200" cap="none" spc="0" baseline="0">
              <a:solidFill>
                <a:srgbClr val="00CC00"/>
              </a:solidFill>
              <a:latin typeface="Calibri" pitchFamily="34" charset="0"/>
              <a:ea typeface="MS PGothic" pitchFamily="34" charset="-128"/>
              <a:cs typeface="Lucida Sans" pitchFamily="0" charset="0"/>
            </a:endParaRPr>
          </a:p>
          <a:p>
            <a:pPr marL="57150" indent="0" algn="just" eaLnBrk="1" hangingPunct="1">
              <a:lnSpc>
                <a:spcPct val="100000"/>
              </a:lnSpc>
              <a:spcBef>
                <a:spcPct val="20000"/>
              </a:spcBef>
              <a:spcAft>
                <a:spcPts val="0"/>
              </a:spcAft>
              <a:buNone/>
            </a:pPr>
            <a:r>
              <a:rPr lang="en-US" altLang="zh-CN" sz="2800" b="0" i="1" u="none" strike="noStrike" kern="1200" cap="none" spc="0" baseline="0">
                <a:solidFill>
                  <a:srgbClr val="FF0000"/>
                </a:solidFill>
                <a:latin typeface="Calibri" pitchFamily="34" charset="0"/>
                <a:ea typeface="MS PGothic" pitchFamily="34" charset="-128"/>
                <a:cs typeface="Lucida Sans" pitchFamily="0" charset="0"/>
              </a:rPr>
              <a:t>               </a:t>
            </a:r>
            <a:endParaRPr lang="zh-CN" altLang="en-US" sz="2800" b="0" i="0" u="none" strike="noStrike" kern="1200" cap="none" spc="0" baseline="0">
              <a:solidFill>
                <a:srgbClr val="FF0000"/>
              </a:solidFill>
              <a:latin typeface="Calibri" pitchFamily="34" charset="0"/>
              <a:ea typeface="MS PGothic" pitchFamily="34" charset="-128"/>
              <a:cs typeface="Lucida Sans" pitchFamily="0" charset="0"/>
            </a:endParaRPr>
          </a:p>
        </p:txBody>
      </p:sp>
      <p:graphicFrame>
        <p:nvGraphicFramePr>
          <p:cNvPr id="468" name="Object"/>
          <p:cNvGraphicFramePr>
            <a:graphicFrameLocks noChangeAspect="1"/>
          </p:cNvGraphicFramePr>
          <p:nvPr/>
        </p:nvGraphicFramePr>
        <p:xfrm>
          <a:off x="1712913" y="4437063"/>
          <a:ext cx="2943225" cy="1827212"/>
        </p:xfrm>
        <a:graphic>
          <a:graphicData uri="http://schemas.openxmlformats.org/presentationml/2006/ole">
            <mc:AlternateContent xmlns:mc="http://schemas.openxmlformats.org/markup-compatibility/2006">
              <mc:Choice xmlns:v="urn:schemas-microsoft-com:vml" Requires="v">
                <p:oleObj spid="" name="package" imgW="0" imgH="0" progId="package">
                  <p:embed/>
                </p:oleObj>
              </mc:Choice>
              <mc:Fallback>
                <p:oleObj name="package" imgW="0" imgH="0" progId="package">
                  <p:embed/>
                  <p:pic>
                    <p:nvPicPr>
                      <p:cNvPr id="468" name="Object"/>
                      <p:cNvPicPr>
                        <a:picLocks noChangeAspect="1"/>
                      </p:cNvPicPr>
                      <p:nvPr/>
                    </p:nvPicPr>
                    <p:blipFill>
                      <a:blip r:embed="rId1" cstate="print"/>
                      <a:stretch>
                        <a:fillRect/>
                      </a:stretch>
                    </p:blipFill>
                    <p:spPr>
                      <a:xfrm rot="0">
                        <a:off x="1712913" y="4437063"/>
                        <a:ext cx="2943225" cy="1827212"/>
                      </a:xfrm>
                      <a:prstGeom prst="rect"/>
                      <a:noFill/>
                      <a:ln cmpd="sng" cap="flat">
                        <a:noFill/>
                        <a:prstDash val="solid"/>
                        <a:round/>
                      </a:ln>
                    </p:spPr>
                  </p:pic>
                </p:oleObj>
              </mc:Fallback>
            </mc:AlternateContent>
          </a:graphicData>
        </a:graphic>
      </p:graphicFrame>
      <p:sp>
        <p:nvSpPr>
          <p:cNvPr id="469" name="Rectangles"/>
          <p:cNvSpPr>
            <a:spLocks/>
          </p:cNvSpPr>
          <p:nvPr/>
        </p:nvSpPr>
        <p:spPr>
          <a:xfrm rot="0">
            <a:off x="3271862" y="3348856"/>
            <a:ext cx="5302885" cy="545463"/>
          </a:xfrm>
          <a:prstGeom prst="rect"/>
          <a:solidFill>
            <a:srgbClr val="FFFFFF"/>
          </a:solidFill>
          <a:ln w="25400" cmpd="sng" cap="flat">
            <a:solidFill>
              <a:srgbClr val="8064A2"/>
            </a:solidFill>
            <a:prstDash val="solid"/>
            <a:round/>
          </a:ln>
        </p:spPr>
        <p:txBody>
          <a:bodyPr vert="horz" wrap="none" lIns="91440" tIns="45720" rIns="91440" bIns="45720" anchor="t" anchorCtr="0">
            <a:prstTxWarp prst="textNoShape"/>
            <a:spAutoFit/>
          </a:bodyPr>
          <a:lstStyle/>
          <a:p>
            <a:pPr marL="0" indent="0" algn="l">
              <a:lnSpc>
                <a:spcPct val="100000"/>
              </a:lnSpc>
              <a:spcBef>
                <a:spcPts val="0"/>
              </a:spcBef>
              <a:spcAft>
                <a:spcPts val="0"/>
              </a:spcAft>
              <a:buNone/>
            </a:pPr>
            <a:r>
              <a:rPr lang="en-US" altLang="zh-CN" sz="2800" b="0" i="1" u="none" strike="noStrike" kern="1200" cap="none" spc="0" baseline="0">
                <a:solidFill>
                  <a:srgbClr val="000000"/>
                </a:solidFill>
                <a:latin typeface="Calibri" pitchFamily="34" charset="0"/>
                <a:ea typeface="MS PGothic" pitchFamily="34" charset="-128"/>
                <a:cs typeface="Times New Roman" pitchFamily="18" charset="0"/>
              </a:rPr>
              <a:t>p</a:t>
            </a:r>
            <a:r>
              <a:rPr lang="en-US" altLang="zh-CN" sz="2800" b="0" i="0" u="none" strike="noStrike" kern="1200" cap="none" spc="0" baseline="0">
                <a:solidFill>
                  <a:srgbClr val="000000"/>
                </a:solidFill>
                <a:latin typeface="Calibri" pitchFamily="34" charset="0"/>
                <a:ea typeface="MS PGothic" pitchFamily="34" charset="-128"/>
                <a:cs typeface="Times New Roman" pitchFamily="18" charset="0"/>
              </a:rPr>
              <a:t>(</a:t>
            </a:r>
            <a:r>
              <a:rPr lang="en-US" altLang="zh-CN" sz="2800" b="0" i="1" u="none" strike="noStrike" kern="1200" cap="none" spc="0" baseline="0">
                <a:solidFill>
                  <a:srgbClr val="000000"/>
                </a:solidFill>
                <a:latin typeface="Calibri" pitchFamily="34" charset="0"/>
                <a:ea typeface="MS PGothic" pitchFamily="34" charset="-128"/>
                <a:cs typeface="Times New Roman" pitchFamily="18" charset="0"/>
              </a:rPr>
              <a:t>a</a:t>
            </a:r>
            <a:r>
              <a:rPr lang="en-US" altLang="zh-CN" sz="2800" b="0" i="0" u="none" strike="noStrike" kern="1200" cap="none" spc="0" baseline="0">
                <a:solidFill>
                  <a:srgbClr val="000000"/>
                </a:solidFill>
                <a:latin typeface="Calibri" pitchFamily="34" charset="0"/>
                <a:ea typeface="MS PGothic" pitchFamily="34" charset="-128"/>
                <a:cs typeface="Times New Roman" pitchFamily="18" charset="0"/>
              </a:rPr>
              <a:t> &lt; </a:t>
            </a:r>
            <a:r>
              <a:rPr lang="en-US" altLang="zh-CN" sz="2800" b="0" i="1" u="none" strike="noStrike" kern="1200" cap="none" spc="0" baseline="0">
                <a:solidFill>
                  <a:srgbClr val="000000"/>
                </a:solidFill>
                <a:latin typeface="Calibri" pitchFamily="34" charset="0"/>
                <a:ea typeface="MS PGothic" pitchFamily="34" charset="-128"/>
                <a:cs typeface="Times New Roman" pitchFamily="18" charset="0"/>
              </a:rPr>
              <a:t>x</a:t>
            </a:r>
            <a:r>
              <a:rPr lang="en-US" altLang="zh-CN" sz="2800" b="0" i="0" u="none" strike="noStrike" kern="1200" cap="none" spc="0" baseline="0">
                <a:solidFill>
                  <a:srgbClr val="000000"/>
                </a:solidFill>
                <a:latin typeface="Calibri" pitchFamily="34" charset="0"/>
                <a:ea typeface="MS PGothic" pitchFamily="34" charset="-128"/>
                <a:cs typeface="Times New Roman" pitchFamily="18" charset="0"/>
              </a:rPr>
              <a:t> &lt; </a:t>
            </a:r>
            <a:r>
              <a:rPr lang="en-US" altLang="zh-CN" sz="2800" b="0" i="1" u="none" strike="noStrike" kern="1200" cap="none" spc="0" baseline="0">
                <a:solidFill>
                  <a:srgbClr val="000000"/>
                </a:solidFill>
                <a:latin typeface="Calibri" pitchFamily="34" charset="0"/>
                <a:ea typeface="MS PGothic" pitchFamily="34" charset="-128"/>
                <a:cs typeface="Times New Roman" pitchFamily="18" charset="0"/>
              </a:rPr>
              <a:t>b</a:t>
            </a:r>
            <a:r>
              <a:rPr lang="en-US" altLang="zh-CN" sz="2800" b="0" i="0" u="none" strike="noStrike" kern="1200" cap="none" spc="0" baseline="0">
                <a:solidFill>
                  <a:srgbClr val="000000"/>
                </a:solidFill>
                <a:latin typeface="Calibri" pitchFamily="34" charset="0"/>
                <a:ea typeface="MS PGothic" pitchFamily="34" charset="-128"/>
                <a:cs typeface="Times New Roman" pitchFamily="18" charset="0"/>
              </a:rPr>
              <a:t>) = </a:t>
            </a:r>
            <a:r>
              <a:rPr lang="en-US" altLang="zh-CN" sz="2800" b="0" i="1" u="none" strike="noStrike" kern="1200" cap="none" spc="0" baseline="0">
                <a:solidFill>
                  <a:srgbClr val="000000"/>
                </a:solidFill>
                <a:latin typeface="Calibri" pitchFamily="34" charset="0"/>
                <a:ea typeface="MS PGothic" pitchFamily="34" charset="-128"/>
                <a:cs typeface="Times New Roman" pitchFamily="18" charset="0"/>
              </a:rPr>
              <a:t>p</a:t>
            </a:r>
            <a:r>
              <a:rPr lang="en-US" altLang="zh-CN" sz="2800" b="0" i="0" u="none" strike="noStrike" kern="1200" cap="none" spc="0" baseline="0">
                <a:solidFill>
                  <a:srgbClr val="000000"/>
                </a:solidFill>
                <a:latin typeface="Calibri" pitchFamily="34" charset="0"/>
                <a:ea typeface="MS PGothic" pitchFamily="34" charset="-128"/>
                <a:cs typeface="Times New Roman" pitchFamily="18" charset="0"/>
              </a:rPr>
              <a:t>(</a:t>
            </a:r>
            <a:r>
              <a:rPr lang="en-US" altLang="zh-CN" sz="2800" b="0" i="1" u="none" strike="noStrike" kern="1200" cap="none" spc="0" baseline="0">
                <a:solidFill>
                  <a:srgbClr val="000000"/>
                </a:solidFill>
                <a:latin typeface="Calibri" pitchFamily="34" charset="0"/>
                <a:ea typeface="MS PGothic" pitchFamily="34" charset="-128"/>
                <a:cs typeface="Times New Roman" pitchFamily="18" charset="0"/>
              </a:rPr>
              <a:t>x</a:t>
            </a:r>
            <a:r>
              <a:rPr lang="en-US" altLang="zh-CN" sz="2800" b="0" i="0" u="none" strike="noStrike" kern="1200" cap="none" spc="0" baseline="0">
                <a:solidFill>
                  <a:srgbClr val="000000"/>
                </a:solidFill>
                <a:latin typeface="Calibri" pitchFamily="34" charset="0"/>
                <a:ea typeface="MS PGothic" pitchFamily="34" charset="-128"/>
                <a:cs typeface="Times New Roman" pitchFamily="18" charset="0"/>
              </a:rPr>
              <a:t> &lt;</a:t>
            </a:r>
            <a:r>
              <a:rPr lang="en-US" altLang="zh-CN" sz="2800" b="0" i="1" u="none" strike="noStrike" kern="1200" cap="none" spc="0" baseline="0">
                <a:solidFill>
                  <a:srgbClr val="000000"/>
                </a:solidFill>
                <a:latin typeface="Calibri" pitchFamily="34" charset="0"/>
                <a:ea typeface="MS PGothic" pitchFamily="34" charset="-128"/>
                <a:cs typeface="Times New Roman" pitchFamily="18" charset="0"/>
              </a:rPr>
              <a:t> b</a:t>
            </a:r>
            <a:r>
              <a:rPr lang="en-US" altLang="zh-CN" sz="2800" b="0" i="0" u="none" strike="noStrike" kern="1200" cap="none" spc="0" baseline="0">
                <a:solidFill>
                  <a:srgbClr val="000000"/>
                </a:solidFill>
                <a:latin typeface="Calibri" pitchFamily="34" charset="0"/>
                <a:ea typeface="MS PGothic" pitchFamily="34" charset="-128"/>
                <a:cs typeface="Times New Roman" pitchFamily="18" charset="0"/>
              </a:rPr>
              <a:t>) – </a:t>
            </a:r>
            <a:r>
              <a:rPr lang="en-US" altLang="zh-CN" sz="2800" b="0" i="1" u="none" strike="noStrike" kern="1200" cap="none" spc="0" baseline="0">
                <a:solidFill>
                  <a:srgbClr val="000000"/>
                </a:solidFill>
                <a:latin typeface="Calibri" pitchFamily="34" charset="0"/>
                <a:ea typeface="MS PGothic" pitchFamily="34" charset="-128"/>
                <a:cs typeface="Times New Roman" pitchFamily="18" charset="0"/>
              </a:rPr>
              <a:t>p</a:t>
            </a:r>
            <a:r>
              <a:rPr lang="en-US" altLang="zh-CN" sz="2800" b="0" i="0" u="none" strike="noStrike" kern="1200" cap="none" spc="0" baseline="0">
                <a:solidFill>
                  <a:srgbClr val="000000"/>
                </a:solidFill>
                <a:latin typeface="Calibri" pitchFamily="34" charset="0"/>
                <a:ea typeface="MS PGothic" pitchFamily="34" charset="-128"/>
                <a:cs typeface="Times New Roman" pitchFamily="18" charset="0"/>
              </a:rPr>
              <a:t>(</a:t>
            </a:r>
            <a:r>
              <a:rPr lang="en-US" altLang="zh-CN" sz="2800" b="0" i="1" u="none" strike="noStrike" kern="1200" cap="none" spc="0" baseline="0">
                <a:solidFill>
                  <a:srgbClr val="000000"/>
                </a:solidFill>
                <a:latin typeface="Calibri" pitchFamily="34" charset="0"/>
                <a:ea typeface="MS PGothic" pitchFamily="34" charset="-128"/>
                <a:cs typeface="Times New Roman" pitchFamily="18" charset="0"/>
              </a:rPr>
              <a:t>x</a:t>
            </a:r>
            <a:r>
              <a:rPr lang="en-US" altLang="zh-CN" sz="2800" b="0" i="0" u="none" strike="noStrike" kern="1200" cap="none" spc="0" baseline="0">
                <a:solidFill>
                  <a:srgbClr val="000000"/>
                </a:solidFill>
                <a:latin typeface="Calibri" pitchFamily="34" charset="0"/>
                <a:ea typeface="MS PGothic" pitchFamily="34" charset="-128"/>
                <a:cs typeface="Times New Roman" pitchFamily="18" charset="0"/>
              </a:rPr>
              <a:t> &lt; </a:t>
            </a:r>
            <a:r>
              <a:rPr lang="en-US" altLang="zh-CN" sz="2800" b="0" i="1" u="none" strike="noStrike" kern="1200" cap="none" spc="0" baseline="0">
                <a:solidFill>
                  <a:srgbClr val="000000"/>
                </a:solidFill>
                <a:latin typeface="Calibri" pitchFamily="34" charset="0"/>
                <a:ea typeface="MS PGothic" pitchFamily="34" charset="-128"/>
                <a:cs typeface="Times New Roman" pitchFamily="18" charset="0"/>
              </a:rPr>
              <a:t>a</a:t>
            </a:r>
            <a:r>
              <a:rPr lang="en-US" altLang="zh-CN" sz="2800" b="0" i="0" u="none" strike="noStrike" kern="1200" cap="none" spc="0" baseline="0">
                <a:solidFill>
                  <a:srgbClr val="000000"/>
                </a:solidFill>
                <a:latin typeface="Calibri" pitchFamily="34" charset="0"/>
                <a:ea typeface="MS PGothic" pitchFamily="34" charset="-128"/>
                <a:cs typeface="Times New Roman" pitchFamily="18" charset="0"/>
              </a:rPr>
              <a:t>)</a:t>
            </a:r>
            <a:endParaRPr lang="zh-CN" altLang="en-US" sz="2800" b="0" i="0" u="none" strike="noStrike" kern="1200" cap="none" spc="0" baseline="0">
              <a:solidFill>
                <a:srgbClr val="000000"/>
              </a:solidFill>
              <a:latin typeface="Calibri" pitchFamily="34" charset="0"/>
              <a:ea typeface="MS PGothic" pitchFamily="34" charset="-128"/>
              <a:cs typeface="Times New Roman" pitchFamily="18" charset="0"/>
            </a:endParaRPr>
          </a:p>
        </p:txBody>
      </p:sp>
      <p:sp>
        <p:nvSpPr>
          <p:cNvPr id="470" name="Rectangles"/>
          <p:cNvSpPr>
            <a:spLocks/>
          </p:cNvSpPr>
          <p:nvPr/>
        </p:nvSpPr>
        <p:spPr>
          <a:xfrm rot="0">
            <a:off x="5989639" y="6519863"/>
            <a:ext cx="466724" cy="365125"/>
          </a:xfrm>
          <a:prstGeom prst="rect"/>
          <a:noFill/>
          <a:ln w="12700" cmpd="sng" cap="flat">
            <a:noFill/>
            <a:prstDash val="solid"/>
            <a:round/>
          </a:ln>
        </p:spPr>
        <p:txBody>
          <a:bodyPr vert="horz" wrap="square" lIns="91440" tIns="45720" rIns="91440" bIns="45720" anchor="ctr" anchorCtr="0">
            <a:prstTxWarp prst="textNoShape"/>
          </a:bodyPr>
          <a:lstStyle/>
          <a:p>
            <a:pPr marL="0" indent="0" algn="l" eaLnBrk="1" hangingPunct="1">
              <a:lnSpc>
                <a:spcPct val="100000"/>
              </a:lnSpc>
              <a:spcBef>
                <a:spcPts val="0"/>
              </a:spcBef>
              <a:spcAft>
                <a:spcPts val="0"/>
              </a:spcAft>
              <a:buNone/>
            </a:pPr>
            <a:fld id="{CAD2D6BD-DE1B-4B5F-8B41-2702339687B9}" type="slidenum">
              <a:rPr lang="en-US" altLang="zh-CN" sz="1200" b="0" i="0" u="none" strike="noStrike" kern="1200" cap="none" spc="0" baseline="0">
                <a:solidFill>
                  <a:srgbClr val="FFFFFF"/>
                </a:solidFill>
                <a:latin typeface="Calibri" pitchFamily="34" charset="0"/>
                <a:ea typeface="MS PGothic" pitchFamily="34" charset="-128"/>
                <a:cs typeface="Arial" pitchFamily="34" charset="0"/>
              </a:rPr>
              <a:t>42</a:t>
            </a:fld>
            <a:endParaRPr lang="zh-CN" altLang="en-US" sz="1200" b="0" i="0" u="none" strike="noStrike" kern="1200" cap="none" spc="0" baseline="0">
              <a:solidFill>
                <a:srgbClr val="FFFFFF"/>
              </a:solidFill>
              <a:latin typeface="Calibri" pitchFamily="34" charset="0"/>
              <a:ea typeface="MS PGothic" pitchFamily="34" charset="-128"/>
              <a:cs typeface="Arial" pitchFamily="34" charset="0"/>
            </a:endParaRPr>
          </a:p>
        </p:txBody>
      </p:sp>
      <p:graphicFrame>
        <p:nvGraphicFramePr>
          <p:cNvPr id="471" name="Object"/>
          <p:cNvGraphicFramePr>
            <a:graphicFrameLocks noChangeAspect="1"/>
          </p:cNvGraphicFramePr>
          <p:nvPr/>
        </p:nvGraphicFramePr>
        <p:xfrm>
          <a:off x="4799857" y="4613424"/>
          <a:ext cx="5597525" cy="1839911"/>
        </p:xfrm>
        <a:graphic>
          <a:graphicData uri="http://schemas.openxmlformats.org/presentationml/2006/ole">
            <mc:AlternateContent xmlns:mc="http://schemas.openxmlformats.org/markup-compatibility/2006">
              <mc:Choice xmlns:v="urn:schemas-microsoft-com:vml" Requires="v">
                <p:oleObj spid="" name="package" imgW="0" imgH="0" progId="package">
                  <p:embed/>
                </p:oleObj>
              </mc:Choice>
              <mc:Fallback>
                <p:oleObj name="package" imgW="0" imgH="0" progId="package">
                  <p:embed/>
                  <p:pic>
                    <p:nvPicPr>
                      <p:cNvPr id="471" name="Object"/>
                      <p:cNvPicPr>
                        <a:picLocks noChangeAspect="1"/>
                      </p:cNvPicPr>
                      <p:nvPr/>
                    </p:nvPicPr>
                    <p:blipFill>
                      <a:blip r:embed="rId2" cstate="print"/>
                      <a:stretch>
                        <a:fillRect/>
                      </a:stretch>
                    </p:blipFill>
                    <p:spPr>
                      <a:xfrm rot="0">
                        <a:off x="4799857" y="4613424"/>
                        <a:ext cx="5597525" cy="1839911"/>
                      </a:xfrm>
                      <a:prstGeom prst="rect"/>
                      <a:noFill/>
                      <a:ln cmpd="sng" cap="flat">
                        <a:noFill/>
                        <a:prstDash val="solid"/>
                        <a:round/>
                      </a:ln>
                    </p:spPr>
                  </p:pic>
                </p:oleObj>
              </mc:Fallback>
            </mc:AlternateContent>
          </a:graphicData>
        </a:graphic>
      </p:graphicFrame>
    </p:spTree>
    <p:extLst>
      <p:ext uri="{BB962C8B-B14F-4D97-AF65-F5344CB8AC3E}">
        <p14:creationId xmlns:p14="http://schemas.microsoft.com/office/powerpoint/2010/main" val="1870993470"/>
      </p:ext>
    </p:extLst>
  </p:cSld>
  <p:clrMapOvr>
    <a:masterClrMapping/>
  </p:clrMapOvr>
</p:sld>
</file>

<file path=ppt/slides/slide43.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475" name="Text box"/>
          <p:cNvSpPr>
            <a:spLocks noGrp="1"/>
          </p:cNvSpPr>
          <p:nvPr>
            <p:ph type="body" idx="1"/>
          </p:nvPr>
        </p:nvSpPr>
        <p:spPr>
          <a:xfrm rot="0">
            <a:off x="1774826" y="1268413"/>
            <a:ext cx="3457573" cy="4190998"/>
          </a:xfrm>
          <a:prstGeom prst="rect"/>
          <a:noFill/>
          <a:ln w="12700" cmpd="sng" cap="flat">
            <a:noFill/>
            <a:prstDash val="solid"/>
            <a:round/>
          </a:ln>
        </p:spPr>
        <p:txBody>
          <a:bodyPr vert="horz" wrap="square" lIns="91440" tIns="45720" rIns="91440" bIns="45720" anchor="t" anchorCtr="0">
            <a:prstTxWarp prst="textNoShape"/>
          </a:bodyPr>
          <a:lstStyle/>
          <a:p>
            <a:pPr marL="342900" indent="-342900" algn="l">
              <a:lnSpc>
                <a:spcPct val="100000"/>
              </a:lnSpc>
              <a:spcBef>
                <a:spcPct val="20000"/>
              </a:spcBef>
              <a:spcAft>
                <a:spcPts val="0"/>
              </a:spcAft>
              <a:buFont typeface="Arial" pitchFamily="34" charset="0"/>
              <a:buChar char="•"/>
            </a:pPr>
            <a:r>
              <a:rPr lang="en-US" altLang="zh-CN" sz="2800" b="0" i="0" u="none" strike="noStrike" kern="1200" cap="none" spc="0" baseline="0">
                <a:solidFill>
                  <a:schemeClr val="tx1"/>
                </a:solidFill>
                <a:latin typeface="Calibri" pitchFamily="34" charset="0"/>
                <a:ea typeface="MS PGothic" pitchFamily="34" charset="-128"/>
                <a:cs typeface="Lucida Sans" pitchFamily="0" charset="0"/>
              </a:rPr>
              <a:t>Other continuous </a:t>
            </a:r>
            <a:endParaRPr lang="en-US" altLang="zh-CN" sz="2800" b="0" i="0" u="none" strike="noStrike" kern="1200" cap="none" spc="0" baseline="0">
              <a:solidFill>
                <a:schemeClr val="tx1"/>
              </a:solidFill>
              <a:latin typeface="Calibri" pitchFamily="34" charset="0"/>
              <a:ea typeface="MS PGothic" pitchFamily="34" charset="-128"/>
              <a:cs typeface="Lucida Sans" pitchFamily="0" charset="0"/>
            </a:endParaRPr>
          </a:p>
          <a:p>
            <a:pPr marL="342900" indent="-342900" algn="l">
              <a:lnSpc>
                <a:spcPct val="100000"/>
              </a:lnSpc>
              <a:spcBef>
                <a:spcPct val="20000"/>
              </a:spcBef>
              <a:spcAft>
                <a:spcPts val="0"/>
              </a:spcAft>
              <a:buNone/>
            </a:pPr>
            <a:r>
              <a:rPr lang="en-US" altLang="zh-CN" sz="2800" b="0" i="0" u="none" strike="noStrike" kern="1200" cap="none" spc="0" baseline="0">
                <a:solidFill>
                  <a:schemeClr val="tx1"/>
                </a:solidFill>
                <a:latin typeface="Calibri" pitchFamily="34" charset="0"/>
                <a:ea typeface="MS PGothic" pitchFamily="34" charset="-128"/>
                <a:cs typeface="Lucida Sans" pitchFamily="0" charset="0"/>
              </a:rPr>
              <a:t>     distribution</a:t>
            </a:r>
            <a:endParaRPr lang="zh-CN" altLang="en-US" sz="2800" b="0" i="0" u="none" strike="noStrike" kern="1200" cap="none" spc="0" baseline="0">
              <a:solidFill>
                <a:schemeClr val="tx1"/>
              </a:solidFill>
              <a:latin typeface="Calibri" pitchFamily="34" charset="0"/>
              <a:ea typeface="MS PGothic" pitchFamily="34" charset="-128"/>
              <a:cs typeface="Lucida Sans" pitchFamily="0" charset="0"/>
            </a:endParaRPr>
          </a:p>
        </p:txBody>
      </p:sp>
      <p:pic>
        <p:nvPicPr>
          <p:cNvPr id="476" name="Images" descr="continous_2.png"/>
          <p:cNvPicPr>
            <a:picLocks noChangeAspect="1"/>
          </p:cNvPicPr>
          <p:nvPr/>
        </p:nvPicPr>
        <p:blipFill>
          <a:blip r:embed="rId1" cstate="print"/>
          <a:stretch>
            <a:fillRect/>
          </a:stretch>
        </p:blipFill>
        <p:spPr>
          <a:xfrm rot="0">
            <a:off x="5232401" y="333376"/>
            <a:ext cx="5172075" cy="5992812"/>
          </a:xfrm>
          <a:prstGeom prst="rect"/>
          <a:noFill/>
          <a:ln w="12700" cmpd="sng" cap="flat">
            <a:noFill/>
            <a:prstDash val="solid"/>
            <a:round/>
          </a:ln>
        </p:spPr>
      </p:pic>
      <p:sp>
        <p:nvSpPr>
          <p:cNvPr id="477" name="Rectangles"/>
          <p:cNvSpPr>
            <a:spLocks/>
          </p:cNvSpPr>
          <p:nvPr/>
        </p:nvSpPr>
        <p:spPr>
          <a:xfrm rot="0">
            <a:off x="1676400" y="3581401"/>
            <a:ext cx="3483496" cy="1272539"/>
          </a:xfrm>
          <a:prstGeom prst="rect"/>
          <a:noFill/>
          <a:ln w="12700" cmpd="sng" cap="flat">
            <a:noFill/>
            <a:prstDash val="solid"/>
            <a:round/>
          </a:ln>
        </p:spPr>
        <p:txBody>
          <a:bodyPr vert="horz" wrap="square" lIns="91440" tIns="45720" rIns="91440" bIns="45720" anchor="t" anchorCtr="0">
            <a:prstTxWarp prst="textNoShape"/>
            <a:spAutoFit/>
          </a:bodyPr>
          <a:lstStyle/>
          <a:p>
            <a:pPr marL="57150" indent="0" algn="just" eaLnBrk="1" hangingPunct="1">
              <a:lnSpc>
                <a:spcPct val="100000"/>
              </a:lnSpc>
              <a:spcBef>
                <a:spcPts val="0"/>
              </a:spcBef>
              <a:spcAft>
                <a:spcPts val="0"/>
              </a:spcAft>
              <a:buNone/>
            </a:pPr>
            <a:r>
              <a:rPr lang="en-US" altLang="zh-CN" sz="2000" b="0" i="0" u="none" strike="noStrike" kern="1200" cap="none" spc="0" baseline="0">
                <a:solidFill>
                  <a:srgbClr val="3333FF"/>
                </a:solidFill>
                <a:latin typeface="Calibri" pitchFamily="34" charset="0"/>
                <a:ea typeface="MS PGothic" pitchFamily="34" charset="-128"/>
                <a:cs typeface="Calibri" pitchFamily="34" charset="0"/>
              </a:rPr>
              <a:t>We will use tables for certain distribution (with the values already calculated).  </a:t>
            </a:r>
            <a:endParaRPr lang="zh-CN" altLang="en-US" sz="2000" b="0" i="0" u="none" strike="noStrike" kern="1200" cap="none" spc="0" baseline="0">
              <a:solidFill>
                <a:srgbClr val="3333FF"/>
              </a:solidFill>
              <a:latin typeface="Calibri" pitchFamily="34" charset="0"/>
              <a:ea typeface="MS PGothic" pitchFamily="34" charset="-128"/>
              <a:cs typeface="Calibri" pitchFamily="34" charset="0"/>
            </a:endParaRPr>
          </a:p>
        </p:txBody>
      </p:sp>
      <p:sp>
        <p:nvSpPr>
          <p:cNvPr id="478" name="Rectangles"/>
          <p:cNvSpPr>
            <a:spLocks/>
          </p:cNvSpPr>
          <p:nvPr/>
        </p:nvSpPr>
        <p:spPr>
          <a:xfrm rot="0">
            <a:off x="5989639" y="6519863"/>
            <a:ext cx="466724" cy="365125"/>
          </a:xfrm>
          <a:prstGeom prst="rect"/>
          <a:noFill/>
          <a:ln w="12700" cmpd="sng" cap="flat">
            <a:noFill/>
            <a:prstDash val="solid"/>
            <a:round/>
          </a:ln>
        </p:spPr>
        <p:txBody>
          <a:bodyPr vert="horz" wrap="square" lIns="91440" tIns="45720" rIns="91440" bIns="45720" anchor="ctr" anchorCtr="0">
            <a:prstTxWarp prst="textNoShape"/>
          </a:bodyPr>
          <a:lstStyle/>
          <a:p>
            <a:pPr marL="0" indent="0" algn="l" eaLnBrk="1" hangingPunct="1">
              <a:lnSpc>
                <a:spcPct val="100000"/>
              </a:lnSpc>
              <a:spcBef>
                <a:spcPts val="0"/>
              </a:spcBef>
              <a:spcAft>
                <a:spcPts val="0"/>
              </a:spcAft>
              <a:buNone/>
            </a:pPr>
            <a:fld id="{CAD2D6BD-DE1B-4B5F-8B41-2702339687B9}" type="slidenum">
              <a:rPr lang="en-US" altLang="zh-CN" sz="1200" b="0" i="0" u="none" strike="noStrike" kern="1200" cap="none" spc="0" baseline="0">
                <a:solidFill>
                  <a:srgbClr val="FFFFFF"/>
                </a:solidFill>
                <a:latin typeface="Calibri" pitchFamily="34" charset="0"/>
                <a:ea typeface="MS PGothic" pitchFamily="34" charset="-128"/>
                <a:cs typeface="Arial" pitchFamily="34" charset="0"/>
              </a:rPr>
              <a:t>43</a:t>
            </a:fld>
            <a:endParaRPr lang="zh-CN" altLang="en-US" sz="1200" b="0" i="0" u="none" strike="noStrike" kern="1200" cap="none" spc="0" baseline="0">
              <a:solidFill>
                <a:srgbClr val="FFFFFF"/>
              </a:solidFill>
              <a:latin typeface="Calibri" pitchFamily="34" charset="0"/>
              <a:ea typeface="MS PGothic" pitchFamily="34" charset="-128"/>
              <a:cs typeface="Arial" pitchFamily="34" charset="0"/>
            </a:endParaRPr>
          </a:p>
        </p:txBody>
      </p:sp>
    </p:spTree>
    <p:extLst>
      <p:ext uri="{BB962C8B-B14F-4D97-AF65-F5344CB8AC3E}">
        <p14:creationId xmlns:p14="http://schemas.microsoft.com/office/powerpoint/2010/main" val="1635357247"/>
      </p:ext>
    </p:extLst>
  </p:cSld>
  <p:clrMapOvr>
    <a:masterClrMapping/>
  </p:clrMapOvr>
</p:sld>
</file>

<file path=ppt/slides/slide44.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482" name="Rectangles"/>
          <p:cNvSpPr>
            <a:spLocks/>
          </p:cNvSpPr>
          <p:nvPr/>
        </p:nvSpPr>
        <p:spPr>
          <a:xfrm rot="0">
            <a:off x="1200074" y="274638"/>
            <a:ext cx="9072391" cy="994121"/>
          </a:xfrm>
          <a:prstGeom prst="rect"/>
          <a:noFill/>
          <a:ln w="12700" cmpd="sng" cap="flat">
            <a:noFill/>
            <a:prstDash val="solid"/>
            <a:round/>
          </a:ln>
        </p:spPr>
        <p:txBody>
          <a:bodyPr vert="horz" wrap="square" lIns="91440" tIns="45720" rIns="91440" bIns="45720" anchor="ctr" anchorCtr="0">
            <a:prstTxWarp prst="textNoShape"/>
          </a:bodyPr>
          <a:lstStyle/>
          <a:p>
            <a:pPr marL="0" indent="0" algn="ctr" eaLnBrk="0" hangingPunct="0">
              <a:lnSpc>
                <a:spcPct val="100000"/>
              </a:lnSpc>
              <a:spcBef>
                <a:spcPts val="0"/>
              </a:spcBef>
              <a:spcAft>
                <a:spcPts val="0"/>
              </a:spcAft>
              <a:buNone/>
            </a:pPr>
            <a:r>
              <a:rPr lang="en-US" altLang="zh-CN" sz="4000" b="1" i="0" u="none" strike="noStrike" kern="1200" cap="all" spc="0" baseline="0">
                <a:ln w="8978" cap="flat">
                  <a:solidFill>
                    <a:srgbClr val="5C437A"/>
                  </a:solidFill>
                  <a:prstDash val="solid"/>
                  <a:round/>
                </a:ln>
                <a:solidFill>
                  <a:schemeClr val="tx1"/>
                </a:solidFill>
                <a:effectLst>
                  <a:reflection stA="28000" blurRad="12700" dist="977" endPos="45000" dir="5400000" sy="-100000"/>
                </a:effectLst>
                <a:latin typeface="Calibri" pitchFamily="34" charset="0"/>
                <a:ea typeface="ＭＳ Ｐゴシック" pitchFamily="0" charset="0"/>
                <a:cs typeface="Arial" pitchFamily="34" charset="0"/>
              </a:rPr>
              <a:t>SCSI2143: probability &amp; statistical data analysis</a:t>
            </a:r>
            <a:endParaRPr lang="zh-CN" altLang="en-US" sz="4000" b="1" i="0" u="none" strike="noStrike" kern="1200" cap="all" spc="0" baseline="0">
              <a:ln w="8978" cap="flat">
                <a:solidFill>
                  <a:srgbClr val="5C437A"/>
                </a:solidFill>
                <a:prstDash val="solid"/>
                <a:round/>
              </a:ln>
              <a:solidFill>
                <a:schemeClr val="tx1"/>
              </a:solidFill>
              <a:effectLst>
                <a:reflection stA="28000" blurRad="12700" dist="977" endPos="45000" dir="5400000" sy="-100000"/>
              </a:effectLst>
              <a:latin typeface="Calibri" pitchFamily="34" charset="0"/>
              <a:ea typeface="ＭＳ Ｐゴシック" pitchFamily="0" charset="0"/>
              <a:cs typeface="Arial" pitchFamily="34" charset="0"/>
            </a:endParaRPr>
          </a:p>
        </p:txBody>
      </p:sp>
      <p:sp>
        <p:nvSpPr>
          <p:cNvPr id="483" name="Rectangles"/>
          <p:cNvSpPr>
            <a:spLocks/>
          </p:cNvSpPr>
          <p:nvPr/>
        </p:nvSpPr>
        <p:spPr>
          <a:xfrm rot="0">
            <a:off x="984422" y="1844676"/>
            <a:ext cx="9072391" cy="1571625"/>
          </a:xfrm>
          <a:prstGeom prst="rect"/>
          <a:noFill/>
          <a:ln w="12700" cmpd="sng" cap="flat">
            <a:noFill/>
            <a:prstDash val="solid"/>
            <a:round/>
          </a:ln>
        </p:spPr>
        <p:txBody>
          <a:bodyPr vert="horz" wrap="square" lIns="91440" tIns="45720" rIns="91440" bIns="45720" anchor="t" anchorCtr="0">
            <a:prstTxWarp prst="textNoShape"/>
          </a:bodyPr>
          <a:lstStyle/>
          <a:p>
            <a:pPr marL="0" indent="0" algn="ctr" eaLnBrk="1" hangingPunct="1">
              <a:lnSpc>
                <a:spcPct val="100000"/>
              </a:lnSpc>
              <a:spcBef>
                <a:spcPts val="0"/>
              </a:spcBef>
              <a:spcAft>
                <a:spcPts val="0"/>
              </a:spcAft>
              <a:buNone/>
            </a:pPr>
            <a:r>
              <a:rPr lang="en-US" altLang="zh-CN" sz="4800" b="1" i="0" u="none" strike="noStrike" kern="1200" cap="none" spc="0" baseline="0">
                <a:solidFill>
                  <a:schemeClr val="tx1"/>
                </a:solidFill>
                <a:latin typeface="Calibri" pitchFamily="34" charset="0"/>
                <a:ea typeface="MS PGothic" pitchFamily="34" charset="-128"/>
                <a:cs typeface="Arial" pitchFamily="34" charset="0"/>
              </a:rPr>
              <a:t>CHAPTER 4</a:t>
            </a:r>
            <a:endParaRPr lang="en-US" altLang="zh-CN" sz="4800" b="1" i="0" u="none" strike="noStrike" kern="1200" cap="none" spc="0" baseline="0">
              <a:solidFill>
                <a:schemeClr val="tx1"/>
              </a:solidFill>
              <a:latin typeface="Calibri" pitchFamily="34" charset="0"/>
              <a:ea typeface="MS PGothic" pitchFamily="34" charset="-128"/>
              <a:cs typeface="Arial" pitchFamily="34" charset="0"/>
            </a:endParaRPr>
          </a:p>
          <a:p>
            <a:pPr marL="0" indent="0" algn="ctr" eaLnBrk="1" hangingPunct="1">
              <a:lnSpc>
                <a:spcPct val="100000"/>
              </a:lnSpc>
              <a:spcBef>
                <a:spcPts val="0"/>
              </a:spcBef>
              <a:spcAft>
                <a:spcPts val="0"/>
              </a:spcAft>
              <a:buNone/>
            </a:pPr>
            <a:r>
              <a:rPr lang="en-US" altLang="zh-CN" sz="4800" b="1" i="0" u="none" strike="noStrike" kern="1200" cap="none" spc="0" baseline="0">
                <a:solidFill>
                  <a:schemeClr val="tx1"/>
                </a:solidFill>
                <a:latin typeface="Calibri" pitchFamily="34" charset="0"/>
                <a:ea typeface="MS PGothic" pitchFamily="34" charset="-128"/>
                <a:cs typeface="Arial" pitchFamily="34" charset="0"/>
              </a:rPr>
              <a:t>(Part 3)</a:t>
            </a:r>
            <a:endParaRPr lang="en-US" altLang="zh-CN" sz="4800" b="1" i="0" u="none" strike="noStrike" kern="1200" cap="none" spc="0" baseline="0">
              <a:solidFill>
                <a:schemeClr val="tx1"/>
              </a:solidFill>
              <a:latin typeface="Calibri" pitchFamily="34" charset="0"/>
              <a:ea typeface="MS PGothic" pitchFamily="34" charset="-128"/>
              <a:cs typeface="Arial" pitchFamily="34" charset="0"/>
            </a:endParaRPr>
          </a:p>
          <a:p>
            <a:pPr marL="0" indent="0" algn="ctr" eaLnBrk="1" hangingPunct="1">
              <a:lnSpc>
                <a:spcPct val="100000"/>
              </a:lnSpc>
              <a:spcBef>
                <a:spcPts val="0"/>
              </a:spcBef>
              <a:spcAft>
                <a:spcPts val="0"/>
              </a:spcAft>
              <a:buNone/>
            </a:pPr>
            <a:endParaRPr lang="en-US" altLang="zh-CN" sz="4400" b="1" i="0" u="none" strike="noStrike" kern="1200" cap="none" spc="0" baseline="0">
              <a:solidFill>
                <a:schemeClr val="tx1"/>
              </a:solidFill>
              <a:latin typeface="Calibri" pitchFamily="34" charset="0"/>
              <a:ea typeface="MS PGothic" pitchFamily="34" charset="-128"/>
              <a:cs typeface="Arial" pitchFamily="34" charset="0"/>
            </a:endParaRPr>
          </a:p>
          <a:p>
            <a:pPr marL="0" indent="0" algn="ctr" eaLnBrk="1" hangingPunct="1">
              <a:lnSpc>
                <a:spcPct val="100000"/>
              </a:lnSpc>
              <a:spcBef>
                <a:spcPts val="0"/>
              </a:spcBef>
              <a:spcAft>
                <a:spcPts val="0"/>
              </a:spcAft>
              <a:buNone/>
            </a:pPr>
            <a:r>
              <a:rPr lang="en-US" altLang="zh-CN" sz="5400" b="1" i="0" u="none" strike="noStrike" kern="1200" cap="none" spc="0" baseline="0">
                <a:solidFill>
                  <a:schemeClr val="tx1"/>
                </a:solidFill>
                <a:latin typeface="Calibri" pitchFamily="34" charset="0"/>
                <a:ea typeface="MS PGothic" pitchFamily="34" charset="-128"/>
                <a:cs typeface="Arial" pitchFamily="34" charset="0"/>
              </a:rPr>
              <a:t>Discrete &amp; Continuous Probability Distribution </a:t>
            </a:r>
            <a:endParaRPr lang="zh-CN" altLang="en-US" sz="5400" b="1" i="0" u="none" strike="noStrike" kern="1200" cap="none" spc="0" baseline="0">
              <a:solidFill>
                <a:schemeClr val="tx1"/>
              </a:solidFill>
              <a:latin typeface="Calibri" pitchFamily="34" charset="0"/>
              <a:ea typeface="MS PGothic" pitchFamily="34" charset="-128"/>
              <a:cs typeface="Arial" pitchFamily="34" charset="0"/>
            </a:endParaRPr>
          </a:p>
        </p:txBody>
      </p:sp>
      <p:sp>
        <p:nvSpPr>
          <p:cNvPr id="484" name="Rectangles"/>
          <p:cNvSpPr>
            <a:spLocks noGrp="1"/>
          </p:cNvSpPr>
          <p:nvPr>
            <p:ph type="sldNum" idx="12"/>
          </p:nvPr>
        </p:nvSpPr>
        <p:spPr>
          <a:xfrm rot="0">
            <a:off x="1981200" y="6356351"/>
            <a:ext cx="2133600" cy="365125"/>
          </a:xfrm>
          <a:prstGeom prst="rect"/>
          <a:noFill/>
          <a:ln w="12700" cmpd="sng" cap="flat">
            <a:noFill/>
            <a:prstDash val="solid"/>
            <a:miter/>
          </a:ln>
        </p:spPr>
        <p:txBody>
          <a:bodyPr vert="horz" wrap="square" lIns="91440" tIns="45720" rIns="91440" bIns="45720" anchor="ctr" anchorCtr="0">
            <a:prstTxWarp prst="textNoShape"/>
          </a:bodyPr>
          <a:lstStyle/>
          <a:p>
            <a:pPr marL="0" indent="0" algn="l" eaLnBrk="1" hangingPunct="1">
              <a:lnSpc>
                <a:spcPct val="100000"/>
              </a:lnSpc>
              <a:spcBef>
                <a:spcPts val="0"/>
              </a:spcBef>
              <a:spcAft>
                <a:spcPts val="0"/>
              </a:spcAft>
              <a:buNone/>
            </a:pPr>
            <a:fld id="{CAD2D6BD-DE1B-4B5F-8B41-2702339687B9}" type="slidenum">
              <a:rPr lang="en-US" altLang="zh-CN" sz="1200" b="0" i="0" u="none" strike="noStrike" kern="1200" cap="none" spc="0" baseline="0">
                <a:solidFill>
                  <a:srgbClr val="898989"/>
                </a:solidFill>
                <a:latin typeface="Calibri" pitchFamily="34" charset="0"/>
                <a:ea typeface="MS PGothic" pitchFamily="34" charset="-128"/>
                <a:cs typeface="Arial" pitchFamily="34" charset="0"/>
              </a:rPr>
              <a:t>44</a:t>
            </a:fld>
            <a:endParaRPr lang="zh-CN" altLang="en-US" sz="1200" b="0" i="0" u="none" strike="noStrike" kern="1200" cap="none" spc="0" baseline="0">
              <a:solidFill>
                <a:srgbClr val="898989"/>
              </a:solidFill>
              <a:latin typeface="Calibri" pitchFamily="34" charset="0"/>
              <a:ea typeface="MS PGothic" pitchFamily="34" charset="-128"/>
              <a:cs typeface="Arial" pitchFamily="34" charset="0"/>
            </a:endParaRPr>
          </a:p>
        </p:txBody>
      </p:sp>
    </p:spTree>
    <p:extLst>
      <p:ext uri="{BB962C8B-B14F-4D97-AF65-F5344CB8AC3E}">
        <p14:creationId xmlns:p14="http://schemas.microsoft.com/office/powerpoint/2010/main" val="744833443"/>
      </p:ext>
    </p:extLst>
  </p:cSld>
  <p:clrMapOvr>
    <a:masterClrMapping/>
  </p:clrMapOvr>
</p:sld>
</file>

<file path=ppt/slides/slide45.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488" name="Text box"/>
          <p:cNvSpPr>
            <a:spLocks noGrp="1"/>
          </p:cNvSpPr>
          <p:nvPr>
            <p:ph type="body" idx="1"/>
          </p:nvPr>
        </p:nvSpPr>
        <p:spPr>
          <a:xfrm rot="0">
            <a:off x="2887998" y="527046"/>
            <a:ext cx="6408738" cy="727074"/>
          </a:xfrm>
          <a:prstGeom prst="rect"/>
          <a:solidFill>
            <a:srgbClr val="FFFFFF"/>
          </a:solidFill>
          <a:ln w="25400" cmpd="sng" cap="flat">
            <a:solidFill>
              <a:srgbClr val="C0504D"/>
            </a:solidFill>
            <a:prstDash val="solid"/>
            <a:round/>
          </a:ln>
        </p:spPr>
        <p:txBody>
          <a:bodyPr vert="horz" wrap="square" lIns="91440" tIns="45720" rIns="91440" bIns="45720" anchor="b" anchorCtr="0">
            <a:prstTxWarp prst="textNoShape"/>
          </a:bodyPr>
          <a:lstStyle/>
          <a:p>
            <a:pPr marL="0" indent="0" algn="ctr">
              <a:lnSpc>
                <a:spcPct val="100000"/>
              </a:lnSpc>
              <a:spcBef>
                <a:spcPct val="20000"/>
              </a:spcBef>
              <a:spcAft>
                <a:spcPts val="0"/>
              </a:spcAft>
              <a:buNone/>
            </a:pPr>
            <a:r>
              <a:rPr lang="en-US" altLang="zh-CN" sz="4000" b="1" i="0" u="none" strike="noStrike" kern="1200" cap="none" spc="0" baseline="0">
                <a:solidFill>
                  <a:schemeClr val="tx1"/>
                </a:solidFill>
                <a:latin typeface="Calibri" pitchFamily="34" charset="0"/>
                <a:ea typeface="宋体" pitchFamily="0" charset="0"/>
                <a:cs typeface="Calibri" pitchFamily="34" charset="0"/>
              </a:rPr>
              <a:t>Special Distributions</a:t>
            </a:r>
            <a:endParaRPr lang="zh-CN" altLang="en-US" sz="4000" b="1" i="0" u="none" strike="noStrike" kern="1200" cap="none" spc="0" baseline="0">
              <a:solidFill>
                <a:schemeClr val="tx1"/>
              </a:solidFill>
              <a:latin typeface="Calibri" pitchFamily="34" charset="0"/>
              <a:ea typeface="宋体" pitchFamily="0" charset="0"/>
              <a:cs typeface="Calibri" pitchFamily="34" charset="0"/>
            </a:endParaRPr>
          </a:p>
        </p:txBody>
      </p:sp>
      <p:sp>
        <p:nvSpPr>
          <p:cNvPr id="489" name="Rectangles"/>
          <p:cNvSpPr>
            <a:spLocks noGrp="1"/>
          </p:cNvSpPr>
          <p:nvPr>
            <p:ph type="sldNum" idx="12"/>
          </p:nvPr>
        </p:nvSpPr>
        <p:spPr>
          <a:xfrm rot="0">
            <a:off x="1981200" y="6356351"/>
            <a:ext cx="2133600" cy="365125"/>
          </a:xfrm>
          <a:prstGeom prst="rect"/>
          <a:noFill/>
          <a:ln w="12700" cmpd="sng" cap="flat">
            <a:noFill/>
            <a:prstDash val="solid"/>
            <a:miter/>
          </a:ln>
        </p:spPr>
        <p:txBody>
          <a:bodyPr vert="horz" wrap="square" lIns="91440" tIns="45720" rIns="91440" bIns="45720" anchor="ctr" anchorCtr="0">
            <a:prstTxWarp prst="textNoShape"/>
          </a:bodyPr>
          <a:lstStyle/>
          <a:p>
            <a:pPr marL="0" indent="0" algn="l" eaLnBrk="1" hangingPunct="1">
              <a:lnSpc>
                <a:spcPct val="100000"/>
              </a:lnSpc>
              <a:spcBef>
                <a:spcPts val="0"/>
              </a:spcBef>
              <a:spcAft>
                <a:spcPts val="0"/>
              </a:spcAft>
              <a:buNone/>
            </a:pPr>
            <a:fld id="{CAD2D6BD-DE1B-4B5F-8B41-2702339687B9}" type="slidenum">
              <a:rPr lang="en-US" altLang="zh-CN" sz="1200" b="0" i="0" u="none" strike="noStrike" kern="1200" cap="none" spc="0" baseline="0">
                <a:solidFill>
                  <a:srgbClr val="898989"/>
                </a:solidFill>
                <a:latin typeface="Calibri" pitchFamily="34" charset="0"/>
                <a:ea typeface="MS PGothic" pitchFamily="34" charset="-128"/>
                <a:cs typeface="Arial" pitchFamily="34" charset="0"/>
              </a:rPr>
              <a:t>45</a:t>
            </a:fld>
            <a:endParaRPr lang="zh-CN" altLang="en-US" sz="1200" b="0" i="0" u="none" strike="noStrike" kern="1200" cap="none" spc="0" baseline="0">
              <a:solidFill>
                <a:srgbClr val="898989"/>
              </a:solidFill>
              <a:latin typeface="Calibri" pitchFamily="34" charset="0"/>
              <a:ea typeface="MS PGothic" pitchFamily="34" charset="-128"/>
              <a:cs typeface="Arial" pitchFamily="34" charset="0"/>
            </a:endParaRPr>
          </a:p>
        </p:txBody>
      </p:sp>
      <p:grpSp>
        <p:nvGrpSpPr>
          <p:cNvPr id="499" name="Combination"/>
          <p:cNvGrpSpPr>
            <a:grpSpLocks/>
          </p:cNvGrpSpPr>
          <p:nvPr/>
        </p:nvGrpSpPr>
        <p:grpSpPr>
          <a:xfrm>
            <a:off x="2424114" y="1916113"/>
            <a:ext cx="7776343" cy="3416319"/>
            <a:chOff x="2424114" y="1916113"/>
            <a:chExt cx="7776343" cy="3416319"/>
          </a:xfrm>
        </p:grpSpPr>
        <p:sp>
          <p:nvSpPr>
            <p:cNvPr id="490" name="Rectangles"/>
            <p:cNvSpPr>
              <a:spLocks/>
            </p:cNvSpPr>
            <p:nvPr/>
          </p:nvSpPr>
          <p:spPr>
            <a:xfrm rot="0">
              <a:off x="2424114" y="1916113"/>
              <a:ext cx="7776343" cy="3416319"/>
            </a:xfrm>
            <a:prstGeom prst="rect"/>
            <a:noFill/>
            <a:ln w="12700" cmpd="sng" cap="flat">
              <a:noFill/>
              <a:prstDash val="solid"/>
              <a:miter/>
            </a:ln>
          </p:spPr>
        </p:sp>
        <p:sp>
          <p:nvSpPr>
            <p:cNvPr id="491" name="Rounded rectangle"/>
            <p:cNvSpPr>
              <a:spLocks/>
            </p:cNvSpPr>
            <p:nvPr/>
          </p:nvSpPr>
          <p:spPr>
            <a:xfrm rot="0">
              <a:off x="2424114" y="1945952"/>
              <a:ext cx="7776343" cy="767520"/>
            </a:xfrm>
            <a:prstGeom prst="roundRect">
              <a:avLst>
                <a:gd name="adj" fmla="val 16666"/>
              </a:avLst>
            </a:prstGeom>
            <a:solidFill>
              <a:srgbClr val="C0504D"/>
            </a:solidFill>
            <a:ln w="25400" cmpd="sng" cap="flat">
              <a:solidFill>
                <a:srgbClr val="FFFFFF"/>
              </a:solidFill>
              <a:prstDash val="solid"/>
              <a:round/>
            </a:ln>
          </p:spPr>
        </p:sp>
        <p:sp>
          <p:nvSpPr>
            <p:cNvPr id="492" name="Rectangles"/>
            <p:cNvSpPr>
              <a:spLocks/>
            </p:cNvSpPr>
            <p:nvPr/>
          </p:nvSpPr>
          <p:spPr>
            <a:xfrm rot="0">
              <a:off x="2461580" y="1983419"/>
              <a:ext cx="7701409" cy="692586"/>
            </a:xfrm>
            <a:prstGeom prst="rect"/>
            <a:noFill/>
            <a:ln w="25400" cmpd="sng" cap="flat">
              <a:noFill/>
              <a:prstDash val="solid"/>
              <a:round/>
            </a:ln>
          </p:spPr>
          <p:txBody>
            <a:bodyPr vert="horz" wrap="square" lIns="121920" tIns="121920" rIns="121920" bIns="121920" anchor="ctr" anchorCtr="0">
              <a:prstTxWarp prst="textNoShape"/>
            </a:bodyPr>
            <a:lstStyle/>
            <a:p>
              <a:pPr marL="0" indent="0" algn="l" defTabSz="1422400">
                <a:lnSpc>
                  <a:spcPct val="90000"/>
                </a:lnSpc>
                <a:spcBef>
                  <a:spcPts val="0"/>
                </a:spcBef>
                <a:spcAft>
                  <a:spcPct val="35000"/>
                </a:spcAft>
                <a:buNone/>
              </a:pPr>
              <a:r>
                <a:rPr lang="en-US" altLang="zh-CN" sz="3200" b="0" i="0" u="none" strike="noStrike" kern="1200" cap="none" spc="0" baseline="0">
                  <a:solidFill>
                    <a:srgbClr val="FFFFFF"/>
                  </a:solidFill>
                  <a:latin typeface="Calibri" pitchFamily="34" charset="0"/>
                  <a:ea typeface="宋体" pitchFamily="0" charset="0"/>
                  <a:cs typeface="Calibri" pitchFamily="34" charset="0"/>
                </a:rPr>
                <a:t>Discrete Distribution:</a:t>
              </a:r>
              <a:endParaRPr lang="zh-CN" altLang="en-US" sz="3200" b="0" i="0" u="none" strike="noStrike" kern="1200" cap="none" spc="0" baseline="0">
                <a:solidFill>
                  <a:srgbClr val="FFFFFF"/>
                </a:solidFill>
                <a:latin typeface="Calibri" pitchFamily="34" charset="0"/>
                <a:ea typeface="宋体" pitchFamily="0" charset="0"/>
                <a:cs typeface="Calibri" pitchFamily="34" charset="0"/>
              </a:endParaRPr>
            </a:p>
          </p:txBody>
        </p:sp>
        <p:sp>
          <p:nvSpPr>
            <p:cNvPr id="493" name="Rectangles"/>
            <p:cNvSpPr>
              <a:spLocks/>
            </p:cNvSpPr>
            <p:nvPr/>
          </p:nvSpPr>
          <p:spPr>
            <a:xfrm rot="0">
              <a:off x="2424114" y="2713472"/>
              <a:ext cx="7776343" cy="1291680"/>
            </a:xfrm>
            <a:prstGeom prst="rect"/>
            <a:noFill/>
            <a:ln w="12700" cmpd="sng" cap="flat">
              <a:noFill/>
              <a:prstDash val="solid"/>
              <a:round/>
            </a:ln>
          </p:spPr>
        </p:sp>
        <p:sp>
          <p:nvSpPr>
            <p:cNvPr id="494" name="Rectangles"/>
            <p:cNvSpPr>
              <a:spLocks/>
            </p:cNvSpPr>
            <p:nvPr/>
          </p:nvSpPr>
          <p:spPr>
            <a:xfrm rot="0">
              <a:off x="2424114" y="2713472"/>
              <a:ext cx="7776343" cy="1291680"/>
            </a:xfrm>
            <a:prstGeom prst="rect"/>
            <a:noFill/>
            <a:ln w="12700" cmpd="sng" cap="flat">
              <a:noFill/>
              <a:prstDash val="solid"/>
              <a:miter/>
            </a:ln>
          </p:spPr>
          <p:txBody>
            <a:bodyPr vert="horz" wrap="square" lIns="246899" tIns="40640" rIns="227584" bIns="40640" anchor="t" anchorCtr="0">
              <a:prstTxWarp prst="textNoShape"/>
            </a:bodyPr>
            <a:lstStyle/>
            <a:p>
              <a:pPr lvl="1" marL="228600" indent="-228600" algn="l" defTabSz="1111250">
                <a:lnSpc>
                  <a:spcPct val="90000"/>
                </a:lnSpc>
                <a:spcBef>
                  <a:spcPts val="0"/>
                </a:spcBef>
                <a:spcAft>
                  <a:spcPct val="20000"/>
                </a:spcAft>
                <a:buClrTx/>
                <a:buChar char="•"/>
              </a:pPr>
              <a:r>
                <a:rPr lang="en-US" altLang="zh-CN" sz="2500" b="0" i="0" u="none" strike="noStrike" kern="1200" cap="none" spc="0" baseline="0">
                  <a:solidFill>
                    <a:schemeClr val="tx1"/>
                  </a:solidFill>
                  <a:latin typeface="Calibri" pitchFamily="34" charset="0"/>
                  <a:ea typeface="宋体" pitchFamily="0" charset="0"/>
                  <a:cs typeface="Calibri" pitchFamily="34" charset="0"/>
                </a:rPr>
                <a:t>Binomial</a:t>
              </a:r>
              <a:endParaRPr lang="en-US" altLang="zh-CN" sz="2500" b="0" i="0" u="none" strike="noStrike" kern="1200" cap="none" spc="0" baseline="0">
                <a:solidFill>
                  <a:schemeClr val="tx1"/>
                </a:solidFill>
                <a:latin typeface="Calibri" pitchFamily="34" charset="0"/>
                <a:ea typeface="宋体" pitchFamily="0" charset="0"/>
                <a:cs typeface="Calibri" pitchFamily="34" charset="0"/>
              </a:endParaRPr>
            </a:p>
            <a:p>
              <a:pPr lvl="1" marL="228600" indent="-228600" algn="l" defTabSz="1111250">
                <a:lnSpc>
                  <a:spcPct val="90000"/>
                </a:lnSpc>
                <a:spcBef>
                  <a:spcPts val="0"/>
                </a:spcBef>
                <a:spcAft>
                  <a:spcPct val="20000"/>
                </a:spcAft>
                <a:buClrTx/>
                <a:buChar char="•"/>
              </a:pPr>
              <a:r>
                <a:rPr lang="en-US" altLang="zh-CN" sz="2500" b="0" i="0" u="none" strike="noStrike" kern="1200" cap="none" spc="0" baseline="0">
                  <a:solidFill>
                    <a:schemeClr val="tx1"/>
                  </a:solidFill>
                  <a:latin typeface="Calibri" pitchFamily="34" charset="0"/>
                  <a:ea typeface="宋体" pitchFamily="0" charset="0"/>
                  <a:cs typeface="Calibri" pitchFamily="34" charset="0"/>
                </a:rPr>
                <a:t>Negative Binomial</a:t>
              </a:r>
              <a:endParaRPr lang="en-US" altLang="zh-CN" sz="2500" b="0" i="0" u="none" strike="noStrike" kern="1200" cap="none" spc="0" baseline="0">
                <a:solidFill>
                  <a:schemeClr val="tx1"/>
                </a:solidFill>
                <a:latin typeface="Calibri" pitchFamily="34" charset="0"/>
                <a:ea typeface="宋体" pitchFamily="0" charset="0"/>
                <a:cs typeface="Calibri" pitchFamily="34" charset="0"/>
              </a:endParaRPr>
            </a:p>
            <a:p>
              <a:pPr lvl="1" marL="228600" indent="-228600" algn="l" defTabSz="1111250">
                <a:lnSpc>
                  <a:spcPct val="90000"/>
                </a:lnSpc>
                <a:spcBef>
                  <a:spcPts val="0"/>
                </a:spcBef>
                <a:spcAft>
                  <a:spcPct val="20000"/>
                </a:spcAft>
                <a:buClrTx/>
                <a:buChar char="•"/>
              </a:pPr>
              <a:r>
                <a:rPr lang="en-US" altLang="zh-CN" sz="2500" b="0" i="0" u="none" strike="noStrike" kern="1200" cap="none" spc="0" baseline="0">
                  <a:solidFill>
                    <a:schemeClr val="tx1"/>
                  </a:solidFill>
                  <a:latin typeface="Calibri" pitchFamily="34" charset="0"/>
                  <a:ea typeface="宋体" pitchFamily="0" charset="0"/>
                  <a:cs typeface="Calibri" pitchFamily="34" charset="0"/>
                </a:rPr>
                <a:t>Geometric</a:t>
              </a:r>
              <a:endParaRPr lang="zh-CN" altLang="en-US" sz="2500" b="0" i="0" u="none" strike="noStrike" kern="1200" cap="none" spc="0" baseline="0">
                <a:solidFill>
                  <a:schemeClr val="tx1"/>
                </a:solidFill>
                <a:latin typeface="Calibri" pitchFamily="34" charset="0"/>
                <a:ea typeface="宋体" pitchFamily="0" charset="0"/>
                <a:cs typeface="Calibri" pitchFamily="34" charset="0"/>
              </a:endParaRPr>
            </a:p>
          </p:txBody>
        </p:sp>
        <p:sp>
          <p:nvSpPr>
            <p:cNvPr id="495" name="Rounded rectangle"/>
            <p:cNvSpPr>
              <a:spLocks/>
            </p:cNvSpPr>
            <p:nvPr/>
          </p:nvSpPr>
          <p:spPr>
            <a:xfrm rot="0">
              <a:off x="2424114" y="4005153"/>
              <a:ext cx="7776343" cy="767519"/>
            </a:xfrm>
            <a:prstGeom prst="roundRect">
              <a:avLst>
                <a:gd name="adj" fmla="val 16666"/>
              </a:avLst>
            </a:prstGeom>
            <a:solidFill>
              <a:srgbClr val="9BBB59"/>
            </a:solidFill>
            <a:ln w="25400" cmpd="sng" cap="flat">
              <a:solidFill>
                <a:srgbClr val="FFFFFF"/>
              </a:solidFill>
              <a:prstDash val="solid"/>
              <a:round/>
            </a:ln>
          </p:spPr>
        </p:sp>
        <p:sp>
          <p:nvSpPr>
            <p:cNvPr id="496" name="Rectangles"/>
            <p:cNvSpPr>
              <a:spLocks/>
            </p:cNvSpPr>
            <p:nvPr/>
          </p:nvSpPr>
          <p:spPr>
            <a:xfrm rot="0">
              <a:off x="2461580" y="4042620"/>
              <a:ext cx="7701409" cy="692585"/>
            </a:xfrm>
            <a:prstGeom prst="rect"/>
            <a:noFill/>
            <a:ln w="25400" cmpd="sng" cap="flat">
              <a:noFill/>
              <a:prstDash val="solid"/>
              <a:round/>
            </a:ln>
          </p:spPr>
          <p:txBody>
            <a:bodyPr vert="horz" wrap="square" lIns="121920" tIns="121920" rIns="121920" bIns="121920" anchor="ctr" anchorCtr="0">
              <a:prstTxWarp prst="textNoShape"/>
            </a:bodyPr>
            <a:lstStyle/>
            <a:p>
              <a:pPr marL="0" indent="0" algn="l" defTabSz="1422400">
                <a:lnSpc>
                  <a:spcPct val="90000"/>
                </a:lnSpc>
                <a:spcBef>
                  <a:spcPts val="0"/>
                </a:spcBef>
                <a:spcAft>
                  <a:spcPct val="35000"/>
                </a:spcAft>
                <a:buNone/>
              </a:pPr>
              <a:r>
                <a:rPr lang="en-US" altLang="zh-CN" sz="3200" b="0" i="0" u="none" strike="noStrike" kern="1200" cap="none" spc="0" baseline="0">
                  <a:solidFill>
                    <a:srgbClr val="FFFFFF"/>
                  </a:solidFill>
                  <a:latin typeface="Calibri" pitchFamily="34" charset="0"/>
                  <a:ea typeface="宋体" pitchFamily="0" charset="0"/>
                  <a:cs typeface="Calibri" pitchFamily="34" charset="0"/>
                </a:rPr>
                <a:t>Continuous Distribution:</a:t>
              </a:r>
              <a:endParaRPr lang="zh-CN" altLang="en-US" sz="3200" b="0" i="0" u="none" strike="noStrike" kern="1200" cap="none" spc="0" baseline="0">
                <a:solidFill>
                  <a:srgbClr val="FFFFFF"/>
                </a:solidFill>
                <a:latin typeface="Calibri" pitchFamily="34" charset="0"/>
                <a:ea typeface="宋体" pitchFamily="0" charset="0"/>
                <a:cs typeface="Calibri" pitchFamily="34" charset="0"/>
              </a:endParaRPr>
            </a:p>
          </p:txBody>
        </p:sp>
        <p:sp>
          <p:nvSpPr>
            <p:cNvPr id="497" name="Rectangles"/>
            <p:cNvSpPr>
              <a:spLocks/>
            </p:cNvSpPr>
            <p:nvPr/>
          </p:nvSpPr>
          <p:spPr>
            <a:xfrm rot="0">
              <a:off x="2424114" y="4772673"/>
              <a:ext cx="7776343" cy="529920"/>
            </a:xfrm>
            <a:prstGeom prst="rect"/>
            <a:noFill/>
            <a:ln w="12700" cmpd="sng" cap="flat">
              <a:noFill/>
              <a:prstDash val="solid"/>
              <a:round/>
            </a:ln>
          </p:spPr>
        </p:sp>
        <p:sp>
          <p:nvSpPr>
            <p:cNvPr id="498" name="Rectangles"/>
            <p:cNvSpPr>
              <a:spLocks/>
            </p:cNvSpPr>
            <p:nvPr/>
          </p:nvSpPr>
          <p:spPr>
            <a:xfrm rot="0">
              <a:off x="2424114" y="4772673"/>
              <a:ext cx="7776343" cy="529920"/>
            </a:xfrm>
            <a:prstGeom prst="rect"/>
            <a:noFill/>
            <a:ln w="12700" cmpd="sng" cap="flat">
              <a:noFill/>
              <a:prstDash val="solid"/>
              <a:miter/>
            </a:ln>
          </p:spPr>
          <p:txBody>
            <a:bodyPr vert="horz" wrap="square" lIns="246899" tIns="40640" rIns="227584" bIns="40640" anchor="t" anchorCtr="0">
              <a:prstTxWarp prst="textNoShape"/>
            </a:bodyPr>
            <a:lstStyle/>
            <a:p>
              <a:pPr lvl="1" marL="228600" indent="-228600" algn="l" defTabSz="1111250">
                <a:lnSpc>
                  <a:spcPct val="90000"/>
                </a:lnSpc>
                <a:spcBef>
                  <a:spcPts val="0"/>
                </a:spcBef>
                <a:spcAft>
                  <a:spcPct val="20000"/>
                </a:spcAft>
                <a:buClrTx/>
                <a:buChar char="•"/>
              </a:pPr>
              <a:r>
                <a:rPr lang="en-US" altLang="zh-CN" sz="2500" b="0" i="0" u="none" strike="noStrike" kern="1200" cap="none" spc="0" baseline="0">
                  <a:solidFill>
                    <a:schemeClr val="tx1"/>
                  </a:solidFill>
                  <a:latin typeface="Calibri" pitchFamily="34" charset="0"/>
                  <a:ea typeface="宋体" pitchFamily="0" charset="0"/>
                  <a:cs typeface="Calibri" pitchFamily="34" charset="0"/>
                </a:rPr>
                <a:t>Normal</a:t>
              </a:r>
              <a:endParaRPr lang="zh-CN" altLang="en-US" sz="2500" b="0" i="0" u="none" strike="noStrike" kern="1200" cap="none" spc="0" baseline="0">
                <a:solidFill>
                  <a:schemeClr val="tx1"/>
                </a:solidFill>
                <a:latin typeface="Calibri" pitchFamily="34" charset="0"/>
                <a:ea typeface="宋体" pitchFamily="0" charset="0"/>
                <a:cs typeface="Calibri" pitchFamily="34" charset="0"/>
              </a:endParaRPr>
            </a:p>
          </p:txBody>
        </p:sp>
      </p:grpSp>
    </p:spTree>
    <p:extLst>
      <p:ext uri="{BB962C8B-B14F-4D97-AF65-F5344CB8AC3E}">
        <p14:creationId xmlns:p14="http://schemas.microsoft.com/office/powerpoint/2010/main" val="1174452846"/>
      </p:ext>
    </p:extLst>
  </p:cSld>
  <p:clrMapOvr>
    <a:masterClrMapping/>
  </p:clrMapOvr>
</p:sld>
</file>

<file path=ppt/slides/slide46.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503" name="Rectangles"/>
          <p:cNvSpPr>
            <a:spLocks/>
          </p:cNvSpPr>
          <p:nvPr/>
        </p:nvSpPr>
        <p:spPr>
          <a:xfrm rot="0">
            <a:off x="2632529" y="2967335"/>
            <a:ext cx="6926961" cy="910590"/>
          </a:xfrm>
          <a:prstGeom prst="rect"/>
          <a:noFill/>
          <a:ln w="12700" cmpd="sng" cap="flat">
            <a:noFill/>
            <a:prstDash val="solid"/>
            <a:miter/>
          </a:ln>
        </p:spPr>
        <p:txBody>
          <a:bodyPr vert="horz" wrap="none" lIns="91440" tIns="45720" rIns="91440" bIns="45720" anchor="t" anchorCtr="0">
            <a:prstTxWarp prst="textNoShape"/>
            <a:spAutoFit/>
          </a:bodyPr>
          <a:lstStyle/>
          <a:p>
            <a:pPr marL="0" indent="0" algn="ctr">
              <a:lnSpc>
                <a:spcPct val="100000"/>
              </a:lnSpc>
              <a:spcBef>
                <a:spcPts val="0"/>
              </a:spcBef>
              <a:spcAft>
                <a:spcPts val="0"/>
              </a:spcAft>
              <a:buNone/>
            </a:pPr>
            <a:r>
              <a:rPr lang="en-US" altLang="zh-CN" sz="5400" b="1" i="0" u="none" strike="noStrike" kern="1200" cap="none" spc="0" baseline="0">
                <a:ln w="10541" cap="flat">
                  <a:solidFill>
                    <a:srgbClr val="4579B8"/>
                  </a:solidFill>
                  <a:prstDash val="solid"/>
                  <a:round/>
                </a:ln>
                <a:gradFill>
                  <a:gsLst>
                    <a:gs pos="0">
                      <a:srgbClr val="BDD2FA"/>
                    </a:gs>
                    <a:gs pos="9000">
                      <a:srgbClr val="9CC0FF"/>
                    </a:gs>
                    <a:gs pos="50000">
                      <a:srgbClr val="003692"/>
                    </a:gs>
                    <a:gs pos="79000">
                      <a:srgbClr val="9CC0FF"/>
                    </a:gs>
                    <a:gs pos="100000">
                      <a:srgbClr val="BDD2FA"/>
                    </a:gs>
                  </a:gsLst>
                  <a:lin ang="5400000" scaled="0"/>
                </a:gradFill>
                <a:latin typeface="Calibri" pitchFamily="34" charset="0"/>
                <a:ea typeface="ＭＳ Ｐゴシック" pitchFamily="0" charset="0"/>
                <a:cs typeface="ＭＳ Ｐゴシック" pitchFamily="0" charset="0"/>
              </a:rPr>
              <a:t>Discrete Distribution</a:t>
            </a:r>
            <a:endParaRPr lang="zh-CN" altLang="en-US" sz="5400" b="1" i="0" u="none" strike="noStrike" kern="1200" cap="none" spc="0" baseline="0">
              <a:ln w="10541" cap="flat">
                <a:solidFill>
                  <a:srgbClr val="4579B8"/>
                </a:solidFill>
                <a:prstDash val="solid"/>
                <a:round/>
              </a:ln>
              <a:gradFill>
                <a:gsLst>
                  <a:gs pos="0">
                    <a:srgbClr val="BDD2FA"/>
                  </a:gs>
                  <a:gs pos="9000">
                    <a:srgbClr val="9CC0FF"/>
                  </a:gs>
                  <a:gs pos="50000">
                    <a:srgbClr val="003692"/>
                  </a:gs>
                  <a:gs pos="79000">
                    <a:srgbClr val="9CC0FF"/>
                  </a:gs>
                  <a:gs pos="100000">
                    <a:srgbClr val="BDD2FA"/>
                  </a:gs>
                </a:gsLst>
                <a:lin ang="5400000" scaled="0"/>
              </a:gradFill>
              <a:latin typeface="Calibri" pitchFamily="34" charset="0"/>
              <a:ea typeface="ＭＳ Ｐゴシック" pitchFamily="0" charset="0"/>
              <a:cs typeface="ＭＳ Ｐゴシック" pitchFamily="0" charset="0"/>
            </a:endParaRPr>
          </a:p>
        </p:txBody>
      </p:sp>
      <p:sp>
        <p:nvSpPr>
          <p:cNvPr id="504" name="Rectangles"/>
          <p:cNvSpPr>
            <a:spLocks/>
          </p:cNvSpPr>
          <p:nvPr/>
        </p:nvSpPr>
        <p:spPr>
          <a:xfrm rot="0">
            <a:off x="6060878" y="6525344"/>
            <a:ext cx="611187" cy="365125"/>
          </a:xfrm>
          <a:prstGeom prst="rect"/>
          <a:noFill/>
          <a:ln w="12700" cmpd="sng" cap="flat">
            <a:noFill/>
            <a:prstDash val="solid"/>
            <a:miter/>
          </a:ln>
        </p:spPr>
        <p:txBody>
          <a:bodyPr vert="horz" wrap="square" lIns="91440" tIns="45720" rIns="91440" bIns="45720" anchor="ctr" anchorCtr="0">
            <a:prstTxWarp prst="textNoShape"/>
          </a:bodyPr>
          <a:lstStyle/>
          <a:p>
            <a:pPr marL="0" indent="0" algn="ctr" eaLnBrk="1" fontAlgn="base" hangingPunct="1">
              <a:lnSpc>
                <a:spcPct val="100000"/>
              </a:lnSpc>
              <a:spcBef>
                <a:spcPts val="0"/>
              </a:spcBef>
              <a:spcAft>
                <a:spcPts val="0"/>
              </a:spcAft>
              <a:buNone/>
            </a:pPr>
            <a:fld id="{CAD2D6BD-DE1B-4B5F-8B41-2702339687B9}" type="slidenum">
              <a:rPr lang="en-US" altLang="zh-CN" sz="1200" b="0" i="0" u="none" strike="noStrike" kern="1200" cap="none" spc="0" baseline="0">
                <a:solidFill>
                  <a:schemeClr val="bg1"/>
                </a:solidFill>
                <a:latin typeface="Calibri" pitchFamily="34" charset="0"/>
                <a:ea typeface="ＭＳ Ｐゴシック" pitchFamily="0" charset="0"/>
                <a:cs typeface="Arial" pitchFamily="34" charset="0"/>
              </a:rPr>
              <a:t>46</a:t>
            </a:fld>
            <a:endParaRPr lang="zh-CN" altLang="en-US" sz="1200" b="0" i="0" u="none" strike="noStrike" kern="1200" cap="none" spc="0" baseline="0">
              <a:solidFill>
                <a:schemeClr val="bg1"/>
              </a:solidFill>
              <a:latin typeface="Calibri" pitchFamily="34" charset="0"/>
              <a:ea typeface="ＭＳ Ｐゴシック" pitchFamily="0" charset="0"/>
              <a:cs typeface="Arial" pitchFamily="34" charset="0"/>
            </a:endParaRPr>
          </a:p>
        </p:txBody>
      </p:sp>
    </p:spTree>
    <p:extLst>
      <p:ext uri="{BB962C8B-B14F-4D97-AF65-F5344CB8AC3E}">
        <p14:creationId xmlns:p14="http://schemas.microsoft.com/office/powerpoint/2010/main" val="2033631845"/>
      </p:ext>
    </p:extLst>
  </p:cSld>
  <p:clrMapOvr>
    <a:masterClrMapping/>
  </p:clrMapOvr>
</p:sld>
</file>

<file path=ppt/slides/slide47.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508" name="Text box"/>
          <p:cNvSpPr>
            <a:spLocks noGrp="1"/>
          </p:cNvSpPr>
          <p:nvPr>
            <p:ph type="title"/>
          </p:nvPr>
        </p:nvSpPr>
        <p:spPr>
          <a:xfrm rot="0">
            <a:off x="3935760" y="260648"/>
            <a:ext cx="5976465" cy="682625"/>
          </a:xfrm>
          <a:prstGeom prst="rect"/>
          <a:solidFill>
            <a:srgbClr val="FFFFFF"/>
          </a:solidFill>
          <a:ln w="25400" cmpd="sng" cap="flat">
            <a:noFill/>
            <a:prstDash val="solid"/>
            <a:round/>
          </a:ln>
        </p:spPr>
        <p:txBody>
          <a:bodyPr vert="horz" wrap="square" lIns="91440" tIns="45720" rIns="91440" bIns="45720" anchor="t" anchorCtr="0">
            <a:prstTxWarp prst="textNoShape"/>
          </a:bodyPr>
          <a:lstStyle/>
          <a:p>
            <a:pPr marL="0" indent="0" algn="ctr">
              <a:lnSpc>
                <a:spcPct val="100000"/>
              </a:lnSpc>
              <a:spcBef>
                <a:spcPts val="0"/>
              </a:spcBef>
              <a:spcAft>
                <a:spcPts val="0"/>
              </a:spcAft>
              <a:buNone/>
            </a:pPr>
            <a:r>
              <a:rPr lang="en-US" altLang="zh-CN" sz="4000" b="1" i="0" u="none" strike="noStrike" kern="1200" cap="none" spc="0" baseline="0">
                <a:solidFill>
                  <a:srgbClr val="000000"/>
                </a:solidFill>
                <a:latin typeface="Century Gothic" pitchFamily="0" charset="0"/>
                <a:ea typeface="宋体" pitchFamily="0" charset="0"/>
                <a:cs typeface="Calibri" pitchFamily="34" charset="0"/>
              </a:rPr>
              <a:t>Binomial Distribution</a:t>
            </a:r>
            <a:endParaRPr lang="zh-CN" altLang="en-US" sz="4000" b="1" i="0" u="none" strike="noStrike" kern="1200" cap="none" spc="0" baseline="0">
              <a:solidFill>
                <a:srgbClr val="000000"/>
              </a:solidFill>
              <a:latin typeface="Century Gothic" pitchFamily="0" charset="0"/>
              <a:ea typeface="宋体" pitchFamily="0" charset="0"/>
              <a:cs typeface="Calibri" pitchFamily="34" charset="0"/>
            </a:endParaRPr>
          </a:p>
        </p:txBody>
      </p:sp>
      <p:sp>
        <p:nvSpPr>
          <p:cNvPr id="509" name="Rectangles"/>
          <p:cNvSpPr>
            <a:spLocks/>
          </p:cNvSpPr>
          <p:nvPr/>
        </p:nvSpPr>
        <p:spPr>
          <a:xfrm rot="0">
            <a:off x="6060878" y="6525344"/>
            <a:ext cx="611187" cy="365125"/>
          </a:xfrm>
          <a:prstGeom prst="rect"/>
          <a:noFill/>
          <a:ln w="12700" cmpd="sng" cap="flat">
            <a:noFill/>
            <a:prstDash val="solid"/>
            <a:miter/>
          </a:ln>
        </p:spPr>
        <p:txBody>
          <a:bodyPr vert="horz" wrap="square" lIns="91440" tIns="45720" rIns="91440" bIns="45720" anchor="ctr" anchorCtr="0">
            <a:prstTxWarp prst="textNoShape"/>
          </a:bodyPr>
          <a:lstStyle/>
          <a:p>
            <a:pPr marL="0" indent="0" algn="ctr" eaLnBrk="1" fontAlgn="base" hangingPunct="1">
              <a:lnSpc>
                <a:spcPct val="100000"/>
              </a:lnSpc>
              <a:spcBef>
                <a:spcPts val="0"/>
              </a:spcBef>
              <a:spcAft>
                <a:spcPts val="0"/>
              </a:spcAft>
              <a:buNone/>
            </a:pPr>
            <a:fld id="{CAD2D6BD-DE1B-4B5F-8B41-2702339687B9}" type="slidenum">
              <a:rPr lang="en-US" altLang="zh-CN" sz="1200" b="0" i="0" u="none" strike="noStrike" kern="1200" cap="none" spc="0" baseline="0">
                <a:solidFill>
                  <a:schemeClr val="bg1"/>
                </a:solidFill>
                <a:latin typeface="Calibri" pitchFamily="34" charset="0"/>
                <a:ea typeface="ＭＳ Ｐゴシック" pitchFamily="0" charset="0"/>
                <a:cs typeface="Arial" pitchFamily="34" charset="0"/>
              </a:rPr>
              <a:t>47</a:t>
            </a:fld>
            <a:endParaRPr lang="zh-CN" altLang="en-US" sz="1200" b="0" i="0" u="none" strike="noStrike" kern="1200" cap="none" spc="0" baseline="0">
              <a:solidFill>
                <a:schemeClr val="bg1"/>
              </a:solidFill>
              <a:latin typeface="Calibri" pitchFamily="34" charset="0"/>
              <a:ea typeface="ＭＳ Ｐゴシック" pitchFamily="0" charset="0"/>
              <a:cs typeface="Arial" pitchFamily="34" charset="0"/>
            </a:endParaRPr>
          </a:p>
        </p:txBody>
      </p:sp>
      <p:sp>
        <p:nvSpPr>
          <p:cNvPr id="510" name="Rectangles"/>
          <p:cNvSpPr>
            <a:spLocks/>
          </p:cNvSpPr>
          <p:nvPr/>
        </p:nvSpPr>
        <p:spPr>
          <a:xfrm rot="0">
            <a:off x="1991544" y="1556792"/>
            <a:ext cx="8305801" cy="5234940"/>
          </a:xfrm>
          <a:prstGeom prst="rect"/>
          <a:noFill/>
          <a:ln w="12700" cmpd="sng" cap="flat">
            <a:noFill/>
            <a:prstDash val="solid"/>
            <a:round/>
          </a:ln>
        </p:spPr>
        <p:txBody>
          <a:bodyPr vert="horz" wrap="square" lIns="91440" tIns="45720" rIns="91440" bIns="45720" anchor="t" anchorCtr="0">
            <a:prstTxWarp prst="textNoShape"/>
            <a:spAutoFit/>
          </a:bodyPr>
          <a:lstStyle/>
          <a:p>
            <a:pPr marL="342900" indent="-342900" algn="l" eaLnBrk="1" hangingPunct="1">
              <a:lnSpc>
                <a:spcPct val="100000"/>
              </a:lnSpc>
              <a:spcBef>
                <a:spcPct val="50000"/>
              </a:spcBef>
              <a:spcAft>
                <a:spcPts val="0"/>
              </a:spcAft>
              <a:buFont typeface="Wingdings" pitchFamily="2" charset="2"/>
              <a:buChar char="§"/>
            </a:pPr>
            <a:r>
              <a:rPr lang="en-US" altLang="zh-CN" sz="2800" b="0" i="0" u="none" strike="noStrike" kern="1200" cap="none" spc="0" baseline="0">
                <a:solidFill>
                  <a:schemeClr val="tx1"/>
                </a:solidFill>
                <a:latin typeface="Calibri" pitchFamily="34" charset="0"/>
                <a:ea typeface="ＭＳ Ｐゴシック" pitchFamily="0" charset="0"/>
                <a:cs typeface="Calibri" pitchFamily="34" charset="0"/>
              </a:rPr>
              <a:t>An experiments often consists of repeated trials, each with two possible outcomes that may be labeled </a:t>
            </a:r>
            <a:r>
              <a:rPr lang="en-US" altLang="zh-CN" sz="2800" b="1" i="0" u="none" strike="noStrike" kern="1200" cap="none" spc="0" baseline="0">
                <a:solidFill>
                  <a:srgbClr val="0070C0"/>
                </a:solidFill>
                <a:latin typeface="Calibri" pitchFamily="34" charset="0"/>
                <a:ea typeface="ＭＳ Ｐゴシック" pitchFamily="0" charset="0"/>
                <a:cs typeface="Calibri" pitchFamily="34" charset="0"/>
              </a:rPr>
              <a:t>success</a:t>
            </a:r>
            <a:r>
              <a:rPr lang="en-US" altLang="zh-CN" sz="2800" b="0" i="0" u="none" strike="noStrike" kern="1200" cap="none" spc="0" baseline="0">
                <a:solidFill>
                  <a:schemeClr val="tx1"/>
                </a:solidFill>
                <a:latin typeface="Calibri" pitchFamily="34" charset="0"/>
                <a:ea typeface="ＭＳ Ｐゴシック" pitchFamily="0" charset="0"/>
                <a:cs typeface="Calibri" pitchFamily="34" charset="0"/>
              </a:rPr>
              <a:t> or </a:t>
            </a:r>
            <a:r>
              <a:rPr lang="en-US" altLang="zh-CN" sz="2800" b="1" i="0" u="none" strike="noStrike" kern="1200" cap="none" spc="0" baseline="0">
                <a:solidFill>
                  <a:srgbClr val="FF0000"/>
                </a:solidFill>
                <a:latin typeface="Calibri" pitchFamily="34" charset="0"/>
                <a:ea typeface="ＭＳ Ｐゴシック" pitchFamily="0" charset="0"/>
                <a:cs typeface="Calibri" pitchFamily="34" charset="0"/>
              </a:rPr>
              <a:t>failure</a:t>
            </a:r>
            <a:r>
              <a:rPr lang="en-US" altLang="zh-CN" sz="2800" b="0" i="0" u="none" strike="noStrike" kern="1200" cap="none" spc="0" baseline="0">
                <a:solidFill>
                  <a:schemeClr val="tx1"/>
                </a:solidFill>
                <a:latin typeface="Calibri" pitchFamily="34" charset="0"/>
                <a:ea typeface="ＭＳ Ｐゴシック" pitchFamily="0" charset="0"/>
                <a:cs typeface="Calibri" pitchFamily="34" charset="0"/>
              </a:rPr>
              <a:t>. </a:t>
            </a:r>
            <a:endParaRPr lang="en-US" altLang="zh-CN" sz="2800" b="0" i="0" u="none" strike="noStrike" kern="1200" cap="none" spc="0" baseline="0">
              <a:solidFill>
                <a:schemeClr val="tx1"/>
              </a:solidFill>
              <a:latin typeface="Calibri" pitchFamily="34" charset="0"/>
              <a:ea typeface="ＭＳ Ｐゴシック" pitchFamily="0" charset="0"/>
              <a:cs typeface="Calibri" pitchFamily="34" charset="0"/>
            </a:endParaRPr>
          </a:p>
          <a:p>
            <a:pPr marL="342900" indent="-342900" algn="l" eaLnBrk="1" hangingPunct="1">
              <a:lnSpc>
                <a:spcPct val="100000"/>
              </a:lnSpc>
              <a:spcBef>
                <a:spcPct val="50000"/>
              </a:spcBef>
              <a:spcAft>
                <a:spcPts val="0"/>
              </a:spcAft>
              <a:buFont typeface="Wingdings" pitchFamily="2" charset="2"/>
              <a:buChar char="§"/>
            </a:pPr>
            <a:r>
              <a:rPr lang="en-US" altLang="zh-CN" sz="2800" b="1" i="0" u="none" strike="noStrike" kern="1200" cap="none" spc="0" baseline="0">
                <a:solidFill>
                  <a:srgbClr val="7030A0"/>
                </a:solidFill>
                <a:latin typeface="Calibri" pitchFamily="34" charset="0"/>
                <a:ea typeface="ＭＳ Ｐゴシック" pitchFamily="0" charset="0"/>
                <a:cs typeface="Calibri" pitchFamily="34" charset="0"/>
              </a:rPr>
              <a:t>Example</a:t>
            </a:r>
            <a:r>
              <a:rPr lang="en-US" altLang="zh-CN" sz="2800" b="0" i="0" u="none" strike="noStrike" kern="1200" cap="none" spc="0" baseline="0">
                <a:solidFill>
                  <a:schemeClr val="tx1"/>
                </a:solidFill>
                <a:latin typeface="Calibri" pitchFamily="34" charset="0"/>
                <a:ea typeface="ＭＳ Ｐゴシック" pitchFamily="0" charset="0"/>
                <a:cs typeface="Calibri" pitchFamily="34" charset="0"/>
              </a:rPr>
              <a:t>: The testing items as they come off an assembly line, where each trial may indicate a defective or a non-defective item. </a:t>
            </a:r>
            <a:endParaRPr lang="en-US" altLang="zh-CN" sz="2800" b="0" i="0" u="none" strike="noStrike" kern="1200" cap="none" spc="0" baseline="0">
              <a:solidFill>
                <a:schemeClr val="tx1"/>
              </a:solidFill>
              <a:latin typeface="Calibri" pitchFamily="34" charset="0"/>
              <a:ea typeface="ＭＳ Ｐゴシック" pitchFamily="0" charset="0"/>
              <a:cs typeface="Calibri" pitchFamily="34" charset="0"/>
            </a:endParaRPr>
          </a:p>
          <a:p>
            <a:pPr marL="342900" indent="-342900" algn="l" eaLnBrk="1" hangingPunct="1">
              <a:lnSpc>
                <a:spcPct val="100000"/>
              </a:lnSpc>
              <a:spcBef>
                <a:spcPct val="50000"/>
              </a:spcBef>
              <a:spcAft>
                <a:spcPts val="0"/>
              </a:spcAft>
              <a:buFont typeface="Wingdings" pitchFamily="2" charset="2"/>
              <a:buChar char="§"/>
            </a:pPr>
            <a:r>
              <a:rPr lang="en-US" altLang="zh-CN" sz="2800" b="0" i="0" u="none" strike="noStrike" kern="1200" cap="none" spc="0" baseline="0">
                <a:solidFill>
                  <a:schemeClr val="tx1"/>
                </a:solidFill>
                <a:latin typeface="Calibri" pitchFamily="34" charset="0"/>
                <a:ea typeface="ＭＳ Ｐゴシック" pitchFamily="0" charset="0"/>
                <a:cs typeface="Calibri" pitchFamily="34" charset="0"/>
              </a:rPr>
              <a:t>The process is referred to as a </a:t>
            </a:r>
            <a:r>
              <a:rPr lang="en-US" altLang="zh-CN" sz="2800" b="1" i="0" u="none" strike="noStrike" kern="1200" cap="none" spc="0" baseline="0">
                <a:solidFill>
                  <a:schemeClr val="tx1"/>
                </a:solidFill>
                <a:latin typeface="Calibri" pitchFamily="34" charset="0"/>
                <a:ea typeface="ＭＳ Ｐゴシック" pitchFamily="0" charset="0"/>
                <a:cs typeface="Calibri" pitchFamily="34" charset="0"/>
              </a:rPr>
              <a:t>Bernoulli process</a:t>
            </a:r>
            <a:r>
              <a:rPr lang="en-US" altLang="zh-CN" sz="2800" b="0" i="0" u="none" strike="noStrike" kern="1200" cap="none" spc="0" baseline="0">
                <a:solidFill>
                  <a:schemeClr val="tx1"/>
                </a:solidFill>
                <a:latin typeface="Calibri" pitchFamily="34" charset="0"/>
                <a:ea typeface="ＭＳ Ｐゴシック" pitchFamily="0" charset="0"/>
                <a:cs typeface="Calibri" pitchFamily="34" charset="0"/>
              </a:rPr>
              <a:t>. </a:t>
            </a:r>
            <a:endParaRPr lang="en-US" altLang="zh-CN" sz="2800" b="0" i="0" u="none" strike="noStrike" kern="1200" cap="none" spc="0" baseline="0">
              <a:solidFill>
                <a:schemeClr val="tx1"/>
              </a:solidFill>
              <a:latin typeface="Calibri" pitchFamily="34" charset="0"/>
              <a:ea typeface="ＭＳ Ｐゴシック" pitchFamily="0" charset="0"/>
              <a:cs typeface="Calibri" pitchFamily="34" charset="0"/>
            </a:endParaRPr>
          </a:p>
          <a:p>
            <a:pPr marL="342900" indent="-342900" algn="l" eaLnBrk="1" hangingPunct="1">
              <a:lnSpc>
                <a:spcPct val="100000"/>
              </a:lnSpc>
              <a:spcBef>
                <a:spcPct val="50000"/>
              </a:spcBef>
              <a:spcAft>
                <a:spcPts val="0"/>
              </a:spcAft>
              <a:buFont typeface="Wingdings" pitchFamily="2" charset="2"/>
              <a:buChar char="§"/>
            </a:pPr>
            <a:r>
              <a:rPr lang="en-US" altLang="zh-CN" sz="2800" b="0" i="0" u="none" strike="noStrike" kern="1200" cap="none" spc="0" baseline="0">
                <a:solidFill>
                  <a:schemeClr val="tx1"/>
                </a:solidFill>
                <a:latin typeface="Calibri" pitchFamily="34" charset="0"/>
                <a:ea typeface="ＭＳ Ｐゴシック" pitchFamily="0" charset="0"/>
                <a:cs typeface="Calibri" pitchFamily="34" charset="0"/>
              </a:rPr>
              <a:t>Each trial is called a </a:t>
            </a:r>
            <a:r>
              <a:rPr lang="en-US" altLang="zh-CN" sz="2800" b="1" i="0" u="none" strike="noStrike" kern="1200" cap="none" spc="0" baseline="0">
                <a:solidFill>
                  <a:schemeClr val="tx1"/>
                </a:solidFill>
                <a:latin typeface="Calibri" pitchFamily="34" charset="0"/>
                <a:ea typeface="ＭＳ Ｐゴシック" pitchFamily="0" charset="0"/>
                <a:cs typeface="Calibri" pitchFamily="34" charset="0"/>
              </a:rPr>
              <a:t>Bernoulli trial</a:t>
            </a:r>
            <a:r>
              <a:rPr lang="en-US" altLang="zh-CN" sz="2800" b="0" i="0" u="none" strike="noStrike" kern="1200" cap="none" spc="0" baseline="0">
                <a:solidFill>
                  <a:schemeClr val="tx1"/>
                </a:solidFill>
                <a:latin typeface="Calibri" pitchFamily="34" charset="0"/>
                <a:ea typeface="ＭＳ Ｐゴシック" pitchFamily="0" charset="0"/>
                <a:cs typeface="Calibri" pitchFamily="34" charset="0"/>
              </a:rPr>
              <a:t>. </a:t>
            </a:r>
            <a:endParaRPr lang="en-US" altLang="zh-CN" sz="2800" b="0" i="0" u="none" strike="noStrike" kern="1200" cap="none" spc="0" baseline="0">
              <a:solidFill>
                <a:schemeClr val="tx1"/>
              </a:solidFill>
              <a:latin typeface="Calibri" pitchFamily="34" charset="0"/>
              <a:ea typeface="ＭＳ Ｐゴシック" pitchFamily="0" charset="0"/>
              <a:cs typeface="Calibri" pitchFamily="34" charset="0"/>
            </a:endParaRPr>
          </a:p>
          <a:p>
            <a:pPr marL="0" indent="0" algn="l" eaLnBrk="1" hangingPunct="1">
              <a:lnSpc>
                <a:spcPct val="100000"/>
              </a:lnSpc>
              <a:spcBef>
                <a:spcPct val="50000"/>
              </a:spcBef>
              <a:spcAft>
                <a:spcPts val="0"/>
              </a:spcAft>
              <a:buNone/>
            </a:pPr>
            <a:endParaRPr lang="zh-CN" altLang="en-US" sz="2800" b="0" i="0" u="none" strike="noStrike" kern="1200" cap="none" spc="0" baseline="0">
              <a:solidFill>
                <a:schemeClr val="tx1"/>
              </a:solidFill>
              <a:latin typeface="Calibri" pitchFamily="34" charset="0"/>
              <a:ea typeface="ＭＳ Ｐゴシック" pitchFamily="0" charset="0"/>
              <a:cs typeface="Calibri" pitchFamily="34" charset="0"/>
            </a:endParaRPr>
          </a:p>
        </p:txBody>
      </p:sp>
    </p:spTree>
    <p:extLst>
      <p:ext uri="{BB962C8B-B14F-4D97-AF65-F5344CB8AC3E}">
        <p14:creationId xmlns:p14="http://schemas.microsoft.com/office/powerpoint/2010/main" val="733427636"/>
      </p:ext>
    </p:extLst>
  </p:cSld>
  <p:clrMapOvr>
    <a:masterClrMapping/>
  </p:clrMapOvr>
</p:sld>
</file>

<file path=ppt/slides/slide48.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514" name="Text box"/>
          <p:cNvSpPr>
            <a:spLocks noGrp="1"/>
          </p:cNvSpPr>
          <p:nvPr>
            <p:ph type="title"/>
          </p:nvPr>
        </p:nvSpPr>
        <p:spPr>
          <a:xfrm rot="0">
            <a:off x="3936306" y="260648"/>
            <a:ext cx="6480175" cy="719137"/>
          </a:xfrm>
          <a:prstGeom prst="rect"/>
          <a:solidFill>
            <a:srgbClr val="FFFFFF"/>
          </a:solidFill>
          <a:ln w="25400" cmpd="sng" cap="flat">
            <a:solidFill>
              <a:srgbClr val="C0504D"/>
            </a:solidFill>
            <a:prstDash val="solid"/>
            <a:round/>
          </a:ln>
        </p:spPr>
        <p:txBody>
          <a:bodyPr vert="horz" wrap="square" lIns="91440" tIns="45720" rIns="91440" bIns="45720" anchor="t" anchorCtr="0">
            <a:prstTxWarp prst="textNoShape"/>
          </a:bodyPr>
          <a:lstStyle/>
          <a:p>
            <a:pPr marL="0" indent="0" algn="ctr">
              <a:lnSpc>
                <a:spcPct val="100000"/>
              </a:lnSpc>
              <a:spcBef>
                <a:spcPts val="0"/>
              </a:spcBef>
              <a:spcAft>
                <a:spcPts val="0"/>
              </a:spcAft>
              <a:buNone/>
            </a:pPr>
            <a:r>
              <a:rPr lang="en-US" altLang="zh-CN" sz="4000" b="1" i="0" u="none" strike="noStrike" kern="1200" cap="none" spc="0" baseline="0">
                <a:solidFill>
                  <a:srgbClr val="000000"/>
                </a:solidFill>
                <a:latin typeface="Calibri" pitchFamily="34" charset="0"/>
                <a:ea typeface="宋体" pitchFamily="0" charset="0"/>
                <a:cs typeface="Calibri" pitchFamily="34" charset="0"/>
              </a:rPr>
              <a:t>Binomial Distribution</a:t>
            </a:r>
            <a:endParaRPr lang="zh-CN" altLang="en-US" sz="4000" b="1" i="0" u="none" strike="noStrike" kern="1200" cap="none" spc="0" baseline="0">
              <a:solidFill>
                <a:srgbClr val="000000"/>
              </a:solidFill>
              <a:latin typeface="Calibri" pitchFamily="34" charset="0"/>
              <a:ea typeface="宋体" pitchFamily="0" charset="0"/>
              <a:cs typeface="Calibri" pitchFamily="34" charset="0"/>
            </a:endParaRPr>
          </a:p>
        </p:txBody>
      </p:sp>
      <p:sp>
        <p:nvSpPr>
          <p:cNvPr id="515" name="Rectangles"/>
          <p:cNvSpPr>
            <a:spLocks/>
          </p:cNvSpPr>
          <p:nvPr/>
        </p:nvSpPr>
        <p:spPr>
          <a:xfrm rot="0">
            <a:off x="1774824" y="1341437"/>
            <a:ext cx="8305800" cy="1591627"/>
          </a:xfrm>
          <a:prstGeom prst="rect"/>
          <a:noFill/>
          <a:ln w="12700" cmpd="sng" cap="flat">
            <a:noFill/>
            <a:prstDash val="solid"/>
            <a:round/>
          </a:ln>
        </p:spPr>
        <p:txBody>
          <a:bodyPr vert="horz" wrap="square" lIns="91440" tIns="45720" rIns="91440" bIns="45720" anchor="t" anchorCtr="0">
            <a:prstTxWarp prst="textNoShape"/>
            <a:spAutoFit/>
          </a:bodyPr>
          <a:lstStyle/>
          <a:p>
            <a:pPr marL="0" indent="0" algn="just" eaLnBrk="1" hangingPunct="1">
              <a:lnSpc>
                <a:spcPct val="100000"/>
              </a:lnSpc>
              <a:spcBef>
                <a:spcPct val="50000"/>
              </a:spcBef>
              <a:spcAft>
                <a:spcPts val="0"/>
              </a:spcAft>
              <a:buNone/>
            </a:pPr>
            <a:r>
              <a:rPr lang="en-US" altLang="zh-CN" sz="2800" b="0" i="0" u="none" strike="noStrike" kern="1200" cap="none" spc="0" baseline="0">
                <a:solidFill>
                  <a:srgbClr val="0000FF"/>
                </a:solidFill>
                <a:latin typeface="Calibri" pitchFamily="34" charset="0"/>
                <a:ea typeface="MS PGothic" pitchFamily="34" charset="-128"/>
                <a:cs typeface="Calibri" pitchFamily="34" charset="0"/>
              </a:rPr>
              <a:t>Suppose we decide to record the gender of the next 25 newborns at a particular hospital.</a:t>
            </a:r>
            <a:endParaRPr lang="en-US" altLang="zh-CN" sz="2800" b="0" i="0" u="none" strike="noStrike" kern="1200" cap="none" spc="0" baseline="0">
              <a:solidFill>
                <a:srgbClr val="0000FF"/>
              </a:solidFill>
              <a:latin typeface="Calibri" pitchFamily="34" charset="0"/>
              <a:ea typeface="MS PGothic" pitchFamily="34" charset="-128"/>
              <a:cs typeface="Calibri" pitchFamily="34" charset="0"/>
            </a:endParaRPr>
          </a:p>
          <a:p>
            <a:pPr marL="0" indent="0" algn="just" eaLnBrk="1" hangingPunct="1">
              <a:lnSpc>
                <a:spcPct val="100000"/>
              </a:lnSpc>
              <a:spcBef>
                <a:spcPct val="50000"/>
              </a:spcBef>
              <a:spcAft>
                <a:spcPts val="0"/>
              </a:spcAft>
              <a:buNone/>
            </a:pPr>
            <a:endParaRPr lang="zh-CN" altLang="en-US" sz="2800" b="0" i="0" u="none" strike="noStrike" kern="1200" cap="none" spc="0" baseline="0">
              <a:solidFill>
                <a:srgbClr val="0000FF"/>
              </a:solidFill>
              <a:latin typeface="Calibri" pitchFamily="34" charset="0"/>
              <a:ea typeface="MS PGothic" pitchFamily="34" charset="-128"/>
              <a:cs typeface="Calibri" pitchFamily="34" charset="0"/>
            </a:endParaRPr>
          </a:p>
        </p:txBody>
      </p:sp>
      <p:sp>
        <p:nvSpPr>
          <p:cNvPr id="516" name="Rectangles"/>
          <p:cNvSpPr>
            <a:spLocks/>
          </p:cNvSpPr>
          <p:nvPr/>
        </p:nvSpPr>
        <p:spPr>
          <a:xfrm rot="0">
            <a:off x="1847826" y="2708274"/>
            <a:ext cx="6048375" cy="948688"/>
          </a:xfrm>
          <a:prstGeom prst="rect"/>
          <a:noFill/>
          <a:ln w="12700" cmpd="sng" cap="flat">
            <a:noFill/>
            <a:prstDash val="solid"/>
            <a:round/>
          </a:ln>
        </p:spPr>
        <p:txBody>
          <a:bodyPr vert="horz" wrap="square" lIns="91440" tIns="45720" rIns="91440" bIns="45720" anchor="t" anchorCtr="0">
            <a:prstTxWarp prst="textNoShape"/>
            <a:spAutoFit/>
          </a:bodyPr>
          <a:lstStyle/>
          <a:p>
            <a:pPr marL="0" indent="0" algn="just" eaLnBrk="1" hangingPunct="1">
              <a:lnSpc>
                <a:spcPct val="100000"/>
              </a:lnSpc>
              <a:spcBef>
                <a:spcPct val="50000"/>
              </a:spcBef>
              <a:spcAft>
                <a:spcPts val="0"/>
              </a:spcAft>
              <a:buNone/>
            </a:pPr>
            <a:r>
              <a:rPr lang="en-US" altLang="zh-CN" sz="2800" b="0" i="0" u="none" strike="noStrike" kern="1200" cap="none" spc="0" baseline="0">
                <a:solidFill>
                  <a:srgbClr val="00CC00"/>
                </a:solidFill>
                <a:latin typeface="Calibri" pitchFamily="34" charset="0"/>
                <a:ea typeface="MS PGothic" pitchFamily="34" charset="-128"/>
                <a:cs typeface="Calibri" pitchFamily="34" charset="0"/>
              </a:rPr>
              <a:t>What is the chance that at least 15 are female?</a:t>
            </a:r>
            <a:endParaRPr lang="zh-CN" altLang="en-US" sz="2800" b="0" i="0" u="none" strike="noStrike" kern="1200" cap="none" spc="0" baseline="0">
              <a:solidFill>
                <a:srgbClr val="00CC00"/>
              </a:solidFill>
              <a:latin typeface="Calibri" pitchFamily="34" charset="0"/>
              <a:ea typeface="MS PGothic" pitchFamily="34" charset="-128"/>
              <a:cs typeface="Calibri" pitchFamily="34" charset="0"/>
            </a:endParaRPr>
          </a:p>
        </p:txBody>
      </p:sp>
      <p:sp>
        <p:nvSpPr>
          <p:cNvPr id="517" name="Rectangles"/>
          <p:cNvSpPr>
            <a:spLocks/>
          </p:cNvSpPr>
          <p:nvPr/>
        </p:nvSpPr>
        <p:spPr>
          <a:xfrm rot="0">
            <a:off x="2567608" y="4077072"/>
            <a:ext cx="6192837" cy="948688"/>
          </a:xfrm>
          <a:prstGeom prst="rect"/>
          <a:noFill/>
          <a:ln w="12700" cmpd="sng" cap="flat">
            <a:noFill/>
            <a:prstDash val="solid"/>
            <a:round/>
          </a:ln>
        </p:spPr>
        <p:txBody>
          <a:bodyPr vert="horz" wrap="square" lIns="91440" tIns="45720" rIns="91440" bIns="45720" anchor="t" anchorCtr="0">
            <a:prstTxWarp prst="textNoShape"/>
            <a:spAutoFit/>
          </a:bodyPr>
          <a:lstStyle/>
          <a:p>
            <a:pPr marL="0" indent="0" algn="just" eaLnBrk="1" hangingPunct="1">
              <a:lnSpc>
                <a:spcPct val="100000"/>
              </a:lnSpc>
              <a:spcBef>
                <a:spcPct val="50000"/>
              </a:spcBef>
              <a:spcAft>
                <a:spcPts val="0"/>
              </a:spcAft>
              <a:buNone/>
            </a:pPr>
            <a:r>
              <a:rPr lang="en-US" altLang="zh-CN" sz="2800" b="0" i="0" u="none" strike="noStrike" kern="1200" cap="none" spc="0" baseline="0">
                <a:solidFill>
                  <a:srgbClr val="FF0000"/>
                </a:solidFill>
                <a:latin typeface="Calibri" pitchFamily="34" charset="0"/>
                <a:ea typeface="MS PGothic" pitchFamily="34" charset="-128"/>
                <a:cs typeface="Calibri" pitchFamily="34" charset="0"/>
              </a:rPr>
              <a:t>What is the chance that between 10 and 15 are female?</a:t>
            </a:r>
            <a:endParaRPr lang="zh-CN" altLang="en-US" sz="2800" b="0" i="0" u="none" strike="noStrike" kern="1200" cap="none" spc="0" baseline="0">
              <a:solidFill>
                <a:srgbClr val="FF0000"/>
              </a:solidFill>
              <a:latin typeface="Calibri" pitchFamily="34" charset="0"/>
              <a:ea typeface="MS PGothic" pitchFamily="34" charset="-128"/>
              <a:cs typeface="Calibri" pitchFamily="34" charset="0"/>
            </a:endParaRPr>
          </a:p>
        </p:txBody>
      </p:sp>
      <p:sp>
        <p:nvSpPr>
          <p:cNvPr id="518" name="Rectangles"/>
          <p:cNvSpPr>
            <a:spLocks/>
          </p:cNvSpPr>
          <p:nvPr/>
        </p:nvSpPr>
        <p:spPr>
          <a:xfrm rot="0">
            <a:off x="1847850" y="5354639"/>
            <a:ext cx="7848600" cy="948689"/>
          </a:xfrm>
          <a:prstGeom prst="rect"/>
          <a:noFill/>
          <a:ln w="12700" cmpd="sng" cap="flat">
            <a:noFill/>
            <a:prstDash val="solid"/>
            <a:round/>
          </a:ln>
        </p:spPr>
        <p:txBody>
          <a:bodyPr vert="horz" wrap="square" lIns="91440" tIns="45720" rIns="91440" bIns="45720" anchor="t" anchorCtr="0">
            <a:prstTxWarp prst="textNoShape"/>
            <a:spAutoFit/>
          </a:bodyPr>
          <a:lstStyle/>
          <a:p>
            <a:pPr marL="0" indent="0" algn="just" eaLnBrk="1" hangingPunct="1">
              <a:lnSpc>
                <a:spcPct val="100000"/>
              </a:lnSpc>
              <a:spcBef>
                <a:spcPct val="50000"/>
              </a:spcBef>
              <a:spcAft>
                <a:spcPts val="0"/>
              </a:spcAft>
              <a:buNone/>
            </a:pPr>
            <a:r>
              <a:rPr lang="en-US" altLang="zh-CN" sz="2800" b="0" i="0" u="none" strike="noStrike" kern="1200" cap="none" spc="0" baseline="0">
                <a:solidFill>
                  <a:srgbClr val="0101FF"/>
                </a:solidFill>
                <a:latin typeface="Calibri" pitchFamily="34" charset="0"/>
                <a:ea typeface="MS PGothic" pitchFamily="34" charset="-128"/>
                <a:cs typeface="Calibri" pitchFamily="34" charset="0"/>
              </a:rPr>
              <a:t>Out of the 25 newborns, how many can we expect to be female?</a:t>
            </a:r>
            <a:endParaRPr lang="zh-CN" altLang="en-US" sz="2800" b="0" i="0" u="none" strike="noStrike" kern="1200" cap="none" spc="0" baseline="0">
              <a:solidFill>
                <a:srgbClr val="0101FF"/>
              </a:solidFill>
              <a:latin typeface="Calibri" pitchFamily="34" charset="0"/>
              <a:ea typeface="MS PGothic" pitchFamily="34" charset="-128"/>
              <a:cs typeface="Calibri" pitchFamily="34" charset="0"/>
            </a:endParaRPr>
          </a:p>
        </p:txBody>
      </p:sp>
      <p:pic>
        <p:nvPicPr>
          <p:cNvPr id="519" name="Images" descr="MC900360992[1]"/>
          <p:cNvPicPr>
            <a:picLocks noChangeAspect="1"/>
          </p:cNvPicPr>
          <p:nvPr/>
        </p:nvPicPr>
        <p:blipFill>
          <a:blip r:embed="rId1" cstate="print"/>
          <a:stretch>
            <a:fillRect/>
          </a:stretch>
        </p:blipFill>
        <p:spPr>
          <a:xfrm rot="0">
            <a:off x="8543926" y="2420939"/>
            <a:ext cx="1565273" cy="1838325"/>
          </a:xfrm>
          <a:prstGeom prst="rect"/>
          <a:noFill/>
          <a:ln w="12700" cmpd="sng" cap="flat">
            <a:noFill/>
            <a:prstDash val="solid"/>
            <a:round/>
          </a:ln>
        </p:spPr>
      </p:pic>
      <p:sp>
        <p:nvSpPr>
          <p:cNvPr id="520" name="Rectangles"/>
          <p:cNvSpPr>
            <a:spLocks noGrp="1"/>
          </p:cNvSpPr>
          <p:nvPr>
            <p:ph type="sldNum" idx="12"/>
          </p:nvPr>
        </p:nvSpPr>
        <p:spPr>
          <a:xfrm rot="0">
            <a:off x="1981200" y="6356351"/>
            <a:ext cx="2133600" cy="365125"/>
          </a:xfrm>
          <a:prstGeom prst="rect"/>
          <a:noFill/>
          <a:ln w="12700" cmpd="sng" cap="flat">
            <a:noFill/>
            <a:prstDash val="solid"/>
            <a:miter/>
          </a:ln>
        </p:spPr>
        <p:txBody>
          <a:bodyPr vert="horz" wrap="square" lIns="91440" tIns="45720" rIns="91440" bIns="45720" anchor="ctr" anchorCtr="0">
            <a:prstTxWarp prst="textNoShape"/>
          </a:bodyPr>
          <a:lstStyle/>
          <a:p>
            <a:pPr marL="0" indent="0" algn="l" eaLnBrk="1" hangingPunct="1">
              <a:lnSpc>
                <a:spcPct val="100000"/>
              </a:lnSpc>
              <a:spcBef>
                <a:spcPts val="0"/>
              </a:spcBef>
              <a:spcAft>
                <a:spcPts val="0"/>
              </a:spcAft>
              <a:buNone/>
            </a:pPr>
            <a:fld id="{CAD2D6BD-DE1B-4B5F-8B41-2702339687B9}" type="slidenum">
              <a:rPr lang="en-US" altLang="zh-CN" sz="1200" b="0" i="0" u="none" strike="noStrike" kern="1200" cap="none" spc="0" baseline="0">
                <a:solidFill>
                  <a:srgbClr val="898989"/>
                </a:solidFill>
                <a:latin typeface="Calibri" pitchFamily="34" charset="0"/>
                <a:ea typeface="MS PGothic" pitchFamily="34" charset="-128"/>
                <a:cs typeface="Arial" pitchFamily="34" charset="0"/>
              </a:rPr>
              <a:t>48</a:t>
            </a:fld>
            <a:endParaRPr lang="zh-CN" altLang="en-US" sz="1200" b="0" i="0" u="none" strike="noStrike" kern="1200" cap="none" spc="0" baseline="0">
              <a:solidFill>
                <a:srgbClr val="898989"/>
              </a:solidFill>
              <a:latin typeface="Calibri" pitchFamily="34" charset="0"/>
              <a:ea typeface="MS PGothic" pitchFamily="34" charset="-128"/>
              <a:cs typeface="Arial" pitchFamily="34" charset="0"/>
            </a:endParaRPr>
          </a:p>
        </p:txBody>
      </p:sp>
    </p:spTree>
    <p:extLst>
      <p:ext uri="{BB962C8B-B14F-4D97-AF65-F5344CB8AC3E}">
        <p14:creationId xmlns:p14="http://schemas.microsoft.com/office/powerpoint/2010/main" val="17306177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16"/>
                                        </p:tgtEl>
                                        <p:attrNameLst>
                                          <p:attrName>style.visibility</p:attrName>
                                        </p:attrNameLst>
                                      </p:cBhvr>
                                      <p:to>
                                        <p:strVal val="visible"/>
                                      </p:to>
                                    </p:set>
                                    <p:anim calcmode="lin" valueType="num">
                                      <p:cBhvr additive="base">
                                        <p:cTn id="7" dur="500" fill="hold"/>
                                        <p:tgtEl>
                                          <p:spTgt spid="516"/>
                                        </p:tgtEl>
                                        <p:attrNameLst>
                                          <p:attrName>ppt_x</p:attrName>
                                        </p:attrNameLst>
                                      </p:cBhvr>
                                      <p:tavLst>
                                        <p:tav tm="0">
                                          <p:val>
                                            <p:strVal val="#ppt_x"/>
                                          </p:val>
                                        </p:tav>
                                        <p:tav tm="100000">
                                          <p:val>
                                            <p:strVal val="#ppt_x"/>
                                          </p:val>
                                        </p:tav>
                                      </p:tavLst>
                                    </p:anim>
                                    <p:anim calcmode="lin" valueType="num">
                                      <p:cBhvr additive="base">
                                        <p:cTn id="8" dur="500" fill="hold"/>
                                        <p:tgtEl>
                                          <p:spTgt spid="51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517"/>
                                        </p:tgtEl>
                                        <p:attrNameLst>
                                          <p:attrName>style.visibility</p:attrName>
                                        </p:attrNameLst>
                                      </p:cBhvr>
                                      <p:to>
                                        <p:strVal val="visible"/>
                                      </p:to>
                                    </p:set>
                                    <p:anim calcmode="lin" valueType="num">
                                      <p:cBhvr additive="base">
                                        <p:cTn id="13" dur="500"/>
                                        <p:tgtEl>
                                          <p:spTgt spid="517"/>
                                        </p:tgtEl>
                                        <p:attrNameLst>
                                          <p:attrName>ppt_y</p:attrName>
                                        </p:attrNameLst>
                                      </p:cBhvr>
                                      <p:tavLst>
                                        <p:tav tm="0">
                                          <p:val>
                                            <p:strVal val="#ppt_y+#ppt_h*1.125000"/>
                                          </p:val>
                                        </p:tav>
                                        <p:tav tm="100000">
                                          <p:val>
                                            <p:strVal val="#ppt_y"/>
                                          </p:val>
                                        </p:tav>
                                      </p:tavLst>
                                    </p:anim>
                                    <p:animEffect transition="in" filter="wipe(up)">
                                      <p:cBhvr>
                                        <p:cTn id="14" dur="500"/>
                                        <p:tgtEl>
                                          <p:spTgt spid="517"/>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6" presetClass="entr" presetSubtype="16" fill="hold" grpId="0" nodeType="clickEffect">
                                  <p:stCondLst>
                                    <p:cond delay="0"/>
                                  </p:stCondLst>
                                  <p:childTnLst>
                                    <p:set>
                                      <p:cBhvr>
                                        <p:cTn id="18" dur="1" fill="hold">
                                          <p:stCondLst>
                                            <p:cond delay="0"/>
                                          </p:stCondLst>
                                        </p:cTn>
                                        <p:tgtEl>
                                          <p:spTgt spid="518"/>
                                        </p:tgtEl>
                                        <p:attrNameLst>
                                          <p:attrName>style.visibility</p:attrName>
                                        </p:attrNameLst>
                                      </p:cBhvr>
                                      <p:to>
                                        <p:strVal val="visible"/>
                                      </p:to>
                                    </p:set>
                                    <p:animEffect transition="in" filter="circle(in)">
                                      <p:cBhvr>
                                        <p:cTn id="19" dur="2000"/>
                                        <p:tgtEl>
                                          <p:spTgt spid="5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6" grpId="0" animBg="1"/>
      <p:bldP spid="517" grpId="0" animBg="1"/>
      <p:bldP spid="518" grpId="0" animBg="1"/>
    </p:bldLst>
  </p:timing>
</p:sld>
</file>

<file path=ppt/slides/slide49.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524" name="Text box"/>
          <p:cNvSpPr>
            <a:spLocks noGrp="1"/>
          </p:cNvSpPr>
          <p:nvPr>
            <p:ph type="title"/>
          </p:nvPr>
        </p:nvSpPr>
        <p:spPr>
          <a:xfrm rot="0">
            <a:off x="1703389" y="1125538"/>
            <a:ext cx="7272337" cy="647699"/>
          </a:xfrm>
          <a:prstGeom prst="rect"/>
          <a:solidFill>
            <a:schemeClr val="bg1"/>
          </a:solidFill>
          <a:ln w="12700" cmpd="sng" cap="flat">
            <a:noFill/>
            <a:prstDash val="solid"/>
            <a:miter/>
          </a:ln>
        </p:spPr>
        <p:txBody>
          <a:bodyPr vert="horz" wrap="square" lIns="91440" tIns="45720" rIns="91440" bIns="45720" anchor="ctr" anchorCtr="0">
            <a:prstTxWarp prst="textNoShape"/>
          </a:bodyPr>
          <a:lstStyle/>
          <a:p>
            <a:pPr marL="0" indent="0" algn="l" eaLnBrk="1" hangingPunct="1">
              <a:lnSpc>
                <a:spcPct val="100000"/>
              </a:lnSpc>
              <a:spcBef>
                <a:spcPts val="0"/>
              </a:spcBef>
              <a:spcAft>
                <a:spcPts val="0"/>
              </a:spcAft>
              <a:buNone/>
            </a:pPr>
            <a:r>
              <a:rPr lang="en-US" altLang="zh-CN" sz="2800" b="0" i="0" u="none" strike="noStrike" kern="1200" cap="none" spc="0" baseline="0">
                <a:solidFill>
                  <a:srgbClr val="000000"/>
                </a:solidFill>
                <a:latin typeface="Calibri" pitchFamily="34" charset="0"/>
                <a:ea typeface="ＭＳ Ｐゴシック" pitchFamily="0" charset="0"/>
                <a:cs typeface="Lucida Sans" pitchFamily="0" charset="0"/>
              </a:rPr>
              <a:t>Properties of a Bernoulli process:</a:t>
            </a:r>
            <a:endParaRPr lang="zh-CN" altLang="en-US" sz="2800" b="0" i="0" u="none" strike="noStrike" kern="1200" cap="none" spc="0" baseline="0">
              <a:solidFill>
                <a:srgbClr val="000000"/>
              </a:solidFill>
              <a:latin typeface="Calibri" pitchFamily="34" charset="0"/>
              <a:ea typeface="ＭＳ Ｐゴシック" pitchFamily="0" charset="0"/>
              <a:cs typeface="Lucida Sans" pitchFamily="0" charset="0"/>
            </a:endParaRPr>
          </a:p>
        </p:txBody>
      </p:sp>
      <p:sp>
        <p:nvSpPr>
          <p:cNvPr id="525" name="Text box"/>
          <p:cNvSpPr>
            <a:spLocks noGrp="1"/>
          </p:cNvSpPr>
          <p:nvPr>
            <p:ph type="body" idx="4294967295"/>
          </p:nvPr>
        </p:nvSpPr>
        <p:spPr>
          <a:xfrm rot="0">
            <a:off x="1774824" y="1916114"/>
            <a:ext cx="8642350" cy="4465637"/>
          </a:xfrm>
          <a:prstGeom prst="rect"/>
          <a:solidFill>
            <a:schemeClr val="bg1"/>
          </a:solidFill>
          <a:ln w="12700" cmpd="sng" cap="flat">
            <a:noFill/>
            <a:prstDash val="solid"/>
            <a:miter/>
          </a:ln>
        </p:spPr>
        <p:txBody>
          <a:bodyPr vert="horz" wrap="square" lIns="91440" tIns="45720" rIns="91440" bIns="45720" anchor="t" anchorCtr="0">
            <a:prstTxWarp prst="textNoShape"/>
          </a:bodyPr>
          <a:lstStyle/>
          <a:p>
            <a:pPr marL="361950" indent="-361950" algn="l" eaLnBrk="1" hangingPunct="1">
              <a:lnSpc>
                <a:spcPct val="100000"/>
              </a:lnSpc>
              <a:spcBef>
                <a:spcPct val="20000"/>
              </a:spcBef>
              <a:spcAft>
                <a:spcPts val="0"/>
              </a:spcAft>
              <a:buFontTx/>
              <a:buAutoNum type="arabicPeriod"/>
            </a:pPr>
            <a:r>
              <a:rPr lang="en-US" altLang="zh-CN" sz="2800" b="0" i="0" u="none" strike="noStrike" kern="1200" cap="none" spc="0" baseline="0">
                <a:solidFill>
                  <a:srgbClr val="000000"/>
                </a:solidFill>
                <a:latin typeface="Calibri" pitchFamily="34" charset="0"/>
                <a:ea typeface="MS PGothic" pitchFamily="34" charset="-128"/>
                <a:cs typeface="Lucida Sans" pitchFamily="0" charset="0"/>
              </a:rPr>
              <a:t>There are a </a:t>
            </a:r>
            <a:r>
              <a:rPr lang="en-US" altLang="zh-CN" sz="2800" b="0" i="0" u="none" strike="noStrike" kern="1200" cap="none" spc="0" baseline="0">
                <a:solidFill>
                  <a:srgbClr val="FF0000"/>
                </a:solidFill>
                <a:latin typeface="Calibri" pitchFamily="34" charset="0"/>
                <a:ea typeface="MS PGothic" pitchFamily="34" charset="-128"/>
                <a:cs typeface="Lucida Sans" pitchFamily="0" charset="0"/>
              </a:rPr>
              <a:t>fixed number</a:t>
            </a:r>
            <a:r>
              <a:rPr lang="en-US" altLang="zh-CN" sz="2800" b="0" i="0" u="none" strike="noStrike" kern="1200" cap="none" spc="0" baseline="0">
                <a:solidFill>
                  <a:srgbClr val="00CC00"/>
                </a:solidFill>
                <a:latin typeface="Calibri" pitchFamily="34" charset="0"/>
                <a:ea typeface="MS PGothic" pitchFamily="34" charset="-128"/>
                <a:cs typeface="Lucida Sans" pitchFamily="0" charset="0"/>
              </a:rPr>
              <a:t> </a:t>
            </a:r>
            <a:r>
              <a:rPr lang="en-US" altLang="zh-CN" sz="2800" b="0" i="0" u="none" strike="noStrike" kern="1200" cap="none" spc="0" baseline="0">
                <a:solidFill>
                  <a:srgbClr val="000000"/>
                </a:solidFill>
                <a:latin typeface="Calibri" pitchFamily="34" charset="0"/>
                <a:ea typeface="MS PGothic" pitchFamily="34" charset="-128"/>
                <a:cs typeface="Lucida Sans" pitchFamily="0" charset="0"/>
              </a:rPr>
              <a:t>of trials.</a:t>
            </a:r>
            <a:endParaRPr lang="en-US" altLang="zh-CN" sz="2800" b="0" i="0" u="none" strike="noStrike" kern="1200" cap="none" spc="0" baseline="0">
              <a:solidFill>
                <a:srgbClr val="000000"/>
              </a:solidFill>
              <a:latin typeface="Calibri" pitchFamily="34" charset="0"/>
              <a:ea typeface="MS PGothic" pitchFamily="34" charset="-128"/>
              <a:cs typeface="Lucida Sans" pitchFamily="0" charset="0"/>
            </a:endParaRPr>
          </a:p>
          <a:p>
            <a:pPr marL="361950" indent="-361950" algn="l" eaLnBrk="1" hangingPunct="1">
              <a:lnSpc>
                <a:spcPct val="100000"/>
              </a:lnSpc>
              <a:spcBef>
                <a:spcPct val="20000"/>
              </a:spcBef>
              <a:spcAft>
                <a:spcPts val="0"/>
              </a:spcAft>
              <a:buFontTx/>
              <a:buAutoNum type="arabicPeriod"/>
            </a:pPr>
            <a:r>
              <a:rPr lang="en-US" altLang="zh-CN" sz="2800" b="0" i="0" u="none" strike="noStrike" kern="1200" cap="none" spc="0" baseline="0">
                <a:solidFill>
                  <a:srgbClr val="000000"/>
                </a:solidFill>
                <a:latin typeface="Calibri" pitchFamily="34" charset="0"/>
                <a:ea typeface="MS PGothic" pitchFamily="34" charset="-128"/>
                <a:cs typeface="Lucida Sans" pitchFamily="0" charset="0"/>
              </a:rPr>
              <a:t>Each trial results in </a:t>
            </a:r>
            <a:r>
              <a:rPr lang="en-US" altLang="zh-CN" sz="2800" b="0" i="0" u="none" strike="noStrike" kern="1200" cap="none" spc="0" baseline="0">
                <a:solidFill>
                  <a:srgbClr val="FF0000"/>
                </a:solidFill>
                <a:latin typeface="Calibri" pitchFamily="34" charset="0"/>
                <a:ea typeface="MS PGothic" pitchFamily="34" charset="-128"/>
                <a:cs typeface="Lucida Sans" pitchFamily="0" charset="0"/>
              </a:rPr>
              <a:t>one of only two possible </a:t>
            </a:r>
            <a:r>
              <a:rPr lang="en-US" altLang="zh-CN" sz="2800" b="0" i="0" u="none" strike="noStrike" kern="1200" cap="none" spc="0" baseline="0">
                <a:solidFill>
                  <a:srgbClr val="000000"/>
                </a:solidFill>
                <a:latin typeface="Calibri" pitchFamily="34" charset="0"/>
                <a:ea typeface="MS PGothic" pitchFamily="34" charset="-128"/>
                <a:cs typeface="Lucida Sans" pitchFamily="0" charset="0"/>
              </a:rPr>
              <a:t>outcomes, labeled success (S) or failure (F).</a:t>
            </a:r>
            <a:endParaRPr lang="en-US" altLang="zh-CN" sz="2800" b="0" i="0" u="none" strike="noStrike" kern="1200" cap="none" spc="0" baseline="0">
              <a:solidFill>
                <a:srgbClr val="000000"/>
              </a:solidFill>
              <a:latin typeface="Calibri" pitchFamily="34" charset="0"/>
              <a:ea typeface="MS PGothic" pitchFamily="34" charset="-128"/>
              <a:cs typeface="Lucida Sans" pitchFamily="0" charset="0"/>
            </a:endParaRPr>
          </a:p>
          <a:p>
            <a:pPr marL="361950" indent="-361950" algn="l" eaLnBrk="1" hangingPunct="1">
              <a:lnSpc>
                <a:spcPct val="100000"/>
              </a:lnSpc>
              <a:spcBef>
                <a:spcPct val="20000"/>
              </a:spcBef>
              <a:spcAft>
                <a:spcPts val="0"/>
              </a:spcAft>
              <a:buFontTx/>
              <a:buAutoNum type="arabicPeriod"/>
            </a:pPr>
            <a:r>
              <a:rPr lang="en-US" altLang="zh-CN" sz="2800" b="0" i="0" u="none" strike="noStrike" kern="1200" cap="none" spc="0" baseline="0">
                <a:solidFill>
                  <a:srgbClr val="000000"/>
                </a:solidFill>
                <a:latin typeface="Calibri" pitchFamily="34" charset="0"/>
                <a:ea typeface="MS PGothic" pitchFamily="34" charset="-128"/>
                <a:cs typeface="Lucida Sans" pitchFamily="0" charset="0"/>
              </a:rPr>
              <a:t>Outcomes of different trials are </a:t>
            </a:r>
            <a:r>
              <a:rPr lang="en-US" altLang="zh-CN" sz="2800" b="0" i="0" u="none" strike="noStrike" kern="1200" cap="none" spc="0" baseline="0">
                <a:solidFill>
                  <a:srgbClr val="FF0000"/>
                </a:solidFill>
                <a:latin typeface="Calibri" pitchFamily="34" charset="0"/>
                <a:ea typeface="MS PGothic" pitchFamily="34" charset="-128"/>
                <a:cs typeface="Lucida Sans" pitchFamily="0" charset="0"/>
              </a:rPr>
              <a:t>independent.</a:t>
            </a:r>
            <a:endParaRPr lang="en-US" altLang="zh-CN" sz="2800" b="0" i="0" u="none" strike="noStrike" kern="1200" cap="none" spc="0" baseline="0">
              <a:solidFill>
                <a:srgbClr val="FF0000"/>
              </a:solidFill>
              <a:latin typeface="Calibri" pitchFamily="34" charset="0"/>
              <a:ea typeface="MS PGothic" pitchFamily="34" charset="-128"/>
              <a:cs typeface="Lucida Sans" pitchFamily="0" charset="0"/>
            </a:endParaRPr>
          </a:p>
          <a:p>
            <a:pPr marL="361950" indent="-361950" algn="l" eaLnBrk="1" hangingPunct="1">
              <a:lnSpc>
                <a:spcPct val="100000"/>
              </a:lnSpc>
              <a:spcBef>
                <a:spcPct val="20000"/>
              </a:spcBef>
              <a:spcAft>
                <a:spcPts val="0"/>
              </a:spcAft>
              <a:buFontTx/>
              <a:buAutoNum type="arabicPeriod"/>
            </a:pPr>
            <a:r>
              <a:rPr lang="en-US" altLang="zh-CN" sz="2800" b="0" i="0" u="none" strike="noStrike" kern="1200" cap="none" spc="0" baseline="0">
                <a:solidFill>
                  <a:srgbClr val="000000"/>
                </a:solidFill>
                <a:latin typeface="Calibri" pitchFamily="34" charset="0"/>
                <a:ea typeface="MS PGothic" pitchFamily="34" charset="-128"/>
                <a:cs typeface="Lucida Sans" pitchFamily="0" charset="0"/>
              </a:rPr>
              <a:t>The probability that a trial results in success is the </a:t>
            </a:r>
            <a:r>
              <a:rPr lang="en-US" altLang="zh-CN" sz="2800" b="0" i="0" u="none" strike="noStrike" kern="1200" cap="none" spc="0" baseline="0">
                <a:solidFill>
                  <a:srgbClr val="FF0000"/>
                </a:solidFill>
                <a:latin typeface="Calibri" pitchFamily="34" charset="0"/>
                <a:ea typeface="MS PGothic" pitchFamily="34" charset="-128"/>
                <a:cs typeface="Lucida Sans" pitchFamily="0" charset="0"/>
              </a:rPr>
              <a:t>same</a:t>
            </a:r>
            <a:r>
              <a:rPr lang="en-US" altLang="zh-CN" sz="2800" b="0" i="0" u="none" strike="noStrike" kern="1200" cap="none" spc="0" baseline="0">
                <a:solidFill>
                  <a:srgbClr val="000000"/>
                </a:solidFill>
                <a:latin typeface="Calibri" pitchFamily="34" charset="0"/>
                <a:ea typeface="MS PGothic" pitchFamily="34" charset="-128"/>
                <a:cs typeface="Lucida Sans" pitchFamily="0" charset="0"/>
              </a:rPr>
              <a:t> for all trials.</a:t>
            </a:r>
            <a:endParaRPr lang="en-US" altLang="zh-CN" sz="2800" b="0" i="0" u="none" strike="noStrike" kern="1200" cap="none" spc="0" baseline="0">
              <a:solidFill>
                <a:srgbClr val="000000"/>
              </a:solidFill>
              <a:latin typeface="Calibri" pitchFamily="34" charset="0"/>
              <a:ea typeface="MS PGothic" pitchFamily="34" charset="-128"/>
              <a:cs typeface="Lucida Sans" pitchFamily="0" charset="0"/>
            </a:endParaRPr>
          </a:p>
          <a:p>
            <a:pPr marL="0" indent="0" algn="l" eaLnBrk="1" hangingPunct="1">
              <a:lnSpc>
                <a:spcPct val="100000"/>
              </a:lnSpc>
              <a:spcBef>
                <a:spcPct val="20000"/>
              </a:spcBef>
              <a:spcAft>
                <a:spcPts val="0"/>
              </a:spcAft>
              <a:buNone/>
            </a:pPr>
            <a:endParaRPr lang="zh-CN" altLang="en-US" sz="2800" b="0" i="0" u="none" strike="noStrike" kern="1200" cap="none" spc="0" baseline="0">
              <a:solidFill>
                <a:srgbClr val="000000"/>
              </a:solidFill>
              <a:latin typeface="Calibri" pitchFamily="34" charset="0"/>
              <a:ea typeface="MS PGothic" pitchFamily="34" charset="-128"/>
              <a:cs typeface="Lucida Sans" pitchFamily="0" charset="0"/>
            </a:endParaRPr>
          </a:p>
        </p:txBody>
      </p:sp>
      <p:sp>
        <p:nvSpPr>
          <p:cNvPr id="526" name="Rectangles"/>
          <p:cNvSpPr>
            <a:spLocks/>
          </p:cNvSpPr>
          <p:nvPr/>
        </p:nvSpPr>
        <p:spPr>
          <a:xfrm rot="0">
            <a:off x="4224339" y="188914"/>
            <a:ext cx="6048375" cy="574675"/>
          </a:xfrm>
          <a:prstGeom prst="rect"/>
          <a:solidFill>
            <a:srgbClr val="FFFFFF"/>
          </a:solidFill>
          <a:ln w="25400" cmpd="sng" cap="flat">
            <a:noFill/>
            <a:prstDash val="solid"/>
            <a:round/>
          </a:ln>
        </p:spPr>
        <p:txBody>
          <a:bodyPr vert="horz" wrap="square" lIns="91440" tIns="45720" rIns="91440" bIns="45720" anchor="t" anchorCtr="0">
            <a:prstTxWarp prst="textNoShape"/>
          </a:bodyPr>
          <a:lstStyle/>
          <a:p>
            <a:pPr marL="0" indent="0" algn="ctr" eaLnBrk="0" fontAlgn="base" hangingPunct="0">
              <a:lnSpc>
                <a:spcPct val="100000"/>
              </a:lnSpc>
              <a:spcBef>
                <a:spcPts val="0"/>
              </a:spcBef>
              <a:spcAft>
                <a:spcPts val="0"/>
              </a:spcAft>
              <a:buNone/>
            </a:pPr>
            <a:r>
              <a:rPr lang="en-US" altLang="zh-CN" sz="3600" b="1" i="0" u="none" strike="noStrike" kern="1200" cap="none" spc="0" baseline="0">
                <a:solidFill>
                  <a:srgbClr val="000000"/>
                </a:solidFill>
                <a:latin typeface="Century Gothic" pitchFamily="0" charset="0"/>
                <a:ea typeface="宋体" pitchFamily="0" charset="0"/>
                <a:cs typeface="Calibri" pitchFamily="34" charset="0"/>
              </a:rPr>
              <a:t>Binomial Distribution </a:t>
            </a:r>
            <a:r>
              <a:rPr lang="en-US" altLang="zh-CN" sz="1800" b="1" i="0" u="none" strike="noStrike" kern="1200" cap="none" spc="0" baseline="0">
                <a:solidFill>
                  <a:srgbClr val="000000"/>
                </a:solidFill>
                <a:latin typeface="Century Gothic" pitchFamily="0" charset="0"/>
                <a:ea typeface="宋体" pitchFamily="0" charset="0"/>
                <a:cs typeface="Calibri" pitchFamily="34" charset="0"/>
              </a:rPr>
              <a:t>(cont’d)</a:t>
            </a:r>
            <a:endParaRPr lang="zh-CN" altLang="en-US" sz="1800" b="1" i="0" u="none" strike="noStrike" kern="1200" cap="none" spc="0" baseline="0">
              <a:solidFill>
                <a:srgbClr val="000000"/>
              </a:solidFill>
              <a:latin typeface="Century Gothic" pitchFamily="0" charset="0"/>
              <a:ea typeface="宋体" pitchFamily="0" charset="0"/>
              <a:cs typeface="Calibri" pitchFamily="34" charset="0"/>
            </a:endParaRPr>
          </a:p>
        </p:txBody>
      </p:sp>
      <p:sp>
        <p:nvSpPr>
          <p:cNvPr id="527" name="Rectangles"/>
          <p:cNvSpPr>
            <a:spLocks/>
          </p:cNvSpPr>
          <p:nvPr/>
        </p:nvSpPr>
        <p:spPr>
          <a:xfrm rot="0">
            <a:off x="6060878" y="6525344"/>
            <a:ext cx="611187" cy="365125"/>
          </a:xfrm>
          <a:prstGeom prst="rect"/>
          <a:noFill/>
          <a:ln w="12700" cmpd="sng" cap="flat">
            <a:noFill/>
            <a:prstDash val="solid"/>
            <a:miter/>
          </a:ln>
        </p:spPr>
        <p:txBody>
          <a:bodyPr vert="horz" wrap="square" lIns="91440" tIns="45720" rIns="91440" bIns="45720" anchor="ctr" anchorCtr="0">
            <a:prstTxWarp prst="textNoShape"/>
          </a:bodyPr>
          <a:lstStyle/>
          <a:p>
            <a:pPr marL="0" indent="0" algn="ctr" eaLnBrk="1" fontAlgn="base" hangingPunct="1">
              <a:lnSpc>
                <a:spcPct val="100000"/>
              </a:lnSpc>
              <a:spcBef>
                <a:spcPts val="0"/>
              </a:spcBef>
              <a:spcAft>
                <a:spcPts val="0"/>
              </a:spcAft>
              <a:buNone/>
            </a:pPr>
            <a:fld id="{CAD2D6BD-DE1B-4B5F-8B41-2702339687B9}" type="slidenum">
              <a:rPr lang="en-US" altLang="zh-CN" sz="1200" b="0" i="0" u="none" strike="noStrike" kern="1200" cap="none" spc="0" baseline="0">
                <a:solidFill>
                  <a:schemeClr val="bg1"/>
                </a:solidFill>
                <a:latin typeface="Calibri" pitchFamily="34" charset="0"/>
                <a:ea typeface="ＭＳ Ｐゴシック" pitchFamily="0" charset="0"/>
                <a:cs typeface="Arial" pitchFamily="34" charset="0"/>
              </a:rPr>
              <a:t>49</a:t>
            </a:fld>
            <a:endParaRPr lang="zh-CN" altLang="en-US" sz="1200" b="0" i="0" u="none" strike="noStrike" kern="1200" cap="none" spc="0" baseline="0">
              <a:solidFill>
                <a:schemeClr val="bg1"/>
              </a:solidFill>
              <a:latin typeface="Calibri" pitchFamily="34" charset="0"/>
              <a:ea typeface="ＭＳ Ｐゴシック" pitchFamily="0" charset="0"/>
              <a:cs typeface="Arial" pitchFamily="34" charset="0"/>
            </a:endParaRPr>
          </a:p>
        </p:txBody>
      </p:sp>
    </p:spTree>
    <p:extLst>
      <p:ext uri="{BB962C8B-B14F-4D97-AF65-F5344CB8AC3E}">
        <p14:creationId xmlns:p14="http://schemas.microsoft.com/office/powerpoint/2010/main" val="1964868722"/>
      </p:ext>
    </p:extLst>
  </p:cSld>
  <p:clrMapOvr>
    <a:masterClrMapping/>
  </p:clrMapOvr>
</p:sld>
</file>

<file path=ppt/slides/slide50.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531" name="Text box"/>
          <p:cNvSpPr>
            <a:spLocks noGrp="1"/>
          </p:cNvSpPr>
          <p:nvPr>
            <p:ph type="body" idx="4294967295"/>
          </p:nvPr>
        </p:nvSpPr>
        <p:spPr>
          <a:xfrm rot="0">
            <a:off x="1919537" y="1268758"/>
            <a:ext cx="8569325" cy="3312367"/>
          </a:xfrm>
          <a:prstGeom prst="rect"/>
          <a:solidFill>
            <a:schemeClr val="bg1"/>
          </a:solidFill>
          <a:ln w="12700" cmpd="sng" cap="flat">
            <a:noFill/>
            <a:prstDash val="solid"/>
            <a:miter/>
          </a:ln>
        </p:spPr>
        <p:txBody>
          <a:bodyPr vert="horz" wrap="square" lIns="91440" tIns="45720" rIns="91440" bIns="45720" anchor="t" anchorCtr="0">
            <a:prstTxWarp prst="textNoShape"/>
          </a:bodyPr>
          <a:lstStyle/>
          <a:p>
            <a:pPr marL="342900" indent="-342900" algn="l" eaLnBrk="1" hangingPunct="1">
              <a:lnSpc>
                <a:spcPct val="100000"/>
              </a:lnSpc>
              <a:spcBef>
                <a:spcPct val="20000"/>
              </a:spcBef>
              <a:spcAft>
                <a:spcPts val="0"/>
              </a:spcAft>
              <a:buFont typeface="Wingdings" pitchFamily="2" charset="2"/>
              <a:buChar char="§"/>
            </a:pPr>
            <a:r>
              <a:rPr lang="en-US" altLang="zh-CN" sz="2000" b="0" i="0" u="none" strike="noStrike" kern="1200" cap="none" spc="0" baseline="0">
                <a:solidFill>
                  <a:srgbClr val="000000"/>
                </a:solidFill>
                <a:latin typeface="Century Gothic" pitchFamily="0" charset="0"/>
                <a:ea typeface="MS PGothic" pitchFamily="34" charset="-128"/>
                <a:cs typeface="Lucida Sans" pitchFamily="0" charset="0"/>
              </a:rPr>
              <a:t>The number </a:t>
            </a:r>
            <a:r>
              <a:rPr lang="en-US" altLang="zh-CN" sz="2000" b="0" i="1" u="none" strike="noStrike" kern="1200" cap="none" spc="0" baseline="0">
                <a:solidFill>
                  <a:srgbClr val="0000FF"/>
                </a:solidFill>
                <a:latin typeface="Times New Roman" pitchFamily="18" charset="0"/>
                <a:ea typeface="MS PGothic" pitchFamily="34" charset="-128"/>
                <a:cs typeface="Times New Roman" pitchFamily="18" charset="0"/>
              </a:rPr>
              <a:t>X</a:t>
            </a:r>
            <a:r>
              <a:rPr lang="en-US" altLang="zh-CN" sz="2000" b="0" i="0" u="none" strike="noStrike" kern="1200" cap="none" spc="0" baseline="0">
                <a:solidFill>
                  <a:srgbClr val="0101FF"/>
                </a:solidFill>
                <a:latin typeface="Century Gothic" pitchFamily="0" charset="0"/>
                <a:ea typeface="MS PGothic" pitchFamily="34" charset="-128"/>
                <a:cs typeface="Lucida Sans" pitchFamily="0" charset="0"/>
              </a:rPr>
              <a:t>  </a:t>
            </a:r>
            <a:r>
              <a:rPr lang="en-US" altLang="zh-CN" sz="2000" b="0" i="0" u="none" strike="noStrike" kern="1200" cap="none" spc="0" baseline="0">
                <a:solidFill>
                  <a:schemeClr val="tx1"/>
                </a:solidFill>
                <a:latin typeface="Century Gothic" pitchFamily="0" charset="0"/>
                <a:ea typeface="MS PGothic" pitchFamily="34" charset="-128"/>
                <a:cs typeface="Lucida Sans" pitchFamily="0" charset="0"/>
              </a:rPr>
              <a:t>of success in </a:t>
            </a:r>
            <a:r>
              <a:rPr lang="en-US" altLang="zh-CN" sz="2000" b="0" i="1" u="none" strike="noStrike" kern="1200" cap="none" spc="0" baseline="0">
                <a:solidFill>
                  <a:schemeClr val="tx1"/>
                </a:solidFill>
                <a:latin typeface="Times New Roman" pitchFamily="18" charset="0"/>
                <a:ea typeface="MS PGothic" pitchFamily="34" charset="-128"/>
                <a:cs typeface="Times New Roman" pitchFamily="18" charset="0"/>
              </a:rPr>
              <a:t>n</a:t>
            </a:r>
            <a:r>
              <a:rPr lang="en-US" altLang="zh-CN" sz="2000" b="0" i="0" u="none" strike="noStrike" kern="1200" cap="none" spc="0" baseline="0">
                <a:solidFill>
                  <a:schemeClr val="tx1"/>
                </a:solidFill>
                <a:latin typeface="Century Gothic" pitchFamily="0" charset="0"/>
                <a:ea typeface="MS PGothic" pitchFamily="34" charset="-128"/>
                <a:cs typeface="Lucida Sans" pitchFamily="0" charset="0"/>
              </a:rPr>
              <a:t> Bernoulli trials is called a binomial random variable. </a:t>
            </a:r>
            <a:endParaRPr lang="en-US" altLang="zh-CN" sz="2000" b="0" i="0" u="none" strike="noStrike" kern="1200" cap="none" spc="0" baseline="0">
              <a:solidFill>
                <a:schemeClr val="tx1"/>
              </a:solidFill>
              <a:latin typeface="Century Gothic" pitchFamily="0" charset="0"/>
              <a:ea typeface="MS PGothic" pitchFamily="34" charset="-128"/>
              <a:cs typeface="Lucida Sans" pitchFamily="0" charset="0"/>
            </a:endParaRPr>
          </a:p>
          <a:p>
            <a:pPr marL="342900" indent="-342900" algn="l" eaLnBrk="1" hangingPunct="1">
              <a:lnSpc>
                <a:spcPct val="100000"/>
              </a:lnSpc>
              <a:spcBef>
                <a:spcPct val="20000"/>
              </a:spcBef>
              <a:spcAft>
                <a:spcPts val="0"/>
              </a:spcAft>
              <a:buFont typeface="Wingdings" pitchFamily="2" charset="2"/>
              <a:buChar char="§"/>
            </a:pPr>
            <a:r>
              <a:rPr lang="en-US" altLang="zh-CN" sz="2000" b="0" i="0" u="none" strike="noStrike" kern="1200" cap="none" spc="0" baseline="0">
                <a:solidFill>
                  <a:schemeClr val="tx1"/>
                </a:solidFill>
                <a:latin typeface="Century Gothic" pitchFamily="0" charset="0"/>
                <a:ea typeface="MS PGothic" pitchFamily="34" charset="-128"/>
                <a:cs typeface="Lucida Sans" pitchFamily="0" charset="0"/>
              </a:rPr>
              <a:t>The probability distribution of this discrete random variable is called the </a:t>
            </a:r>
            <a:r>
              <a:rPr lang="en-US" altLang="zh-CN" sz="2000" b="1" i="0" u="none" strike="noStrike" kern="1200" cap="none" spc="0" baseline="0">
                <a:solidFill>
                  <a:srgbClr val="C00000"/>
                </a:solidFill>
                <a:latin typeface="Century Gothic" pitchFamily="0" charset="0"/>
                <a:ea typeface="MS PGothic" pitchFamily="34" charset="-128"/>
                <a:cs typeface="Lucida Sans" pitchFamily="0" charset="0"/>
              </a:rPr>
              <a:t>binomial distribution</a:t>
            </a:r>
            <a:r>
              <a:rPr lang="en-US" altLang="zh-CN" sz="2000" b="0" i="0" u="none" strike="noStrike" kern="1200" cap="none" spc="0" baseline="0">
                <a:solidFill>
                  <a:schemeClr val="tx1"/>
                </a:solidFill>
                <a:latin typeface="Century Gothic" pitchFamily="0" charset="0"/>
                <a:ea typeface="MS PGothic" pitchFamily="34" charset="-128"/>
                <a:cs typeface="Lucida Sans" pitchFamily="0" charset="0"/>
              </a:rPr>
              <a:t>. </a:t>
            </a:r>
            <a:endParaRPr lang="en-US" altLang="zh-CN" sz="2000" b="0" i="0" u="none" strike="noStrike" kern="1200" cap="none" spc="0" baseline="0">
              <a:solidFill>
                <a:schemeClr val="tx1"/>
              </a:solidFill>
              <a:latin typeface="Century Gothic" pitchFamily="0" charset="0"/>
              <a:ea typeface="MS PGothic" pitchFamily="34" charset="-128"/>
              <a:cs typeface="Lucida Sans" pitchFamily="0" charset="0"/>
            </a:endParaRPr>
          </a:p>
          <a:p>
            <a:pPr marL="342900" indent="-342900" algn="l" eaLnBrk="1" hangingPunct="1">
              <a:lnSpc>
                <a:spcPct val="100000"/>
              </a:lnSpc>
              <a:spcBef>
                <a:spcPct val="20000"/>
              </a:spcBef>
              <a:spcAft>
                <a:spcPts val="0"/>
              </a:spcAft>
              <a:buFont typeface="Wingdings" pitchFamily="2" charset="2"/>
              <a:buChar char="§"/>
            </a:pPr>
            <a:r>
              <a:rPr lang="en-US" altLang="zh-CN" sz="2000" b="1" i="0" u="none" strike="noStrike" kern="1200" cap="none" spc="0" baseline="0">
                <a:solidFill>
                  <a:srgbClr val="0070C0"/>
                </a:solidFill>
                <a:latin typeface="Century Gothic" pitchFamily="0" charset="0"/>
                <a:ea typeface="MS PGothic" pitchFamily="34" charset="-128"/>
                <a:cs typeface="Times New Roman" pitchFamily="18" charset="0"/>
              </a:rPr>
              <a:t>Formula</a:t>
            </a:r>
            <a:r>
              <a:rPr lang="en-US" altLang="zh-CN" sz="2000" b="0" i="0" u="none" strike="noStrike" kern="1200" cap="none" spc="0" baseline="0">
                <a:solidFill>
                  <a:schemeClr val="tx1"/>
                </a:solidFill>
                <a:latin typeface="Century Gothic" pitchFamily="0" charset="0"/>
                <a:ea typeface="MS PGothic" pitchFamily="34" charset="-128"/>
                <a:cs typeface="Times New Roman" pitchFamily="18" charset="0"/>
              </a:rPr>
              <a:t>:</a:t>
            </a:r>
            <a:endParaRPr lang="en-US" altLang="zh-CN" sz="2000" b="0" i="0" u="none" strike="noStrike" kern="1200" cap="none" spc="0" baseline="0">
              <a:solidFill>
                <a:schemeClr val="tx1"/>
              </a:solidFill>
              <a:latin typeface="Century Gothic" pitchFamily="0" charset="0"/>
              <a:ea typeface="MS PGothic" pitchFamily="34" charset="-128"/>
              <a:cs typeface="Times New Roman" pitchFamily="18" charset="0"/>
            </a:endParaRPr>
          </a:p>
          <a:p>
            <a:pPr marL="358775" indent="-358775" algn="l" eaLnBrk="1" hangingPunct="1">
              <a:lnSpc>
                <a:spcPct val="100000"/>
              </a:lnSpc>
              <a:spcBef>
                <a:spcPct val="20000"/>
              </a:spcBef>
              <a:spcAft>
                <a:spcPts val="0"/>
              </a:spcAft>
              <a:buNone/>
            </a:pPr>
            <a:r>
              <a:rPr lang="en-US" altLang="zh-CN" sz="2000" b="0" i="0" u="none" strike="noStrike" kern="1200" cap="none" spc="0" baseline="0">
                <a:solidFill>
                  <a:schemeClr val="tx1"/>
                </a:solidFill>
                <a:latin typeface="Century Gothic" pitchFamily="0" charset="0"/>
                <a:ea typeface="MS PGothic" pitchFamily="34" charset="-128"/>
                <a:cs typeface="Times New Roman" pitchFamily="18" charset="0"/>
              </a:rPr>
              <a:t>     A Bernoulli trial can result in a success with probability </a:t>
            </a:r>
            <a:r>
              <a:rPr lang="en-US" altLang="zh-CN" sz="2000" b="0" i="1" u="none" strike="noStrike" kern="1200" cap="none" spc="0" baseline="0">
                <a:solidFill>
                  <a:schemeClr val="tx1"/>
                </a:solidFill>
                <a:latin typeface="Times New Roman" pitchFamily="18" charset="0"/>
                <a:ea typeface="MS PGothic" pitchFamily="34" charset="-128"/>
                <a:cs typeface="Times New Roman" pitchFamily="18" charset="0"/>
              </a:rPr>
              <a:t>p</a:t>
            </a:r>
            <a:r>
              <a:rPr lang="en-US" altLang="zh-CN" sz="2000" b="0" i="0" u="none" strike="noStrike" kern="1200" cap="none" spc="0" baseline="0">
                <a:solidFill>
                  <a:schemeClr val="tx1"/>
                </a:solidFill>
                <a:latin typeface="Century Gothic" pitchFamily="0" charset="0"/>
                <a:ea typeface="MS PGothic" pitchFamily="34" charset="-128"/>
                <a:cs typeface="Times New Roman" pitchFamily="18" charset="0"/>
              </a:rPr>
              <a:t> and a  failure with probability </a:t>
            </a:r>
            <a:r>
              <a:rPr lang="en-US" altLang="zh-CN" sz="2000" b="0" i="1" u="none" strike="noStrike" kern="1200" cap="none" spc="0" baseline="0">
                <a:solidFill>
                  <a:schemeClr val="tx1"/>
                </a:solidFill>
                <a:latin typeface="Times New Roman" pitchFamily="18" charset="0"/>
                <a:ea typeface="MS PGothic" pitchFamily="34" charset="-128"/>
                <a:cs typeface="Times New Roman" pitchFamily="18" charset="0"/>
              </a:rPr>
              <a:t>q = </a:t>
            </a:r>
            <a:r>
              <a:rPr lang="en-US" altLang="zh-CN" sz="2000" b="0" i="0" u="none" strike="noStrike" kern="1200" cap="none" spc="0" baseline="0">
                <a:solidFill>
                  <a:schemeClr val="tx1"/>
                </a:solidFill>
                <a:latin typeface="Times New Roman" pitchFamily="18" charset="0"/>
                <a:ea typeface="MS PGothic" pitchFamily="34" charset="-128"/>
                <a:cs typeface="Times New Roman" pitchFamily="18" charset="0"/>
              </a:rPr>
              <a:t>1</a:t>
            </a:r>
            <a:r>
              <a:rPr lang="en-US" altLang="zh-CN" sz="2000" b="0" i="1" u="none" strike="noStrike" kern="1200" cap="none" spc="0" baseline="0">
                <a:solidFill>
                  <a:schemeClr val="tx1"/>
                </a:solidFill>
                <a:latin typeface="Times New Roman" pitchFamily="18" charset="0"/>
                <a:ea typeface="MS PGothic" pitchFamily="34" charset="-128"/>
                <a:cs typeface="Times New Roman" pitchFamily="18" charset="0"/>
              </a:rPr>
              <a:t>-p</a:t>
            </a:r>
            <a:r>
              <a:rPr lang="en-US" altLang="zh-CN" sz="2000" b="0" i="0" u="none" strike="noStrike" kern="1200" cap="none" spc="0" baseline="0">
                <a:solidFill>
                  <a:schemeClr val="tx1"/>
                </a:solidFill>
                <a:latin typeface="Century Gothic" pitchFamily="0" charset="0"/>
                <a:ea typeface="MS PGothic" pitchFamily="34" charset="-128"/>
                <a:cs typeface="Times New Roman" pitchFamily="18" charset="0"/>
              </a:rPr>
              <a:t>. Then the probability distribution of the binomial random variable </a:t>
            </a:r>
            <a:r>
              <a:rPr lang="en-US" altLang="zh-CN" sz="2000" b="0" i="1" u="none" strike="noStrike" kern="1200" cap="none" spc="0" baseline="0">
                <a:solidFill>
                  <a:schemeClr val="tx1"/>
                </a:solidFill>
                <a:latin typeface="Times New Roman" pitchFamily="18" charset="0"/>
                <a:ea typeface="MS PGothic" pitchFamily="34" charset="-128"/>
                <a:cs typeface="Times New Roman" pitchFamily="18" charset="0"/>
              </a:rPr>
              <a:t>X</a:t>
            </a:r>
            <a:r>
              <a:rPr lang="en-US" altLang="zh-CN" sz="2000" b="0" i="0" u="none" strike="noStrike" kern="1200" cap="none" spc="0" baseline="0">
                <a:solidFill>
                  <a:schemeClr val="tx1"/>
                </a:solidFill>
                <a:latin typeface="Century Gothic" pitchFamily="0" charset="0"/>
                <a:ea typeface="MS PGothic" pitchFamily="34" charset="-128"/>
                <a:cs typeface="Times New Roman" pitchFamily="18" charset="0"/>
              </a:rPr>
              <a:t>, the number of successes in </a:t>
            </a:r>
            <a:r>
              <a:rPr lang="en-US" altLang="zh-CN" sz="2000" b="0" i="1" u="none" strike="noStrike" kern="1200" cap="none" spc="0" baseline="0">
                <a:solidFill>
                  <a:schemeClr val="tx1"/>
                </a:solidFill>
                <a:latin typeface="Times New Roman" pitchFamily="18" charset="0"/>
                <a:ea typeface="MS PGothic" pitchFamily="34" charset="-128"/>
                <a:cs typeface="Times New Roman" pitchFamily="18" charset="0"/>
              </a:rPr>
              <a:t>n</a:t>
            </a:r>
            <a:r>
              <a:rPr lang="en-US" altLang="zh-CN" sz="2000" b="0" i="0" u="none" strike="noStrike" kern="1200" cap="none" spc="0" baseline="0">
                <a:solidFill>
                  <a:schemeClr val="tx1"/>
                </a:solidFill>
                <a:latin typeface="Century Gothic" pitchFamily="0" charset="0"/>
                <a:ea typeface="MS PGothic" pitchFamily="34" charset="-128"/>
                <a:cs typeface="Times New Roman" pitchFamily="18" charset="0"/>
              </a:rPr>
              <a:t> independent trials, is</a:t>
            </a:r>
            <a:endParaRPr lang="en-US" altLang="zh-CN" sz="2000" b="0" i="0" u="none" strike="noStrike" kern="1200" cap="none" spc="0" baseline="0">
              <a:solidFill>
                <a:schemeClr val="tx1"/>
              </a:solidFill>
              <a:latin typeface="Century Gothic" pitchFamily="0" charset="0"/>
              <a:ea typeface="MS PGothic" pitchFamily="34" charset="-128"/>
              <a:cs typeface="Times New Roman" pitchFamily="18" charset="0"/>
            </a:endParaRPr>
          </a:p>
          <a:p>
            <a:pPr marL="358775" indent="-358775" algn="l" eaLnBrk="1" hangingPunct="1">
              <a:lnSpc>
                <a:spcPct val="100000"/>
              </a:lnSpc>
              <a:spcBef>
                <a:spcPct val="20000"/>
              </a:spcBef>
              <a:spcAft>
                <a:spcPts val="0"/>
              </a:spcAft>
              <a:buNone/>
            </a:pPr>
            <a:endParaRPr lang="en-US" altLang="zh-CN" sz="2000" b="0" i="0" u="none" strike="noStrike" kern="1200" cap="none" spc="0" baseline="0">
              <a:solidFill>
                <a:schemeClr val="tx1"/>
              </a:solidFill>
              <a:latin typeface="Century Gothic" pitchFamily="0" charset="0"/>
              <a:ea typeface="MS PGothic" pitchFamily="34" charset="-128"/>
              <a:cs typeface="Times New Roman" pitchFamily="18" charset="0"/>
            </a:endParaRPr>
          </a:p>
          <a:p>
            <a:pPr marL="358775" indent="-358775" algn="l" eaLnBrk="1" hangingPunct="1">
              <a:lnSpc>
                <a:spcPct val="100000"/>
              </a:lnSpc>
              <a:spcBef>
                <a:spcPct val="20000"/>
              </a:spcBef>
              <a:spcAft>
                <a:spcPts val="0"/>
              </a:spcAft>
              <a:buNone/>
            </a:pPr>
            <a:endParaRPr lang="en-US" altLang="zh-CN" sz="2000" b="0" i="0" u="none" strike="noStrike" kern="1200" cap="none" spc="0" baseline="0">
              <a:solidFill>
                <a:schemeClr val="tx1"/>
              </a:solidFill>
              <a:latin typeface="Century Gothic" pitchFamily="0" charset="0"/>
              <a:ea typeface="MS PGothic" pitchFamily="34" charset="-128"/>
              <a:cs typeface="Times New Roman" pitchFamily="18" charset="0"/>
            </a:endParaRPr>
          </a:p>
          <a:p>
            <a:pPr marL="342900" indent="-342900" algn="l" eaLnBrk="1" hangingPunct="1">
              <a:lnSpc>
                <a:spcPct val="100000"/>
              </a:lnSpc>
              <a:spcBef>
                <a:spcPct val="20000"/>
              </a:spcBef>
              <a:spcAft>
                <a:spcPts val="0"/>
              </a:spcAft>
              <a:buFont typeface="Wingdings" pitchFamily="2" charset="2"/>
              <a:buChar char="§"/>
            </a:pPr>
            <a:r>
              <a:rPr lang="en-US" altLang="zh-CN" sz="2000" b="0" i="0" u="none" strike="noStrike" kern="1200" cap="none" spc="0" baseline="0">
                <a:solidFill>
                  <a:schemeClr val="tx1"/>
                </a:solidFill>
                <a:latin typeface="Century Gothic" pitchFamily="0" charset="0"/>
                <a:ea typeface="MS PGothic" pitchFamily="34" charset="-128"/>
                <a:cs typeface="Times New Roman" pitchFamily="18" charset="0"/>
              </a:rPr>
              <a:t>The </a:t>
            </a:r>
            <a:r>
              <a:rPr lang="en-US" altLang="zh-CN" sz="2000" b="1" i="0" u="none" strike="noStrike" kern="1200" cap="none" spc="0" baseline="0">
                <a:solidFill>
                  <a:srgbClr val="C00000"/>
                </a:solidFill>
                <a:latin typeface="Century Gothic" pitchFamily="0" charset="0"/>
                <a:ea typeface="MS PGothic" pitchFamily="34" charset="-128"/>
                <a:cs typeface="Times New Roman" pitchFamily="18" charset="0"/>
              </a:rPr>
              <a:t>mean</a:t>
            </a:r>
            <a:r>
              <a:rPr lang="en-US" altLang="zh-CN" sz="2000" b="0" i="0" u="none" strike="noStrike" kern="1200" cap="none" spc="0" baseline="0">
                <a:solidFill>
                  <a:schemeClr val="tx1"/>
                </a:solidFill>
                <a:latin typeface="Century Gothic" pitchFamily="0" charset="0"/>
                <a:ea typeface="MS PGothic" pitchFamily="34" charset="-128"/>
                <a:cs typeface="Times New Roman" pitchFamily="18" charset="0"/>
              </a:rPr>
              <a:t> and </a:t>
            </a:r>
            <a:r>
              <a:rPr lang="en-US" altLang="zh-CN" sz="2000" b="1" i="0" u="none" strike="noStrike" kern="1200" cap="none" spc="0" baseline="0">
                <a:solidFill>
                  <a:srgbClr val="C00000"/>
                </a:solidFill>
                <a:latin typeface="Century Gothic" pitchFamily="0" charset="0"/>
                <a:ea typeface="MS PGothic" pitchFamily="34" charset="-128"/>
                <a:cs typeface="Times New Roman" pitchFamily="18" charset="0"/>
              </a:rPr>
              <a:t>variance</a:t>
            </a:r>
            <a:r>
              <a:rPr lang="en-US" altLang="zh-CN" sz="2000" b="0" i="0" u="none" strike="noStrike" kern="1200" cap="none" spc="0" baseline="0">
                <a:solidFill>
                  <a:schemeClr val="tx1"/>
                </a:solidFill>
                <a:latin typeface="Century Gothic" pitchFamily="0" charset="0"/>
                <a:ea typeface="MS PGothic" pitchFamily="34" charset="-128"/>
                <a:cs typeface="Times New Roman" pitchFamily="18" charset="0"/>
              </a:rPr>
              <a:t> of the binomial distribution:</a:t>
            </a:r>
            <a:endParaRPr lang="zh-CN" altLang="en-US" sz="2000" b="0" i="0" u="none" strike="noStrike" kern="1200" cap="none" spc="0" baseline="0">
              <a:solidFill>
                <a:schemeClr val="tx1"/>
              </a:solidFill>
              <a:latin typeface="Century Gothic" pitchFamily="0" charset="0"/>
              <a:ea typeface="MS PGothic" pitchFamily="34" charset="-128"/>
              <a:cs typeface="Times New Roman" pitchFamily="18" charset="0"/>
            </a:endParaRPr>
          </a:p>
        </p:txBody>
      </p:sp>
      <p:sp>
        <p:nvSpPr>
          <p:cNvPr id="532" name="Rectangles"/>
          <p:cNvSpPr>
            <a:spLocks/>
          </p:cNvSpPr>
          <p:nvPr/>
        </p:nvSpPr>
        <p:spPr>
          <a:xfrm rot="0">
            <a:off x="3935760" y="188639"/>
            <a:ext cx="6013448" cy="558800"/>
          </a:xfrm>
          <a:prstGeom prst="rect"/>
          <a:solidFill>
            <a:srgbClr val="FFFFFF"/>
          </a:solidFill>
          <a:ln w="25400" cmpd="sng" cap="flat">
            <a:noFill/>
            <a:prstDash val="solid"/>
            <a:round/>
          </a:ln>
        </p:spPr>
        <p:txBody>
          <a:bodyPr vert="horz" wrap="square" lIns="91440" tIns="45720" rIns="91440" bIns="45720" anchor="t" anchorCtr="0">
            <a:prstTxWarp prst="textNoShape"/>
          </a:bodyPr>
          <a:lstStyle/>
          <a:p>
            <a:pPr marL="0" indent="0" algn="ctr" eaLnBrk="0" fontAlgn="base" hangingPunct="0">
              <a:lnSpc>
                <a:spcPct val="100000"/>
              </a:lnSpc>
              <a:spcBef>
                <a:spcPts val="0"/>
              </a:spcBef>
              <a:spcAft>
                <a:spcPts val="0"/>
              </a:spcAft>
              <a:buNone/>
            </a:pPr>
            <a:r>
              <a:rPr lang="en-US" altLang="zh-CN" sz="3600" b="1" i="0" u="none" strike="noStrike" kern="1200" cap="none" spc="0" baseline="0">
                <a:solidFill>
                  <a:srgbClr val="000000"/>
                </a:solidFill>
                <a:latin typeface="Century Gothic" pitchFamily="0" charset="0"/>
                <a:ea typeface="宋体" pitchFamily="0" charset="0"/>
                <a:cs typeface="Calibri" pitchFamily="34" charset="0"/>
              </a:rPr>
              <a:t>Binomial Distribution </a:t>
            </a:r>
            <a:r>
              <a:rPr lang="en-US" altLang="zh-CN" sz="1800" b="1" i="0" u="none" strike="noStrike" kern="1200" cap="none" spc="0" baseline="0">
                <a:solidFill>
                  <a:srgbClr val="000000"/>
                </a:solidFill>
                <a:latin typeface="Century Gothic" pitchFamily="0" charset="0"/>
                <a:ea typeface="宋体" pitchFamily="0" charset="0"/>
                <a:cs typeface="Calibri" pitchFamily="34" charset="0"/>
              </a:rPr>
              <a:t>(cont’d)</a:t>
            </a:r>
            <a:endParaRPr lang="zh-CN" altLang="en-US" sz="1800" b="1" i="0" u="none" strike="noStrike" kern="1200" cap="none" spc="0" baseline="0">
              <a:solidFill>
                <a:srgbClr val="000000"/>
              </a:solidFill>
              <a:latin typeface="Century Gothic" pitchFamily="0" charset="0"/>
              <a:ea typeface="宋体" pitchFamily="0" charset="0"/>
              <a:cs typeface="Calibri" pitchFamily="34" charset="0"/>
            </a:endParaRPr>
          </a:p>
        </p:txBody>
      </p:sp>
      <p:sp>
        <p:nvSpPr>
          <p:cNvPr id="533" name="Rectangles"/>
          <p:cNvSpPr>
            <a:spLocks/>
          </p:cNvSpPr>
          <p:nvPr/>
        </p:nvSpPr>
        <p:spPr>
          <a:xfrm rot="0">
            <a:off x="6060878" y="6525344"/>
            <a:ext cx="611187" cy="365125"/>
          </a:xfrm>
          <a:prstGeom prst="rect"/>
          <a:noFill/>
          <a:ln w="12700" cmpd="sng" cap="flat">
            <a:noFill/>
            <a:prstDash val="solid"/>
            <a:miter/>
          </a:ln>
        </p:spPr>
        <p:txBody>
          <a:bodyPr vert="horz" wrap="square" lIns="91440" tIns="45720" rIns="91440" bIns="45720" anchor="ctr" anchorCtr="0">
            <a:prstTxWarp prst="textNoShape"/>
          </a:bodyPr>
          <a:lstStyle/>
          <a:p>
            <a:pPr marL="0" indent="0" algn="ctr" eaLnBrk="1" fontAlgn="base" hangingPunct="1">
              <a:lnSpc>
                <a:spcPct val="100000"/>
              </a:lnSpc>
              <a:spcBef>
                <a:spcPts val="0"/>
              </a:spcBef>
              <a:spcAft>
                <a:spcPts val="0"/>
              </a:spcAft>
              <a:buNone/>
            </a:pPr>
            <a:fld id="{CAD2D6BD-DE1B-4B5F-8B41-2702339687B9}" type="slidenum">
              <a:rPr lang="en-US" altLang="zh-CN" sz="1200" b="0" i="0" u="none" strike="noStrike" kern="1200" cap="none" spc="0" baseline="0">
                <a:solidFill>
                  <a:schemeClr val="bg1"/>
                </a:solidFill>
                <a:latin typeface="Calibri" pitchFamily="34" charset="0"/>
                <a:ea typeface="ＭＳ Ｐゴシック" pitchFamily="0" charset="0"/>
                <a:cs typeface="Arial" pitchFamily="34" charset="0"/>
              </a:rPr>
              <a:t>50</a:t>
            </a:fld>
            <a:endParaRPr lang="zh-CN" altLang="en-US" sz="1200" b="0" i="0" u="none" strike="noStrike" kern="1200" cap="none" spc="0" baseline="0">
              <a:solidFill>
                <a:schemeClr val="bg1"/>
              </a:solidFill>
              <a:latin typeface="Calibri" pitchFamily="34" charset="0"/>
              <a:ea typeface="ＭＳ Ｐゴシック" pitchFamily="0" charset="0"/>
              <a:cs typeface="Arial" pitchFamily="34" charset="0"/>
            </a:endParaRPr>
          </a:p>
        </p:txBody>
      </p:sp>
      <p:sp>
        <p:nvSpPr>
          <p:cNvPr id="534" name="Rectangles"/>
          <p:cNvSpPr>
            <a:spLocks noChangeAspect="1"/>
          </p:cNvSpPr>
          <p:nvPr/>
        </p:nvSpPr>
        <p:spPr>
          <a:xfrm rot="0">
            <a:off x="3143673" y="4293096"/>
            <a:ext cx="5553443" cy="646843"/>
          </a:xfrm>
          <a:prstGeom prst="rect"/>
          <a:blipFill rotWithShape="1">
            <a:blip r:embed="rId1"/>
            <a:stretch/>
          </a:blipFill>
          <a:ln w="12700"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en-US" altLang="zh-CN" sz="1800" b="0" i="0" u="none" strike="noStrike" kern="1200" cap="none" spc="0" baseline="0">
                <a:noFill/>
                <a:latin typeface="Calibri" pitchFamily="34" charset="0"/>
                <a:ea typeface="MS PGothic" pitchFamily="34" charset="-128"/>
                <a:cs typeface="Calibri" pitchFamily="34" charset="0"/>
              </a:rPr>
              <a:t> </a:t>
            </a:r>
            <a:endParaRPr lang="zh-CN" altLang="en-US" sz="1800" b="0" i="0" u="none" strike="noStrike" kern="1200" cap="none" spc="0" baseline="0">
              <a:noFill/>
              <a:latin typeface="Calibri" pitchFamily="34" charset="0"/>
              <a:ea typeface="MS PGothic" pitchFamily="34" charset="-128"/>
              <a:cs typeface="Calibri" pitchFamily="34" charset="0"/>
            </a:endParaRPr>
          </a:p>
        </p:txBody>
      </p:sp>
      <p:sp>
        <p:nvSpPr>
          <p:cNvPr id="535" name="Rectangles"/>
          <p:cNvSpPr>
            <a:spLocks noChangeAspect="1"/>
          </p:cNvSpPr>
          <p:nvPr/>
        </p:nvSpPr>
        <p:spPr>
          <a:xfrm rot="0">
            <a:off x="3071664" y="5589240"/>
            <a:ext cx="5184576" cy="523218"/>
          </a:xfrm>
          <a:prstGeom prst="rect"/>
          <a:blipFill rotWithShape="1">
            <a:blip r:embed="rId2"/>
            <a:stretch/>
          </a:blipFill>
          <a:ln w="12700"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en-US" altLang="zh-CN" sz="1800" b="0" i="0" u="none" strike="noStrike" kern="1200" cap="none" spc="0" baseline="0">
                <a:noFill/>
                <a:latin typeface="Calibri" pitchFamily="34" charset="0"/>
                <a:ea typeface="MS PGothic" pitchFamily="34" charset="-128"/>
                <a:cs typeface="Calibri" pitchFamily="34" charset="0"/>
              </a:rPr>
              <a:t> </a:t>
            </a:r>
            <a:endParaRPr lang="zh-CN" altLang="en-US" sz="1800" b="0" i="0" u="none" strike="noStrike" kern="1200" cap="none" spc="0" baseline="0">
              <a:noFill/>
              <a:latin typeface="Calibri" pitchFamily="34" charset="0"/>
              <a:ea typeface="MS PGothic" pitchFamily="34" charset="-128"/>
              <a:cs typeface="Calibri" pitchFamily="34" charset="0"/>
            </a:endParaRPr>
          </a:p>
        </p:txBody>
      </p:sp>
    </p:spTree>
    <p:extLst>
      <p:ext uri="{BB962C8B-B14F-4D97-AF65-F5344CB8AC3E}">
        <p14:creationId xmlns:p14="http://schemas.microsoft.com/office/powerpoint/2010/main" val="1901652592"/>
      </p:ext>
    </p:extLst>
  </p:cSld>
  <p:clrMapOvr>
    <a:masterClrMapping/>
  </p:clrMapOvr>
</p:sld>
</file>

<file path=ppt/slides/slide51.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539" name="Rectangles"/>
          <p:cNvSpPr>
            <a:spLocks/>
          </p:cNvSpPr>
          <p:nvPr/>
        </p:nvSpPr>
        <p:spPr>
          <a:xfrm rot="0">
            <a:off x="4151784" y="188639"/>
            <a:ext cx="5257800" cy="634365"/>
          </a:xfrm>
          <a:prstGeom prst="rect"/>
          <a:solidFill>
            <a:srgbClr val="FFFFFF"/>
          </a:solidFill>
          <a:ln w="25400" cmpd="sng" cap="flat">
            <a:noFill/>
            <a:prstDash val="solid"/>
            <a:round/>
          </a:ln>
        </p:spPr>
        <p:txBody>
          <a:bodyPr vert="horz" wrap="square" lIns="91440" tIns="45720" rIns="91440" bIns="45720" anchor="t" anchorCtr="0">
            <a:prstTxWarp prst="textNoShape"/>
            <a:spAutoFit/>
          </a:bodyPr>
          <a:lstStyle/>
          <a:p>
            <a:pPr marL="0" indent="0" algn="ctr">
              <a:lnSpc>
                <a:spcPct val="100000"/>
              </a:lnSpc>
              <a:spcBef>
                <a:spcPts val="0"/>
              </a:spcBef>
              <a:spcAft>
                <a:spcPts val="0"/>
              </a:spcAft>
              <a:buNone/>
            </a:pPr>
            <a:r>
              <a:rPr lang="en-US" altLang="zh-CN" sz="3600" b="1" i="0" u="none" strike="noStrike" kern="1200" cap="none" spc="0" baseline="0">
                <a:solidFill>
                  <a:srgbClr val="000000"/>
                </a:solidFill>
                <a:latin typeface="Century Gothic" pitchFamily="0" charset="0"/>
                <a:ea typeface="宋体" pitchFamily="0" charset="0"/>
                <a:cs typeface="Calibri" pitchFamily="34" charset="0"/>
              </a:rPr>
              <a:t>Example  </a:t>
            </a:r>
            <a:endParaRPr lang="zh-CN" altLang="en-US" sz="3600" b="1" i="0" u="none" strike="noStrike" kern="1200" cap="none" spc="0" baseline="0">
              <a:solidFill>
                <a:srgbClr val="000000"/>
              </a:solidFill>
              <a:latin typeface="Century Gothic" pitchFamily="0" charset="0"/>
              <a:ea typeface="宋体" pitchFamily="0" charset="0"/>
              <a:cs typeface="Calibri" pitchFamily="34" charset="0"/>
            </a:endParaRPr>
          </a:p>
        </p:txBody>
      </p:sp>
      <p:sp>
        <p:nvSpPr>
          <p:cNvPr id="540" name="Rectangles"/>
          <p:cNvSpPr>
            <a:spLocks/>
          </p:cNvSpPr>
          <p:nvPr/>
        </p:nvSpPr>
        <p:spPr>
          <a:xfrm rot="0">
            <a:off x="1775520" y="1268761"/>
            <a:ext cx="8640762" cy="1611630"/>
          </a:xfrm>
          <a:prstGeom prst="rect"/>
          <a:noFill/>
          <a:ln w="12700" cmpd="sng" cap="flat">
            <a:noFill/>
            <a:prstDash val="solid"/>
            <a:miter/>
          </a:ln>
        </p:spPr>
        <p:txBody>
          <a:bodyPr vert="horz" wrap="square" lIns="91440" tIns="45720" rIns="91440" bIns="45720" anchor="t" anchorCtr="0">
            <a:prstTxWarp prst="textNoShape"/>
            <a:spAutoFit/>
          </a:bodyPr>
          <a:lstStyle/>
          <a:p>
            <a:pPr marL="0" indent="0" algn="l">
              <a:lnSpc>
                <a:spcPct val="140000"/>
              </a:lnSpc>
              <a:spcBef>
                <a:spcPts val="0"/>
              </a:spcBef>
              <a:spcAft>
                <a:spcPts val="0"/>
              </a:spcAft>
              <a:buNone/>
            </a:pPr>
            <a:r>
              <a:rPr lang="en-US" altLang="zh-CN" sz="2400" b="0" i="0" u="none" strike="noStrike" kern="1200" cap="none" spc="0" baseline="0">
                <a:solidFill>
                  <a:schemeClr val="tx1"/>
                </a:solidFill>
                <a:latin typeface="Century Gothic" pitchFamily="0" charset="0"/>
                <a:ea typeface="ＭＳ Ｐゴシック" pitchFamily="0" charset="0"/>
                <a:cs typeface="Century Gothic" pitchFamily="0" charset="0"/>
              </a:rPr>
              <a:t>The probability that a certain kind of component will survive a shock test is ¾. Find the probability that exactly 2 of the next 4 components tested survive. </a:t>
            </a:r>
            <a:endParaRPr lang="zh-CN" altLang="en-US" sz="2400" b="0" i="0" u="none" strike="noStrike" kern="1200" cap="none" spc="0" baseline="0">
              <a:solidFill>
                <a:schemeClr val="tx1"/>
              </a:solidFill>
              <a:latin typeface="Century Gothic" pitchFamily="0" charset="0"/>
              <a:ea typeface="ＭＳ Ｐゴシック" pitchFamily="0" charset="0"/>
              <a:cs typeface="Century Gothic" pitchFamily="0" charset="0"/>
            </a:endParaRPr>
          </a:p>
        </p:txBody>
      </p:sp>
      <p:sp>
        <p:nvSpPr>
          <p:cNvPr id="541" name="Rectangles"/>
          <p:cNvSpPr>
            <a:spLocks/>
          </p:cNvSpPr>
          <p:nvPr/>
        </p:nvSpPr>
        <p:spPr>
          <a:xfrm rot="0">
            <a:off x="6060878" y="6525344"/>
            <a:ext cx="611187" cy="365125"/>
          </a:xfrm>
          <a:prstGeom prst="rect"/>
          <a:noFill/>
          <a:ln w="12700" cmpd="sng" cap="flat">
            <a:noFill/>
            <a:prstDash val="solid"/>
            <a:miter/>
          </a:ln>
        </p:spPr>
        <p:txBody>
          <a:bodyPr vert="horz" wrap="square" lIns="91440" tIns="45720" rIns="91440" bIns="45720" anchor="ctr" anchorCtr="0">
            <a:prstTxWarp prst="textNoShape"/>
          </a:bodyPr>
          <a:lstStyle/>
          <a:p>
            <a:pPr marL="0" indent="0" algn="ctr" eaLnBrk="1" fontAlgn="base" hangingPunct="1">
              <a:lnSpc>
                <a:spcPct val="100000"/>
              </a:lnSpc>
              <a:spcBef>
                <a:spcPts val="0"/>
              </a:spcBef>
              <a:spcAft>
                <a:spcPts val="0"/>
              </a:spcAft>
              <a:buNone/>
            </a:pPr>
            <a:fld id="{CAD2D6BD-DE1B-4B5F-8B41-2702339687B9}" type="slidenum">
              <a:rPr lang="en-US" altLang="zh-CN" sz="1200" b="0" i="0" u="none" strike="noStrike" kern="1200" cap="none" spc="0" baseline="0">
                <a:solidFill>
                  <a:schemeClr val="bg1"/>
                </a:solidFill>
                <a:latin typeface="Calibri" pitchFamily="34" charset="0"/>
                <a:ea typeface="ＭＳ Ｐゴシック" pitchFamily="0" charset="0"/>
                <a:cs typeface="Arial" pitchFamily="34" charset="0"/>
              </a:rPr>
              <a:t>51</a:t>
            </a:fld>
            <a:endParaRPr lang="zh-CN" altLang="en-US" sz="1200" b="0" i="0" u="none" strike="noStrike" kern="1200" cap="none" spc="0" baseline="0">
              <a:solidFill>
                <a:schemeClr val="bg1"/>
              </a:solidFill>
              <a:latin typeface="Calibri" pitchFamily="34" charset="0"/>
              <a:ea typeface="ＭＳ Ｐゴシック" pitchFamily="0" charset="0"/>
              <a:cs typeface="Arial" pitchFamily="34" charset="0"/>
            </a:endParaRPr>
          </a:p>
        </p:txBody>
      </p:sp>
      <p:sp>
        <p:nvSpPr>
          <p:cNvPr id="542" name="Rectangles"/>
          <p:cNvSpPr>
            <a:spLocks noChangeAspect="1"/>
          </p:cNvSpPr>
          <p:nvPr/>
        </p:nvSpPr>
        <p:spPr>
          <a:xfrm rot="0">
            <a:off x="1847528" y="3068960"/>
            <a:ext cx="8352928" cy="2103139"/>
          </a:xfrm>
          <a:prstGeom prst="rect"/>
          <a:blipFill rotWithShape="1">
            <a:blip r:embed="rId1"/>
            <a:stretch>
              <a:fillRect l="-1095" t="-2319" r="-584"/>
            </a:stretch>
          </a:blipFill>
          <a:ln w="12700"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en-US" altLang="zh-CN" sz="1800" b="0" i="0" u="none" strike="noStrike" kern="1200" cap="none" spc="0" baseline="0">
                <a:noFill/>
                <a:latin typeface="Calibri" pitchFamily="34" charset="0"/>
                <a:ea typeface="MS PGothic" pitchFamily="34" charset="-128"/>
                <a:cs typeface="Calibri" pitchFamily="34" charset="0"/>
              </a:rPr>
              <a:t> </a:t>
            </a:r>
            <a:endParaRPr lang="zh-CN" altLang="en-US" sz="1800" b="0" i="0" u="none" strike="noStrike" kern="1200" cap="none" spc="0" baseline="0">
              <a:noFill/>
              <a:latin typeface="Calibri" pitchFamily="34" charset="0"/>
              <a:ea typeface="MS PGothic" pitchFamily="34" charset="-128"/>
              <a:cs typeface="Calibri" pitchFamily="34" charset="0"/>
            </a:endParaRPr>
          </a:p>
        </p:txBody>
      </p:sp>
    </p:spTree>
    <p:extLst>
      <p:ext uri="{BB962C8B-B14F-4D97-AF65-F5344CB8AC3E}">
        <p14:creationId xmlns:p14="http://schemas.microsoft.com/office/powerpoint/2010/main" val="1360264951"/>
      </p:ext>
    </p:extLst>
  </p:cSld>
  <p:clrMapOvr>
    <a:masterClrMapping/>
  </p:clrMapOvr>
</p:sld>
</file>

<file path=ppt/slides/slide52.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546" name="Text box"/>
          <p:cNvSpPr>
            <a:spLocks noGrp="1"/>
          </p:cNvSpPr>
          <p:nvPr>
            <p:ph type="title"/>
          </p:nvPr>
        </p:nvSpPr>
        <p:spPr>
          <a:xfrm rot="0">
            <a:off x="4007768" y="188639"/>
            <a:ext cx="6425282" cy="654050"/>
          </a:xfrm>
          <a:prstGeom prst="rect"/>
          <a:solidFill>
            <a:srgbClr val="FFFFFF"/>
          </a:solidFill>
          <a:ln w="25400" cmpd="sng" cap="flat">
            <a:noFill/>
            <a:prstDash val="solid"/>
            <a:round/>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en-US" altLang="zh-CN" sz="3600" b="1" i="0" u="none" strike="noStrike" kern="1200" cap="none" spc="0" baseline="0">
                <a:solidFill>
                  <a:srgbClr val="000000"/>
                </a:solidFill>
                <a:latin typeface="Century Gothic" pitchFamily="0" charset="0"/>
                <a:ea typeface="宋体" pitchFamily="0" charset="0"/>
                <a:cs typeface="Calibri" pitchFamily="34" charset="0"/>
              </a:rPr>
              <a:t>Example</a:t>
            </a:r>
            <a:endParaRPr lang="zh-CN" altLang="en-US" sz="3600" b="1" i="0" u="none" strike="noStrike" kern="1200" cap="none" spc="0" baseline="0">
              <a:solidFill>
                <a:srgbClr val="000000"/>
              </a:solidFill>
              <a:latin typeface="Century Gothic" pitchFamily="0" charset="0"/>
              <a:ea typeface="宋体" pitchFamily="0" charset="0"/>
              <a:cs typeface="Calibri" pitchFamily="34" charset="0"/>
            </a:endParaRPr>
          </a:p>
        </p:txBody>
      </p:sp>
      <p:sp>
        <p:nvSpPr>
          <p:cNvPr id="547" name="Text box"/>
          <p:cNvSpPr>
            <a:spLocks noGrp="1"/>
          </p:cNvSpPr>
          <p:nvPr>
            <p:ph type="body" idx="1"/>
          </p:nvPr>
        </p:nvSpPr>
        <p:spPr>
          <a:xfrm rot="0">
            <a:off x="1847528" y="1052737"/>
            <a:ext cx="8662988" cy="1368425"/>
          </a:xfrm>
          <a:prstGeom prst="rect"/>
          <a:noFill/>
          <a:ln w="12700" cmpd="sng" cap="flat">
            <a:noFill/>
            <a:prstDash val="solid"/>
            <a:round/>
          </a:ln>
        </p:spPr>
        <p:txBody>
          <a:bodyPr vert="horz" wrap="square" lIns="91440" tIns="45720" rIns="91440" bIns="45720" anchor="t" anchorCtr="0">
            <a:prstTxWarp prst="textNoShape"/>
          </a:bodyPr>
          <a:lstStyle/>
          <a:p>
            <a:pPr marL="0" indent="0" algn="l">
              <a:lnSpc>
                <a:spcPct val="100000"/>
              </a:lnSpc>
              <a:spcBef>
                <a:spcPct val="20000"/>
              </a:spcBef>
              <a:spcAft>
                <a:spcPts val="0"/>
              </a:spcAft>
              <a:buNone/>
            </a:pPr>
            <a:r>
              <a:rPr lang="en-US" altLang="zh-CN" sz="2400" b="0" i="0" u="none" strike="noStrike" kern="1200" cap="none" spc="0" baseline="0">
                <a:solidFill>
                  <a:schemeClr val="tx1"/>
                </a:solidFill>
                <a:latin typeface="Century Gothic" pitchFamily="0" charset="0"/>
                <a:ea typeface="ＭＳ Ｐゴシック" pitchFamily="0" charset="0"/>
                <a:cs typeface="Lucida Sans" pitchFamily="0" charset="0"/>
              </a:rPr>
              <a:t>A coin is tossed four times. Find the </a:t>
            </a:r>
            <a:r>
              <a:rPr lang="en-US" altLang="zh-CN" sz="2400" b="0" i="0" u="none" strike="noStrike" kern="1200" cap="none" spc="0" baseline="0">
                <a:solidFill>
                  <a:srgbClr val="FF0000"/>
                </a:solidFill>
                <a:latin typeface="Century Gothic" pitchFamily="0" charset="0"/>
                <a:ea typeface="ＭＳ Ｐゴシック" pitchFamily="0" charset="0"/>
                <a:cs typeface="Lucida Sans" pitchFamily="0" charset="0"/>
              </a:rPr>
              <a:t>mean</a:t>
            </a:r>
            <a:r>
              <a:rPr lang="en-US" altLang="zh-CN" sz="2400" b="0" i="0" u="none" strike="noStrike" kern="1200" cap="none" spc="0" baseline="0">
                <a:solidFill>
                  <a:schemeClr val="tx1"/>
                </a:solidFill>
                <a:latin typeface="Century Gothic" pitchFamily="0" charset="0"/>
                <a:ea typeface="ＭＳ Ｐゴシック" pitchFamily="0" charset="0"/>
                <a:cs typeface="Lucida Sans" pitchFamily="0" charset="0"/>
              </a:rPr>
              <a:t> and </a:t>
            </a:r>
            <a:r>
              <a:rPr lang="en-US" altLang="zh-CN" sz="2400" b="0" i="0" u="none" strike="noStrike" kern="1200" cap="none" spc="0" baseline="0">
                <a:solidFill>
                  <a:srgbClr val="FF0000"/>
                </a:solidFill>
                <a:latin typeface="Century Gothic" pitchFamily="0" charset="0"/>
                <a:ea typeface="ＭＳ Ｐゴシック" pitchFamily="0" charset="0"/>
                <a:cs typeface="Lucida Sans" pitchFamily="0" charset="0"/>
              </a:rPr>
              <a:t>variance</a:t>
            </a:r>
            <a:r>
              <a:rPr lang="en-US" altLang="zh-CN" sz="2400" b="0" i="0" u="none" strike="noStrike" kern="1200" cap="none" spc="0" baseline="0">
                <a:solidFill>
                  <a:schemeClr val="tx1"/>
                </a:solidFill>
                <a:latin typeface="Century Gothic" pitchFamily="0" charset="0"/>
                <a:ea typeface="ＭＳ Ｐゴシック" pitchFamily="0" charset="0"/>
                <a:cs typeface="Lucida Sans" pitchFamily="0" charset="0"/>
              </a:rPr>
              <a:t> of the number of heads that will be obtained? Given the distribution as follows.</a:t>
            </a:r>
            <a:endParaRPr lang="en-US" altLang="zh-CN" sz="2400" b="0" i="0" u="none" strike="noStrike" kern="1200" cap="none" spc="0" baseline="0">
              <a:solidFill>
                <a:schemeClr val="tx1"/>
              </a:solidFill>
              <a:latin typeface="Century Gothic" pitchFamily="0" charset="0"/>
              <a:ea typeface="ＭＳ Ｐゴシック" pitchFamily="0" charset="0"/>
              <a:cs typeface="Lucida Sans" pitchFamily="0" charset="0"/>
            </a:endParaRPr>
          </a:p>
          <a:p>
            <a:pPr marL="0" indent="0" algn="l">
              <a:lnSpc>
                <a:spcPct val="100000"/>
              </a:lnSpc>
              <a:spcBef>
                <a:spcPct val="20000"/>
              </a:spcBef>
              <a:spcAft>
                <a:spcPts val="0"/>
              </a:spcAft>
              <a:buNone/>
            </a:pPr>
            <a:endParaRPr lang="en-US" altLang="zh-CN" sz="2400" b="0" i="0" u="none" strike="noStrike" kern="1200" cap="none" spc="0" baseline="0">
              <a:solidFill>
                <a:schemeClr val="tx1"/>
              </a:solidFill>
              <a:latin typeface="Century Gothic" pitchFamily="0" charset="0"/>
              <a:ea typeface="ＭＳ Ｐゴシック" pitchFamily="0" charset="0"/>
              <a:cs typeface="Lucida Sans" pitchFamily="0" charset="0"/>
            </a:endParaRPr>
          </a:p>
          <a:p>
            <a:pPr marL="0" indent="0" algn="l">
              <a:lnSpc>
                <a:spcPct val="100000"/>
              </a:lnSpc>
              <a:spcBef>
                <a:spcPct val="20000"/>
              </a:spcBef>
              <a:spcAft>
                <a:spcPts val="0"/>
              </a:spcAft>
              <a:buNone/>
            </a:pPr>
            <a:endParaRPr lang="zh-CN" altLang="en-US" sz="2400" b="0" i="0" u="none" strike="noStrike" kern="1200" cap="none" spc="0" baseline="0">
              <a:solidFill>
                <a:schemeClr val="tx1"/>
              </a:solidFill>
              <a:latin typeface="Century Gothic" pitchFamily="0" charset="0"/>
              <a:ea typeface="ＭＳ Ｐゴシック" pitchFamily="0" charset="0"/>
              <a:cs typeface="Lucida Sans" pitchFamily="0" charset="0"/>
            </a:endParaRPr>
          </a:p>
        </p:txBody>
      </p:sp>
      <p:graphicFrame>
        <p:nvGraphicFramePr>
          <p:cNvPr id="548" name="Sheet"/>
          <p:cNvGraphicFramePr>
            <a:graphicFrameLocks noGrp="1"/>
          </p:cNvGraphicFramePr>
          <p:nvPr>
            <p:ph type="tbl"/>
            <p:extLst>
              <p:ext uri="{D42A27DB-BD31-4B8C-83A1-F6EECF244321}"/>
            </p:extLst>
          </p:nvPr>
        </p:nvGraphicFramePr>
        <p:xfrm>
          <a:off x="2279650" y="2708274"/>
          <a:ext cx="7680324" cy="742950"/>
        </p:xfrm>
        <a:graphic>
          <a:graphicData uri="http://schemas.openxmlformats.org/drawingml/2006/table">
            <a:tbl>
              <a:tblPr bandRow="1">
                <a:noFill/>
              </a:tblPr>
              <a:tblGrid>
                <a:gridCol w="1872234"/>
                <a:gridCol w="1080096"/>
                <a:gridCol w="1080096"/>
                <a:gridCol w="1087640"/>
                <a:gridCol w="1280020"/>
                <a:gridCol w="1280020"/>
              </a:tblGrid>
              <a:tr h="371459">
                <a:tc>
                  <a:txBody>
                    <a:bodyPr/>
                    <a:lstStyle/>
                    <a:p>
                      <a:pPr marL="0" indent="0" algn="l" eaLnBrk="1" latinLnBrk="0" hangingPunct="1">
                        <a:lnSpc>
                          <a:spcPct val="100000"/>
                        </a:lnSpc>
                        <a:spcBef>
                          <a:spcPts val="0"/>
                        </a:spcBef>
                        <a:spcAft>
                          <a:spcPts val="0"/>
                        </a:spcAft>
                        <a:buNone/>
                      </a:pPr>
                      <a:r>
                        <a:rPr lang="en-US" altLang="zh-CN" sz="1800" b="1" i="0" u="none" strike="noStrike" kern="1200" cap="none" spc="0" baseline="0">
                          <a:solidFill>
                            <a:srgbClr val="FFFFFF"/>
                          </a:solidFill>
                          <a:latin typeface="Calibri" pitchFamily="34" charset="0"/>
                          <a:ea typeface="宋体" pitchFamily="0" charset="0"/>
                          <a:cs typeface="Calibri" pitchFamily="34" charset="0"/>
                        </a:rPr>
                        <a:t>No of head,</a:t>
                      </a:r>
                      <a:r>
                        <a:rPr lang="en-US" altLang="zh-CN" sz="1800" b="1" i="0" u="none" strike="noStrike" kern="1200" cap="none" spc="0" baseline="0">
                          <a:solidFill>
                            <a:srgbClr val="FFFFFF"/>
                          </a:solidFill>
                          <a:latin typeface="Calibri" pitchFamily="34" charset="0"/>
                          <a:ea typeface="宋体" pitchFamily="0" charset="0"/>
                          <a:cs typeface="Calibri" pitchFamily="34" charset="0"/>
                        </a:rPr>
                        <a:t> </a:t>
                      </a:r>
                      <a:r>
                        <a:rPr lang="en-US" altLang="zh-CN" sz="1800" b="1" i="1" u="none" strike="noStrike" kern="1200" cap="none" spc="0" baseline="0">
                          <a:solidFill>
                            <a:srgbClr val="FFFFFF"/>
                          </a:solidFill>
                          <a:latin typeface="Times New Roman" pitchFamily="18" charset="0"/>
                          <a:ea typeface="宋体" pitchFamily="0" charset="0"/>
                          <a:cs typeface="Times New Roman" pitchFamily="18" charset="0"/>
                        </a:rPr>
                        <a:t>x</a:t>
                      </a:r>
                      <a:endParaRPr lang="zh-CN" altLang="en-US" sz="1800" b="1" i="1" u="none" strike="noStrike" kern="1200" cap="none" spc="0" baseline="0">
                        <a:solidFill>
                          <a:srgbClr val="FFFFFF"/>
                        </a:solidFill>
                        <a:latin typeface="Times New Roman" pitchFamily="18" charset="0"/>
                        <a:ea typeface="宋体" pitchFamily="0" charset="0"/>
                        <a:cs typeface="Times New Roman" pitchFamily="18" charset="0"/>
                      </a:endParaRPr>
                    </a:p>
                  </a:txBody>
                  <a:tcPr marL="91440" marT="45783" marR="91440" marB="45783" vert="horz">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38100">
                      <a:solidFill>
                        <a:srgbClr val="FFFFFF"/>
                      </a:solidFill>
                      <a:prstDash val="solid"/>
                      <a:headEnd type="none" w="med" len="med"/>
                      <a:tailEnd type="none" w="med" len="med"/>
                    </a:lnB>
                    <a:solidFill>
                      <a:srgbClr val="4F81BD"/>
                    </a:solidFill>
                  </a:tcPr>
                </a:tc>
                <a:tc>
                  <a:txBody>
                    <a:bodyPr/>
                    <a:lstStyle/>
                    <a:p>
                      <a:pPr marL="0" indent="0" algn="ctr" eaLnBrk="1" latinLnBrk="0" hangingPunct="1">
                        <a:lnSpc>
                          <a:spcPct val="100000"/>
                        </a:lnSpc>
                        <a:spcBef>
                          <a:spcPts val="0"/>
                        </a:spcBef>
                        <a:spcAft>
                          <a:spcPts val="0"/>
                        </a:spcAft>
                        <a:buNone/>
                      </a:pPr>
                      <a:r>
                        <a:rPr lang="en-US" altLang="zh-CN" sz="1800" b="1" i="0" u="none" strike="noStrike" kern="1200" cap="none" spc="0" baseline="0">
                          <a:solidFill>
                            <a:srgbClr val="FFFFFF"/>
                          </a:solidFill>
                          <a:latin typeface="Calibri" pitchFamily="34" charset="0"/>
                          <a:ea typeface="宋体" pitchFamily="0" charset="0"/>
                          <a:cs typeface="Calibri" pitchFamily="34" charset="0"/>
                        </a:rPr>
                        <a:t>0</a:t>
                      </a:r>
                      <a:endParaRPr lang="zh-CN" altLang="en-US" sz="1800" b="1" i="0" u="none" strike="noStrike" kern="1200" cap="none" spc="0" baseline="0">
                        <a:solidFill>
                          <a:srgbClr val="FFFFFF"/>
                        </a:solidFill>
                        <a:latin typeface="Calibri" pitchFamily="34" charset="0"/>
                        <a:ea typeface="宋体" pitchFamily="0" charset="0"/>
                        <a:cs typeface="Calibri" pitchFamily="34" charset="0"/>
                      </a:endParaRPr>
                    </a:p>
                  </a:txBody>
                  <a:tcPr marL="91440" marT="45783" marR="91440" marB="45783" vert="horz">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38100">
                      <a:solidFill>
                        <a:srgbClr val="FFFFFF"/>
                      </a:solidFill>
                      <a:prstDash val="solid"/>
                      <a:headEnd type="none" w="med" len="med"/>
                      <a:tailEnd type="none" w="med" len="med"/>
                    </a:lnB>
                    <a:solidFill>
                      <a:srgbClr val="4F81BD"/>
                    </a:solidFill>
                  </a:tcPr>
                </a:tc>
                <a:tc>
                  <a:txBody>
                    <a:bodyPr/>
                    <a:lstStyle/>
                    <a:p>
                      <a:pPr marL="0" indent="0" algn="ctr" eaLnBrk="1" latinLnBrk="0" hangingPunct="1">
                        <a:lnSpc>
                          <a:spcPct val="100000"/>
                        </a:lnSpc>
                        <a:spcBef>
                          <a:spcPts val="0"/>
                        </a:spcBef>
                        <a:spcAft>
                          <a:spcPts val="0"/>
                        </a:spcAft>
                        <a:buNone/>
                      </a:pPr>
                      <a:r>
                        <a:rPr lang="en-US" altLang="zh-CN" sz="1800" b="1" i="0" u="none" strike="noStrike" kern="1200" cap="none" spc="0" baseline="0">
                          <a:solidFill>
                            <a:srgbClr val="FFFFFF"/>
                          </a:solidFill>
                          <a:latin typeface="Calibri" pitchFamily="34" charset="0"/>
                          <a:ea typeface="宋体" pitchFamily="0" charset="0"/>
                          <a:cs typeface="Calibri" pitchFamily="34" charset="0"/>
                        </a:rPr>
                        <a:t>1</a:t>
                      </a:r>
                      <a:endParaRPr lang="zh-CN" altLang="en-US" sz="1800" b="1" i="0" u="none" strike="noStrike" kern="1200" cap="none" spc="0" baseline="0">
                        <a:solidFill>
                          <a:srgbClr val="FFFFFF"/>
                        </a:solidFill>
                        <a:latin typeface="Calibri" pitchFamily="34" charset="0"/>
                        <a:ea typeface="宋体" pitchFamily="0" charset="0"/>
                        <a:cs typeface="Calibri" pitchFamily="34" charset="0"/>
                      </a:endParaRPr>
                    </a:p>
                  </a:txBody>
                  <a:tcPr marL="91440" marT="45783" marR="91440" marB="45783" vert="horz">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38100">
                      <a:solidFill>
                        <a:srgbClr val="FFFFFF"/>
                      </a:solidFill>
                      <a:prstDash val="solid"/>
                      <a:headEnd type="none" w="med" len="med"/>
                      <a:tailEnd type="none" w="med" len="med"/>
                    </a:lnB>
                    <a:solidFill>
                      <a:srgbClr val="4F81BD"/>
                    </a:solidFill>
                  </a:tcPr>
                </a:tc>
                <a:tc>
                  <a:txBody>
                    <a:bodyPr/>
                    <a:lstStyle/>
                    <a:p>
                      <a:pPr marL="0" indent="0" algn="ctr" eaLnBrk="1" latinLnBrk="0" hangingPunct="1">
                        <a:lnSpc>
                          <a:spcPct val="100000"/>
                        </a:lnSpc>
                        <a:spcBef>
                          <a:spcPts val="0"/>
                        </a:spcBef>
                        <a:spcAft>
                          <a:spcPts val="0"/>
                        </a:spcAft>
                        <a:buNone/>
                      </a:pPr>
                      <a:r>
                        <a:rPr lang="en-US" altLang="zh-CN" sz="1800" b="1" i="0" u="none" strike="noStrike" kern="1200" cap="none" spc="0" baseline="0">
                          <a:solidFill>
                            <a:srgbClr val="FFFFFF"/>
                          </a:solidFill>
                          <a:latin typeface="Calibri" pitchFamily="34" charset="0"/>
                          <a:ea typeface="宋体" pitchFamily="0" charset="0"/>
                          <a:cs typeface="Calibri" pitchFamily="34" charset="0"/>
                        </a:rPr>
                        <a:t>2</a:t>
                      </a:r>
                      <a:endParaRPr lang="zh-CN" altLang="en-US" sz="1800" b="1" i="0" u="none" strike="noStrike" kern="1200" cap="none" spc="0" baseline="0">
                        <a:solidFill>
                          <a:srgbClr val="FFFFFF"/>
                        </a:solidFill>
                        <a:latin typeface="Calibri" pitchFamily="34" charset="0"/>
                        <a:ea typeface="宋体" pitchFamily="0" charset="0"/>
                        <a:cs typeface="Calibri" pitchFamily="34" charset="0"/>
                      </a:endParaRPr>
                    </a:p>
                  </a:txBody>
                  <a:tcPr marL="91440" marT="45783" marR="91440" marB="45783" vert="horz">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38100">
                      <a:solidFill>
                        <a:srgbClr val="FFFFFF"/>
                      </a:solidFill>
                      <a:prstDash val="solid"/>
                      <a:headEnd type="none" w="med" len="med"/>
                      <a:tailEnd type="none" w="med" len="med"/>
                    </a:lnB>
                    <a:solidFill>
                      <a:srgbClr val="4F81BD"/>
                    </a:solidFill>
                  </a:tcPr>
                </a:tc>
                <a:tc>
                  <a:txBody>
                    <a:bodyPr/>
                    <a:lstStyle/>
                    <a:p>
                      <a:pPr marL="0" indent="0" algn="ctr" eaLnBrk="1" latinLnBrk="0" hangingPunct="1">
                        <a:lnSpc>
                          <a:spcPct val="100000"/>
                        </a:lnSpc>
                        <a:spcBef>
                          <a:spcPts val="0"/>
                        </a:spcBef>
                        <a:spcAft>
                          <a:spcPts val="0"/>
                        </a:spcAft>
                        <a:buNone/>
                      </a:pPr>
                      <a:r>
                        <a:rPr lang="en-US" altLang="zh-CN" sz="1800" b="1" i="0" u="none" strike="noStrike" kern="1200" cap="none" spc="0" baseline="0">
                          <a:solidFill>
                            <a:srgbClr val="FFFFFF"/>
                          </a:solidFill>
                          <a:latin typeface="Calibri" pitchFamily="34" charset="0"/>
                          <a:ea typeface="宋体" pitchFamily="0" charset="0"/>
                          <a:cs typeface="Calibri" pitchFamily="34" charset="0"/>
                        </a:rPr>
                        <a:t>3</a:t>
                      </a:r>
                      <a:endParaRPr lang="zh-CN" altLang="en-US" sz="1800" b="1" i="0" u="none" strike="noStrike" kern="1200" cap="none" spc="0" baseline="0">
                        <a:solidFill>
                          <a:srgbClr val="FFFFFF"/>
                        </a:solidFill>
                        <a:latin typeface="Calibri" pitchFamily="34" charset="0"/>
                        <a:ea typeface="宋体" pitchFamily="0" charset="0"/>
                        <a:cs typeface="Calibri" pitchFamily="34" charset="0"/>
                      </a:endParaRPr>
                    </a:p>
                  </a:txBody>
                  <a:tcPr marL="91440" marT="45783" marR="91440" marB="45783" vert="horz">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38100">
                      <a:solidFill>
                        <a:srgbClr val="FFFFFF"/>
                      </a:solidFill>
                      <a:prstDash val="solid"/>
                      <a:headEnd type="none" w="med" len="med"/>
                      <a:tailEnd type="none" w="med" len="med"/>
                    </a:lnB>
                    <a:solidFill>
                      <a:srgbClr val="4F81BD"/>
                    </a:solidFill>
                  </a:tcPr>
                </a:tc>
                <a:tc>
                  <a:txBody>
                    <a:bodyPr/>
                    <a:lstStyle/>
                    <a:p>
                      <a:pPr marL="0" indent="0" algn="ctr" eaLnBrk="1" latinLnBrk="0" hangingPunct="1">
                        <a:lnSpc>
                          <a:spcPct val="100000"/>
                        </a:lnSpc>
                        <a:spcBef>
                          <a:spcPts val="0"/>
                        </a:spcBef>
                        <a:spcAft>
                          <a:spcPts val="0"/>
                        </a:spcAft>
                        <a:buNone/>
                      </a:pPr>
                      <a:r>
                        <a:rPr lang="en-US" altLang="zh-CN" sz="1800" b="1" i="0" u="none" strike="noStrike" kern="1200" cap="none" spc="0" baseline="0">
                          <a:solidFill>
                            <a:srgbClr val="FFFFFF"/>
                          </a:solidFill>
                          <a:latin typeface="Calibri" pitchFamily="34" charset="0"/>
                          <a:ea typeface="宋体" pitchFamily="0" charset="0"/>
                          <a:cs typeface="Calibri" pitchFamily="34" charset="0"/>
                        </a:rPr>
                        <a:t>4</a:t>
                      </a:r>
                      <a:endParaRPr lang="zh-CN" altLang="en-US" sz="1800" b="1" i="0" u="none" strike="noStrike" kern="1200" cap="none" spc="0" baseline="0">
                        <a:solidFill>
                          <a:srgbClr val="FFFFFF"/>
                        </a:solidFill>
                        <a:latin typeface="Calibri" pitchFamily="34" charset="0"/>
                        <a:ea typeface="宋体" pitchFamily="0" charset="0"/>
                        <a:cs typeface="Calibri" pitchFamily="34" charset="0"/>
                      </a:endParaRPr>
                    </a:p>
                  </a:txBody>
                  <a:tcPr marL="91440" marT="45783" marR="91440" marB="45783" vert="horz">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38100">
                      <a:solidFill>
                        <a:srgbClr val="FFFFFF"/>
                      </a:solidFill>
                      <a:prstDash val="solid"/>
                      <a:headEnd type="none" w="med" len="med"/>
                      <a:tailEnd type="none" w="med" len="med"/>
                    </a:lnB>
                    <a:solidFill>
                      <a:srgbClr val="4F81BD"/>
                    </a:solidFill>
                  </a:tcPr>
                </a:tc>
              </a:tr>
              <a:tr h="371459">
                <a:tc>
                  <a:txBody>
                    <a:bodyPr/>
                    <a:lstStyle/>
                    <a:p>
                      <a:pPr marL="0" indent="0" algn="l" eaLnBrk="1" latinLnBrk="0" hangingPunct="1">
                        <a:lnSpc>
                          <a:spcPct val="100000"/>
                        </a:lnSpc>
                        <a:spcBef>
                          <a:spcPts val="0"/>
                        </a:spcBef>
                        <a:spcAft>
                          <a:spcPts val="0"/>
                        </a:spcAft>
                        <a:buNone/>
                      </a:pPr>
                      <a:r>
                        <a:rPr lang="en-US" altLang="zh-CN" sz="1800" b="0" i="0" u="none" strike="noStrike" kern="1200" cap="none" spc="0" baseline="0">
                          <a:solidFill>
                            <a:srgbClr val="000000"/>
                          </a:solidFill>
                          <a:latin typeface="Calibri" pitchFamily="34" charset="0"/>
                          <a:ea typeface="宋体" pitchFamily="0" charset="0"/>
                          <a:cs typeface="Calibri" pitchFamily="34" charset="0"/>
                        </a:rPr>
                        <a:t>Probability</a:t>
                      </a:r>
                      <a:endParaRPr lang="zh-CN" altLang="en-US" sz="1800" b="0" i="0" u="none" strike="noStrike" kern="1200" cap="none" spc="0" baseline="0">
                        <a:solidFill>
                          <a:srgbClr val="000000"/>
                        </a:solidFill>
                        <a:latin typeface="Calibri" pitchFamily="34" charset="0"/>
                        <a:ea typeface="宋体" pitchFamily="0" charset="0"/>
                        <a:cs typeface="Calibri" pitchFamily="34" charset="0"/>
                      </a:endParaRPr>
                    </a:p>
                  </a:txBody>
                  <a:tcPr marL="91440" marT="45783" marR="91440" marB="45783" vert="horz">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12700">
                      <a:solidFill>
                        <a:srgbClr val="FFFFFF"/>
                      </a:solidFill>
                      <a:prstDash val="solid"/>
                      <a:headEnd type="none" w="med" len="med"/>
                      <a:tailEnd type="none" w="med" len="med"/>
                    </a:lnB>
                    <a:solidFill>
                      <a:srgbClr val="CFD8E7"/>
                    </a:solidFill>
                  </a:tcPr>
                </a:tc>
                <a:tc>
                  <a:txBody>
                    <a:bodyPr/>
                    <a:lstStyle/>
                    <a:p>
                      <a:pPr marL="0" indent="0" algn="ctr" eaLnBrk="1" latinLnBrk="0" hangingPunct="1">
                        <a:lnSpc>
                          <a:spcPct val="100000"/>
                        </a:lnSpc>
                        <a:spcBef>
                          <a:spcPts val="0"/>
                        </a:spcBef>
                        <a:spcAft>
                          <a:spcPts val="0"/>
                        </a:spcAft>
                        <a:buNone/>
                      </a:pPr>
                      <a:r>
                        <a:rPr lang="en-US" altLang="zh-CN" sz="1800" b="0" i="0" u="none" strike="noStrike" kern="1200" cap="none" spc="0" baseline="0">
                          <a:solidFill>
                            <a:srgbClr val="000000"/>
                          </a:solidFill>
                          <a:latin typeface="Calibri" pitchFamily="34" charset="0"/>
                          <a:ea typeface="宋体" pitchFamily="0" charset="0"/>
                          <a:cs typeface="Calibri" pitchFamily="34" charset="0"/>
                        </a:rPr>
                        <a:t>1/16</a:t>
                      </a:r>
                      <a:endParaRPr lang="zh-CN" altLang="en-US" sz="1800" b="0" i="0" u="none" strike="noStrike" kern="1200" cap="none" spc="0" baseline="0">
                        <a:solidFill>
                          <a:srgbClr val="000000"/>
                        </a:solidFill>
                        <a:latin typeface="Calibri" pitchFamily="34" charset="0"/>
                        <a:ea typeface="宋体" pitchFamily="0" charset="0"/>
                        <a:cs typeface="Calibri" pitchFamily="34" charset="0"/>
                      </a:endParaRPr>
                    </a:p>
                  </a:txBody>
                  <a:tcPr marL="91440" marT="45783" marR="91440" marB="45783" vert="horz">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12700">
                      <a:solidFill>
                        <a:srgbClr val="FFFFFF"/>
                      </a:solidFill>
                      <a:prstDash val="solid"/>
                      <a:headEnd type="none" w="med" len="med"/>
                      <a:tailEnd type="none" w="med" len="med"/>
                    </a:lnB>
                    <a:solidFill>
                      <a:srgbClr val="CFD8E7"/>
                    </a:solidFill>
                  </a:tcPr>
                </a:tc>
                <a:tc>
                  <a:txBody>
                    <a:bodyPr/>
                    <a:lstStyle/>
                    <a:p>
                      <a:pPr marL="0" indent="0" algn="ctr" eaLnBrk="1" latinLnBrk="0" hangingPunct="1">
                        <a:lnSpc>
                          <a:spcPct val="100000"/>
                        </a:lnSpc>
                        <a:spcBef>
                          <a:spcPts val="0"/>
                        </a:spcBef>
                        <a:spcAft>
                          <a:spcPts val="0"/>
                        </a:spcAft>
                        <a:buNone/>
                      </a:pPr>
                      <a:r>
                        <a:rPr lang="en-US" altLang="zh-CN" sz="1800" b="0" i="0" u="none" strike="noStrike" kern="1200" cap="none" spc="0" baseline="0">
                          <a:solidFill>
                            <a:srgbClr val="000000"/>
                          </a:solidFill>
                          <a:latin typeface="Calibri" pitchFamily="34" charset="0"/>
                          <a:ea typeface="宋体" pitchFamily="0" charset="0"/>
                          <a:cs typeface="Calibri" pitchFamily="34" charset="0"/>
                        </a:rPr>
                        <a:t>4/16</a:t>
                      </a:r>
                      <a:endParaRPr lang="zh-CN" altLang="en-US" sz="1800" b="0" i="0" u="none" strike="noStrike" kern="1200" cap="none" spc="0" baseline="0">
                        <a:solidFill>
                          <a:srgbClr val="000000"/>
                        </a:solidFill>
                        <a:latin typeface="Calibri" pitchFamily="34" charset="0"/>
                        <a:ea typeface="宋体" pitchFamily="0" charset="0"/>
                        <a:cs typeface="Calibri" pitchFamily="34" charset="0"/>
                      </a:endParaRPr>
                    </a:p>
                  </a:txBody>
                  <a:tcPr marL="91440" marT="45783" marR="91440" marB="45783" vert="horz">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12700">
                      <a:solidFill>
                        <a:srgbClr val="FFFFFF"/>
                      </a:solidFill>
                      <a:prstDash val="solid"/>
                      <a:headEnd type="none" w="med" len="med"/>
                      <a:tailEnd type="none" w="med" len="med"/>
                    </a:lnB>
                    <a:solidFill>
                      <a:srgbClr val="CFD8E7"/>
                    </a:solidFill>
                  </a:tcPr>
                </a:tc>
                <a:tc>
                  <a:txBody>
                    <a:bodyPr/>
                    <a:lstStyle/>
                    <a:p>
                      <a:pPr marL="0" indent="0" algn="ctr" eaLnBrk="1" latinLnBrk="0" hangingPunct="1">
                        <a:lnSpc>
                          <a:spcPct val="100000"/>
                        </a:lnSpc>
                        <a:spcBef>
                          <a:spcPts val="0"/>
                        </a:spcBef>
                        <a:spcAft>
                          <a:spcPts val="0"/>
                        </a:spcAft>
                        <a:buNone/>
                      </a:pPr>
                      <a:r>
                        <a:rPr lang="en-US" altLang="zh-CN" sz="1800" b="0" i="0" u="none" strike="noStrike" kern="1200" cap="none" spc="0" baseline="0">
                          <a:solidFill>
                            <a:srgbClr val="000000"/>
                          </a:solidFill>
                          <a:latin typeface="Calibri" pitchFamily="34" charset="0"/>
                          <a:ea typeface="宋体" pitchFamily="0" charset="0"/>
                          <a:cs typeface="Calibri" pitchFamily="34" charset="0"/>
                        </a:rPr>
                        <a:t>6/16</a:t>
                      </a:r>
                      <a:endParaRPr lang="zh-CN" altLang="en-US" sz="1800" b="0" i="0" u="none" strike="noStrike" kern="1200" cap="none" spc="0" baseline="0">
                        <a:solidFill>
                          <a:srgbClr val="000000"/>
                        </a:solidFill>
                        <a:latin typeface="Calibri" pitchFamily="34" charset="0"/>
                        <a:ea typeface="宋体" pitchFamily="0" charset="0"/>
                        <a:cs typeface="Calibri" pitchFamily="34" charset="0"/>
                      </a:endParaRPr>
                    </a:p>
                  </a:txBody>
                  <a:tcPr marL="91440" marT="45783" marR="91440" marB="45783" vert="horz">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12700">
                      <a:solidFill>
                        <a:srgbClr val="FFFFFF"/>
                      </a:solidFill>
                      <a:prstDash val="solid"/>
                      <a:headEnd type="none" w="med" len="med"/>
                      <a:tailEnd type="none" w="med" len="med"/>
                    </a:lnB>
                    <a:solidFill>
                      <a:srgbClr val="CFD8E7"/>
                    </a:solidFill>
                  </a:tcPr>
                </a:tc>
                <a:tc>
                  <a:txBody>
                    <a:bodyPr/>
                    <a:lstStyle/>
                    <a:p>
                      <a:pPr marL="0" indent="0" algn="ctr" eaLnBrk="1" latinLnBrk="0" hangingPunct="1">
                        <a:lnSpc>
                          <a:spcPct val="100000"/>
                        </a:lnSpc>
                        <a:spcBef>
                          <a:spcPts val="0"/>
                        </a:spcBef>
                        <a:spcAft>
                          <a:spcPts val="0"/>
                        </a:spcAft>
                        <a:buNone/>
                      </a:pPr>
                      <a:r>
                        <a:rPr lang="en-US" altLang="zh-CN" sz="1800" b="0" i="0" u="none" strike="noStrike" kern="1200" cap="none" spc="0" baseline="0">
                          <a:solidFill>
                            <a:srgbClr val="000000"/>
                          </a:solidFill>
                          <a:latin typeface="Calibri" pitchFamily="34" charset="0"/>
                          <a:ea typeface="宋体" pitchFamily="0" charset="0"/>
                          <a:cs typeface="Calibri" pitchFamily="34" charset="0"/>
                        </a:rPr>
                        <a:t>4/16</a:t>
                      </a:r>
                      <a:endParaRPr lang="zh-CN" altLang="en-US" sz="1800" b="0" i="0" u="none" strike="noStrike" kern="1200" cap="none" spc="0" baseline="0">
                        <a:solidFill>
                          <a:srgbClr val="000000"/>
                        </a:solidFill>
                        <a:latin typeface="Calibri" pitchFamily="34" charset="0"/>
                        <a:ea typeface="宋体" pitchFamily="0" charset="0"/>
                        <a:cs typeface="Calibri" pitchFamily="34" charset="0"/>
                      </a:endParaRPr>
                    </a:p>
                  </a:txBody>
                  <a:tcPr marL="91440" marT="45783" marR="91440" marB="45783" vert="horz">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12700">
                      <a:solidFill>
                        <a:srgbClr val="FFFFFF"/>
                      </a:solidFill>
                      <a:prstDash val="solid"/>
                      <a:headEnd type="none" w="med" len="med"/>
                      <a:tailEnd type="none" w="med" len="med"/>
                    </a:lnB>
                    <a:solidFill>
                      <a:srgbClr val="CFD8E7"/>
                    </a:solidFill>
                  </a:tcPr>
                </a:tc>
                <a:tc>
                  <a:txBody>
                    <a:bodyPr/>
                    <a:lstStyle/>
                    <a:p>
                      <a:pPr marL="0" indent="0" algn="ctr" eaLnBrk="1" latinLnBrk="0" hangingPunct="1">
                        <a:lnSpc>
                          <a:spcPct val="100000"/>
                        </a:lnSpc>
                        <a:spcBef>
                          <a:spcPts val="0"/>
                        </a:spcBef>
                        <a:spcAft>
                          <a:spcPts val="0"/>
                        </a:spcAft>
                        <a:buNone/>
                      </a:pPr>
                      <a:r>
                        <a:rPr lang="en-US" altLang="zh-CN" sz="1800" b="0" i="0" u="none" strike="noStrike" kern="1200" cap="none" spc="0" baseline="0">
                          <a:solidFill>
                            <a:srgbClr val="000000"/>
                          </a:solidFill>
                          <a:latin typeface="Calibri" pitchFamily="34" charset="0"/>
                          <a:ea typeface="宋体" pitchFamily="0" charset="0"/>
                          <a:cs typeface="Calibri" pitchFamily="34" charset="0"/>
                        </a:rPr>
                        <a:t>1/16</a:t>
                      </a:r>
                      <a:endParaRPr lang="zh-CN" altLang="en-US" sz="1800" b="0" i="0" u="none" strike="noStrike" kern="1200" cap="none" spc="0" baseline="0">
                        <a:solidFill>
                          <a:srgbClr val="000000"/>
                        </a:solidFill>
                        <a:latin typeface="Calibri" pitchFamily="34" charset="0"/>
                        <a:ea typeface="宋体" pitchFamily="0" charset="0"/>
                        <a:cs typeface="Calibri" pitchFamily="34" charset="0"/>
                      </a:endParaRPr>
                    </a:p>
                  </a:txBody>
                  <a:tcPr marL="91440" marT="45783" marR="91440" marB="45783" vert="horz">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12700">
                      <a:solidFill>
                        <a:srgbClr val="FFFFFF"/>
                      </a:solidFill>
                      <a:prstDash val="solid"/>
                      <a:headEnd type="none" w="med" len="med"/>
                      <a:tailEnd type="none" w="med" len="med"/>
                    </a:lnB>
                    <a:solidFill>
                      <a:srgbClr val="CFD8E7"/>
                    </a:solidFill>
                  </a:tcPr>
                </a:tc>
              </a:tr>
            </a:tbl>
          </a:graphicData>
        </a:graphic>
      </p:graphicFrame>
      <p:sp>
        <p:nvSpPr>
          <p:cNvPr id="549" name="Rectangles"/>
          <p:cNvSpPr>
            <a:spLocks/>
          </p:cNvSpPr>
          <p:nvPr/>
        </p:nvSpPr>
        <p:spPr>
          <a:xfrm rot="0">
            <a:off x="6060878" y="6525344"/>
            <a:ext cx="611187" cy="365125"/>
          </a:xfrm>
          <a:prstGeom prst="rect"/>
          <a:noFill/>
          <a:ln w="12700" cmpd="sng" cap="flat">
            <a:noFill/>
            <a:prstDash val="solid"/>
            <a:miter/>
          </a:ln>
        </p:spPr>
        <p:txBody>
          <a:bodyPr vert="horz" wrap="square" lIns="91440" tIns="45720" rIns="91440" bIns="45720" anchor="ctr" anchorCtr="0">
            <a:prstTxWarp prst="textNoShape"/>
          </a:bodyPr>
          <a:lstStyle/>
          <a:p>
            <a:pPr marL="0" indent="0" algn="ctr" eaLnBrk="1" fontAlgn="base" hangingPunct="1">
              <a:lnSpc>
                <a:spcPct val="100000"/>
              </a:lnSpc>
              <a:spcBef>
                <a:spcPts val="0"/>
              </a:spcBef>
              <a:spcAft>
                <a:spcPts val="0"/>
              </a:spcAft>
              <a:buNone/>
            </a:pPr>
            <a:fld id="{CAD2D6BD-DE1B-4B5F-8B41-2702339687B9}" type="slidenum">
              <a:rPr lang="en-US" altLang="zh-CN" sz="1200" b="0" i="0" u="none" strike="noStrike" kern="1200" cap="none" spc="0" baseline="0">
                <a:solidFill>
                  <a:schemeClr val="bg1"/>
                </a:solidFill>
                <a:latin typeface="Calibri" pitchFamily="34" charset="0"/>
                <a:ea typeface="ＭＳ Ｐゴシック" pitchFamily="0" charset="0"/>
                <a:cs typeface="Arial" pitchFamily="34" charset="0"/>
              </a:rPr>
              <a:t>52</a:t>
            </a:fld>
            <a:endParaRPr lang="zh-CN" altLang="en-US" sz="1200" b="0" i="0" u="none" strike="noStrike" kern="1200" cap="none" spc="0" baseline="0">
              <a:solidFill>
                <a:schemeClr val="bg1"/>
              </a:solidFill>
              <a:latin typeface="Calibri" pitchFamily="34" charset="0"/>
              <a:ea typeface="ＭＳ Ｐゴシック" pitchFamily="0" charset="0"/>
              <a:cs typeface="Arial" pitchFamily="34" charset="0"/>
            </a:endParaRPr>
          </a:p>
        </p:txBody>
      </p:sp>
      <p:sp>
        <p:nvSpPr>
          <p:cNvPr id="550" name="Rectangles"/>
          <p:cNvSpPr>
            <a:spLocks/>
          </p:cNvSpPr>
          <p:nvPr/>
        </p:nvSpPr>
        <p:spPr>
          <a:xfrm rot="0">
            <a:off x="1991544" y="3717032"/>
            <a:ext cx="2016224" cy="386715"/>
          </a:xfrm>
          <a:prstGeom prst="rect"/>
          <a:noFill/>
          <a:ln w="12700" cmpd="sng" cap="flat">
            <a:noFill/>
            <a:prstDash val="solid"/>
            <a:miter/>
          </a:ln>
        </p:spPr>
        <p:txBody>
          <a:bodyPr vert="horz" wrap="square" lIns="91440" tIns="45720" rIns="91440" bIns="45720" anchor="t" anchorCtr="0">
            <a:prstTxWarp prst="textNoShape"/>
            <a:spAutoFit/>
          </a:bodyPr>
          <a:lstStyle/>
          <a:p>
            <a:pPr marL="0" indent="0" algn="l">
              <a:lnSpc>
                <a:spcPct val="100000"/>
              </a:lnSpc>
              <a:spcBef>
                <a:spcPts val="0"/>
              </a:spcBef>
              <a:spcAft>
                <a:spcPts val="0"/>
              </a:spcAft>
              <a:buNone/>
            </a:pPr>
            <a:r>
              <a:rPr lang="en-US" altLang="zh-CN" sz="2000" b="1" i="0" u="none" strike="noStrike" kern="1200" cap="none" spc="0" baseline="0">
                <a:solidFill>
                  <a:srgbClr val="C00000"/>
                </a:solidFill>
                <a:latin typeface="Century Gothic" pitchFamily="0" charset="0"/>
                <a:ea typeface="MS PGothic" pitchFamily="34" charset="-128"/>
                <a:cs typeface="Calibri" pitchFamily="34" charset="0"/>
              </a:rPr>
              <a:t>Solution:</a:t>
            </a:r>
            <a:endParaRPr lang="zh-CN" altLang="en-US" sz="2000" b="1" i="0" u="none" strike="noStrike" kern="1200" cap="none" spc="0" baseline="0">
              <a:solidFill>
                <a:srgbClr val="C00000"/>
              </a:solidFill>
              <a:latin typeface="Century Gothic" pitchFamily="0" charset="0"/>
              <a:ea typeface="MS PGothic" pitchFamily="34" charset="-128"/>
              <a:cs typeface="Calibri" pitchFamily="34" charset="0"/>
            </a:endParaRPr>
          </a:p>
        </p:txBody>
      </p:sp>
      <p:sp>
        <p:nvSpPr>
          <p:cNvPr id="551" name="Rectangles"/>
          <p:cNvSpPr>
            <a:spLocks noChangeAspect="1"/>
          </p:cNvSpPr>
          <p:nvPr/>
        </p:nvSpPr>
        <p:spPr>
          <a:xfrm rot="0">
            <a:off x="2351584" y="4077072"/>
            <a:ext cx="5184576" cy="2188676"/>
          </a:xfrm>
          <a:prstGeom prst="rect"/>
          <a:blipFill rotWithShape="1">
            <a:blip r:embed="rId1"/>
            <a:stretch>
              <a:fillRect l="-2471" b="-2507"/>
            </a:stretch>
          </a:blipFill>
          <a:ln w="12700"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en-US" altLang="zh-CN" sz="1800" b="0" i="0" u="none" strike="noStrike" kern="1200" cap="none" spc="0" baseline="0">
                <a:noFill/>
                <a:latin typeface="Calibri" pitchFamily="34" charset="0"/>
                <a:ea typeface="MS PGothic" pitchFamily="34" charset="-128"/>
                <a:cs typeface="Calibri" pitchFamily="34" charset="0"/>
              </a:rPr>
              <a:t> </a:t>
            </a:r>
            <a:endParaRPr lang="zh-CN" altLang="en-US" sz="1800" b="0" i="0" u="none" strike="noStrike" kern="1200" cap="none" spc="0" baseline="0">
              <a:noFill/>
              <a:latin typeface="Calibri" pitchFamily="34" charset="0"/>
              <a:ea typeface="MS PGothic" pitchFamily="34" charset="-128"/>
              <a:cs typeface="Calibri" pitchFamily="34" charset="0"/>
            </a:endParaRPr>
          </a:p>
        </p:txBody>
      </p:sp>
    </p:spTree>
    <p:extLst>
      <p:ext uri="{BB962C8B-B14F-4D97-AF65-F5344CB8AC3E}">
        <p14:creationId xmlns:p14="http://schemas.microsoft.com/office/powerpoint/2010/main" val="753114419"/>
      </p:ext>
    </p:extLst>
  </p:cSld>
  <p:clrMapOvr>
    <a:masterClrMapping/>
  </p:clrMapOvr>
</p:sld>
</file>

<file path=ppt/slides/slide53.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555" name="Rectangles"/>
          <p:cNvSpPr>
            <a:spLocks/>
          </p:cNvSpPr>
          <p:nvPr/>
        </p:nvSpPr>
        <p:spPr>
          <a:xfrm rot="0">
            <a:off x="6172200" y="5867400"/>
            <a:ext cx="1600200" cy="523218"/>
          </a:xfrm>
          <a:prstGeom prst="rect"/>
          <a:noFill/>
          <a:ln w="12700" cmpd="sng" cap="flat">
            <a:noFill/>
            <a:prstDash val="solid"/>
            <a:round/>
          </a:ln>
        </p:spPr>
      </p:sp>
      <p:sp>
        <p:nvSpPr>
          <p:cNvPr id="556" name="Rectangles"/>
          <p:cNvSpPr>
            <a:spLocks/>
          </p:cNvSpPr>
          <p:nvPr/>
        </p:nvSpPr>
        <p:spPr>
          <a:xfrm rot="0">
            <a:off x="4079775" y="188641"/>
            <a:ext cx="6048473" cy="648071"/>
          </a:xfrm>
          <a:prstGeom prst="rect"/>
          <a:solidFill>
            <a:srgbClr val="FFFFFF"/>
          </a:solidFill>
          <a:ln w="25400" cmpd="sng" cap="flat">
            <a:noFill/>
            <a:prstDash val="solid"/>
            <a:round/>
          </a:ln>
        </p:spPr>
        <p:txBody>
          <a:bodyPr vert="horz" wrap="square" lIns="91440" tIns="45720" rIns="91440" bIns="45720" anchor="t" anchorCtr="0">
            <a:prstTxWarp prst="textNoShape"/>
          </a:bodyPr>
          <a:lstStyle/>
          <a:p>
            <a:pPr marL="0" indent="0" algn="ctr" eaLnBrk="0" fontAlgn="base" hangingPunct="0">
              <a:lnSpc>
                <a:spcPct val="100000"/>
              </a:lnSpc>
              <a:spcBef>
                <a:spcPts val="0"/>
              </a:spcBef>
              <a:spcAft>
                <a:spcPts val="0"/>
              </a:spcAft>
              <a:buNone/>
            </a:pPr>
            <a:r>
              <a:rPr lang="en-US" altLang="zh-CN" sz="3200" b="1" i="0" u="none" strike="noStrike" kern="1200" cap="none" spc="0" baseline="0">
                <a:solidFill>
                  <a:srgbClr val="000000"/>
                </a:solidFill>
                <a:latin typeface="Century Gothic" pitchFamily="0" charset="0"/>
                <a:ea typeface="宋体" pitchFamily="0" charset="0"/>
                <a:cs typeface="Calibri" pitchFamily="34" charset="0"/>
              </a:rPr>
              <a:t>Negative Binomial Distribution</a:t>
            </a:r>
            <a:endParaRPr lang="zh-CN" altLang="en-US" sz="3200" b="1" i="0" u="none" strike="noStrike" kern="1200" cap="none" spc="0" baseline="0">
              <a:solidFill>
                <a:srgbClr val="000000"/>
              </a:solidFill>
              <a:latin typeface="Century Gothic" pitchFamily="0" charset="0"/>
              <a:ea typeface="宋体" pitchFamily="0" charset="0"/>
              <a:cs typeface="Calibri" pitchFamily="34" charset="0"/>
            </a:endParaRPr>
          </a:p>
        </p:txBody>
      </p:sp>
      <p:sp>
        <p:nvSpPr>
          <p:cNvPr id="557" name="Rectangles"/>
          <p:cNvSpPr>
            <a:spLocks/>
          </p:cNvSpPr>
          <p:nvPr/>
        </p:nvSpPr>
        <p:spPr>
          <a:xfrm rot="0">
            <a:off x="6060878" y="6525344"/>
            <a:ext cx="611187" cy="365125"/>
          </a:xfrm>
          <a:prstGeom prst="rect"/>
          <a:noFill/>
          <a:ln w="12700" cmpd="sng" cap="flat">
            <a:noFill/>
            <a:prstDash val="solid"/>
            <a:miter/>
          </a:ln>
        </p:spPr>
        <p:txBody>
          <a:bodyPr vert="horz" wrap="square" lIns="91440" tIns="45720" rIns="91440" bIns="45720" anchor="ctr" anchorCtr="0">
            <a:prstTxWarp prst="textNoShape"/>
          </a:bodyPr>
          <a:lstStyle/>
          <a:p>
            <a:pPr marL="0" indent="0" algn="ctr" eaLnBrk="1" fontAlgn="base" hangingPunct="1">
              <a:lnSpc>
                <a:spcPct val="100000"/>
              </a:lnSpc>
              <a:spcBef>
                <a:spcPts val="0"/>
              </a:spcBef>
              <a:spcAft>
                <a:spcPts val="0"/>
              </a:spcAft>
              <a:buNone/>
            </a:pPr>
            <a:fld id="{CAD2D6BD-DE1B-4B5F-8B41-2702339687B9}" type="slidenum">
              <a:rPr lang="en-US" altLang="zh-CN" sz="1200" b="0" i="0" u="none" strike="noStrike" kern="1200" cap="none" spc="0" baseline="0">
                <a:solidFill>
                  <a:schemeClr val="bg1"/>
                </a:solidFill>
                <a:latin typeface="Calibri" pitchFamily="34" charset="0"/>
                <a:ea typeface="ＭＳ Ｐゴシック" pitchFamily="0" charset="0"/>
                <a:cs typeface="Arial" pitchFamily="34" charset="0"/>
              </a:rPr>
              <a:t>53</a:t>
            </a:fld>
            <a:endParaRPr lang="zh-CN" altLang="en-US" sz="1200" b="0" i="0" u="none" strike="noStrike" kern="1200" cap="none" spc="0" baseline="0">
              <a:solidFill>
                <a:schemeClr val="bg1"/>
              </a:solidFill>
              <a:latin typeface="Calibri" pitchFamily="34" charset="0"/>
              <a:ea typeface="ＭＳ Ｐゴシック" pitchFamily="0" charset="0"/>
              <a:cs typeface="Arial" pitchFamily="34" charset="0"/>
            </a:endParaRPr>
          </a:p>
        </p:txBody>
      </p:sp>
      <p:sp>
        <p:nvSpPr>
          <p:cNvPr id="558" name="Rectangles"/>
          <p:cNvSpPr>
            <a:spLocks/>
          </p:cNvSpPr>
          <p:nvPr/>
        </p:nvSpPr>
        <p:spPr>
          <a:xfrm rot="0">
            <a:off x="1847850" y="1412875"/>
            <a:ext cx="8424863" cy="2234565"/>
          </a:xfrm>
          <a:prstGeom prst="rect"/>
          <a:noFill/>
          <a:ln w="12700" cmpd="sng" cap="flat">
            <a:noFill/>
            <a:prstDash val="solid"/>
            <a:round/>
          </a:ln>
        </p:spPr>
        <p:txBody>
          <a:bodyPr vert="horz" wrap="square" lIns="91440" tIns="45720" rIns="91440" bIns="45720" anchor="t" anchorCtr="0">
            <a:prstTxWarp prst="textNoShape"/>
            <a:spAutoFit/>
          </a:bodyPr>
          <a:lstStyle/>
          <a:p>
            <a:pPr marL="0" indent="0" algn="l" eaLnBrk="1" hangingPunct="1">
              <a:lnSpc>
                <a:spcPct val="100000"/>
              </a:lnSpc>
              <a:spcBef>
                <a:spcPts val="0"/>
              </a:spcBef>
              <a:spcAft>
                <a:spcPts val="0"/>
              </a:spcAft>
              <a:buNone/>
            </a:pPr>
            <a:r>
              <a:rPr lang="en-US" altLang="zh-CN" sz="2800" b="0" i="0" u="none" strike="noStrike" kern="1200" cap="none" spc="0" baseline="0">
                <a:solidFill>
                  <a:schemeClr val="tx1"/>
                </a:solidFill>
                <a:latin typeface="Times New Roman" pitchFamily="18" charset="0"/>
                <a:ea typeface="ＭＳ Ｐゴシック" pitchFamily="0" charset="0"/>
                <a:cs typeface="Times New Roman" pitchFamily="18" charset="0"/>
              </a:rPr>
              <a:t>If repeated independent trials can result in a success with probability </a:t>
            </a:r>
            <a:r>
              <a:rPr lang="en-US" altLang="zh-CN" sz="2800" b="0" i="1" u="none" strike="noStrike" kern="1200" cap="none" spc="0" baseline="0">
                <a:solidFill>
                  <a:schemeClr val="tx1"/>
                </a:solidFill>
                <a:latin typeface="Times New Roman" pitchFamily="18" charset="0"/>
                <a:ea typeface="ＭＳ Ｐゴシック" pitchFamily="0" charset="0"/>
                <a:cs typeface="Times New Roman" pitchFamily="18" charset="0"/>
              </a:rPr>
              <a:t>p</a:t>
            </a:r>
            <a:r>
              <a:rPr lang="en-US" altLang="zh-CN" sz="2800" b="0" i="0" u="none" strike="noStrike" kern="1200" cap="none" spc="0" baseline="0">
                <a:solidFill>
                  <a:schemeClr val="tx1"/>
                </a:solidFill>
                <a:latin typeface="Times New Roman" pitchFamily="18" charset="0"/>
                <a:ea typeface="ＭＳ Ｐゴシック" pitchFamily="0" charset="0"/>
                <a:cs typeface="Times New Roman" pitchFamily="18" charset="0"/>
              </a:rPr>
              <a:t> and a failure with probability </a:t>
            </a:r>
            <a:r>
              <a:rPr lang="en-US" altLang="zh-CN" sz="2800" b="0" i="1" u="none" strike="noStrike" kern="1200" cap="none" spc="0" baseline="0">
                <a:solidFill>
                  <a:schemeClr val="tx1"/>
                </a:solidFill>
                <a:latin typeface="Times New Roman" pitchFamily="18" charset="0"/>
                <a:ea typeface="ＭＳ Ｐゴシック" pitchFamily="0" charset="0"/>
                <a:cs typeface="Times New Roman" pitchFamily="18" charset="0"/>
              </a:rPr>
              <a:t>q</a:t>
            </a:r>
            <a:r>
              <a:rPr lang="en-US" altLang="zh-CN" sz="2800" b="0" i="0" u="none" strike="noStrike" kern="1200" cap="none" spc="0" baseline="0">
                <a:solidFill>
                  <a:schemeClr val="tx1"/>
                </a:solidFill>
                <a:latin typeface="Times New Roman" pitchFamily="18" charset="0"/>
                <a:ea typeface="ＭＳ Ｐゴシック" pitchFamily="0" charset="0"/>
                <a:cs typeface="Times New Roman" pitchFamily="18" charset="0"/>
              </a:rPr>
              <a:t> = 1- </a:t>
            </a:r>
            <a:r>
              <a:rPr lang="en-US" altLang="zh-CN" sz="2800" b="0" i="1" u="none" strike="noStrike" kern="1200" cap="none" spc="0" baseline="0">
                <a:solidFill>
                  <a:schemeClr val="tx1"/>
                </a:solidFill>
                <a:latin typeface="Times New Roman" pitchFamily="18" charset="0"/>
                <a:ea typeface="ＭＳ Ｐゴシック" pitchFamily="0" charset="0"/>
                <a:cs typeface="Times New Roman" pitchFamily="18" charset="0"/>
              </a:rPr>
              <a:t>p</a:t>
            </a:r>
            <a:r>
              <a:rPr lang="en-US" altLang="zh-CN" sz="2800" b="0" i="0" u="none" strike="noStrike" kern="1200" cap="none" spc="0" baseline="0">
                <a:solidFill>
                  <a:schemeClr val="tx1"/>
                </a:solidFill>
                <a:latin typeface="Times New Roman" pitchFamily="18" charset="0"/>
                <a:ea typeface="ＭＳ Ｐゴシック" pitchFamily="0" charset="0"/>
                <a:cs typeface="Times New Roman" pitchFamily="18" charset="0"/>
              </a:rPr>
              <a:t>, then the probability distribution of the  random variable </a:t>
            </a:r>
            <a:r>
              <a:rPr lang="en-US" altLang="zh-CN" sz="2800" b="0" i="1" u="none" strike="noStrike" kern="1200" cap="none" spc="0" baseline="0">
                <a:solidFill>
                  <a:schemeClr val="tx1"/>
                </a:solidFill>
                <a:latin typeface="Times New Roman" pitchFamily="18" charset="0"/>
                <a:ea typeface="ＭＳ Ｐゴシック" pitchFamily="0" charset="0"/>
                <a:cs typeface="Times New Roman" pitchFamily="18" charset="0"/>
              </a:rPr>
              <a:t>x</a:t>
            </a:r>
            <a:r>
              <a:rPr lang="en-US" altLang="zh-CN" sz="2800" b="0" i="0" u="none" strike="noStrike" kern="1200" cap="none" spc="0" baseline="0">
                <a:solidFill>
                  <a:schemeClr val="tx1"/>
                </a:solidFill>
                <a:latin typeface="Times New Roman" pitchFamily="18" charset="0"/>
                <a:ea typeface="ＭＳ Ｐゴシック" pitchFamily="0" charset="0"/>
                <a:cs typeface="Times New Roman" pitchFamily="18" charset="0"/>
              </a:rPr>
              <a:t>, the number of the trial on which the </a:t>
            </a:r>
            <a:r>
              <a:rPr lang="en-US" altLang="zh-CN" sz="2800" b="0" i="1" u="none" strike="noStrike" kern="1200" cap="none" spc="0" baseline="0">
                <a:solidFill>
                  <a:schemeClr val="tx1"/>
                </a:solidFill>
                <a:latin typeface="Times New Roman" pitchFamily="18" charset="0"/>
                <a:ea typeface="ＭＳ Ｐゴシック" pitchFamily="0" charset="0"/>
                <a:cs typeface="Times New Roman" pitchFamily="18" charset="0"/>
              </a:rPr>
              <a:t>k-</a:t>
            </a:r>
            <a:r>
              <a:rPr lang="en-US" altLang="zh-CN" sz="2800" b="0" i="0" u="none" strike="noStrike" kern="1200" cap="none" spc="0" baseline="0">
                <a:solidFill>
                  <a:schemeClr val="tx1"/>
                </a:solidFill>
                <a:latin typeface="Times New Roman" pitchFamily="18" charset="0"/>
                <a:ea typeface="ＭＳ Ｐゴシック" pitchFamily="0" charset="0"/>
                <a:cs typeface="Times New Roman" pitchFamily="18" charset="0"/>
              </a:rPr>
              <a:t>th</a:t>
            </a:r>
            <a:r>
              <a:rPr lang="en-US" altLang="zh-CN" sz="2800" b="0" i="0" u="none" strike="noStrike" kern="1200" cap="none" spc="0" baseline="0">
                <a:solidFill>
                  <a:schemeClr val="tx1"/>
                </a:solidFill>
                <a:latin typeface="Times New Roman" pitchFamily="18" charset="0"/>
                <a:ea typeface="ＭＳ Ｐゴシック" pitchFamily="0" charset="0"/>
                <a:cs typeface="Times New Roman" pitchFamily="18" charset="0"/>
              </a:rPr>
              <a:t> success occurs, is </a:t>
            </a:r>
            <a:endParaRPr lang="zh-CN" altLang="en-US" sz="2800" b="0" i="0" u="none" strike="noStrike" kern="1200" cap="none" spc="0" baseline="0">
              <a:solidFill>
                <a:schemeClr val="tx1"/>
              </a:solidFill>
              <a:latin typeface="Times New Roman" pitchFamily="18" charset="0"/>
              <a:ea typeface="ＭＳ Ｐゴシック" pitchFamily="0" charset="0"/>
              <a:cs typeface="Times New Roman" pitchFamily="18" charset="0"/>
            </a:endParaRPr>
          </a:p>
        </p:txBody>
      </p:sp>
      <p:sp>
        <p:nvSpPr>
          <p:cNvPr id="559" name="Rectangles"/>
          <p:cNvSpPr>
            <a:spLocks noChangeAspect="1"/>
          </p:cNvSpPr>
          <p:nvPr/>
        </p:nvSpPr>
        <p:spPr>
          <a:xfrm rot="0">
            <a:off x="2135560" y="3717033"/>
            <a:ext cx="8231036" cy="810798"/>
          </a:xfrm>
          <a:prstGeom prst="rect"/>
          <a:blipFill rotWithShape="1">
            <a:blip r:embed="rId1"/>
            <a:stretch/>
          </a:blipFill>
          <a:ln w="12700"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en-US" altLang="zh-CN" sz="1800" b="0" i="0" u="none" strike="noStrike" kern="1200" cap="none" spc="0" baseline="0">
                <a:noFill/>
                <a:latin typeface="Calibri" pitchFamily="34" charset="0"/>
                <a:ea typeface="MS PGothic" pitchFamily="34" charset="-128"/>
                <a:cs typeface="Calibri" pitchFamily="34" charset="0"/>
              </a:rPr>
              <a:t> </a:t>
            </a:r>
            <a:endParaRPr lang="zh-CN" altLang="en-US" sz="1800" b="0" i="0" u="none" strike="noStrike" kern="1200" cap="none" spc="0" baseline="0">
              <a:noFill/>
              <a:latin typeface="Calibri" pitchFamily="34" charset="0"/>
              <a:ea typeface="MS PGothic" pitchFamily="34" charset="-128"/>
              <a:cs typeface="Calibri" pitchFamily="34" charset="0"/>
            </a:endParaRPr>
          </a:p>
        </p:txBody>
      </p:sp>
    </p:spTree>
    <p:extLst>
      <p:ext uri="{BB962C8B-B14F-4D97-AF65-F5344CB8AC3E}">
        <p14:creationId xmlns:p14="http://schemas.microsoft.com/office/powerpoint/2010/main" val="9856138"/>
      </p:ext>
    </p:extLst>
  </p:cSld>
  <p:clrMapOvr>
    <a:masterClrMapping/>
  </p:clrMapOvr>
</p:sld>
</file>

<file path=ppt/slides/slide54.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564" name="Text box"/>
          <p:cNvSpPr>
            <a:spLocks noGrp="1"/>
          </p:cNvSpPr>
          <p:nvPr>
            <p:ph type="title"/>
          </p:nvPr>
        </p:nvSpPr>
        <p:spPr>
          <a:xfrm rot="0">
            <a:off x="4223792" y="260648"/>
            <a:ext cx="5842992" cy="562074"/>
          </a:xfrm>
          <a:prstGeom prst="rect"/>
          <a:solidFill>
            <a:srgbClr val="FFFFFF"/>
          </a:solidFill>
          <a:ln w="25400" cmpd="sng" cap="flat">
            <a:noFill/>
            <a:prstDash val="solid"/>
            <a:round/>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en-US" altLang="zh-CN" sz="4400" b="1" i="0" u="none" strike="noStrike" kern="1200" cap="none" spc="0" baseline="0">
                <a:solidFill>
                  <a:srgbClr val="000000"/>
                </a:solidFill>
                <a:latin typeface="Century Gothic" pitchFamily="0" charset="0"/>
                <a:ea typeface="宋体" pitchFamily="0" charset="0"/>
                <a:cs typeface="Calibri" pitchFamily="34" charset="0"/>
              </a:rPr>
              <a:t>Example</a:t>
            </a:r>
            <a:endParaRPr lang="zh-CN" altLang="en-US" sz="4400" b="1" i="0" u="none" strike="noStrike" kern="1200" cap="none" spc="0" baseline="0">
              <a:solidFill>
                <a:srgbClr val="000000"/>
              </a:solidFill>
              <a:latin typeface="Century Gothic" pitchFamily="0" charset="0"/>
              <a:ea typeface="宋体" pitchFamily="0" charset="0"/>
              <a:cs typeface="Calibri" pitchFamily="34" charset="0"/>
            </a:endParaRPr>
          </a:p>
        </p:txBody>
      </p:sp>
      <p:sp>
        <p:nvSpPr>
          <p:cNvPr id="565" name="Rectangles"/>
          <p:cNvSpPr>
            <a:spLocks/>
          </p:cNvSpPr>
          <p:nvPr/>
        </p:nvSpPr>
        <p:spPr>
          <a:xfrm rot="0">
            <a:off x="1847529" y="1196752"/>
            <a:ext cx="8424863" cy="1539239"/>
          </a:xfrm>
          <a:prstGeom prst="rect"/>
          <a:noFill/>
          <a:ln w="12700" cmpd="sng" cap="flat">
            <a:noFill/>
            <a:prstDash val="solid"/>
            <a:round/>
          </a:ln>
        </p:spPr>
        <p:txBody>
          <a:bodyPr vert="horz" wrap="square" lIns="91440" tIns="45720" rIns="91440" bIns="45720" anchor="t" anchorCtr="0">
            <a:prstTxWarp prst="textNoShape"/>
            <a:spAutoFit/>
          </a:bodyPr>
          <a:lstStyle/>
          <a:p>
            <a:pPr marL="0" indent="0" algn="just" eaLnBrk="1" hangingPunct="1">
              <a:lnSpc>
                <a:spcPct val="100000"/>
              </a:lnSpc>
              <a:spcBef>
                <a:spcPts val="0"/>
              </a:spcBef>
              <a:spcAft>
                <a:spcPts val="0"/>
              </a:spcAft>
              <a:buNone/>
            </a:pPr>
            <a:r>
              <a:rPr lang="en-US" altLang="zh-CN" sz="2400" b="0" i="0" u="none" strike="noStrike" kern="1200" cap="none" spc="0" baseline="0">
                <a:solidFill>
                  <a:schemeClr val="tx1"/>
                </a:solidFill>
                <a:latin typeface="Times New Roman" pitchFamily="18" charset="0"/>
                <a:ea typeface="ＭＳ Ｐゴシック" pitchFamily="0" charset="0"/>
                <a:cs typeface="Times New Roman" pitchFamily="18" charset="0"/>
              </a:rPr>
              <a:t>A scientist inoculates mice, one at a time, with a diseases germ until he finds 2 that have contracted the diseases. If the probability of contracting the diseases is 1/6, what is the probability that 8 mice are required? </a:t>
            </a:r>
            <a:endParaRPr lang="zh-CN" altLang="en-US" sz="2800" b="0" i="0" u="none" strike="noStrike" kern="1200" cap="none" spc="0" baseline="0">
              <a:solidFill>
                <a:schemeClr val="tx1"/>
              </a:solidFill>
              <a:latin typeface="Times New Roman" pitchFamily="18" charset="0"/>
              <a:ea typeface="ＭＳ Ｐゴシック" pitchFamily="0" charset="0"/>
              <a:cs typeface="Times New Roman" pitchFamily="18" charset="0"/>
            </a:endParaRPr>
          </a:p>
        </p:txBody>
      </p:sp>
      <p:sp>
        <p:nvSpPr>
          <p:cNvPr id="566" name="Rectangles"/>
          <p:cNvSpPr>
            <a:spLocks/>
          </p:cNvSpPr>
          <p:nvPr/>
        </p:nvSpPr>
        <p:spPr>
          <a:xfrm rot="0">
            <a:off x="2063552" y="3356993"/>
            <a:ext cx="1818005" cy="577215"/>
          </a:xfrm>
          <a:prstGeom prst="rect"/>
          <a:noFill/>
          <a:ln w="12700" cmpd="sng" cap="flat">
            <a:noFill/>
            <a:prstDash val="solid"/>
            <a:round/>
          </a:ln>
        </p:spPr>
        <p:txBody>
          <a:bodyPr vert="horz" wrap="none" lIns="91440" tIns="45720" rIns="91440" bIns="45720" anchor="t" anchorCtr="0">
            <a:prstTxWarp prst="textNoShape"/>
            <a:spAutoFit/>
          </a:bodyPr>
          <a:lstStyle/>
          <a:p>
            <a:pPr marL="0" indent="0" algn="l" eaLnBrk="1" hangingPunct="1">
              <a:lnSpc>
                <a:spcPct val="100000"/>
              </a:lnSpc>
              <a:spcBef>
                <a:spcPts val="0"/>
              </a:spcBef>
              <a:spcAft>
                <a:spcPts val="0"/>
              </a:spcAft>
              <a:buNone/>
            </a:pPr>
            <a:r>
              <a:rPr lang="en-US" altLang="zh-CN" sz="3200" b="0" i="0" u="none" strike="noStrike" kern="1200" cap="none" spc="0" baseline="0">
                <a:solidFill>
                  <a:srgbClr val="FF0000"/>
                </a:solidFill>
                <a:latin typeface="Calibri" pitchFamily="34" charset="0"/>
                <a:ea typeface="ＭＳ Ｐゴシック" pitchFamily="0" charset="0"/>
                <a:cs typeface="Calibri" pitchFamily="34" charset="0"/>
              </a:rPr>
              <a:t>Solution:</a:t>
            </a:r>
            <a:endParaRPr lang="zh-CN" altLang="en-US" sz="3200" b="0" i="0" u="none" strike="noStrike" kern="1200" cap="none" spc="0" baseline="0">
              <a:solidFill>
                <a:srgbClr val="FF0000"/>
              </a:solidFill>
              <a:latin typeface="Calibri" pitchFamily="34" charset="0"/>
              <a:ea typeface="ＭＳ Ｐゴシック" pitchFamily="0" charset="0"/>
              <a:cs typeface="Calibri" pitchFamily="34" charset="0"/>
            </a:endParaRPr>
          </a:p>
        </p:txBody>
      </p:sp>
      <p:sp>
        <p:nvSpPr>
          <p:cNvPr id="567" name="Rectangles"/>
          <p:cNvSpPr>
            <a:spLocks/>
          </p:cNvSpPr>
          <p:nvPr/>
        </p:nvSpPr>
        <p:spPr>
          <a:xfrm rot="0">
            <a:off x="6060878" y="6525344"/>
            <a:ext cx="611187" cy="365125"/>
          </a:xfrm>
          <a:prstGeom prst="rect"/>
          <a:noFill/>
          <a:ln w="12700" cmpd="sng" cap="flat">
            <a:noFill/>
            <a:prstDash val="solid"/>
            <a:miter/>
          </a:ln>
        </p:spPr>
        <p:txBody>
          <a:bodyPr vert="horz" wrap="square" lIns="91440" tIns="45720" rIns="91440" bIns="45720" anchor="ctr" anchorCtr="0">
            <a:prstTxWarp prst="textNoShape"/>
          </a:bodyPr>
          <a:lstStyle/>
          <a:p>
            <a:pPr marL="0" indent="0" algn="ctr" eaLnBrk="1" fontAlgn="base" hangingPunct="1">
              <a:lnSpc>
                <a:spcPct val="100000"/>
              </a:lnSpc>
              <a:spcBef>
                <a:spcPts val="0"/>
              </a:spcBef>
              <a:spcAft>
                <a:spcPts val="0"/>
              </a:spcAft>
              <a:buNone/>
            </a:pPr>
            <a:fld id="{CAD2D6BD-DE1B-4B5F-8B41-2702339687B9}" type="slidenum">
              <a:rPr lang="en-US" altLang="zh-CN" sz="1200" b="0" i="0" u="none" strike="noStrike" kern="1200" cap="none" spc="0" baseline="0">
                <a:solidFill>
                  <a:schemeClr val="bg1"/>
                </a:solidFill>
                <a:latin typeface="Calibri" pitchFamily="34" charset="0"/>
                <a:ea typeface="ＭＳ Ｐゴシック" pitchFamily="0" charset="0"/>
                <a:cs typeface="Arial" pitchFamily="34" charset="0"/>
              </a:rPr>
              <a:t>54</a:t>
            </a:fld>
            <a:endParaRPr lang="zh-CN" altLang="en-US" sz="1200" b="0" i="0" u="none" strike="noStrike" kern="1200" cap="none" spc="0" baseline="0">
              <a:solidFill>
                <a:schemeClr val="bg1"/>
              </a:solidFill>
              <a:latin typeface="Calibri" pitchFamily="34" charset="0"/>
              <a:ea typeface="ＭＳ Ｐゴシック" pitchFamily="0" charset="0"/>
              <a:cs typeface="Arial" pitchFamily="34" charset="0"/>
            </a:endParaRPr>
          </a:p>
        </p:txBody>
      </p:sp>
      <p:sp>
        <p:nvSpPr>
          <p:cNvPr id="568" name="Rectangles"/>
          <p:cNvSpPr>
            <a:spLocks noChangeAspect="1"/>
          </p:cNvSpPr>
          <p:nvPr/>
        </p:nvSpPr>
        <p:spPr>
          <a:xfrm rot="0">
            <a:off x="2207569" y="4005065"/>
            <a:ext cx="7168309" cy="603499"/>
          </a:xfrm>
          <a:prstGeom prst="rect"/>
          <a:blipFill rotWithShape="1">
            <a:blip r:embed="rId1"/>
            <a:stretch/>
          </a:blipFill>
          <a:ln w="12700"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en-US" altLang="zh-CN" sz="1800" b="0" i="0" u="none" strike="noStrike" kern="1200" cap="none" spc="0" baseline="0">
                <a:noFill/>
                <a:latin typeface="Calibri" pitchFamily="34" charset="0"/>
                <a:ea typeface="MS PGothic" pitchFamily="34" charset="-128"/>
                <a:cs typeface="Calibri" pitchFamily="34" charset="0"/>
              </a:rPr>
              <a:t> </a:t>
            </a:r>
            <a:endParaRPr lang="zh-CN" altLang="en-US" sz="1800" b="0" i="0" u="none" strike="noStrike" kern="1200" cap="none" spc="0" baseline="0">
              <a:noFill/>
              <a:latin typeface="Calibri" pitchFamily="34" charset="0"/>
              <a:ea typeface="MS PGothic" pitchFamily="34" charset="-128"/>
              <a:cs typeface="Calibri" pitchFamily="34" charset="0"/>
            </a:endParaRPr>
          </a:p>
        </p:txBody>
      </p:sp>
    </p:spTree>
    <p:extLst>
      <p:ext uri="{BB962C8B-B14F-4D97-AF65-F5344CB8AC3E}">
        <p14:creationId xmlns:p14="http://schemas.microsoft.com/office/powerpoint/2010/main" val="49689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566"/>
                                        </p:tgtEl>
                                        <p:attrNameLst>
                                          <p:attrName>style.visibility</p:attrName>
                                        </p:attrNameLst>
                                      </p:cBhvr>
                                      <p:to>
                                        <p:strVal val="visible"/>
                                      </p:to>
                                    </p:set>
                                    <p:anim calcmode="lin" valueType="num">
                                      <p:cBhvr additive="base">
                                        <p:cTn id="7" dur="500"/>
                                        <p:tgtEl>
                                          <p:spTgt spid="566"/>
                                        </p:tgtEl>
                                        <p:attrNameLst>
                                          <p:attrName>ppt_y</p:attrName>
                                        </p:attrNameLst>
                                      </p:cBhvr>
                                      <p:tavLst>
                                        <p:tav tm="0">
                                          <p:val>
                                            <p:strVal val="#ppt_y+#ppt_h*1.125000"/>
                                          </p:val>
                                        </p:tav>
                                        <p:tav tm="100000">
                                          <p:val>
                                            <p:strVal val="#ppt_y"/>
                                          </p:val>
                                        </p:tav>
                                      </p:tavLst>
                                    </p:anim>
                                    <p:animEffect transition="in" filter="wipe(up)">
                                      <p:cBhvr>
                                        <p:cTn id="8" dur="500"/>
                                        <p:tgtEl>
                                          <p:spTgt spid="566"/>
                                        </p:tgtEl>
                                      </p:cBhvr>
                                    </p:animEffec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6" grpId="0" animBg="1"/>
      <p:bldP spid="568" grpId="0" animBg="1"/>
    </p:bldLst>
  </p:timing>
</p:sld>
</file>

<file path=ppt/slides/slide55.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572" name="Text box"/>
          <p:cNvSpPr>
            <a:spLocks noGrp="1"/>
          </p:cNvSpPr>
          <p:nvPr>
            <p:ph type="title"/>
          </p:nvPr>
        </p:nvSpPr>
        <p:spPr>
          <a:xfrm rot="0">
            <a:off x="2783633" y="274638"/>
            <a:ext cx="6562725" cy="633412"/>
          </a:xfrm>
          <a:prstGeom prst="rect"/>
          <a:noFill/>
          <a:ln w="12700" cmpd="sng" cap="flat">
            <a:noFill/>
            <a:prstDash val="solid"/>
            <a:round/>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en-US" altLang="zh-CN" sz="4000" b="1" i="0" u="none" strike="noStrike" kern="1200" cap="none" spc="0" baseline="0">
                <a:solidFill>
                  <a:srgbClr val="C00000"/>
                </a:solidFill>
                <a:latin typeface="Calibri" pitchFamily="34" charset="0"/>
                <a:ea typeface="MS PGothic" pitchFamily="34" charset="-128"/>
                <a:cs typeface="Lucida Sans" pitchFamily="0" charset="0"/>
              </a:rPr>
              <a:t>Exercise #4</a:t>
            </a:r>
            <a:endParaRPr lang="zh-CN" altLang="en-US" sz="4000" b="1" i="0" u="none" strike="noStrike" kern="1200" cap="none" spc="0" baseline="0">
              <a:solidFill>
                <a:srgbClr val="C00000"/>
              </a:solidFill>
              <a:latin typeface="Calibri" pitchFamily="34" charset="0"/>
              <a:ea typeface="MS PGothic" pitchFamily="34" charset="-128"/>
              <a:cs typeface="Lucida Sans" pitchFamily="0" charset="0"/>
            </a:endParaRPr>
          </a:p>
        </p:txBody>
      </p:sp>
      <p:sp>
        <p:nvSpPr>
          <p:cNvPr id="573" name="Rectangles"/>
          <p:cNvSpPr>
            <a:spLocks noGrp="1"/>
          </p:cNvSpPr>
          <p:nvPr>
            <p:ph type="sldNum" idx="12"/>
          </p:nvPr>
        </p:nvSpPr>
        <p:spPr>
          <a:xfrm rot="0">
            <a:off x="1981200" y="6356351"/>
            <a:ext cx="2133600" cy="365125"/>
          </a:xfrm>
          <a:prstGeom prst="rect"/>
          <a:noFill/>
          <a:ln w="12700" cmpd="sng" cap="flat">
            <a:noFill/>
            <a:prstDash val="solid"/>
            <a:miter/>
          </a:ln>
        </p:spPr>
        <p:txBody>
          <a:bodyPr vert="horz" wrap="square" lIns="91440" tIns="45720" rIns="91440" bIns="45720" anchor="ctr" anchorCtr="0">
            <a:prstTxWarp prst="textNoShape"/>
          </a:bodyPr>
          <a:lstStyle/>
          <a:p>
            <a:pPr marL="0" indent="0" algn="l" eaLnBrk="1" hangingPunct="1">
              <a:lnSpc>
                <a:spcPct val="100000"/>
              </a:lnSpc>
              <a:spcBef>
                <a:spcPts val="0"/>
              </a:spcBef>
              <a:spcAft>
                <a:spcPts val="0"/>
              </a:spcAft>
              <a:buNone/>
            </a:pPr>
            <a:fld id="{CAD2D6BD-DE1B-4B5F-8B41-2702339687B9}" type="slidenum">
              <a:rPr lang="en-US" altLang="zh-CN" sz="1200" b="0" i="0" u="none" strike="noStrike" kern="1200" cap="none" spc="0" baseline="0">
                <a:solidFill>
                  <a:srgbClr val="898989"/>
                </a:solidFill>
                <a:latin typeface="Calibri" pitchFamily="34" charset="0"/>
                <a:ea typeface="MS PGothic" pitchFamily="34" charset="-128"/>
                <a:cs typeface="Arial" pitchFamily="34" charset="0"/>
              </a:rPr>
              <a:t>55</a:t>
            </a:fld>
            <a:endParaRPr lang="zh-CN" altLang="en-US" sz="1200" b="0" i="0" u="none" strike="noStrike" kern="1200" cap="none" spc="0" baseline="0">
              <a:solidFill>
                <a:srgbClr val="898989"/>
              </a:solidFill>
              <a:latin typeface="Calibri" pitchFamily="34" charset="0"/>
              <a:ea typeface="MS PGothic" pitchFamily="34" charset="-128"/>
              <a:cs typeface="Arial" pitchFamily="34" charset="0"/>
            </a:endParaRPr>
          </a:p>
        </p:txBody>
      </p:sp>
      <p:pic>
        <p:nvPicPr>
          <p:cNvPr id="574" name="Images"/>
          <p:cNvPicPr>
            <a:picLocks noChangeAspect="1"/>
          </p:cNvPicPr>
          <p:nvPr/>
        </p:nvPicPr>
        <p:blipFill>
          <a:blip r:embed="rId1" cstate="print"/>
          <a:srcRect b="25866"/>
          <a:stretch>
            <a:fillRect/>
          </a:stretch>
        </p:blipFill>
        <p:spPr>
          <a:xfrm rot="0">
            <a:off x="1524000" y="1788013"/>
            <a:ext cx="9144000" cy="2433076"/>
          </a:xfrm>
          <a:prstGeom prst="rect"/>
          <a:noFill/>
          <a:ln w="12700" cmpd="sng" cap="flat">
            <a:noFill/>
            <a:prstDash val="solid"/>
            <a:miter/>
          </a:ln>
        </p:spPr>
      </p:pic>
      <p:sp>
        <p:nvSpPr>
          <p:cNvPr id="575" name="Rectangles"/>
          <p:cNvSpPr>
            <a:spLocks/>
          </p:cNvSpPr>
          <p:nvPr/>
        </p:nvSpPr>
        <p:spPr>
          <a:xfrm rot="0">
            <a:off x="1703512" y="4270056"/>
            <a:ext cx="8712968" cy="862965"/>
          </a:xfrm>
          <a:prstGeom prst="rect"/>
          <a:noFill/>
          <a:ln w="12700" cmpd="sng" cap="flat">
            <a:noFill/>
            <a:prstDash val="solid"/>
            <a:miter/>
          </a:ln>
        </p:spPr>
        <p:txBody>
          <a:bodyPr vert="horz" wrap="square" lIns="91440" tIns="45720" rIns="91440" bIns="45720" anchor="t" anchorCtr="0">
            <a:prstTxWarp prst="textNoShape"/>
            <a:spAutoFit/>
          </a:bodyPr>
          <a:lstStyle/>
          <a:p>
            <a:pPr marL="400050" indent="-390525" algn="just">
              <a:lnSpc>
                <a:spcPct val="100000"/>
              </a:lnSpc>
              <a:spcBef>
                <a:spcPts val="0"/>
              </a:spcBef>
              <a:spcAft>
                <a:spcPts val="0"/>
              </a:spcAft>
              <a:buNone/>
            </a:pPr>
            <a:r>
              <a:rPr lang="en-US" altLang="zh-CN" sz="1700" b="0" i="0" u="none" strike="noStrike" kern="1200" cap="none" spc="0" baseline="0">
                <a:solidFill>
                  <a:srgbClr val="404040"/>
                </a:solidFill>
                <a:latin typeface="Century Gothic" pitchFamily="0" charset="0"/>
                <a:ea typeface="MS PGothic" pitchFamily="34" charset="-128"/>
                <a:cs typeface="Calibri" pitchFamily="34" charset="0"/>
              </a:rPr>
              <a:t>c)  On one night, the manager finds out that 5 customers ask for plain water. If the probability of customer asking for plain water is the same in all other nights, what is the probability that 11 customers asking for plain water in the next night?</a:t>
            </a:r>
            <a:endParaRPr lang="zh-CN" altLang="en-US" sz="1700" b="0" i="0" u="none" strike="noStrike" kern="1200" cap="none" spc="0" baseline="0">
              <a:solidFill>
                <a:srgbClr val="404040"/>
              </a:solidFill>
              <a:latin typeface="Century Gothic" pitchFamily="0" charset="0"/>
              <a:ea typeface="MS PGothic" pitchFamily="34" charset="-128"/>
              <a:cs typeface="Calibri" pitchFamily="34" charset="0"/>
            </a:endParaRPr>
          </a:p>
        </p:txBody>
      </p:sp>
    </p:spTree>
    <p:extLst>
      <p:ext uri="{BB962C8B-B14F-4D97-AF65-F5344CB8AC3E}">
        <p14:creationId xmlns:p14="http://schemas.microsoft.com/office/powerpoint/2010/main" val="1611285371"/>
      </p:ext>
    </p:extLst>
  </p:cSld>
  <p:clrMapOvr>
    <a:masterClrMapping/>
  </p:clrMapOvr>
</p:sld>
</file>

<file path=ppt/slides/slide56.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579" name="Rectangles"/>
          <p:cNvSpPr>
            <a:spLocks noGrp="1"/>
          </p:cNvSpPr>
          <p:nvPr>
            <p:ph type="sldNum" idx="12"/>
          </p:nvPr>
        </p:nvSpPr>
        <p:spPr>
          <a:xfrm rot="0">
            <a:off x="6384032" y="6492876"/>
            <a:ext cx="467070" cy="365125"/>
          </a:xfrm>
          <a:prstGeom prst="rect"/>
          <a:noFill/>
          <a:ln w="12700" cmpd="sng" cap="flat">
            <a:noFill/>
            <a:prstDash val="solid"/>
            <a:miter/>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fld id="{CAD2D6BD-DE1B-4B5F-8B41-2702339687B9}" type="slidenum">
              <a:rPr lang="en-US" altLang="zh-CN" sz="1200" b="0" i="0" u="none" strike="noStrike" kern="1200" cap="none" spc="0" baseline="0">
                <a:solidFill>
                  <a:schemeClr val="bg1"/>
                </a:solidFill>
                <a:latin typeface="Calibri" pitchFamily="34" charset="0"/>
                <a:ea typeface="MS PGothic" pitchFamily="34" charset="-128"/>
                <a:cs typeface="Arial" pitchFamily="34" charset="0"/>
              </a:rPr>
              <a:t>56</a:t>
            </a:fld>
            <a:endParaRPr lang="zh-CN" altLang="en-US" sz="1200" b="0" i="0" u="none" strike="noStrike" kern="1200" cap="none" spc="0" baseline="0">
              <a:solidFill>
                <a:schemeClr val="bg1"/>
              </a:solidFill>
              <a:latin typeface="Calibri" pitchFamily="34" charset="0"/>
              <a:ea typeface="MS PGothic" pitchFamily="34" charset="-128"/>
              <a:cs typeface="Arial" pitchFamily="34" charset="0"/>
            </a:endParaRPr>
          </a:p>
        </p:txBody>
      </p:sp>
      <p:sp>
        <p:nvSpPr>
          <p:cNvPr id="580" name="Rectangles"/>
          <p:cNvSpPr>
            <a:spLocks/>
          </p:cNvSpPr>
          <p:nvPr/>
        </p:nvSpPr>
        <p:spPr>
          <a:xfrm rot="0">
            <a:off x="3647728" y="237234"/>
            <a:ext cx="5698975" cy="634082"/>
          </a:xfrm>
          <a:prstGeom prst="rect"/>
          <a:noFill/>
          <a:ln w="12700" cmpd="sng" cap="flat">
            <a:noFill/>
            <a:prstDash val="solid"/>
            <a:miter/>
          </a:ln>
        </p:spPr>
        <p:txBody>
          <a:bodyPr vert="horz" wrap="square" lIns="91440" tIns="45720" rIns="91440" bIns="45720" anchor="t" anchorCtr="0">
            <a:prstTxWarp prst="textNoShape"/>
          </a:bodyPr>
          <a:lstStyle/>
          <a:p>
            <a:pPr marL="0" indent="0" algn="ctr" eaLnBrk="0" fontAlgn="base" hangingPunct="0">
              <a:lnSpc>
                <a:spcPct val="100000"/>
              </a:lnSpc>
              <a:spcBef>
                <a:spcPts val="0"/>
              </a:spcBef>
              <a:spcAft>
                <a:spcPts val="0"/>
              </a:spcAft>
              <a:buNone/>
            </a:pPr>
            <a:r>
              <a:rPr lang="en-US" altLang="zh-CN" sz="4400" b="1" i="0" u="none" strike="noStrike" kern="1200" cap="none" spc="0" baseline="0">
                <a:solidFill>
                  <a:srgbClr val="C00000"/>
                </a:solidFill>
                <a:latin typeface="Century Gothic" pitchFamily="0" charset="0"/>
                <a:ea typeface="ＭＳ Ｐゴシック" pitchFamily="0" charset="0"/>
                <a:cs typeface="ＭＳ Ｐゴシック" pitchFamily="0" charset="0"/>
              </a:rPr>
              <a:t>Exercise #5</a:t>
            </a:r>
            <a:endParaRPr lang="zh-CN" altLang="en-US" sz="4400" b="1" i="0" u="none" strike="noStrike" kern="1200" cap="none" spc="0" baseline="0">
              <a:solidFill>
                <a:srgbClr val="C00000"/>
              </a:solidFill>
              <a:latin typeface="Century Gothic" pitchFamily="0" charset="0"/>
              <a:ea typeface="ＭＳ Ｐゴシック" pitchFamily="0" charset="0"/>
              <a:cs typeface="ＭＳ Ｐゴシック" pitchFamily="0" charset="0"/>
            </a:endParaRPr>
          </a:p>
        </p:txBody>
      </p:sp>
      <p:sp>
        <p:nvSpPr>
          <p:cNvPr id="581" name="Rectangles"/>
          <p:cNvSpPr>
            <a:spLocks/>
          </p:cNvSpPr>
          <p:nvPr/>
        </p:nvSpPr>
        <p:spPr>
          <a:xfrm rot="0">
            <a:off x="1847529" y="1196752"/>
            <a:ext cx="8424863" cy="4520565"/>
          </a:xfrm>
          <a:prstGeom prst="rect"/>
          <a:noFill/>
          <a:ln w="12700" cmpd="sng" cap="flat">
            <a:noFill/>
            <a:prstDash val="solid"/>
            <a:round/>
          </a:ln>
        </p:spPr>
        <p:txBody>
          <a:bodyPr vert="horz" wrap="square" lIns="91440" tIns="45720" rIns="91440" bIns="45720" anchor="t" anchorCtr="0">
            <a:prstTxWarp prst="textNoShape"/>
            <a:spAutoFit/>
          </a:bodyPr>
          <a:lstStyle/>
          <a:p>
            <a:pPr marL="0" indent="0" algn="just" eaLnBrk="1" hangingPunct="1">
              <a:lnSpc>
                <a:spcPct val="150000"/>
              </a:lnSpc>
              <a:spcBef>
                <a:spcPts val="0"/>
              </a:spcBef>
              <a:spcAft>
                <a:spcPts val="0"/>
              </a:spcAft>
              <a:buNone/>
            </a:pPr>
            <a:r>
              <a:rPr lang="en-US" altLang="zh-CN" sz="2000" b="0" i="0" u="none" strike="noStrike" kern="1200" cap="none" spc="0" baseline="0">
                <a:solidFill>
                  <a:schemeClr val="tx1"/>
                </a:solidFill>
                <a:latin typeface="Times New Roman" pitchFamily="18" charset="0"/>
                <a:ea typeface="ＭＳ Ｐゴシック" pitchFamily="0" charset="0"/>
                <a:cs typeface="Times New Roman" pitchFamily="18" charset="0"/>
              </a:rPr>
              <a:t>In an NBA (National Basketball Association) championship series, the team that wins four games out of seven is the winner. Suppose that teams A and B face each other in the championship games and that team A has probability 0.55 of winning a game over team B.</a:t>
            </a:r>
            <a:endParaRPr lang="en-US" altLang="zh-CN" sz="2000" b="0" i="0" u="none" strike="noStrike" kern="1200" cap="none" spc="0" baseline="0">
              <a:solidFill>
                <a:schemeClr val="tx1"/>
              </a:solidFill>
              <a:latin typeface="Times New Roman" pitchFamily="18" charset="0"/>
              <a:ea typeface="ＭＳ Ｐゴシック" pitchFamily="0" charset="0"/>
              <a:cs typeface="Times New Roman" pitchFamily="18" charset="0"/>
            </a:endParaRPr>
          </a:p>
          <a:p>
            <a:pPr marL="457200" indent="-457200" algn="just" eaLnBrk="1" hangingPunct="1">
              <a:lnSpc>
                <a:spcPct val="150000"/>
              </a:lnSpc>
              <a:spcBef>
                <a:spcPts val="0"/>
              </a:spcBef>
              <a:spcAft>
                <a:spcPts val="0"/>
              </a:spcAft>
              <a:buClrTx/>
              <a:buAutoNum type="alphaLcParenR"/>
            </a:pPr>
            <a:r>
              <a:rPr lang="en-US" altLang="zh-CN" sz="2000" b="0" i="0" u="none" strike="noStrike" kern="1200" cap="none" spc="0" baseline="0">
                <a:solidFill>
                  <a:schemeClr val="tx1"/>
                </a:solidFill>
                <a:latin typeface="Times New Roman" pitchFamily="18" charset="0"/>
                <a:ea typeface="ＭＳ Ｐゴシック" pitchFamily="0" charset="0"/>
                <a:cs typeface="Times New Roman" pitchFamily="18" charset="0"/>
              </a:rPr>
              <a:t>What is the probability that team A will win the series in 6 games?</a:t>
            </a:r>
            <a:endParaRPr lang="en-US" altLang="zh-CN" sz="2000" b="0" i="0" u="none" strike="noStrike" kern="1200" cap="none" spc="0" baseline="0">
              <a:solidFill>
                <a:schemeClr val="tx1"/>
              </a:solidFill>
              <a:latin typeface="Times New Roman" pitchFamily="18" charset="0"/>
              <a:ea typeface="ＭＳ Ｐゴシック" pitchFamily="0" charset="0"/>
              <a:cs typeface="Times New Roman" pitchFamily="18" charset="0"/>
            </a:endParaRPr>
          </a:p>
          <a:p>
            <a:pPr marL="457200" indent="-457200" algn="just" eaLnBrk="1" hangingPunct="1">
              <a:lnSpc>
                <a:spcPct val="150000"/>
              </a:lnSpc>
              <a:spcBef>
                <a:spcPts val="0"/>
              </a:spcBef>
              <a:spcAft>
                <a:spcPts val="0"/>
              </a:spcAft>
              <a:buClrTx/>
              <a:buAutoNum type="alphaLcParenR"/>
            </a:pPr>
            <a:r>
              <a:rPr lang="en-US" altLang="zh-CN" sz="2000" b="0" i="0" u="none" strike="noStrike" kern="1200" cap="none" spc="0" baseline="0">
                <a:solidFill>
                  <a:schemeClr val="tx1"/>
                </a:solidFill>
                <a:latin typeface="Times New Roman" pitchFamily="18" charset="0"/>
                <a:ea typeface="ＭＳ Ｐゴシック" pitchFamily="0" charset="0"/>
                <a:cs typeface="Times New Roman" pitchFamily="18" charset="0"/>
              </a:rPr>
              <a:t>What is the probability that team A will win the series?</a:t>
            </a:r>
            <a:endParaRPr lang="en-US" altLang="zh-CN" sz="2000" b="0" i="0" u="none" strike="noStrike" kern="1200" cap="none" spc="0" baseline="0">
              <a:solidFill>
                <a:schemeClr val="tx1"/>
              </a:solidFill>
              <a:latin typeface="Times New Roman" pitchFamily="18" charset="0"/>
              <a:ea typeface="ＭＳ Ｐゴシック" pitchFamily="0" charset="0"/>
              <a:cs typeface="Times New Roman" pitchFamily="18" charset="0"/>
            </a:endParaRPr>
          </a:p>
          <a:p>
            <a:pPr marL="457200" indent="-457200" algn="just" eaLnBrk="1" hangingPunct="1">
              <a:lnSpc>
                <a:spcPct val="150000"/>
              </a:lnSpc>
              <a:spcBef>
                <a:spcPts val="0"/>
              </a:spcBef>
              <a:spcAft>
                <a:spcPts val="0"/>
              </a:spcAft>
              <a:buClrTx/>
              <a:buAutoNum type="alphaLcParenR"/>
            </a:pPr>
            <a:r>
              <a:rPr lang="en-US" altLang="zh-CN" sz="2000" b="0" i="0" u="none" strike="noStrike" kern="1200" cap="none" spc="0" baseline="0">
                <a:solidFill>
                  <a:schemeClr val="tx1"/>
                </a:solidFill>
                <a:latin typeface="Times New Roman" pitchFamily="18" charset="0"/>
                <a:ea typeface="ＭＳ Ｐゴシック" pitchFamily="0" charset="0"/>
                <a:cs typeface="Times New Roman" pitchFamily="18" charset="0"/>
              </a:rPr>
              <a:t>If teams A and B were facing each other in a regional playoff series, which is decided by winning three out of five games, what is the probability that team A would win the series?</a:t>
            </a:r>
            <a:endParaRPr lang="en-US" altLang="zh-CN" sz="2000" b="0" i="0" u="none" strike="noStrike" kern="1200" cap="none" spc="0" baseline="0">
              <a:solidFill>
                <a:schemeClr val="tx1"/>
              </a:solidFill>
              <a:latin typeface="Times New Roman" pitchFamily="18" charset="0"/>
              <a:ea typeface="ＭＳ Ｐゴシック" pitchFamily="0" charset="0"/>
              <a:cs typeface="Times New Roman" pitchFamily="18" charset="0"/>
            </a:endParaRPr>
          </a:p>
          <a:p>
            <a:pPr marL="457200" indent="-457200" algn="just" eaLnBrk="1" hangingPunct="1">
              <a:lnSpc>
                <a:spcPct val="150000"/>
              </a:lnSpc>
              <a:spcBef>
                <a:spcPts val="0"/>
              </a:spcBef>
              <a:spcAft>
                <a:spcPts val="0"/>
              </a:spcAft>
              <a:buClrTx/>
              <a:buAutoNum type="alphaLcParenR"/>
            </a:pPr>
            <a:endParaRPr lang="zh-CN" altLang="en-US" sz="2000" b="0" i="0" u="none" strike="noStrike" kern="1200" cap="none" spc="0" baseline="0">
              <a:solidFill>
                <a:schemeClr val="tx1"/>
              </a:solidFill>
              <a:latin typeface="Times New Roman" pitchFamily="18" charset="0"/>
              <a:ea typeface="ＭＳ Ｐゴシック" pitchFamily="0" charset="0"/>
              <a:cs typeface="Times New Roman" pitchFamily="18" charset="0"/>
            </a:endParaRPr>
          </a:p>
        </p:txBody>
      </p:sp>
    </p:spTree>
    <p:extLst>
      <p:ext uri="{BB962C8B-B14F-4D97-AF65-F5344CB8AC3E}">
        <p14:creationId xmlns:p14="http://schemas.microsoft.com/office/powerpoint/2010/main" val="1148272311"/>
      </p:ext>
    </p:extLst>
  </p:cSld>
  <p:clrMapOvr>
    <a:masterClrMapping/>
  </p:clrMapOvr>
</p:sld>
</file>

<file path=ppt/slides/slide57.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585" name="Text box"/>
          <p:cNvSpPr>
            <a:spLocks noGrp="1"/>
          </p:cNvSpPr>
          <p:nvPr>
            <p:ph type="title"/>
          </p:nvPr>
        </p:nvSpPr>
        <p:spPr>
          <a:xfrm rot="0">
            <a:off x="1703387" y="1582738"/>
            <a:ext cx="8964612" cy="406398"/>
          </a:xfrm>
          <a:prstGeom prst="rect"/>
          <a:solidFill>
            <a:schemeClr val="bg1"/>
          </a:solidFill>
          <a:ln w="12700" cmpd="sng" cap="flat">
            <a:noFill/>
            <a:prstDash val="solid"/>
            <a:miter/>
          </a:ln>
        </p:spPr>
        <p:txBody>
          <a:bodyPr vert="horz" wrap="square" lIns="91440" tIns="45720" rIns="91440" bIns="45720" anchor="ctr" anchorCtr="0">
            <a:prstTxWarp prst="textNoShape"/>
          </a:bodyPr>
          <a:lstStyle/>
          <a:p>
            <a:pPr marL="0" indent="0" algn="l" eaLnBrk="1" hangingPunct="1">
              <a:lnSpc>
                <a:spcPct val="100000"/>
              </a:lnSpc>
              <a:spcBef>
                <a:spcPts val="0"/>
              </a:spcBef>
              <a:spcAft>
                <a:spcPts val="0"/>
              </a:spcAft>
              <a:buNone/>
            </a:pPr>
            <a:r>
              <a:rPr lang="en-US" altLang="zh-CN" sz="2800" b="1" i="0" u="none" strike="noStrike" kern="1200" cap="none" spc="0" baseline="0">
                <a:solidFill>
                  <a:schemeClr val="tx1"/>
                </a:solidFill>
                <a:latin typeface="Calibri" pitchFamily="34" charset="0"/>
                <a:ea typeface="MS PGothic" pitchFamily="34" charset="-128"/>
                <a:cs typeface="Lucida Sans" pitchFamily="0" charset="0"/>
              </a:rPr>
              <a:t>Properties of Geometric Distributions</a:t>
            </a:r>
            <a:r>
              <a:rPr lang="en-US" altLang="zh-CN" sz="2800" b="0" i="0" u="none" strike="noStrike" kern="1200" cap="none" spc="0" baseline="0">
                <a:solidFill>
                  <a:schemeClr val="tx1"/>
                </a:solidFill>
                <a:latin typeface="Calibri" pitchFamily="34" charset="0"/>
                <a:ea typeface="MS PGothic" pitchFamily="34" charset="-128"/>
                <a:cs typeface="Lucida Sans" pitchFamily="0" charset="0"/>
              </a:rPr>
              <a:t>:</a:t>
            </a:r>
            <a:endParaRPr lang="zh-CN" altLang="en-US" sz="2800" b="0" i="0" u="none" strike="noStrike" kern="1200" cap="none" spc="0" baseline="0">
              <a:solidFill>
                <a:schemeClr val="tx1"/>
              </a:solidFill>
              <a:latin typeface="Calibri" pitchFamily="34" charset="0"/>
              <a:ea typeface="MS PGothic" pitchFamily="34" charset="-128"/>
              <a:cs typeface="Lucida Sans" pitchFamily="0" charset="0"/>
            </a:endParaRPr>
          </a:p>
        </p:txBody>
      </p:sp>
      <p:sp>
        <p:nvSpPr>
          <p:cNvPr id="586" name="Text box"/>
          <p:cNvSpPr>
            <a:spLocks noGrp="1"/>
          </p:cNvSpPr>
          <p:nvPr>
            <p:ph type="body" idx="4294967295"/>
          </p:nvPr>
        </p:nvSpPr>
        <p:spPr>
          <a:xfrm rot="0">
            <a:off x="1847528" y="2198689"/>
            <a:ext cx="8496623" cy="4110035"/>
          </a:xfrm>
          <a:prstGeom prst="rect"/>
          <a:solidFill>
            <a:schemeClr val="bg1"/>
          </a:solidFill>
          <a:ln w="12700" cmpd="sng" cap="flat">
            <a:noFill/>
            <a:prstDash val="solid"/>
            <a:miter/>
          </a:ln>
        </p:spPr>
        <p:txBody>
          <a:bodyPr vert="horz" wrap="square" lIns="91440" tIns="45720" rIns="91440" bIns="45720" anchor="t" anchorCtr="0">
            <a:prstTxWarp prst="textNoShape"/>
          </a:bodyPr>
          <a:lstStyle/>
          <a:p>
            <a:pPr marL="514350" indent="-514350" algn="just" eaLnBrk="1" hangingPunct="1">
              <a:lnSpc>
                <a:spcPct val="90000"/>
              </a:lnSpc>
              <a:spcBef>
                <a:spcPct val="20000"/>
              </a:spcBef>
              <a:spcAft>
                <a:spcPts val="0"/>
              </a:spcAft>
              <a:buFontTx/>
              <a:buAutoNum type="arabicPeriod"/>
            </a:pPr>
            <a:r>
              <a:rPr lang="en-US" altLang="zh-CN" sz="2400" b="0" i="0" u="none" strike="noStrike" kern="1200" cap="none" spc="0" baseline="0">
                <a:solidFill>
                  <a:srgbClr val="000000"/>
                </a:solidFill>
                <a:latin typeface="Calibri" pitchFamily="34" charset="0"/>
                <a:ea typeface="ＭＳ Ｐゴシック" pitchFamily="0" charset="0"/>
                <a:cs typeface="Lucida Sans" pitchFamily="0" charset="0"/>
              </a:rPr>
              <a:t>The trial is </a:t>
            </a:r>
            <a:r>
              <a:rPr lang="en-US" altLang="zh-CN" sz="2400" b="0" i="0" u="none" strike="noStrike" kern="1200" cap="none" spc="0" baseline="0">
                <a:solidFill>
                  <a:srgbClr val="FF0000"/>
                </a:solidFill>
                <a:latin typeface="Calibri" pitchFamily="34" charset="0"/>
                <a:ea typeface="ＭＳ Ｐゴシック" pitchFamily="0" charset="0"/>
                <a:cs typeface="Lucida Sans" pitchFamily="0" charset="0"/>
              </a:rPr>
              <a:t>independent</a:t>
            </a:r>
            <a:r>
              <a:rPr lang="en-US" altLang="zh-CN" sz="2400" b="0" i="0" u="none" strike="noStrike" kern="1200" cap="none" spc="0" baseline="0">
                <a:solidFill>
                  <a:srgbClr val="000000"/>
                </a:solidFill>
                <a:latin typeface="Calibri" pitchFamily="34" charset="0"/>
                <a:ea typeface="ＭＳ Ｐゴシック" pitchFamily="0" charset="0"/>
                <a:cs typeface="Lucida Sans" pitchFamily="0" charset="0"/>
              </a:rPr>
              <a:t>.</a:t>
            </a:r>
            <a:endParaRPr lang="en-US" altLang="zh-CN" sz="2400" b="0" i="0" u="none" strike="noStrike" kern="1200" cap="none" spc="0" baseline="0">
              <a:solidFill>
                <a:srgbClr val="000000"/>
              </a:solidFill>
              <a:latin typeface="Calibri" pitchFamily="34" charset="0"/>
              <a:ea typeface="ＭＳ Ｐゴシック" pitchFamily="0" charset="0"/>
              <a:cs typeface="Lucida Sans" pitchFamily="0" charset="0"/>
            </a:endParaRPr>
          </a:p>
          <a:p>
            <a:pPr marL="514350" indent="-514350" algn="just" eaLnBrk="1" hangingPunct="1">
              <a:lnSpc>
                <a:spcPct val="90000"/>
              </a:lnSpc>
              <a:spcBef>
                <a:spcPct val="20000"/>
              </a:spcBef>
              <a:spcAft>
                <a:spcPts val="0"/>
              </a:spcAft>
              <a:buFontTx/>
              <a:buAutoNum type="arabicPeriod"/>
            </a:pPr>
            <a:r>
              <a:rPr lang="en-US" altLang="zh-CN" sz="2400" b="0" i="0" u="none" strike="noStrike" kern="1200" cap="none" spc="0" baseline="0">
                <a:solidFill>
                  <a:srgbClr val="000000"/>
                </a:solidFill>
                <a:latin typeface="Calibri" pitchFamily="34" charset="0"/>
                <a:ea typeface="ＭＳ Ｐゴシック" pitchFamily="0" charset="0"/>
                <a:cs typeface="Lucida Sans" pitchFamily="0" charset="0"/>
              </a:rPr>
              <a:t>Each trial can result in </a:t>
            </a:r>
            <a:r>
              <a:rPr lang="en-US" altLang="zh-CN" sz="2400" b="0" i="0" u="none" strike="noStrike" kern="1200" cap="none" spc="0" baseline="0">
                <a:solidFill>
                  <a:srgbClr val="FF0000"/>
                </a:solidFill>
                <a:latin typeface="Calibri" pitchFamily="34" charset="0"/>
                <a:ea typeface="ＭＳ Ｐゴシック" pitchFamily="0" charset="0"/>
                <a:cs typeface="Lucida Sans" pitchFamily="0" charset="0"/>
              </a:rPr>
              <a:t>one of two possible </a:t>
            </a:r>
            <a:r>
              <a:rPr lang="en-US" altLang="zh-CN" sz="2400" b="0" i="0" u="none" strike="noStrike" kern="1200" cap="none" spc="0" baseline="0">
                <a:solidFill>
                  <a:srgbClr val="000000"/>
                </a:solidFill>
                <a:latin typeface="Calibri" pitchFamily="34" charset="0"/>
                <a:ea typeface="ＭＳ Ｐゴシック" pitchFamily="0" charset="0"/>
                <a:cs typeface="Lucida Sans" pitchFamily="0" charset="0"/>
              </a:rPr>
              <a:t>outcomes, success and failure.</a:t>
            </a:r>
            <a:endParaRPr lang="en-US" altLang="zh-CN" sz="2400" b="0" i="0" u="none" strike="noStrike" kern="1200" cap="none" spc="0" baseline="0">
              <a:solidFill>
                <a:srgbClr val="000000"/>
              </a:solidFill>
              <a:latin typeface="Calibri" pitchFamily="34" charset="0"/>
              <a:ea typeface="ＭＳ Ｐゴシック" pitchFamily="0" charset="0"/>
              <a:cs typeface="Lucida Sans" pitchFamily="0" charset="0"/>
            </a:endParaRPr>
          </a:p>
          <a:p>
            <a:pPr marL="514350" indent="-514350" algn="just" eaLnBrk="1" hangingPunct="1">
              <a:lnSpc>
                <a:spcPct val="90000"/>
              </a:lnSpc>
              <a:spcBef>
                <a:spcPct val="20000"/>
              </a:spcBef>
              <a:spcAft>
                <a:spcPts val="0"/>
              </a:spcAft>
              <a:buFontTx/>
              <a:buAutoNum type="arabicPeriod"/>
            </a:pPr>
            <a:r>
              <a:rPr lang="en-US" altLang="zh-CN" sz="2400" b="0" i="0" u="none" strike="noStrike" kern="1200" cap="none" spc="0" baseline="0">
                <a:solidFill>
                  <a:srgbClr val="000000"/>
                </a:solidFill>
                <a:latin typeface="Calibri" pitchFamily="34" charset="0"/>
                <a:ea typeface="ＭＳ Ｐゴシック" pitchFamily="0" charset="0"/>
                <a:cs typeface="Lucida Sans" pitchFamily="0" charset="0"/>
              </a:rPr>
              <a:t>The probability of success is the </a:t>
            </a:r>
            <a:r>
              <a:rPr lang="en-US" altLang="zh-CN" sz="2400" b="0" i="0" u="none" strike="noStrike" kern="1200" cap="none" spc="0" baseline="0">
                <a:solidFill>
                  <a:srgbClr val="FF0000"/>
                </a:solidFill>
                <a:latin typeface="Calibri" pitchFamily="34" charset="0"/>
                <a:ea typeface="ＭＳ Ｐゴシック" pitchFamily="0" charset="0"/>
                <a:cs typeface="Lucida Sans" pitchFamily="0" charset="0"/>
              </a:rPr>
              <a:t>same</a:t>
            </a:r>
            <a:r>
              <a:rPr lang="en-US" altLang="zh-CN" sz="2400" b="0" i="0" u="none" strike="noStrike" kern="1200" cap="none" spc="0" baseline="0">
                <a:solidFill>
                  <a:srgbClr val="000000"/>
                </a:solidFill>
                <a:latin typeface="Calibri" pitchFamily="34" charset="0"/>
                <a:ea typeface="ＭＳ Ｐゴシック" pitchFamily="0" charset="0"/>
                <a:cs typeface="Lucida Sans" pitchFamily="0" charset="0"/>
              </a:rPr>
              <a:t> for all trials.</a:t>
            </a:r>
            <a:endParaRPr lang="en-US" altLang="zh-CN" sz="2400" b="0" i="0" u="none" strike="noStrike" kern="1200" cap="none" spc="0" baseline="0">
              <a:solidFill>
                <a:srgbClr val="000000"/>
              </a:solidFill>
              <a:latin typeface="Calibri" pitchFamily="34" charset="0"/>
              <a:ea typeface="ＭＳ Ｐゴシック" pitchFamily="0" charset="0"/>
              <a:cs typeface="Lucida Sans" pitchFamily="0" charset="0"/>
            </a:endParaRPr>
          </a:p>
          <a:p>
            <a:pPr marL="342900" indent="-342900" algn="just" eaLnBrk="1" hangingPunct="1">
              <a:lnSpc>
                <a:spcPct val="90000"/>
              </a:lnSpc>
              <a:spcBef>
                <a:spcPct val="20000"/>
              </a:spcBef>
              <a:spcAft>
                <a:spcPts val="0"/>
              </a:spcAft>
              <a:buNone/>
            </a:pPr>
            <a:endParaRPr lang="en-US" altLang="zh-CN" sz="2400" b="0" i="0" u="none" strike="noStrike" kern="1200" cap="none" spc="0" baseline="0">
              <a:solidFill>
                <a:srgbClr val="000000"/>
              </a:solidFill>
              <a:latin typeface="Calibri" pitchFamily="34" charset="0"/>
              <a:ea typeface="ＭＳ Ｐゴシック" pitchFamily="0" charset="0"/>
              <a:cs typeface="Lucida Sans" pitchFamily="0" charset="0"/>
            </a:endParaRPr>
          </a:p>
          <a:p>
            <a:pPr marL="342900" indent="-342900" algn="just" eaLnBrk="1" hangingPunct="1">
              <a:lnSpc>
                <a:spcPct val="90000"/>
              </a:lnSpc>
              <a:spcBef>
                <a:spcPct val="20000"/>
              </a:spcBef>
              <a:spcAft>
                <a:spcPts val="0"/>
              </a:spcAft>
              <a:buNone/>
            </a:pPr>
            <a:r>
              <a:rPr lang="en-US" altLang="zh-CN" sz="2400" b="0" i="0" u="none" strike="noStrike" kern="1200" cap="none" spc="0" baseline="0">
                <a:solidFill>
                  <a:srgbClr val="000000"/>
                </a:solidFill>
                <a:latin typeface="Calibri" pitchFamily="34" charset="0"/>
                <a:ea typeface="ＭＳ Ｐゴシック" pitchFamily="0" charset="0"/>
                <a:cs typeface="Lucida Sans" pitchFamily="0" charset="0"/>
              </a:rPr>
              <a:t>A geometric random variable </a:t>
            </a:r>
            <a:r>
              <a:rPr lang="en-US" altLang="zh-CN" sz="2400" b="0" i="1" u="none" strike="noStrike" kern="1200" cap="none" spc="0" baseline="0">
                <a:solidFill>
                  <a:srgbClr val="0000FF"/>
                </a:solidFill>
                <a:latin typeface="Calibri" pitchFamily="34" charset="0"/>
                <a:ea typeface="ＭＳ Ｐゴシック" pitchFamily="0" charset="0"/>
                <a:cs typeface="Times New Roman" pitchFamily="18" charset="0"/>
              </a:rPr>
              <a:t>x</a:t>
            </a:r>
            <a:r>
              <a:rPr lang="en-US" altLang="zh-CN" sz="2400" b="0" i="0" u="none" strike="noStrike" kern="1200" cap="none" spc="0" baseline="0">
                <a:solidFill>
                  <a:srgbClr val="000000"/>
                </a:solidFill>
                <a:latin typeface="Calibri" pitchFamily="34" charset="0"/>
                <a:ea typeface="ＭＳ Ｐゴシック" pitchFamily="0" charset="0"/>
                <a:cs typeface="Lucida Sans" pitchFamily="0" charset="0"/>
              </a:rPr>
              <a:t> is defined as </a:t>
            </a:r>
            <a:endParaRPr lang="en-US" altLang="zh-CN" sz="2400" b="0" i="0" u="none" strike="noStrike" kern="1200" cap="none" spc="0" baseline="0">
              <a:solidFill>
                <a:srgbClr val="000000"/>
              </a:solidFill>
              <a:latin typeface="Calibri" pitchFamily="34" charset="0"/>
              <a:ea typeface="ＭＳ Ｐゴシック" pitchFamily="0" charset="0"/>
              <a:cs typeface="Lucida Sans" pitchFamily="0" charset="0"/>
            </a:endParaRPr>
          </a:p>
          <a:p>
            <a:pPr marL="342900" indent="-342900" algn="just" eaLnBrk="1" hangingPunct="1">
              <a:lnSpc>
                <a:spcPct val="90000"/>
              </a:lnSpc>
              <a:spcBef>
                <a:spcPct val="20000"/>
              </a:spcBef>
              <a:spcAft>
                <a:spcPts val="0"/>
              </a:spcAft>
              <a:buNone/>
            </a:pPr>
            <a:r>
              <a:rPr lang="en-US" altLang="zh-CN" sz="2400" b="0" i="1" u="none" strike="noStrike" kern="1200" cap="none" spc="0" baseline="0">
                <a:solidFill>
                  <a:srgbClr val="0000FF"/>
                </a:solidFill>
                <a:latin typeface="Calibri" pitchFamily="34" charset="0"/>
                <a:ea typeface="ＭＳ Ｐゴシック" pitchFamily="0" charset="0"/>
                <a:cs typeface="Times New Roman" pitchFamily="18" charset="0"/>
              </a:rPr>
              <a:t>x</a:t>
            </a:r>
            <a:r>
              <a:rPr lang="en-US" altLang="zh-CN" sz="2400" b="0" i="0" u="none" strike="noStrike" kern="1200" cap="none" spc="0" baseline="0">
                <a:solidFill>
                  <a:srgbClr val="000000"/>
                </a:solidFill>
                <a:latin typeface="Calibri" pitchFamily="34" charset="0"/>
                <a:ea typeface="ＭＳ Ｐゴシック" pitchFamily="0" charset="0"/>
                <a:cs typeface="Lucida Sans" pitchFamily="0" charset="0"/>
              </a:rPr>
              <a:t> = number of trials UNTIL the FIRST success is observed ( including the success trial).</a:t>
            </a:r>
            <a:endParaRPr lang="en-US" altLang="zh-CN" sz="2400" b="0" i="0" u="none" strike="noStrike" kern="1200" cap="none" spc="0" baseline="0">
              <a:solidFill>
                <a:srgbClr val="000000"/>
              </a:solidFill>
              <a:latin typeface="Calibri" pitchFamily="34" charset="0"/>
              <a:ea typeface="ＭＳ Ｐゴシック" pitchFamily="0" charset="0"/>
              <a:cs typeface="Lucida Sans" pitchFamily="0" charset="0"/>
            </a:endParaRPr>
          </a:p>
          <a:p>
            <a:pPr marL="342900" indent="-342900" algn="just" eaLnBrk="1" hangingPunct="1">
              <a:lnSpc>
                <a:spcPct val="90000"/>
              </a:lnSpc>
              <a:spcBef>
                <a:spcPct val="20000"/>
              </a:spcBef>
              <a:spcAft>
                <a:spcPts val="0"/>
              </a:spcAft>
              <a:buNone/>
            </a:pPr>
            <a:endParaRPr lang="zh-CN" altLang="en-US" sz="2400" b="0" i="0" u="none" strike="noStrike" kern="1200" cap="none" spc="0" baseline="0">
              <a:solidFill>
                <a:srgbClr val="000000"/>
              </a:solidFill>
              <a:latin typeface="Calibri" pitchFamily="34" charset="0"/>
              <a:ea typeface="ＭＳ Ｐゴシック" pitchFamily="0" charset="0"/>
              <a:cs typeface="Lucida Sans" pitchFamily="0" charset="0"/>
            </a:endParaRPr>
          </a:p>
        </p:txBody>
      </p:sp>
      <p:sp>
        <p:nvSpPr>
          <p:cNvPr id="587" name="Rectangles"/>
          <p:cNvSpPr>
            <a:spLocks/>
          </p:cNvSpPr>
          <p:nvPr/>
        </p:nvSpPr>
        <p:spPr>
          <a:xfrm rot="0">
            <a:off x="6172200" y="5867400"/>
            <a:ext cx="1600200" cy="523218"/>
          </a:xfrm>
          <a:prstGeom prst="rect"/>
          <a:noFill/>
          <a:ln w="12700" cmpd="sng" cap="flat">
            <a:noFill/>
            <a:prstDash val="solid"/>
            <a:round/>
          </a:ln>
        </p:spPr>
      </p:sp>
      <p:sp>
        <p:nvSpPr>
          <p:cNvPr id="588" name="Rectangles"/>
          <p:cNvSpPr>
            <a:spLocks/>
          </p:cNvSpPr>
          <p:nvPr/>
        </p:nvSpPr>
        <p:spPr>
          <a:xfrm rot="0">
            <a:off x="3936306" y="260648"/>
            <a:ext cx="6480175" cy="719137"/>
          </a:xfrm>
          <a:prstGeom prst="rect"/>
          <a:solidFill>
            <a:srgbClr val="FFFFFF"/>
          </a:solidFill>
          <a:ln w="25400" cmpd="sng" cap="flat">
            <a:solidFill>
              <a:srgbClr val="C0504D"/>
            </a:solidFill>
            <a:prstDash val="solid"/>
            <a:round/>
          </a:ln>
        </p:spPr>
        <p:txBody>
          <a:bodyPr vert="horz" wrap="square" lIns="91440" tIns="45720" rIns="91440" bIns="45720" anchor="t" anchorCtr="0">
            <a:prstTxWarp prst="textNoShape"/>
          </a:bodyPr>
          <a:lstStyle/>
          <a:p>
            <a:pPr marL="0" indent="0" algn="ctr" eaLnBrk="0" fontAlgn="base" hangingPunct="0">
              <a:lnSpc>
                <a:spcPct val="100000"/>
              </a:lnSpc>
              <a:spcBef>
                <a:spcPts val="0"/>
              </a:spcBef>
              <a:spcAft>
                <a:spcPts val="0"/>
              </a:spcAft>
              <a:buNone/>
            </a:pPr>
            <a:r>
              <a:rPr lang="en-US" altLang="zh-CN" sz="4000" b="1" i="0" u="none" strike="noStrike" kern="1200" cap="none" spc="0" baseline="0">
                <a:solidFill>
                  <a:schemeClr val="tx1"/>
                </a:solidFill>
                <a:latin typeface="Calibri" pitchFamily="34" charset="0"/>
                <a:ea typeface="宋体" pitchFamily="0" charset="0"/>
                <a:cs typeface="Calibri" pitchFamily="34" charset="0"/>
              </a:rPr>
              <a:t>Geometric Distribution</a:t>
            </a:r>
            <a:endParaRPr lang="zh-CN" altLang="en-US" sz="2000" b="1" i="0" u="none" strike="noStrike" kern="1200" cap="none" spc="0" baseline="0">
              <a:solidFill>
                <a:schemeClr val="tx1"/>
              </a:solidFill>
              <a:latin typeface="Calibri" pitchFamily="34" charset="0"/>
              <a:ea typeface="宋体" pitchFamily="0" charset="0"/>
              <a:cs typeface="Calibri" pitchFamily="34" charset="0"/>
            </a:endParaRPr>
          </a:p>
        </p:txBody>
      </p:sp>
      <p:sp>
        <p:nvSpPr>
          <p:cNvPr id="589" name="Rectangles"/>
          <p:cNvSpPr>
            <a:spLocks noGrp="1"/>
          </p:cNvSpPr>
          <p:nvPr>
            <p:ph type="sldNum" idx="12"/>
          </p:nvPr>
        </p:nvSpPr>
        <p:spPr>
          <a:xfrm rot="0">
            <a:off x="1981200" y="6356351"/>
            <a:ext cx="2133600" cy="365125"/>
          </a:xfrm>
          <a:prstGeom prst="rect"/>
          <a:noFill/>
          <a:ln w="12700" cmpd="sng" cap="flat">
            <a:noFill/>
            <a:prstDash val="solid"/>
            <a:miter/>
          </a:ln>
        </p:spPr>
        <p:txBody>
          <a:bodyPr vert="horz" wrap="square" lIns="91440" tIns="45720" rIns="91440" bIns="45720" anchor="ctr" anchorCtr="0">
            <a:prstTxWarp prst="textNoShape"/>
          </a:bodyPr>
          <a:lstStyle/>
          <a:p>
            <a:pPr marL="0" indent="0" algn="l" eaLnBrk="1" hangingPunct="1">
              <a:lnSpc>
                <a:spcPct val="100000"/>
              </a:lnSpc>
              <a:spcBef>
                <a:spcPts val="0"/>
              </a:spcBef>
              <a:spcAft>
                <a:spcPts val="0"/>
              </a:spcAft>
              <a:buNone/>
            </a:pPr>
            <a:fld id="{CAD2D6BD-DE1B-4B5F-8B41-2702339687B9}" type="slidenum">
              <a:rPr lang="en-US" altLang="zh-CN" sz="1200" b="0" i="0" u="none" strike="noStrike" kern="1200" cap="none" spc="0" baseline="0">
                <a:solidFill>
                  <a:srgbClr val="898989"/>
                </a:solidFill>
                <a:latin typeface="Calibri" pitchFamily="34" charset="0"/>
                <a:ea typeface="MS PGothic" pitchFamily="34" charset="-128"/>
                <a:cs typeface="Arial" pitchFamily="34" charset="0"/>
              </a:rPr>
              <a:t>57</a:t>
            </a:fld>
            <a:endParaRPr lang="zh-CN" altLang="en-US" sz="1200" b="0" i="0" u="none" strike="noStrike" kern="1200" cap="none" spc="0" baseline="0">
              <a:solidFill>
                <a:srgbClr val="898989"/>
              </a:solidFill>
              <a:latin typeface="Calibri" pitchFamily="34" charset="0"/>
              <a:ea typeface="MS PGothic" pitchFamily="34" charset="-128"/>
              <a:cs typeface="Arial" pitchFamily="34" charset="0"/>
            </a:endParaRPr>
          </a:p>
        </p:txBody>
      </p:sp>
    </p:spTree>
    <p:extLst>
      <p:ext uri="{BB962C8B-B14F-4D97-AF65-F5344CB8AC3E}">
        <p14:creationId xmlns:p14="http://schemas.microsoft.com/office/powerpoint/2010/main" val="1279387988"/>
      </p:ext>
    </p:extLst>
  </p:cSld>
  <p:clrMapOvr>
    <a:masterClrMapping/>
  </p:clrMapOvr>
</p:sld>
</file>

<file path=ppt/slides/slide58.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594" name="Rectangles"/>
          <p:cNvSpPr>
            <a:spLocks/>
          </p:cNvSpPr>
          <p:nvPr/>
        </p:nvSpPr>
        <p:spPr>
          <a:xfrm rot="0">
            <a:off x="1774826" y="1412875"/>
            <a:ext cx="8569325" cy="4968875"/>
          </a:xfrm>
          <a:prstGeom prst="rect"/>
          <a:solidFill>
            <a:schemeClr val="bg1"/>
          </a:solidFill>
          <a:ln w="12700" cmpd="sng" cap="flat">
            <a:noFill/>
            <a:prstDash val="solid"/>
            <a:round/>
          </a:ln>
        </p:spPr>
        <p:txBody>
          <a:bodyPr vert="horz" wrap="square" lIns="91440" tIns="45720" rIns="91440" bIns="45720" anchor="t" anchorCtr="0">
            <a:prstTxWarp prst="textNoShape"/>
          </a:bodyPr>
          <a:lstStyle/>
          <a:p>
            <a:pPr marL="0" indent="0" algn="just" eaLnBrk="1" hangingPunct="1">
              <a:lnSpc>
                <a:spcPct val="90000"/>
              </a:lnSpc>
              <a:spcBef>
                <a:spcPct val="20000"/>
              </a:spcBef>
              <a:spcAft>
                <a:spcPts val="0"/>
              </a:spcAft>
              <a:buNone/>
            </a:pPr>
            <a:r>
              <a:rPr lang="en-US" altLang="zh-CN" sz="2800" b="0" i="0" u="none" strike="noStrike" kern="1200" cap="none" spc="0" baseline="0">
                <a:solidFill>
                  <a:schemeClr val="tx1"/>
                </a:solidFill>
                <a:latin typeface="Calibri" pitchFamily="34" charset="0"/>
                <a:ea typeface="MS PGothic" pitchFamily="34" charset="-128"/>
                <a:cs typeface="Calibri" pitchFamily="34" charset="0"/>
              </a:rPr>
              <a:t>Geometric distribution is in a sense </a:t>
            </a:r>
            <a:r>
              <a:rPr lang="en-US" altLang="zh-CN" sz="2800" b="1" i="0" u="none" strike="noStrike" kern="1200" cap="none" spc="0" baseline="0">
                <a:solidFill>
                  <a:schemeClr val="tx1"/>
                </a:solidFill>
                <a:latin typeface="Calibri" pitchFamily="34" charset="0"/>
                <a:ea typeface="MS PGothic" pitchFamily="34" charset="-128"/>
                <a:cs typeface="Calibri" pitchFamily="34" charset="0"/>
              </a:rPr>
              <a:t>INFINITE. </a:t>
            </a:r>
            <a:r>
              <a:rPr lang="en-US" altLang="zh-CN" sz="2800" b="0" i="0" u="none" strike="noStrike" kern="1200" cap="none" spc="0" baseline="0">
                <a:solidFill>
                  <a:schemeClr val="tx1"/>
                </a:solidFill>
                <a:latin typeface="Calibri" pitchFamily="34" charset="0"/>
                <a:ea typeface="MS PGothic" pitchFamily="34" charset="-128"/>
                <a:cs typeface="Calibri" pitchFamily="34" charset="0"/>
              </a:rPr>
              <a:t>They’re asking you what is the probability </a:t>
            </a:r>
            <a:r>
              <a:rPr lang="en-US" altLang="zh-CN" sz="2800" b="1" i="0" u="none" strike="noStrike" kern="1200" cap="none" spc="0" baseline="0">
                <a:solidFill>
                  <a:schemeClr val="tx1"/>
                </a:solidFill>
                <a:latin typeface="Calibri" pitchFamily="34" charset="0"/>
                <a:ea typeface="MS PGothic" pitchFamily="34" charset="-128"/>
                <a:cs typeface="Calibri" pitchFamily="34" charset="0"/>
              </a:rPr>
              <a:t>UNTIL </a:t>
            </a:r>
            <a:r>
              <a:rPr lang="en-US" altLang="zh-CN" sz="2800" b="0" i="0" u="none" strike="noStrike" kern="1200" cap="none" spc="0" baseline="0">
                <a:solidFill>
                  <a:schemeClr val="tx1"/>
                </a:solidFill>
                <a:latin typeface="Calibri" pitchFamily="34" charset="0"/>
                <a:ea typeface="MS PGothic" pitchFamily="34" charset="-128"/>
                <a:cs typeface="Calibri" pitchFamily="34" charset="0"/>
              </a:rPr>
              <a:t>the first success happens.</a:t>
            </a:r>
            <a:endParaRPr lang="en-US" altLang="zh-CN" sz="2800" b="0" i="0" u="none" strike="noStrike" kern="1200" cap="none" spc="0" baseline="0">
              <a:solidFill>
                <a:schemeClr val="tx1"/>
              </a:solidFill>
              <a:latin typeface="Calibri" pitchFamily="34" charset="0"/>
              <a:ea typeface="MS PGothic" pitchFamily="34" charset="-128"/>
              <a:cs typeface="Calibri" pitchFamily="34" charset="0"/>
            </a:endParaRPr>
          </a:p>
          <a:p>
            <a:pPr marL="0" indent="0" algn="just" eaLnBrk="1" hangingPunct="1">
              <a:lnSpc>
                <a:spcPct val="90000"/>
              </a:lnSpc>
              <a:spcBef>
                <a:spcPct val="20000"/>
              </a:spcBef>
              <a:spcAft>
                <a:spcPts val="0"/>
              </a:spcAft>
              <a:buNone/>
            </a:pPr>
            <a:endParaRPr lang="en-US" altLang="zh-CN" sz="2800" b="0" i="0" u="none" strike="noStrike" kern="1200" cap="none" spc="0" baseline="0">
              <a:solidFill>
                <a:schemeClr val="tx1"/>
              </a:solidFill>
              <a:latin typeface="Calibri" pitchFamily="34" charset="0"/>
              <a:ea typeface="MS PGothic" pitchFamily="34" charset="-128"/>
              <a:cs typeface="Calibri" pitchFamily="34" charset="0"/>
            </a:endParaRPr>
          </a:p>
          <a:p>
            <a:pPr marL="0" indent="0" algn="just" eaLnBrk="1" hangingPunct="1">
              <a:lnSpc>
                <a:spcPct val="90000"/>
              </a:lnSpc>
              <a:spcBef>
                <a:spcPct val="20000"/>
              </a:spcBef>
              <a:spcAft>
                <a:spcPts val="0"/>
              </a:spcAft>
              <a:buNone/>
            </a:pPr>
            <a:r>
              <a:rPr lang="en-US" altLang="zh-CN" sz="2800" b="0" i="0" u="sng" strike="noStrike" kern="1200" cap="none" spc="0" baseline="0">
                <a:solidFill>
                  <a:srgbClr val="0000FF"/>
                </a:solidFill>
                <a:latin typeface="Calibri" pitchFamily="34" charset="0"/>
                <a:ea typeface="MS PGothic" pitchFamily="34" charset="-128"/>
                <a:cs typeface="Calibri" pitchFamily="34" charset="0"/>
              </a:rPr>
              <a:t>Example:</a:t>
            </a:r>
            <a:endParaRPr lang="en-US" altLang="zh-CN" sz="2800" b="0" i="0" u="sng" strike="noStrike" kern="1200" cap="none" spc="0" baseline="0">
              <a:solidFill>
                <a:srgbClr val="0000FF"/>
              </a:solidFill>
              <a:latin typeface="Calibri" pitchFamily="34" charset="0"/>
              <a:ea typeface="MS PGothic" pitchFamily="34" charset="-128"/>
              <a:cs typeface="Calibri" pitchFamily="34" charset="0"/>
            </a:endParaRPr>
          </a:p>
          <a:p>
            <a:pPr marL="0" indent="0" algn="just" eaLnBrk="1" hangingPunct="1">
              <a:lnSpc>
                <a:spcPct val="90000"/>
              </a:lnSpc>
              <a:spcBef>
                <a:spcPct val="20000"/>
              </a:spcBef>
              <a:spcAft>
                <a:spcPts val="0"/>
              </a:spcAft>
              <a:buNone/>
            </a:pPr>
            <a:r>
              <a:rPr lang="en-US" altLang="zh-CN" sz="2800" b="0" i="0" u="none" strike="noStrike" kern="1200" cap="none" spc="0" baseline="0">
                <a:solidFill>
                  <a:schemeClr val="tx1"/>
                </a:solidFill>
                <a:latin typeface="Calibri" pitchFamily="34" charset="0"/>
                <a:ea typeface="MS PGothic" pitchFamily="34" charset="-128"/>
                <a:cs typeface="Calibri" pitchFamily="34" charset="0"/>
              </a:rPr>
              <a:t>Malik throws a dice until he gets a ‘4’.</a:t>
            </a:r>
            <a:endParaRPr lang="en-US" altLang="zh-CN" sz="2800" b="0" i="0" u="none" strike="noStrike" kern="1200" cap="none" spc="0" baseline="0">
              <a:solidFill>
                <a:schemeClr val="tx1"/>
              </a:solidFill>
              <a:latin typeface="Calibri" pitchFamily="34" charset="0"/>
              <a:ea typeface="MS PGothic" pitchFamily="34" charset="-128"/>
              <a:cs typeface="Calibri" pitchFamily="34" charset="0"/>
            </a:endParaRPr>
          </a:p>
          <a:p>
            <a:pPr marL="0" indent="0" algn="just" eaLnBrk="1" hangingPunct="1">
              <a:lnSpc>
                <a:spcPct val="90000"/>
              </a:lnSpc>
              <a:spcBef>
                <a:spcPct val="20000"/>
              </a:spcBef>
              <a:spcAft>
                <a:spcPts val="0"/>
              </a:spcAft>
              <a:buNone/>
            </a:pPr>
            <a:r>
              <a:rPr lang="en-US" altLang="zh-CN" sz="2800" b="0" i="0" u="none" strike="noStrike" kern="1200" cap="none" spc="0" baseline="0">
                <a:solidFill>
                  <a:schemeClr val="tx1"/>
                </a:solidFill>
                <a:latin typeface="Calibri" pitchFamily="34" charset="0"/>
                <a:ea typeface="MS PGothic" pitchFamily="34" charset="-128"/>
                <a:cs typeface="Calibri" pitchFamily="34" charset="0"/>
              </a:rPr>
              <a:t>What is the probability of him getting the first ‘4’ in the 6</a:t>
            </a:r>
            <a:r>
              <a:rPr lang="en-US" altLang="zh-CN" sz="2800" b="0" i="0" u="none" strike="noStrike" kern="1200" cap="none" spc="0" baseline="30000">
                <a:solidFill>
                  <a:schemeClr val="tx1"/>
                </a:solidFill>
                <a:latin typeface="Calibri" pitchFamily="34" charset="0"/>
                <a:ea typeface="MS PGothic" pitchFamily="34" charset="-128"/>
                <a:cs typeface="Calibri" pitchFamily="34" charset="0"/>
              </a:rPr>
              <a:t>th</a:t>
            </a:r>
            <a:r>
              <a:rPr lang="en-US" altLang="zh-CN" sz="2800" b="0" i="0" u="none" strike="noStrike" kern="1200" cap="none" spc="0" baseline="0">
                <a:solidFill>
                  <a:schemeClr val="tx1"/>
                </a:solidFill>
                <a:latin typeface="Calibri" pitchFamily="34" charset="0"/>
                <a:ea typeface="MS PGothic" pitchFamily="34" charset="-128"/>
                <a:cs typeface="Calibri" pitchFamily="34" charset="0"/>
              </a:rPr>
              <a:t> throw? How to calculate the probability?</a:t>
            </a:r>
            <a:endParaRPr lang="en-US" altLang="zh-CN" sz="2800" b="0" i="0" u="none" strike="noStrike" kern="1200" cap="none" spc="0" baseline="0">
              <a:solidFill>
                <a:schemeClr val="tx1"/>
              </a:solidFill>
              <a:latin typeface="Calibri" pitchFamily="34" charset="0"/>
              <a:ea typeface="MS PGothic" pitchFamily="34" charset="-128"/>
              <a:cs typeface="Calibri" pitchFamily="34" charset="0"/>
            </a:endParaRPr>
          </a:p>
          <a:p>
            <a:pPr marL="0" indent="0" algn="just" eaLnBrk="1" hangingPunct="1">
              <a:lnSpc>
                <a:spcPct val="90000"/>
              </a:lnSpc>
              <a:spcBef>
                <a:spcPct val="20000"/>
              </a:spcBef>
              <a:spcAft>
                <a:spcPts val="0"/>
              </a:spcAft>
              <a:buNone/>
            </a:pPr>
            <a:endParaRPr lang="zh-CN" altLang="en-US" sz="2800" b="0" i="0" u="none" strike="noStrike" kern="1200" cap="none" spc="0" baseline="0">
              <a:solidFill>
                <a:schemeClr val="tx1"/>
              </a:solidFill>
              <a:latin typeface="Calibri" pitchFamily="34" charset="0"/>
              <a:ea typeface="MS PGothic" pitchFamily="34" charset="-128"/>
              <a:cs typeface="Calibri" pitchFamily="34" charset="0"/>
            </a:endParaRPr>
          </a:p>
        </p:txBody>
      </p:sp>
      <p:sp>
        <p:nvSpPr>
          <p:cNvPr id="595" name="Rectangles"/>
          <p:cNvSpPr>
            <a:spLocks/>
          </p:cNvSpPr>
          <p:nvPr/>
        </p:nvSpPr>
        <p:spPr>
          <a:xfrm rot="0">
            <a:off x="3936306" y="260648"/>
            <a:ext cx="6480175" cy="719137"/>
          </a:xfrm>
          <a:prstGeom prst="rect"/>
          <a:solidFill>
            <a:srgbClr val="FFFFFF"/>
          </a:solidFill>
          <a:ln w="25400" cmpd="sng" cap="flat">
            <a:solidFill>
              <a:srgbClr val="C0504D"/>
            </a:solidFill>
            <a:prstDash val="solid"/>
            <a:round/>
          </a:ln>
        </p:spPr>
        <p:txBody>
          <a:bodyPr vert="horz" wrap="square" lIns="91440" tIns="45720" rIns="91440" bIns="45720" anchor="t" anchorCtr="0">
            <a:prstTxWarp prst="textNoShape"/>
          </a:bodyPr>
          <a:lstStyle/>
          <a:p>
            <a:pPr marL="0" indent="0" algn="ctr" eaLnBrk="0" fontAlgn="base" hangingPunct="0">
              <a:lnSpc>
                <a:spcPct val="100000"/>
              </a:lnSpc>
              <a:spcBef>
                <a:spcPts val="0"/>
              </a:spcBef>
              <a:spcAft>
                <a:spcPts val="0"/>
              </a:spcAft>
              <a:buNone/>
            </a:pPr>
            <a:r>
              <a:rPr lang="en-US" altLang="zh-CN" sz="4000" b="1" i="0" u="none" strike="noStrike" kern="1200" cap="none" spc="0" baseline="0">
                <a:solidFill>
                  <a:srgbClr val="000000"/>
                </a:solidFill>
                <a:latin typeface="Calibri" pitchFamily="34" charset="0"/>
                <a:ea typeface="宋体" pitchFamily="0" charset="0"/>
                <a:cs typeface="Calibri" pitchFamily="34" charset="0"/>
              </a:rPr>
              <a:t>Geometric Distribution</a:t>
            </a:r>
            <a:r>
              <a:rPr lang="en-US" altLang="zh-CN" sz="3600" b="1" i="0" u="none" strike="noStrike" kern="1200" cap="none" spc="0" baseline="0">
                <a:solidFill>
                  <a:srgbClr val="000000"/>
                </a:solidFill>
                <a:latin typeface="Calibri" pitchFamily="34" charset="0"/>
                <a:ea typeface="宋体" pitchFamily="0" charset="0"/>
                <a:cs typeface="Calibri" pitchFamily="34" charset="0"/>
              </a:rPr>
              <a:t> </a:t>
            </a:r>
            <a:r>
              <a:rPr lang="en-US" altLang="zh-CN" sz="2000" b="1" i="0" u="none" strike="noStrike" kern="1200" cap="none" spc="0" baseline="0">
                <a:solidFill>
                  <a:srgbClr val="000000"/>
                </a:solidFill>
                <a:latin typeface="Calibri" pitchFamily="34" charset="0"/>
                <a:ea typeface="宋体" pitchFamily="0" charset="0"/>
                <a:cs typeface="Calibri" pitchFamily="34" charset="0"/>
              </a:rPr>
              <a:t>(cont.)</a:t>
            </a:r>
            <a:endParaRPr lang="zh-CN" altLang="en-US" sz="2000" b="1" i="0" u="none" strike="noStrike" kern="1200" cap="none" spc="0" baseline="0">
              <a:solidFill>
                <a:srgbClr val="000000"/>
              </a:solidFill>
              <a:latin typeface="Calibri" pitchFamily="34" charset="0"/>
              <a:ea typeface="宋体" pitchFamily="0" charset="0"/>
              <a:cs typeface="Calibri" pitchFamily="34" charset="0"/>
            </a:endParaRPr>
          </a:p>
        </p:txBody>
      </p:sp>
      <p:sp>
        <p:nvSpPr>
          <p:cNvPr id="596" name="Rectangles"/>
          <p:cNvSpPr>
            <a:spLocks noGrp="1"/>
          </p:cNvSpPr>
          <p:nvPr>
            <p:ph type="sldNum" idx="12"/>
          </p:nvPr>
        </p:nvSpPr>
        <p:spPr>
          <a:xfrm rot="0">
            <a:off x="1981200" y="6356351"/>
            <a:ext cx="2133600" cy="365125"/>
          </a:xfrm>
          <a:prstGeom prst="rect"/>
          <a:noFill/>
          <a:ln w="12700" cmpd="sng" cap="flat">
            <a:noFill/>
            <a:prstDash val="solid"/>
            <a:miter/>
          </a:ln>
        </p:spPr>
        <p:txBody>
          <a:bodyPr vert="horz" wrap="square" lIns="91440" tIns="45720" rIns="91440" bIns="45720" anchor="ctr" anchorCtr="0">
            <a:prstTxWarp prst="textNoShape"/>
          </a:bodyPr>
          <a:lstStyle/>
          <a:p>
            <a:pPr marL="0" indent="0" algn="l" eaLnBrk="1" hangingPunct="1">
              <a:lnSpc>
                <a:spcPct val="100000"/>
              </a:lnSpc>
              <a:spcBef>
                <a:spcPts val="0"/>
              </a:spcBef>
              <a:spcAft>
                <a:spcPts val="0"/>
              </a:spcAft>
              <a:buNone/>
            </a:pPr>
            <a:fld id="{CAD2D6BD-DE1B-4B5F-8B41-2702339687B9}" type="slidenum">
              <a:rPr lang="en-US" altLang="zh-CN" sz="1200" b="0" i="0" u="none" strike="noStrike" kern="1200" cap="none" spc="0" baseline="0">
                <a:solidFill>
                  <a:srgbClr val="898989"/>
                </a:solidFill>
                <a:latin typeface="Calibri" pitchFamily="34" charset="0"/>
                <a:ea typeface="MS PGothic" pitchFamily="34" charset="-128"/>
                <a:cs typeface="Arial" pitchFamily="34" charset="0"/>
              </a:rPr>
              <a:t>58</a:t>
            </a:fld>
            <a:endParaRPr lang="zh-CN" altLang="en-US" sz="1200" b="0" i="0" u="none" strike="noStrike" kern="1200" cap="none" spc="0" baseline="0">
              <a:solidFill>
                <a:srgbClr val="898989"/>
              </a:solidFill>
              <a:latin typeface="Calibri" pitchFamily="34" charset="0"/>
              <a:ea typeface="MS PGothic" pitchFamily="34" charset="-128"/>
              <a:cs typeface="Arial" pitchFamily="34" charset="0"/>
            </a:endParaRPr>
          </a:p>
        </p:txBody>
      </p:sp>
    </p:spTree>
    <p:extLst>
      <p:ext uri="{BB962C8B-B14F-4D97-AF65-F5344CB8AC3E}">
        <p14:creationId xmlns:p14="http://schemas.microsoft.com/office/powerpoint/2010/main" val="572593075"/>
      </p:ext>
    </p:extLst>
  </p:cSld>
  <p:clrMapOvr>
    <a:masterClrMapping/>
  </p:clrMapOvr>
</p:sld>
</file>

<file path=ppt/slides/slide59.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600" name="Text box"/>
          <p:cNvSpPr>
            <a:spLocks noGrp="1"/>
          </p:cNvSpPr>
          <p:nvPr>
            <p:ph type="title"/>
          </p:nvPr>
        </p:nvSpPr>
        <p:spPr>
          <a:xfrm rot="0">
            <a:off x="1774826" y="1422401"/>
            <a:ext cx="8353423" cy="638175"/>
          </a:xfrm>
          <a:prstGeom prst="rect"/>
          <a:noFill/>
          <a:ln w="12700" cmpd="sng" cap="flat">
            <a:noFill/>
            <a:prstDash val="solid"/>
            <a:miter/>
          </a:ln>
        </p:spPr>
        <p:txBody>
          <a:bodyPr vert="horz" wrap="square" lIns="91440" tIns="45720" rIns="91440" bIns="45720" anchor="ctr" anchorCtr="0">
            <a:prstTxWarp prst="textNoShape"/>
          </a:bodyPr>
          <a:lstStyle/>
          <a:p>
            <a:pPr marL="0" indent="0" algn="l" eaLnBrk="1" hangingPunct="1">
              <a:lnSpc>
                <a:spcPct val="100000"/>
              </a:lnSpc>
              <a:spcBef>
                <a:spcPts val="0"/>
              </a:spcBef>
              <a:spcAft>
                <a:spcPts val="0"/>
              </a:spcAft>
              <a:buNone/>
            </a:pPr>
            <a:r>
              <a:rPr lang="en-US" altLang="zh-CN" sz="3200" b="0" i="0" u="none" strike="noStrike" kern="1200" cap="none" spc="0" baseline="0">
                <a:solidFill>
                  <a:srgbClr val="0101FF"/>
                </a:solidFill>
                <a:latin typeface="Calibri" pitchFamily="34" charset="0"/>
                <a:ea typeface="MS PGothic" pitchFamily="34" charset="-128"/>
                <a:cs typeface="Lucida Sans" pitchFamily="0" charset="0"/>
              </a:rPr>
              <a:t>Geometric Probability Distribution </a:t>
            </a:r>
            <a:r>
              <a:rPr lang="en-US" altLang="zh-CN" sz="2800" b="0" i="0" u="none" strike="noStrike" kern="1200" cap="none" spc="0" baseline="0">
                <a:solidFill>
                  <a:srgbClr val="0101FF"/>
                </a:solidFill>
                <a:latin typeface="Calibri" pitchFamily="34" charset="0"/>
                <a:ea typeface="MS PGothic" pitchFamily="34" charset="-128"/>
                <a:cs typeface="Lucida Sans" pitchFamily="0" charset="0"/>
              </a:rPr>
              <a:t>function</a:t>
            </a:r>
            <a:r>
              <a:rPr lang="en-US" altLang="zh-CN" sz="3200" b="0" i="0" u="none" strike="noStrike" kern="1200" cap="none" spc="0" baseline="0">
                <a:solidFill>
                  <a:srgbClr val="0101FF"/>
                </a:solidFill>
                <a:latin typeface="Calibri" pitchFamily="34" charset="0"/>
                <a:ea typeface="MS PGothic" pitchFamily="34" charset="-128"/>
                <a:cs typeface="Lucida Sans" pitchFamily="0" charset="0"/>
              </a:rPr>
              <a:t>:</a:t>
            </a:r>
            <a:endParaRPr lang="zh-CN" altLang="en-US" sz="3200" b="0" i="0" u="none" strike="noStrike" kern="1200" cap="none" spc="0" baseline="0">
              <a:solidFill>
                <a:srgbClr val="0101FF"/>
              </a:solidFill>
              <a:latin typeface="Calibri" pitchFamily="34" charset="0"/>
              <a:ea typeface="MS PGothic" pitchFamily="34" charset="-128"/>
              <a:cs typeface="Lucida Sans" pitchFamily="0" charset="0"/>
            </a:endParaRPr>
          </a:p>
        </p:txBody>
      </p:sp>
      <p:sp>
        <p:nvSpPr>
          <p:cNvPr id="601" name="Text box"/>
          <p:cNvSpPr>
            <a:spLocks noGrp="1"/>
          </p:cNvSpPr>
          <p:nvPr>
            <p:ph type="body" idx="4294967295"/>
          </p:nvPr>
        </p:nvSpPr>
        <p:spPr>
          <a:xfrm rot="0">
            <a:off x="1774826" y="2349500"/>
            <a:ext cx="8569325" cy="2592388"/>
          </a:xfrm>
          <a:prstGeom prst="rect"/>
          <a:noFill/>
          <a:ln w="12700" cmpd="sng" cap="flat">
            <a:noFill/>
            <a:prstDash val="solid"/>
            <a:miter/>
          </a:ln>
        </p:spPr>
        <p:txBody>
          <a:bodyPr vert="horz" wrap="square" lIns="91440" tIns="45720" rIns="91440" bIns="45720" anchor="t" anchorCtr="0">
            <a:prstTxWarp prst="textNoShape"/>
          </a:bodyPr>
          <a:lstStyle/>
          <a:p>
            <a:pPr marL="0" indent="0" algn="l" eaLnBrk="1" hangingPunct="1">
              <a:lnSpc>
                <a:spcPct val="100000"/>
              </a:lnSpc>
              <a:spcBef>
                <a:spcPct val="20000"/>
              </a:spcBef>
              <a:spcAft>
                <a:spcPts val="0"/>
              </a:spcAft>
              <a:buNone/>
            </a:pPr>
            <a:r>
              <a:rPr lang="en-US" altLang="zh-CN" sz="2800" b="0" i="0" u="none" strike="noStrike" kern="1200" cap="none" spc="0" baseline="0">
                <a:solidFill>
                  <a:schemeClr val="tx1"/>
                </a:solidFill>
                <a:latin typeface="Calibri" pitchFamily="34" charset="0"/>
                <a:ea typeface="MS PGothic" pitchFamily="34" charset="-128"/>
                <a:cs typeface="Lucida Sans" pitchFamily="0" charset="0"/>
              </a:rPr>
              <a:t>If </a:t>
            </a:r>
            <a:r>
              <a:rPr lang="en-US" altLang="zh-CN" sz="2800" b="0" i="1" u="none" strike="noStrike" kern="1200" cap="none" spc="0" baseline="0">
                <a:solidFill>
                  <a:schemeClr val="tx1"/>
                </a:solidFill>
                <a:latin typeface="Calibri" pitchFamily="34" charset="0"/>
                <a:ea typeface="MS PGothic" pitchFamily="34" charset="-128"/>
                <a:cs typeface="Times New Roman" pitchFamily="18" charset="0"/>
              </a:rPr>
              <a:t>x</a:t>
            </a:r>
            <a:r>
              <a:rPr lang="en-US" altLang="zh-CN" sz="2800" b="0" i="0" u="none" strike="noStrike" kern="1200" cap="none" spc="0" baseline="0">
                <a:solidFill>
                  <a:schemeClr val="tx1"/>
                </a:solidFill>
                <a:latin typeface="Calibri" pitchFamily="34" charset="0"/>
                <a:ea typeface="MS PGothic" pitchFamily="34" charset="-128"/>
                <a:cs typeface="Lucida Sans" pitchFamily="0" charset="0"/>
              </a:rPr>
              <a:t> is a random variable with probability of success = </a:t>
            </a:r>
            <a:r>
              <a:rPr lang="en-US" altLang="zh-CN" sz="2800" b="0" i="1" u="none" strike="noStrike" kern="1200" cap="none" spc="0" baseline="0">
                <a:solidFill>
                  <a:schemeClr val="tx1"/>
                </a:solidFill>
                <a:latin typeface="Calibri" pitchFamily="34" charset="0"/>
                <a:ea typeface="MS PGothic" pitchFamily="34" charset="-128"/>
                <a:cs typeface="Times New Roman" pitchFamily="18" charset="0"/>
              </a:rPr>
              <a:t>p</a:t>
            </a:r>
            <a:r>
              <a:rPr lang="en-US" altLang="zh-CN" sz="2800" b="0" i="0" u="none" strike="noStrike" kern="1200" cap="none" spc="0" baseline="0">
                <a:solidFill>
                  <a:schemeClr val="tx1"/>
                </a:solidFill>
                <a:latin typeface="Calibri" pitchFamily="34" charset="0"/>
                <a:ea typeface="MS PGothic" pitchFamily="34" charset="-128"/>
                <a:cs typeface="Lucida Sans" pitchFamily="0" charset="0"/>
              </a:rPr>
              <a:t> for each trial, then</a:t>
            </a:r>
            <a:endParaRPr lang="en-US" altLang="zh-CN" sz="2800" b="0" i="0" u="none" strike="noStrike" kern="1200" cap="none" spc="0" baseline="0">
              <a:solidFill>
                <a:schemeClr val="tx1"/>
              </a:solidFill>
              <a:latin typeface="Calibri" pitchFamily="34" charset="0"/>
              <a:ea typeface="MS PGothic" pitchFamily="34" charset="-128"/>
              <a:cs typeface="Lucida Sans" pitchFamily="0" charset="0"/>
            </a:endParaRPr>
          </a:p>
          <a:p>
            <a:pPr marL="0" indent="0" algn="l" eaLnBrk="1" hangingPunct="1">
              <a:lnSpc>
                <a:spcPct val="100000"/>
              </a:lnSpc>
              <a:spcBef>
                <a:spcPct val="20000"/>
              </a:spcBef>
              <a:spcAft>
                <a:spcPts val="0"/>
              </a:spcAft>
              <a:buNone/>
            </a:pPr>
            <a:endParaRPr lang="en-US" altLang="zh-CN" sz="2400" b="0" i="0" u="none" strike="noStrike" kern="1200" cap="none" spc="0" baseline="0">
              <a:solidFill>
                <a:schemeClr val="tx1"/>
              </a:solidFill>
              <a:latin typeface="Calibri" pitchFamily="34" charset="0"/>
              <a:ea typeface="MS PGothic" pitchFamily="34" charset="-128"/>
              <a:cs typeface="Lucida Sans" pitchFamily="0" charset="0"/>
            </a:endParaRPr>
          </a:p>
          <a:p>
            <a:pPr marL="0" indent="0" algn="l" eaLnBrk="1" hangingPunct="1">
              <a:lnSpc>
                <a:spcPct val="100000"/>
              </a:lnSpc>
              <a:spcBef>
                <a:spcPct val="20000"/>
              </a:spcBef>
              <a:spcAft>
                <a:spcPts val="0"/>
              </a:spcAft>
              <a:buNone/>
            </a:pPr>
            <a:endParaRPr lang="en-US" altLang="zh-CN" sz="2400" b="0" i="0" u="none" strike="noStrike" kern="1200" cap="none" spc="0" baseline="0">
              <a:solidFill>
                <a:schemeClr val="tx1"/>
              </a:solidFill>
              <a:latin typeface="Calibri" pitchFamily="34" charset="0"/>
              <a:ea typeface="MS PGothic" pitchFamily="34" charset="-128"/>
              <a:cs typeface="Lucida Sans" pitchFamily="0" charset="0"/>
            </a:endParaRPr>
          </a:p>
          <a:p>
            <a:pPr marL="0" indent="0" algn="l" eaLnBrk="1" hangingPunct="1">
              <a:lnSpc>
                <a:spcPct val="100000"/>
              </a:lnSpc>
              <a:spcBef>
                <a:spcPct val="20000"/>
              </a:spcBef>
              <a:spcAft>
                <a:spcPts val="0"/>
              </a:spcAft>
              <a:buNone/>
            </a:pPr>
            <a:endParaRPr lang="en-US" altLang="zh-CN" sz="2400" b="0" i="0" u="none" strike="noStrike" kern="1200" cap="none" spc="0" baseline="0">
              <a:solidFill>
                <a:schemeClr val="tx1"/>
              </a:solidFill>
              <a:latin typeface="Calibri" pitchFamily="34" charset="0"/>
              <a:ea typeface="MS PGothic" pitchFamily="34" charset="-128"/>
              <a:cs typeface="Lucida Sans" pitchFamily="0" charset="0"/>
            </a:endParaRPr>
          </a:p>
          <a:p>
            <a:pPr marL="0" indent="0" algn="l" eaLnBrk="1" hangingPunct="1">
              <a:lnSpc>
                <a:spcPct val="100000"/>
              </a:lnSpc>
              <a:spcBef>
                <a:spcPct val="20000"/>
              </a:spcBef>
              <a:spcAft>
                <a:spcPts val="0"/>
              </a:spcAft>
              <a:buNone/>
            </a:pPr>
            <a:endParaRPr lang="zh-CN" altLang="en-US" sz="2400" b="0" i="0" u="none" strike="noStrike" kern="1200" cap="none" spc="0" baseline="0">
              <a:solidFill>
                <a:schemeClr val="tx1"/>
              </a:solidFill>
              <a:latin typeface="Calibri" pitchFamily="34" charset="0"/>
              <a:ea typeface="MS PGothic" pitchFamily="34" charset="-128"/>
              <a:cs typeface="Lucida Sans" pitchFamily="0" charset="0"/>
            </a:endParaRPr>
          </a:p>
        </p:txBody>
      </p:sp>
      <p:graphicFrame>
        <p:nvGraphicFramePr>
          <p:cNvPr id="602" name="Object"/>
          <p:cNvGraphicFramePr>
            <a:graphicFrameLocks noChangeAspect="1"/>
          </p:cNvGraphicFramePr>
          <p:nvPr/>
        </p:nvGraphicFramePr>
        <p:xfrm>
          <a:off x="3431705" y="3890709"/>
          <a:ext cx="5040558" cy="585508"/>
        </p:xfrm>
        <a:graphic>
          <a:graphicData uri="http://schemas.openxmlformats.org/presentationml/2006/ole">
            <mc:AlternateContent xmlns:mc="http://schemas.openxmlformats.org/markup-compatibility/2006">
              <mc:Choice xmlns:v="urn:schemas-microsoft-com:vml" Requires="v">
                <p:oleObj spid="" name="package" imgW="3479800" imgH="393700" progId="package">
                  <p:embed/>
                </p:oleObj>
              </mc:Choice>
              <mc:Fallback>
                <p:oleObj name="package" imgW="3479800" imgH="393700" progId="package">
                  <p:embed/>
                  <p:pic>
                    <p:nvPicPr>
                      <p:cNvPr id="602" name="Object"/>
                      <p:cNvPicPr>
                        <a:picLocks noChangeAspect="1"/>
                      </p:cNvPicPr>
                      <p:nvPr/>
                    </p:nvPicPr>
                    <p:blipFill>
                      <a:blip r:embed="rId1" cstate="print"/>
                      <a:stretch>
                        <a:fillRect/>
                      </a:stretch>
                    </p:blipFill>
                    <p:spPr>
                      <a:xfrm rot="0">
                        <a:off x="3431705" y="3890709"/>
                        <a:ext cx="5040558" cy="585508"/>
                      </a:xfrm>
                      <a:prstGeom prst="rect"/>
                      <a:noFill/>
                      <a:ln cmpd="sng" cap="flat">
                        <a:noFill/>
                        <a:prstDash val="solid"/>
                        <a:round/>
                      </a:ln>
                    </p:spPr>
                  </p:pic>
                </p:oleObj>
              </mc:Fallback>
            </mc:AlternateContent>
          </a:graphicData>
        </a:graphic>
      </p:graphicFrame>
      <p:sp>
        <p:nvSpPr>
          <p:cNvPr id="603" name="Rectangles"/>
          <p:cNvSpPr>
            <a:spLocks/>
          </p:cNvSpPr>
          <p:nvPr/>
        </p:nvSpPr>
        <p:spPr>
          <a:xfrm rot="0">
            <a:off x="3648076" y="333375"/>
            <a:ext cx="6480174" cy="719137"/>
          </a:xfrm>
          <a:prstGeom prst="rect"/>
          <a:solidFill>
            <a:srgbClr val="FFFFFF"/>
          </a:solidFill>
          <a:ln w="25400" cmpd="sng" cap="flat">
            <a:solidFill>
              <a:srgbClr val="C0504D"/>
            </a:solidFill>
            <a:prstDash val="solid"/>
            <a:round/>
          </a:ln>
        </p:spPr>
        <p:txBody>
          <a:bodyPr vert="horz" wrap="square" lIns="91440" tIns="45720" rIns="91440" bIns="45720" anchor="t" anchorCtr="0">
            <a:prstTxWarp prst="textNoShape"/>
          </a:bodyPr>
          <a:lstStyle/>
          <a:p>
            <a:pPr marL="0" indent="0" algn="ctr" eaLnBrk="0" fontAlgn="base" hangingPunct="0">
              <a:lnSpc>
                <a:spcPct val="100000"/>
              </a:lnSpc>
              <a:spcBef>
                <a:spcPts val="0"/>
              </a:spcBef>
              <a:spcAft>
                <a:spcPts val="0"/>
              </a:spcAft>
              <a:buNone/>
            </a:pPr>
            <a:r>
              <a:rPr lang="en-US" altLang="zh-CN" sz="4000" b="1" i="0" u="none" strike="noStrike" kern="1200" cap="none" spc="0" baseline="0">
                <a:solidFill>
                  <a:srgbClr val="000000"/>
                </a:solidFill>
                <a:latin typeface="Calibri" pitchFamily="34" charset="0"/>
                <a:ea typeface="宋体" pitchFamily="0" charset="0"/>
                <a:cs typeface="Calibri" pitchFamily="34" charset="0"/>
              </a:rPr>
              <a:t>Geometric Distribution </a:t>
            </a:r>
            <a:r>
              <a:rPr lang="en-US" altLang="zh-CN" sz="2000" b="1" i="0" u="none" strike="noStrike" kern="1200" cap="none" spc="0" baseline="0">
                <a:solidFill>
                  <a:srgbClr val="000000"/>
                </a:solidFill>
                <a:latin typeface="Calibri" pitchFamily="34" charset="0"/>
                <a:ea typeface="宋体" pitchFamily="0" charset="0"/>
                <a:cs typeface="Calibri" pitchFamily="34" charset="0"/>
              </a:rPr>
              <a:t>(cont.)</a:t>
            </a:r>
            <a:endParaRPr lang="zh-CN" altLang="en-US" sz="2000" b="1" i="0" u="none" strike="noStrike" kern="1200" cap="none" spc="0" baseline="0">
              <a:solidFill>
                <a:srgbClr val="000000"/>
              </a:solidFill>
              <a:latin typeface="Calibri" pitchFamily="34" charset="0"/>
              <a:ea typeface="宋体" pitchFamily="0" charset="0"/>
              <a:cs typeface="Calibri" pitchFamily="34" charset="0"/>
            </a:endParaRPr>
          </a:p>
        </p:txBody>
      </p:sp>
      <p:sp>
        <p:nvSpPr>
          <p:cNvPr id="604" name="Rectangles"/>
          <p:cNvSpPr>
            <a:spLocks noGrp="1"/>
          </p:cNvSpPr>
          <p:nvPr>
            <p:ph type="sldNum" idx="12"/>
          </p:nvPr>
        </p:nvSpPr>
        <p:spPr>
          <a:xfrm rot="0">
            <a:off x="1981200" y="6356351"/>
            <a:ext cx="2133600" cy="365125"/>
          </a:xfrm>
          <a:prstGeom prst="rect"/>
          <a:noFill/>
          <a:ln w="12700" cmpd="sng" cap="flat">
            <a:noFill/>
            <a:prstDash val="solid"/>
            <a:miter/>
          </a:ln>
        </p:spPr>
        <p:txBody>
          <a:bodyPr vert="horz" wrap="square" lIns="91440" tIns="45720" rIns="91440" bIns="45720" anchor="ctr" anchorCtr="0">
            <a:prstTxWarp prst="textNoShape"/>
          </a:bodyPr>
          <a:lstStyle/>
          <a:p>
            <a:pPr marL="0" indent="0" algn="l" eaLnBrk="1" hangingPunct="1">
              <a:lnSpc>
                <a:spcPct val="100000"/>
              </a:lnSpc>
              <a:spcBef>
                <a:spcPts val="0"/>
              </a:spcBef>
              <a:spcAft>
                <a:spcPts val="0"/>
              </a:spcAft>
              <a:buNone/>
            </a:pPr>
            <a:fld id="{CAD2D6BD-DE1B-4B5F-8B41-2702339687B9}" type="slidenum">
              <a:rPr lang="en-US" altLang="zh-CN" sz="1200" b="0" i="0" u="none" strike="noStrike" kern="1200" cap="none" spc="0" baseline="0">
                <a:solidFill>
                  <a:srgbClr val="898989"/>
                </a:solidFill>
                <a:latin typeface="Calibri" pitchFamily="34" charset="0"/>
                <a:ea typeface="MS PGothic" pitchFamily="34" charset="-128"/>
                <a:cs typeface="Arial" pitchFamily="34" charset="0"/>
              </a:rPr>
              <a:t>59</a:t>
            </a:fld>
            <a:endParaRPr lang="zh-CN" altLang="en-US" sz="1200" b="0" i="0" u="none" strike="noStrike" kern="1200" cap="none" spc="0" baseline="0">
              <a:solidFill>
                <a:srgbClr val="898989"/>
              </a:solidFill>
              <a:latin typeface="Calibri" pitchFamily="34" charset="0"/>
              <a:ea typeface="MS PGothic" pitchFamily="34" charset="-128"/>
              <a:cs typeface="Arial" pitchFamily="34" charset="0"/>
            </a:endParaRPr>
          </a:p>
        </p:txBody>
      </p:sp>
    </p:spTree>
    <p:extLst>
      <p:ext uri="{BB962C8B-B14F-4D97-AF65-F5344CB8AC3E}">
        <p14:creationId xmlns:p14="http://schemas.microsoft.com/office/powerpoint/2010/main" val="148990480"/>
      </p:ext>
    </p:extLst>
  </p:cSld>
  <p:clrMapOvr>
    <a:masterClrMapping/>
  </p:clrMapOvr>
</p:sld>
</file>

<file path=ppt/slides/slide60.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608" name="Text box"/>
          <p:cNvSpPr>
            <a:spLocks noGrp="1"/>
          </p:cNvSpPr>
          <p:nvPr>
            <p:ph type="title"/>
          </p:nvPr>
        </p:nvSpPr>
        <p:spPr>
          <a:xfrm rot="0">
            <a:off x="1703389" y="1702322"/>
            <a:ext cx="8785224" cy="790575"/>
          </a:xfrm>
          <a:prstGeom prst="rect"/>
          <a:solidFill>
            <a:schemeClr val="bg1"/>
          </a:solidFill>
          <a:ln w="12700" cmpd="sng" cap="flat">
            <a:noFill/>
            <a:prstDash val="solid"/>
            <a:miter/>
          </a:ln>
        </p:spPr>
        <p:txBody>
          <a:bodyPr vert="horz" wrap="square" lIns="91440" tIns="45720" rIns="91440" bIns="45720" anchor="ctr" anchorCtr="0">
            <a:prstTxWarp prst="textNoShape"/>
          </a:bodyPr>
          <a:lstStyle/>
          <a:p>
            <a:pPr marL="0" indent="0" algn="l" eaLnBrk="1" hangingPunct="1">
              <a:lnSpc>
                <a:spcPct val="100000"/>
              </a:lnSpc>
              <a:spcBef>
                <a:spcPts val="0"/>
              </a:spcBef>
              <a:spcAft>
                <a:spcPts val="0"/>
              </a:spcAft>
              <a:buNone/>
            </a:pPr>
            <a:r>
              <a:rPr lang="en-US" altLang="zh-CN" sz="2800" b="0" i="0" u="none" strike="noStrike" kern="1200" cap="none" spc="0" baseline="0">
                <a:solidFill>
                  <a:srgbClr val="0000FF"/>
                </a:solidFill>
                <a:latin typeface="Calibri" pitchFamily="34" charset="0"/>
                <a:ea typeface="MS PGothic" pitchFamily="34" charset="-128"/>
                <a:cs typeface="Lucida Sans" pitchFamily="0" charset="0"/>
              </a:rPr>
              <a:t>Formulas for </a:t>
            </a:r>
            <a:r>
              <a:rPr lang="en-US" altLang="zh-CN" sz="2800" b="0" i="0" u="none" strike="noStrike" kern="1200" cap="none" spc="0" baseline="0">
                <a:solidFill>
                  <a:srgbClr val="FF0000"/>
                </a:solidFill>
                <a:latin typeface="Calibri" pitchFamily="34" charset="0"/>
                <a:ea typeface="MS PGothic" pitchFamily="34" charset="-128"/>
                <a:cs typeface="Lucida Sans" pitchFamily="0" charset="0"/>
              </a:rPr>
              <a:t>mean </a:t>
            </a:r>
            <a:r>
              <a:rPr lang="en-US" altLang="zh-CN" sz="2800" b="0" i="0" u="none" strike="noStrike" kern="1200" cap="none" spc="0" baseline="0">
                <a:solidFill>
                  <a:srgbClr val="0000FF"/>
                </a:solidFill>
                <a:latin typeface="Calibri" pitchFamily="34" charset="0"/>
                <a:ea typeface="MS PGothic" pitchFamily="34" charset="-128"/>
                <a:cs typeface="Lucida Sans" pitchFamily="0" charset="0"/>
              </a:rPr>
              <a:t>and </a:t>
            </a:r>
            <a:r>
              <a:rPr lang="en-US" altLang="zh-CN" sz="2800" b="0" i="0" u="none" strike="noStrike" kern="1200" cap="none" spc="0" baseline="0">
                <a:solidFill>
                  <a:srgbClr val="FF0000"/>
                </a:solidFill>
                <a:latin typeface="Calibri" pitchFamily="34" charset="0"/>
                <a:ea typeface="MS PGothic" pitchFamily="34" charset="-128"/>
                <a:cs typeface="Lucida Sans" pitchFamily="0" charset="0"/>
              </a:rPr>
              <a:t>standard deviation </a:t>
            </a:r>
            <a:r>
              <a:rPr lang="en-US" altLang="zh-CN" sz="2800" b="0" i="0" u="none" strike="noStrike" kern="1200" cap="none" spc="0" baseline="0">
                <a:solidFill>
                  <a:srgbClr val="0000FF"/>
                </a:solidFill>
                <a:latin typeface="Calibri" pitchFamily="34" charset="0"/>
                <a:ea typeface="MS PGothic" pitchFamily="34" charset="-128"/>
                <a:cs typeface="Lucida Sans" pitchFamily="0" charset="0"/>
              </a:rPr>
              <a:t>of a geometric distribution:</a:t>
            </a:r>
            <a:endParaRPr lang="zh-CN" altLang="en-US" sz="2800" b="0" i="0" u="none" strike="noStrike" kern="1200" cap="none" spc="0" baseline="0">
              <a:solidFill>
                <a:srgbClr val="0000FF"/>
              </a:solidFill>
              <a:latin typeface="Calibri" pitchFamily="34" charset="0"/>
              <a:ea typeface="MS PGothic" pitchFamily="34" charset="-128"/>
              <a:cs typeface="Lucida Sans" pitchFamily="0" charset="0"/>
            </a:endParaRPr>
          </a:p>
        </p:txBody>
      </p:sp>
      <p:sp>
        <p:nvSpPr>
          <p:cNvPr id="609" name="Rectangles"/>
          <p:cNvSpPr>
            <a:spLocks/>
          </p:cNvSpPr>
          <p:nvPr/>
        </p:nvSpPr>
        <p:spPr>
          <a:xfrm rot="0">
            <a:off x="3648076" y="333375"/>
            <a:ext cx="6480174" cy="719137"/>
          </a:xfrm>
          <a:prstGeom prst="rect"/>
          <a:solidFill>
            <a:srgbClr val="FFFFFF"/>
          </a:solidFill>
          <a:ln w="25400" cmpd="sng" cap="flat">
            <a:solidFill>
              <a:srgbClr val="C0504D"/>
            </a:solidFill>
            <a:prstDash val="solid"/>
            <a:round/>
          </a:ln>
        </p:spPr>
        <p:txBody>
          <a:bodyPr vert="horz" wrap="square" lIns="91440" tIns="45720" rIns="91440" bIns="45720" anchor="t" anchorCtr="0">
            <a:prstTxWarp prst="textNoShape"/>
          </a:bodyPr>
          <a:lstStyle/>
          <a:p>
            <a:pPr marL="0" indent="0" algn="ctr" eaLnBrk="0" fontAlgn="base" hangingPunct="0">
              <a:lnSpc>
                <a:spcPct val="100000"/>
              </a:lnSpc>
              <a:spcBef>
                <a:spcPts val="0"/>
              </a:spcBef>
              <a:spcAft>
                <a:spcPts val="0"/>
              </a:spcAft>
              <a:buNone/>
            </a:pPr>
            <a:r>
              <a:rPr lang="en-US" altLang="zh-CN" sz="4000" b="1" i="0" u="none" strike="noStrike" kern="1200" cap="none" spc="0" baseline="0">
                <a:solidFill>
                  <a:srgbClr val="000000"/>
                </a:solidFill>
                <a:latin typeface="Calibri" pitchFamily="34" charset="0"/>
                <a:ea typeface="宋体" pitchFamily="0" charset="0"/>
                <a:cs typeface="Calibri" pitchFamily="34" charset="0"/>
              </a:rPr>
              <a:t>Geometric Distribution </a:t>
            </a:r>
            <a:r>
              <a:rPr lang="en-US" altLang="zh-CN" sz="2000" b="1" i="0" u="none" strike="noStrike" kern="1200" cap="none" spc="0" baseline="0">
                <a:solidFill>
                  <a:srgbClr val="000000"/>
                </a:solidFill>
                <a:latin typeface="Calibri" pitchFamily="34" charset="0"/>
                <a:ea typeface="宋体" pitchFamily="0" charset="0"/>
                <a:cs typeface="Calibri" pitchFamily="34" charset="0"/>
              </a:rPr>
              <a:t>(cont.)</a:t>
            </a:r>
            <a:endParaRPr lang="zh-CN" altLang="en-US" sz="2000" b="1" i="0" u="none" strike="noStrike" kern="1200" cap="none" spc="0" baseline="0">
              <a:solidFill>
                <a:srgbClr val="000000"/>
              </a:solidFill>
              <a:latin typeface="Calibri" pitchFamily="34" charset="0"/>
              <a:ea typeface="宋体" pitchFamily="0" charset="0"/>
              <a:cs typeface="Calibri" pitchFamily="34" charset="0"/>
            </a:endParaRPr>
          </a:p>
        </p:txBody>
      </p:sp>
      <p:sp>
        <p:nvSpPr>
          <p:cNvPr id="610" name="Rectangles"/>
          <p:cNvSpPr>
            <a:spLocks noGrp="1"/>
          </p:cNvSpPr>
          <p:nvPr>
            <p:ph type="sldNum" idx="12"/>
          </p:nvPr>
        </p:nvSpPr>
        <p:spPr>
          <a:xfrm rot="0">
            <a:off x="1981200" y="6356351"/>
            <a:ext cx="2133600" cy="365125"/>
          </a:xfrm>
          <a:prstGeom prst="rect"/>
          <a:noFill/>
          <a:ln w="12700" cmpd="sng" cap="flat">
            <a:noFill/>
            <a:prstDash val="solid"/>
            <a:miter/>
          </a:ln>
        </p:spPr>
        <p:txBody>
          <a:bodyPr vert="horz" wrap="square" lIns="91440" tIns="45720" rIns="91440" bIns="45720" anchor="ctr" anchorCtr="0">
            <a:prstTxWarp prst="textNoShape"/>
          </a:bodyPr>
          <a:lstStyle/>
          <a:p>
            <a:pPr marL="0" indent="0" algn="l" eaLnBrk="1" hangingPunct="1">
              <a:lnSpc>
                <a:spcPct val="100000"/>
              </a:lnSpc>
              <a:spcBef>
                <a:spcPts val="0"/>
              </a:spcBef>
              <a:spcAft>
                <a:spcPts val="0"/>
              </a:spcAft>
              <a:buNone/>
            </a:pPr>
            <a:fld id="{CAD2D6BD-DE1B-4B5F-8B41-2702339687B9}" type="slidenum">
              <a:rPr lang="en-US" altLang="zh-CN" sz="1200" b="0" i="0" u="none" strike="noStrike" kern="1200" cap="none" spc="0" baseline="0">
                <a:solidFill>
                  <a:srgbClr val="898989"/>
                </a:solidFill>
                <a:latin typeface="Calibri" pitchFamily="34" charset="0"/>
                <a:ea typeface="MS PGothic" pitchFamily="34" charset="-128"/>
                <a:cs typeface="Arial" pitchFamily="34" charset="0"/>
              </a:rPr>
              <a:t>60</a:t>
            </a:fld>
            <a:endParaRPr lang="zh-CN" altLang="en-US" sz="1200" b="0" i="0" u="none" strike="noStrike" kern="1200" cap="none" spc="0" baseline="0">
              <a:solidFill>
                <a:srgbClr val="898989"/>
              </a:solidFill>
              <a:latin typeface="Calibri" pitchFamily="34" charset="0"/>
              <a:ea typeface="MS PGothic" pitchFamily="34" charset="-128"/>
              <a:cs typeface="Arial" pitchFamily="34" charset="0"/>
            </a:endParaRPr>
          </a:p>
        </p:txBody>
      </p:sp>
      <p:graphicFrame>
        <p:nvGraphicFramePr>
          <p:cNvPr id="611" name="Object"/>
          <p:cNvGraphicFramePr>
            <a:graphicFrameLocks noChangeAspect="1"/>
          </p:cNvGraphicFramePr>
          <p:nvPr/>
        </p:nvGraphicFramePr>
        <p:xfrm>
          <a:off x="4223792" y="2852937"/>
          <a:ext cx="3437595" cy="2230113"/>
        </p:xfrm>
        <a:graphic>
          <a:graphicData uri="http://schemas.openxmlformats.org/presentationml/2006/ole">
            <mc:AlternateContent xmlns:mc="http://schemas.openxmlformats.org/markup-compatibility/2006">
              <mc:Choice xmlns:v="urn:schemas-microsoft-com:vml" Requires="v">
                <p:oleObj spid="" name="package" imgW="2590800" imgH="1676400" progId="package">
                  <p:embed/>
                </p:oleObj>
              </mc:Choice>
              <mc:Fallback>
                <p:oleObj name="package" imgW="2590800" imgH="1676400" progId="package">
                  <p:embed/>
                  <p:pic>
                    <p:nvPicPr>
                      <p:cNvPr id="611" name="Object"/>
                      <p:cNvPicPr>
                        <a:picLocks noChangeAspect="1"/>
                      </p:cNvPicPr>
                      <p:nvPr/>
                    </p:nvPicPr>
                    <p:blipFill>
                      <a:blip r:embed="rId1" cstate="print"/>
                      <a:stretch>
                        <a:fillRect/>
                      </a:stretch>
                    </p:blipFill>
                    <p:spPr>
                      <a:xfrm rot="0">
                        <a:off x="4223792" y="2852937"/>
                        <a:ext cx="3437595" cy="2230113"/>
                      </a:xfrm>
                      <a:prstGeom prst="rect"/>
                      <a:noFill/>
                      <a:ln cmpd="sng" cap="flat">
                        <a:noFill/>
                        <a:prstDash val="solid"/>
                        <a:round/>
                      </a:ln>
                    </p:spPr>
                  </p:pic>
                </p:oleObj>
              </mc:Fallback>
            </mc:AlternateContent>
          </a:graphicData>
        </a:graphic>
      </p:graphicFrame>
    </p:spTree>
    <p:extLst>
      <p:ext uri="{BB962C8B-B14F-4D97-AF65-F5344CB8AC3E}">
        <p14:creationId xmlns:p14="http://schemas.microsoft.com/office/powerpoint/2010/main" val="1282936832"/>
      </p:ext>
    </p:extLst>
  </p:cSld>
  <p:clrMapOvr>
    <a:masterClrMapping/>
  </p:clrMapOvr>
</p:sld>
</file>

<file path=ppt/slides/slide61.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615" name="Text box"/>
          <p:cNvSpPr>
            <a:spLocks noGrp="1"/>
          </p:cNvSpPr>
          <p:nvPr>
            <p:ph type="title"/>
          </p:nvPr>
        </p:nvSpPr>
        <p:spPr>
          <a:xfrm rot="0">
            <a:off x="2845644" y="274639"/>
            <a:ext cx="6562725" cy="777875"/>
          </a:xfrm>
          <a:prstGeom prst="rect"/>
          <a:noFill/>
          <a:ln w="25400" cmpd="sng" cap="flat">
            <a:noFill/>
            <a:prstDash val="solid"/>
            <a:round/>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en-US" altLang="zh-CN" sz="4000" b="1" i="0" u="none" strike="noStrike" kern="1200" cap="none" spc="0" baseline="0">
                <a:solidFill>
                  <a:srgbClr val="000000"/>
                </a:solidFill>
                <a:latin typeface="Calibri" pitchFamily="34" charset="0"/>
                <a:ea typeface="宋体" pitchFamily="0" charset="0"/>
                <a:cs typeface="Calibri" pitchFamily="34" charset="0"/>
              </a:rPr>
              <a:t>Example</a:t>
            </a:r>
            <a:endParaRPr lang="zh-CN" altLang="en-US" sz="4000" b="1" i="0" u="none" strike="noStrike" kern="1200" cap="none" spc="0" baseline="0">
              <a:solidFill>
                <a:srgbClr val="000000"/>
              </a:solidFill>
              <a:latin typeface="Calibri" pitchFamily="34" charset="0"/>
              <a:ea typeface="宋体" pitchFamily="0" charset="0"/>
              <a:cs typeface="Calibri" pitchFamily="34" charset="0"/>
            </a:endParaRPr>
          </a:p>
        </p:txBody>
      </p:sp>
      <p:sp>
        <p:nvSpPr>
          <p:cNvPr id="616" name="Rectangles"/>
          <p:cNvSpPr>
            <a:spLocks/>
          </p:cNvSpPr>
          <p:nvPr/>
        </p:nvSpPr>
        <p:spPr>
          <a:xfrm rot="0">
            <a:off x="1847850" y="1412875"/>
            <a:ext cx="8424863" cy="1377315"/>
          </a:xfrm>
          <a:prstGeom prst="rect"/>
          <a:noFill/>
          <a:ln w="12700" cmpd="sng" cap="flat">
            <a:noFill/>
            <a:prstDash val="solid"/>
            <a:round/>
          </a:ln>
        </p:spPr>
        <p:txBody>
          <a:bodyPr vert="horz" wrap="square" lIns="91440" tIns="45720" rIns="91440" bIns="45720" anchor="t" anchorCtr="0">
            <a:prstTxWarp prst="textNoShape"/>
            <a:spAutoFit/>
          </a:bodyPr>
          <a:lstStyle/>
          <a:p>
            <a:pPr marL="0" indent="0" algn="just" eaLnBrk="1" hangingPunct="1">
              <a:lnSpc>
                <a:spcPct val="100000"/>
              </a:lnSpc>
              <a:spcBef>
                <a:spcPts val="0"/>
              </a:spcBef>
              <a:spcAft>
                <a:spcPts val="0"/>
              </a:spcAft>
              <a:buNone/>
            </a:pPr>
            <a:r>
              <a:rPr lang="en-US" altLang="zh-CN" sz="2800" b="0" i="0" u="none" strike="noStrike" kern="1200" cap="none" spc="0" baseline="0">
                <a:solidFill>
                  <a:schemeClr val="tx1"/>
                </a:solidFill>
                <a:latin typeface="Calibri" pitchFamily="34" charset="0"/>
                <a:ea typeface="MS PGothic" pitchFamily="34" charset="-128"/>
                <a:cs typeface="Calibri" pitchFamily="34" charset="0"/>
              </a:rPr>
              <a:t>A product produced by a machine has a 3% defective rate. What is the probability that the first defective occurs in the fifth(5</a:t>
            </a:r>
            <a:r>
              <a:rPr lang="en-US" altLang="zh-CN" sz="2800" b="0" i="0" u="none" strike="noStrike" kern="1200" cap="none" spc="0" baseline="30000">
                <a:solidFill>
                  <a:schemeClr val="tx1"/>
                </a:solidFill>
                <a:latin typeface="Calibri" pitchFamily="34" charset="0"/>
                <a:ea typeface="MS PGothic" pitchFamily="34" charset="-128"/>
                <a:cs typeface="Calibri" pitchFamily="34" charset="0"/>
              </a:rPr>
              <a:t>th</a:t>
            </a:r>
            <a:r>
              <a:rPr lang="en-US" altLang="zh-CN" sz="2800" b="0" i="0" u="none" strike="noStrike" kern="1200" cap="none" spc="0" baseline="0">
                <a:solidFill>
                  <a:schemeClr val="tx1"/>
                </a:solidFill>
                <a:latin typeface="Calibri" pitchFamily="34" charset="0"/>
                <a:ea typeface="MS PGothic" pitchFamily="34" charset="-128"/>
                <a:cs typeface="Calibri" pitchFamily="34" charset="0"/>
              </a:rPr>
              <a:t>) item inspected? </a:t>
            </a:r>
            <a:endParaRPr lang="zh-CN" altLang="en-US" sz="2800" b="0" i="0" u="none" strike="noStrike" kern="1200" cap="none" spc="0" baseline="0">
              <a:solidFill>
                <a:schemeClr val="tx1"/>
              </a:solidFill>
              <a:latin typeface="Calibri" pitchFamily="34" charset="0"/>
              <a:ea typeface="MS PGothic" pitchFamily="34" charset="-128"/>
              <a:cs typeface="Calibri" pitchFamily="34" charset="0"/>
            </a:endParaRPr>
          </a:p>
        </p:txBody>
      </p:sp>
      <p:sp>
        <p:nvSpPr>
          <p:cNvPr id="617" name="Rectangles"/>
          <p:cNvSpPr>
            <a:spLocks/>
          </p:cNvSpPr>
          <p:nvPr/>
        </p:nvSpPr>
        <p:spPr>
          <a:xfrm rot="0">
            <a:off x="1847528" y="3140968"/>
            <a:ext cx="1614803" cy="520065"/>
          </a:xfrm>
          <a:prstGeom prst="rect"/>
          <a:noFill/>
          <a:ln w="12700" cmpd="sng" cap="flat">
            <a:noFill/>
            <a:prstDash val="solid"/>
            <a:round/>
          </a:ln>
        </p:spPr>
        <p:txBody>
          <a:bodyPr vert="horz" wrap="none" lIns="91440" tIns="45720" rIns="91440" bIns="45720" anchor="t" anchorCtr="0">
            <a:prstTxWarp prst="textNoShape"/>
            <a:spAutoFit/>
          </a:bodyPr>
          <a:lstStyle/>
          <a:p>
            <a:pPr marL="0" indent="0" algn="l" eaLnBrk="1" hangingPunct="1">
              <a:lnSpc>
                <a:spcPct val="100000"/>
              </a:lnSpc>
              <a:spcBef>
                <a:spcPts val="0"/>
              </a:spcBef>
              <a:spcAft>
                <a:spcPts val="0"/>
              </a:spcAft>
              <a:buNone/>
            </a:pPr>
            <a:r>
              <a:rPr lang="en-US" altLang="zh-CN" sz="2800" b="0" i="0" u="sng" strike="noStrike" kern="1200" cap="none" spc="0" baseline="0">
                <a:solidFill>
                  <a:srgbClr val="FF0000"/>
                </a:solidFill>
                <a:latin typeface="Calibri" pitchFamily="34" charset="0"/>
                <a:ea typeface="MS PGothic" pitchFamily="34" charset="-128"/>
                <a:cs typeface="Calibri" pitchFamily="34" charset="0"/>
              </a:rPr>
              <a:t>Solution:</a:t>
            </a:r>
            <a:endParaRPr lang="zh-CN" altLang="en-US" sz="2800" b="0" i="0" u="sng" strike="noStrike" kern="1200" cap="none" spc="0" baseline="0">
              <a:solidFill>
                <a:srgbClr val="FF0000"/>
              </a:solidFill>
              <a:latin typeface="Calibri" pitchFamily="34" charset="0"/>
              <a:ea typeface="MS PGothic" pitchFamily="34" charset="-128"/>
              <a:cs typeface="Calibri" pitchFamily="34" charset="0"/>
            </a:endParaRPr>
          </a:p>
        </p:txBody>
      </p:sp>
      <p:graphicFrame>
        <p:nvGraphicFramePr>
          <p:cNvPr id="618" name="Object"/>
          <p:cNvGraphicFramePr>
            <a:graphicFrameLocks noChangeAspect="1"/>
          </p:cNvGraphicFramePr>
          <p:nvPr/>
        </p:nvGraphicFramePr>
        <p:xfrm>
          <a:off x="3778250" y="3789040"/>
          <a:ext cx="4564062" cy="1081087"/>
        </p:xfrm>
        <a:graphic>
          <a:graphicData uri="http://schemas.openxmlformats.org/presentationml/2006/ole">
            <mc:AlternateContent xmlns:mc="http://schemas.openxmlformats.org/markup-compatibility/2006">
              <mc:Choice xmlns:v="urn:schemas-microsoft-com:vml" Requires="v">
                <p:oleObj spid="" name="package" imgW="3937000" imgH="914400" progId="package">
                  <p:embed/>
                </p:oleObj>
              </mc:Choice>
              <mc:Fallback>
                <p:oleObj name="package" imgW="3937000" imgH="914400" progId="package">
                  <p:embed/>
                  <p:pic>
                    <p:nvPicPr>
                      <p:cNvPr id="618" name="Object"/>
                      <p:cNvPicPr>
                        <a:picLocks noChangeAspect="1"/>
                      </p:cNvPicPr>
                      <p:nvPr/>
                    </p:nvPicPr>
                    <p:blipFill>
                      <a:blip r:embed="rId1" cstate="print"/>
                      <a:stretch>
                        <a:fillRect/>
                      </a:stretch>
                    </p:blipFill>
                    <p:spPr>
                      <a:xfrm rot="0">
                        <a:off x="3778250" y="3789040"/>
                        <a:ext cx="4564062" cy="1081087"/>
                      </a:xfrm>
                      <a:prstGeom prst="rect"/>
                      <a:noFill/>
                      <a:ln cmpd="sng" cap="flat">
                        <a:noFill/>
                        <a:prstDash val="solid"/>
                        <a:round/>
                      </a:ln>
                    </p:spPr>
                  </p:pic>
                </p:oleObj>
              </mc:Fallback>
            </mc:AlternateContent>
          </a:graphicData>
        </a:graphic>
      </p:graphicFrame>
      <p:sp>
        <p:nvSpPr>
          <p:cNvPr id="619" name="Rectangles"/>
          <p:cNvSpPr>
            <a:spLocks noGrp="1"/>
          </p:cNvSpPr>
          <p:nvPr>
            <p:ph type="sldNum" idx="12"/>
          </p:nvPr>
        </p:nvSpPr>
        <p:spPr>
          <a:xfrm rot="0">
            <a:off x="1981200" y="6356351"/>
            <a:ext cx="2133600" cy="365125"/>
          </a:xfrm>
          <a:prstGeom prst="rect"/>
          <a:noFill/>
          <a:ln w="12700" cmpd="sng" cap="flat">
            <a:noFill/>
            <a:prstDash val="solid"/>
            <a:miter/>
          </a:ln>
        </p:spPr>
        <p:txBody>
          <a:bodyPr vert="horz" wrap="square" lIns="91440" tIns="45720" rIns="91440" bIns="45720" anchor="ctr" anchorCtr="0">
            <a:prstTxWarp prst="textNoShape"/>
          </a:bodyPr>
          <a:lstStyle/>
          <a:p>
            <a:pPr marL="0" indent="0" algn="l" eaLnBrk="1" hangingPunct="1">
              <a:lnSpc>
                <a:spcPct val="100000"/>
              </a:lnSpc>
              <a:spcBef>
                <a:spcPts val="0"/>
              </a:spcBef>
              <a:spcAft>
                <a:spcPts val="0"/>
              </a:spcAft>
              <a:buNone/>
            </a:pPr>
            <a:fld id="{CAD2D6BD-DE1B-4B5F-8B41-2702339687B9}" type="slidenum">
              <a:rPr lang="en-US" altLang="zh-CN" sz="1200" b="0" i="0" u="none" strike="noStrike" kern="1200" cap="none" spc="0" baseline="0">
                <a:solidFill>
                  <a:srgbClr val="898989"/>
                </a:solidFill>
                <a:latin typeface="Calibri" pitchFamily="34" charset="0"/>
                <a:ea typeface="MS PGothic" pitchFamily="34" charset="-128"/>
                <a:cs typeface="Arial" pitchFamily="34" charset="0"/>
              </a:rPr>
              <a:t>61</a:t>
            </a:fld>
            <a:endParaRPr lang="zh-CN" altLang="en-US" sz="1200" b="0" i="0" u="none" strike="noStrike" kern="1200" cap="none" spc="0" baseline="0">
              <a:solidFill>
                <a:srgbClr val="898989"/>
              </a:solidFill>
              <a:latin typeface="Calibri" pitchFamily="34" charset="0"/>
              <a:ea typeface="MS PGothic" pitchFamily="34" charset="-128"/>
              <a:cs typeface="Arial" pitchFamily="34" charset="0"/>
            </a:endParaRPr>
          </a:p>
        </p:txBody>
      </p:sp>
    </p:spTree>
    <p:extLst>
      <p:ext uri="{BB962C8B-B14F-4D97-AF65-F5344CB8AC3E}">
        <p14:creationId xmlns:p14="http://schemas.microsoft.com/office/powerpoint/2010/main" val="43943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617"/>
                                        </p:tgtEl>
                                        <p:attrNameLst>
                                          <p:attrName>style.visibility</p:attrName>
                                        </p:attrNameLst>
                                      </p:cBhvr>
                                      <p:to>
                                        <p:strVal val="visible"/>
                                      </p:to>
                                    </p:set>
                                    <p:anim calcmode="lin" valueType="num">
                                      <p:cBhvr additive="base">
                                        <p:cTn id="7" dur="500"/>
                                        <p:tgtEl>
                                          <p:spTgt spid="617"/>
                                        </p:tgtEl>
                                        <p:attrNameLst>
                                          <p:attrName>ppt_y</p:attrName>
                                        </p:attrNameLst>
                                      </p:cBhvr>
                                      <p:tavLst>
                                        <p:tav tm="0">
                                          <p:val>
                                            <p:strVal val="#ppt_y+#ppt_h*1.125000"/>
                                          </p:val>
                                        </p:tav>
                                        <p:tav tm="100000">
                                          <p:val>
                                            <p:strVal val="#ppt_y"/>
                                          </p:val>
                                        </p:tav>
                                      </p:tavLst>
                                    </p:anim>
                                    <p:animEffect transition="in" filter="wipe(up)">
                                      <p:cBhvr>
                                        <p:cTn id="8" dur="500"/>
                                        <p:tgtEl>
                                          <p:spTgt spid="617"/>
                                        </p:tgtEl>
                                      </p:cBhvr>
                                    </p:animEffect>
                                  </p:childTnLst>
                                </p:cTn>
                              </p:par>
                              <p:par>
                                <p:cTn id="9" presetID="12" presetClass="entr" presetSubtype="4" fill="hold" nodeType="withEffect">
                                  <p:stCondLst>
                                    <p:cond delay="0"/>
                                  </p:stCondLst>
                                  <p:childTnLst>
                                    <p:set>
                                      <p:cBhvr>
                                        <p:cTn id="10" dur="1" fill="hold">
                                          <p:stCondLst>
                                            <p:cond delay="0"/>
                                          </p:stCondLst>
                                        </p:cTn>
                                        <p:tgtEl>
                                          <p:spTgt spid="618"/>
                                        </p:tgtEl>
                                        <p:attrNameLst>
                                          <p:attrName>style.visibility</p:attrName>
                                        </p:attrNameLst>
                                      </p:cBhvr>
                                      <p:to>
                                        <p:strVal val="visible"/>
                                      </p:to>
                                    </p:set>
                                    <p:anim calcmode="lin" valueType="num">
                                      <p:cBhvr additive="base">
                                        <p:cTn id="11" dur="500"/>
                                        <p:tgtEl>
                                          <p:spTgt spid="618"/>
                                        </p:tgtEl>
                                        <p:attrNameLst>
                                          <p:attrName>ppt_y</p:attrName>
                                        </p:attrNameLst>
                                      </p:cBhvr>
                                      <p:tavLst>
                                        <p:tav tm="0">
                                          <p:val>
                                            <p:strVal val="#ppt_y+#ppt_h*1.125000"/>
                                          </p:val>
                                        </p:tav>
                                        <p:tav tm="100000">
                                          <p:val>
                                            <p:strVal val="#ppt_y"/>
                                          </p:val>
                                        </p:tav>
                                      </p:tavLst>
                                    </p:anim>
                                    <p:animEffect transition="in" filter="wipe(up)">
                                      <p:cBhvr>
                                        <p:cTn id="12" dur="500"/>
                                        <p:tgtEl>
                                          <p:spTgt spid="6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7" grpId="0" animBg="1"/>
    </p:bldLst>
  </p:timing>
</p:sld>
</file>

<file path=ppt/slides/slide62.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623" name="Text box"/>
          <p:cNvSpPr>
            <a:spLocks noGrp="1"/>
          </p:cNvSpPr>
          <p:nvPr>
            <p:ph type="title"/>
          </p:nvPr>
        </p:nvSpPr>
        <p:spPr>
          <a:xfrm rot="0">
            <a:off x="4727848" y="260648"/>
            <a:ext cx="4536504" cy="633412"/>
          </a:xfrm>
          <a:prstGeom prst="rect"/>
          <a:noFill/>
          <a:ln w="12700" cmpd="sng" cap="flat">
            <a:noFill/>
            <a:prstDash val="solid"/>
            <a:round/>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en-US" altLang="zh-CN" sz="4400" b="1" i="0" u="none" strike="noStrike" kern="1200" cap="none" spc="0" baseline="0">
                <a:solidFill>
                  <a:srgbClr val="C00000"/>
                </a:solidFill>
                <a:latin typeface="Calibri" pitchFamily="34" charset="0"/>
                <a:ea typeface="ＭＳ Ｐゴシック" pitchFamily="0" charset="0"/>
                <a:cs typeface="Lucida Sans" pitchFamily="0" charset="0"/>
              </a:rPr>
              <a:t>Exercise #6</a:t>
            </a:r>
            <a:endParaRPr lang="zh-CN" altLang="en-US" sz="4400" b="1" i="0" u="none" strike="noStrike" kern="1200" cap="none" spc="0" baseline="0">
              <a:solidFill>
                <a:srgbClr val="C00000"/>
              </a:solidFill>
              <a:latin typeface="Calibri" pitchFamily="34" charset="0"/>
              <a:ea typeface="ＭＳ Ｐゴシック" pitchFamily="0" charset="0"/>
              <a:cs typeface="Lucida Sans" pitchFamily="0" charset="0"/>
            </a:endParaRPr>
          </a:p>
        </p:txBody>
      </p:sp>
      <p:sp>
        <p:nvSpPr>
          <p:cNvPr id="624" name="Rectangles"/>
          <p:cNvSpPr>
            <a:spLocks/>
          </p:cNvSpPr>
          <p:nvPr/>
        </p:nvSpPr>
        <p:spPr>
          <a:xfrm rot="0">
            <a:off x="552084" y="892629"/>
            <a:ext cx="10583654" cy="5267325"/>
          </a:xfrm>
          <a:prstGeom prst="rect"/>
          <a:noFill/>
          <a:ln w="12700" cmpd="sng" cap="flat">
            <a:noFill/>
            <a:prstDash val="solid"/>
            <a:round/>
          </a:ln>
        </p:spPr>
        <p:txBody>
          <a:bodyPr vert="horz" wrap="square" lIns="91440" tIns="45720" rIns="91440" bIns="45720" anchor="t" anchorCtr="0">
            <a:prstTxWarp prst="textNoShape"/>
            <a:spAutoFit/>
          </a:bodyPr>
          <a:lstStyle/>
          <a:p>
            <a:pPr marL="0" indent="0" algn="just" eaLnBrk="1" hangingPunct="1">
              <a:lnSpc>
                <a:spcPct val="110000"/>
              </a:lnSpc>
              <a:spcBef>
                <a:spcPts val="0"/>
              </a:spcBef>
              <a:spcAft>
                <a:spcPts val="0"/>
              </a:spcAft>
              <a:buNone/>
            </a:pPr>
            <a:r>
              <a:rPr lang="en-US" altLang="zh-CN" sz="2400" b="0" i="0" u="none" strike="noStrike" kern="1200" cap="none" spc="0" baseline="0">
                <a:solidFill>
                  <a:schemeClr val="tx1"/>
                </a:solidFill>
                <a:latin typeface="Calibri" pitchFamily="34" charset="0"/>
                <a:ea typeface="ＭＳ Ｐゴシック" pitchFamily="0" charset="0"/>
                <a:cs typeface="Calibri" pitchFamily="34" charset="0"/>
              </a:rPr>
              <a:t>It is claimed that 15% of the ducks in a particular region have patent schistosome infection. Suppose that seven ducks are selected at random. Let </a:t>
            </a:r>
            <a:r>
              <a:rPr lang="en-US" altLang="zh-CN" sz="2400" b="0" i="1" u="none" strike="noStrike" kern="1200" cap="none" spc="0" baseline="0">
                <a:solidFill>
                  <a:schemeClr val="tx1"/>
                </a:solidFill>
                <a:latin typeface="Calibri" pitchFamily="34" charset="0"/>
                <a:ea typeface="ＭＳ Ｐゴシック" pitchFamily="0" charset="0"/>
                <a:cs typeface="Times New Roman" pitchFamily="18" charset="0"/>
              </a:rPr>
              <a:t>x</a:t>
            </a:r>
            <a:r>
              <a:rPr lang="en-US" altLang="zh-CN" sz="2400" b="0" i="0" u="none" strike="noStrike" kern="1200" cap="none" spc="0" baseline="0">
                <a:solidFill>
                  <a:schemeClr val="tx1"/>
                </a:solidFill>
                <a:latin typeface="Calibri" pitchFamily="34" charset="0"/>
                <a:ea typeface="ＭＳ Ｐゴシック" pitchFamily="0" charset="0"/>
                <a:cs typeface="Calibri" pitchFamily="34" charset="0"/>
              </a:rPr>
              <a:t> equals the number of ducks that are infected.</a:t>
            </a:r>
            <a:endParaRPr lang="en-US" altLang="zh-CN" sz="2400" b="0" i="0" u="none" strike="noStrike" kern="1200" cap="none" spc="0" baseline="0">
              <a:solidFill>
                <a:schemeClr val="tx1"/>
              </a:solidFill>
              <a:latin typeface="Calibri" pitchFamily="34" charset="0"/>
              <a:ea typeface="ＭＳ Ｐゴシック" pitchFamily="0" charset="0"/>
              <a:cs typeface="Calibri" pitchFamily="34" charset="0"/>
            </a:endParaRPr>
          </a:p>
          <a:p>
            <a:pPr marL="0" indent="0" algn="just" eaLnBrk="1" hangingPunct="1">
              <a:lnSpc>
                <a:spcPct val="110000"/>
              </a:lnSpc>
              <a:spcBef>
                <a:spcPts val="0"/>
              </a:spcBef>
              <a:spcAft>
                <a:spcPts val="0"/>
              </a:spcAft>
              <a:buNone/>
            </a:pPr>
            <a:endParaRPr lang="en-US" altLang="zh-CN" sz="2400" b="0" i="0" u="none" strike="noStrike" kern="1200" cap="none" spc="0" baseline="0">
              <a:solidFill>
                <a:schemeClr val="tx1"/>
              </a:solidFill>
              <a:latin typeface="Calibri" pitchFamily="34" charset="0"/>
              <a:ea typeface="ＭＳ Ｐゴシック" pitchFamily="0" charset="0"/>
              <a:cs typeface="Calibri" pitchFamily="34" charset="0"/>
            </a:endParaRPr>
          </a:p>
          <a:p>
            <a:pPr marL="0" indent="0" algn="just" eaLnBrk="1" hangingPunct="1">
              <a:lnSpc>
                <a:spcPct val="110000"/>
              </a:lnSpc>
              <a:spcBef>
                <a:spcPts val="0"/>
              </a:spcBef>
              <a:spcAft>
                <a:spcPts val="0"/>
              </a:spcAft>
              <a:buNone/>
            </a:pPr>
            <a:r>
              <a:rPr lang="en-US" altLang="zh-CN" sz="2400" b="0" i="0" u="none" strike="noStrike" kern="1200" cap="none" spc="0" baseline="0">
                <a:solidFill>
                  <a:schemeClr val="tx1"/>
                </a:solidFill>
                <a:latin typeface="Calibri" pitchFamily="34" charset="0"/>
                <a:ea typeface="ＭＳ Ｐゴシック" pitchFamily="0" charset="0"/>
                <a:cs typeface="Calibri" pitchFamily="34" charset="0"/>
              </a:rPr>
              <a:t>a) Assuming independence trials, how is </a:t>
            </a:r>
            <a:r>
              <a:rPr lang="en-US" altLang="zh-CN" sz="2400" b="0" i="1" u="none" strike="noStrike" kern="1200" cap="none" spc="0" baseline="0">
                <a:solidFill>
                  <a:schemeClr val="tx1"/>
                </a:solidFill>
                <a:latin typeface="Calibri" pitchFamily="34" charset="0"/>
                <a:ea typeface="ＭＳ Ｐゴシック" pitchFamily="0" charset="0"/>
                <a:cs typeface="Times New Roman" pitchFamily="18" charset="0"/>
              </a:rPr>
              <a:t>x</a:t>
            </a:r>
            <a:r>
              <a:rPr lang="en-US" altLang="zh-CN" sz="2400" b="0" i="0" u="none" strike="noStrike" kern="1200" cap="none" spc="0" baseline="0">
                <a:solidFill>
                  <a:schemeClr val="tx1"/>
                </a:solidFill>
                <a:latin typeface="Calibri" pitchFamily="34" charset="0"/>
                <a:ea typeface="ＭＳ Ｐゴシック" pitchFamily="0" charset="0"/>
                <a:cs typeface="Calibri" pitchFamily="34" charset="0"/>
              </a:rPr>
              <a:t> distributed?				            </a:t>
            </a:r>
            <a:endParaRPr lang="en-US" altLang="zh-CN" sz="2400" b="0" i="0" u="none" strike="noStrike" kern="1200" cap="none" spc="0" baseline="0">
              <a:solidFill>
                <a:schemeClr val="tx1"/>
              </a:solidFill>
              <a:latin typeface="Calibri" pitchFamily="34" charset="0"/>
              <a:ea typeface="ＭＳ Ｐゴシック" pitchFamily="0" charset="0"/>
              <a:cs typeface="Calibri" pitchFamily="34" charset="0"/>
            </a:endParaRPr>
          </a:p>
          <a:p>
            <a:pPr marL="0" indent="0" algn="just" eaLnBrk="1" hangingPunct="1">
              <a:lnSpc>
                <a:spcPct val="110000"/>
              </a:lnSpc>
              <a:spcBef>
                <a:spcPts val="0"/>
              </a:spcBef>
              <a:spcAft>
                <a:spcPts val="0"/>
              </a:spcAft>
              <a:buNone/>
            </a:pPr>
            <a:r>
              <a:rPr lang="en-US" altLang="zh-CN" sz="2400" b="0" i="0" u="none" strike="noStrike" kern="1200" cap="none" spc="0" baseline="0">
                <a:solidFill>
                  <a:schemeClr val="tx1"/>
                </a:solidFill>
                <a:latin typeface="Calibri" pitchFamily="34" charset="0"/>
                <a:ea typeface="ＭＳ Ｐゴシック" pitchFamily="0" charset="0"/>
                <a:cs typeface="Calibri" pitchFamily="34" charset="0"/>
              </a:rPr>
              <a:t>b) Find the probability that:						</a:t>
            </a:r>
            <a:endParaRPr lang="en-US" altLang="zh-CN" sz="2400" b="0" i="0" u="none" strike="noStrike" kern="1200" cap="none" spc="0" baseline="0">
              <a:solidFill>
                <a:schemeClr val="tx1"/>
              </a:solidFill>
              <a:latin typeface="Calibri" pitchFamily="34" charset="0"/>
              <a:ea typeface="ＭＳ Ｐゴシック" pitchFamily="0" charset="0"/>
              <a:cs typeface="Calibri" pitchFamily="34" charset="0"/>
            </a:endParaRPr>
          </a:p>
          <a:p>
            <a:pPr lvl="1" marL="457200" indent="0" algn="just" eaLnBrk="1" hangingPunct="1">
              <a:lnSpc>
                <a:spcPct val="110000"/>
              </a:lnSpc>
              <a:spcBef>
                <a:spcPts val="0"/>
              </a:spcBef>
              <a:spcAft>
                <a:spcPts val="0"/>
              </a:spcAft>
              <a:buNone/>
            </a:pPr>
            <a:r>
              <a:rPr lang="en-US" altLang="zh-CN" sz="2400" b="0" i="0" u="none" strike="noStrike" kern="1200" cap="none" spc="0" baseline="0">
                <a:solidFill>
                  <a:schemeClr val="tx1"/>
                </a:solidFill>
                <a:latin typeface="Calibri" pitchFamily="34" charset="0"/>
                <a:ea typeface="ＭＳ Ｐゴシック" pitchFamily="0" charset="0"/>
                <a:cs typeface="Calibri" pitchFamily="34" charset="0"/>
              </a:rPr>
              <a:t>i</a:t>
            </a:r>
            <a:r>
              <a:rPr lang="en-US" altLang="zh-CN" sz="2400" b="0" i="0" u="none" strike="noStrike" kern="1200" cap="none" spc="0" baseline="0">
                <a:solidFill>
                  <a:schemeClr val="tx1"/>
                </a:solidFill>
                <a:latin typeface="Calibri" pitchFamily="34" charset="0"/>
                <a:ea typeface="ＭＳ Ｐゴシック" pitchFamily="0" charset="0"/>
                <a:cs typeface="Calibri" pitchFamily="34" charset="0"/>
              </a:rPr>
              <a:t>) At most two ducks are infected.				</a:t>
            </a:r>
            <a:endParaRPr lang="en-US" altLang="zh-CN" sz="2400" b="0" i="0" u="none" strike="noStrike" kern="1200" cap="none" spc="0" baseline="0">
              <a:solidFill>
                <a:schemeClr val="tx1"/>
              </a:solidFill>
              <a:latin typeface="Calibri" pitchFamily="34" charset="0"/>
              <a:ea typeface="ＭＳ Ｐゴシック" pitchFamily="0" charset="0"/>
              <a:cs typeface="Calibri" pitchFamily="34" charset="0"/>
            </a:endParaRPr>
          </a:p>
          <a:p>
            <a:pPr lvl="1" marL="457200" indent="0" algn="just" eaLnBrk="1" hangingPunct="1">
              <a:lnSpc>
                <a:spcPct val="110000"/>
              </a:lnSpc>
              <a:spcBef>
                <a:spcPts val="0"/>
              </a:spcBef>
              <a:spcAft>
                <a:spcPts val="0"/>
              </a:spcAft>
              <a:buNone/>
            </a:pPr>
            <a:r>
              <a:rPr lang="en-US" altLang="zh-CN" sz="2400" b="0" i="0" u="none" strike="noStrike" kern="1200" cap="none" spc="0" baseline="0">
                <a:solidFill>
                  <a:schemeClr val="tx1"/>
                </a:solidFill>
                <a:latin typeface="Calibri" pitchFamily="34" charset="0"/>
                <a:ea typeface="ＭＳ Ｐゴシック" pitchFamily="0" charset="0"/>
                <a:cs typeface="Calibri" pitchFamily="34" charset="0"/>
              </a:rPr>
              <a:t>ii) One duck is not infected.	</a:t>
            </a:r>
            <a:endParaRPr lang="en-US" altLang="zh-CN" sz="2400" b="0" i="0" u="none" strike="noStrike" kern="1200" cap="none" spc="0" baseline="0">
              <a:solidFill>
                <a:schemeClr val="tx1"/>
              </a:solidFill>
              <a:latin typeface="Calibri" pitchFamily="34" charset="0"/>
              <a:ea typeface="ＭＳ Ｐゴシック" pitchFamily="0" charset="0"/>
              <a:cs typeface="Calibri" pitchFamily="34" charset="0"/>
            </a:endParaRPr>
          </a:p>
          <a:p>
            <a:pPr lvl="1" marL="457200" indent="0" algn="just" eaLnBrk="1" hangingPunct="1">
              <a:lnSpc>
                <a:spcPct val="110000"/>
              </a:lnSpc>
              <a:spcBef>
                <a:spcPts val="0"/>
              </a:spcBef>
              <a:spcAft>
                <a:spcPts val="0"/>
              </a:spcAft>
              <a:buNone/>
            </a:pPr>
            <a:r>
              <a:rPr lang="en-US" altLang="zh-CN" sz="2400" b="0" i="0" u="none" strike="noStrike" kern="1200" cap="none" spc="0" baseline="0">
                <a:solidFill>
                  <a:schemeClr val="tx1"/>
                </a:solidFill>
                <a:latin typeface="Calibri" pitchFamily="34" charset="0"/>
                <a:ea typeface="ＭＳ Ｐゴシック" pitchFamily="0" charset="0"/>
                <a:cs typeface="Calibri" pitchFamily="34" charset="0"/>
              </a:rPr>
              <a:t>						</a:t>
            </a:r>
            <a:endParaRPr lang="en-US" altLang="zh-CN" sz="2400" b="0" i="0" u="none" strike="noStrike" kern="1200" cap="none" spc="0" baseline="0">
              <a:solidFill>
                <a:schemeClr val="tx1"/>
              </a:solidFill>
              <a:latin typeface="Calibri" pitchFamily="34" charset="0"/>
              <a:ea typeface="ＭＳ Ｐゴシック" pitchFamily="0" charset="0"/>
              <a:cs typeface="Calibri" pitchFamily="34" charset="0"/>
            </a:endParaRPr>
          </a:p>
          <a:p>
            <a:pPr marL="0" indent="0" algn="just" eaLnBrk="1" hangingPunct="1">
              <a:lnSpc>
                <a:spcPct val="110000"/>
              </a:lnSpc>
              <a:spcBef>
                <a:spcPts val="0"/>
              </a:spcBef>
              <a:spcAft>
                <a:spcPts val="0"/>
              </a:spcAft>
              <a:buNone/>
            </a:pPr>
            <a:r>
              <a:rPr lang="en-US" altLang="zh-CN" sz="2400" b="0" i="0" u="none" strike="noStrike" kern="1200" cap="none" spc="0" baseline="0">
                <a:solidFill>
                  <a:schemeClr val="tx1"/>
                </a:solidFill>
                <a:latin typeface="Calibri" pitchFamily="34" charset="0"/>
                <a:ea typeface="ＭＳ Ｐゴシック" pitchFamily="0" charset="0"/>
                <a:cs typeface="Calibri" pitchFamily="34" charset="0"/>
              </a:rPr>
              <a:t>c) A new drug is proposed to treat the schistosome infection. Therefore, the infected duck is randomly selected. What is the probability that the first duck infected is found at the fifth trial? 		</a:t>
            </a:r>
            <a:endParaRPr lang="zh-CN" altLang="en-US" sz="2400" b="0" i="0" u="none" strike="noStrike" kern="1200" cap="none" spc="0" baseline="0">
              <a:solidFill>
                <a:schemeClr val="tx1"/>
              </a:solidFill>
              <a:latin typeface="Calibri" pitchFamily="34" charset="0"/>
              <a:ea typeface="ＭＳ Ｐゴシック" pitchFamily="0" charset="0"/>
              <a:cs typeface="Calibri" pitchFamily="34" charset="0"/>
            </a:endParaRPr>
          </a:p>
        </p:txBody>
      </p:sp>
      <p:sp>
        <p:nvSpPr>
          <p:cNvPr id="625" name="Rectangles"/>
          <p:cNvSpPr>
            <a:spLocks/>
          </p:cNvSpPr>
          <p:nvPr/>
        </p:nvSpPr>
        <p:spPr>
          <a:xfrm rot="0">
            <a:off x="6060878" y="6525344"/>
            <a:ext cx="611187" cy="365125"/>
          </a:xfrm>
          <a:prstGeom prst="rect"/>
          <a:noFill/>
          <a:ln w="12700" cmpd="sng" cap="flat">
            <a:noFill/>
            <a:prstDash val="solid"/>
            <a:miter/>
          </a:ln>
        </p:spPr>
        <p:txBody>
          <a:bodyPr vert="horz" wrap="square" lIns="91440" tIns="45720" rIns="91440" bIns="45720" anchor="ctr" anchorCtr="0">
            <a:prstTxWarp prst="textNoShape"/>
          </a:bodyPr>
          <a:lstStyle/>
          <a:p>
            <a:pPr marL="0" indent="0" algn="ctr" eaLnBrk="1" fontAlgn="base" hangingPunct="1">
              <a:lnSpc>
                <a:spcPct val="100000"/>
              </a:lnSpc>
              <a:spcBef>
                <a:spcPts val="0"/>
              </a:spcBef>
              <a:spcAft>
                <a:spcPts val="0"/>
              </a:spcAft>
              <a:buNone/>
            </a:pPr>
            <a:fld id="{CAD2D6BD-DE1B-4B5F-8B41-2702339687B9}" type="slidenum">
              <a:rPr lang="en-US" altLang="zh-CN" sz="1200" b="0" i="0" u="none" strike="noStrike" kern="1200" cap="none" spc="0" baseline="0">
                <a:solidFill>
                  <a:schemeClr val="bg1"/>
                </a:solidFill>
                <a:latin typeface="Calibri" pitchFamily="34" charset="0"/>
                <a:ea typeface="ＭＳ Ｐゴシック" pitchFamily="0" charset="0"/>
                <a:cs typeface="Arial" pitchFamily="34" charset="0"/>
              </a:rPr>
              <a:t>62</a:t>
            </a:fld>
            <a:endParaRPr lang="zh-CN" altLang="en-US" sz="1200" b="0" i="0" u="none" strike="noStrike" kern="1200" cap="none" spc="0" baseline="0">
              <a:solidFill>
                <a:schemeClr val="bg1"/>
              </a:solidFill>
              <a:latin typeface="Calibri" pitchFamily="34" charset="0"/>
              <a:ea typeface="ＭＳ Ｐゴシック" pitchFamily="0" charset="0"/>
              <a:cs typeface="Arial" pitchFamily="34" charset="0"/>
            </a:endParaRPr>
          </a:p>
        </p:txBody>
      </p:sp>
    </p:spTree>
    <p:extLst>
      <p:ext uri="{BB962C8B-B14F-4D97-AF65-F5344CB8AC3E}">
        <p14:creationId xmlns:p14="http://schemas.microsoft.com/office/powerpoint/2010/main" val="814860698"/>
      </p:ext>
    </p:extLst>
  </p:cSld>
  <p:clrMapOvr>
    <a:masterClrMapping/>
  </p:clrMapOvr>
</p:sld>
</file>

<file path=ppt/slides/slide63.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629" name="Rectangles"/>
          <p:cNvSpPr>
            <a:spLocks noGrp="1"/>
          </p:cNvSpPr>
          <p:nvPr>
            <p:ph type="sldNum" idx="12"/>
          </p:nvPr>
        </p:nvSpPr>
        <p:spPr>
          <a:xfrm rot="0">
            <a:off x="6312024" y="6492876"/>
            <a:ext cx="539079" cy="365125"/>
          </a:xfrm>
          <a:prstGeom prst="rect"/>
          <a:noFill/>
          <a:ln w="12700" cmpd="sng" cap="flat">
            <a:noFill/>
            <a:prstDash val="solid"/>
            <a:miter/>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fld id="{CAD2D6BD-DE1B-4B5F-8B41-2702339687B9}" type="slidenum">
              <a:rPr lang="en-US" altLang="zh-CN" sz="1200" b="0" i="0" u="none" strike="noStrike" kern="1200" cap="none" spc="0" baseline="0">
                <a:solidFill>
                  <a:schemeClr val="bg1"/>
                </a:solidFill>
                <a:latin typeface="Calibri" pitchFamily="34" charset="0"/>
                <a:ea typeface="MS PGothic" pitchFamily="34" charset="-128"/>
                <a:cs typeface="Arial" pitchFamily="34" charset="0"/>
              </a:rPr>
              <a:t>63</a:t>
            </a:fld>
            <a:endParaRPr lang="zh-CN" altLang="en-US" sz="1200" b="0" i="0" u="none" strike="noStrike" kern="1200" cap="none" spc="0" baseline="0">
              <a:solidFill>
                <a:schemeClr val="bg1"/>
              </a:solidFill>
              <a:latin typeface="Calibri" pitchFamily="34" charset="0"/>
              <a:ea typeface="MS PGothic" pitchFamily="34" charset="-128"/>
              <a:cs typeface="Arial" pitchFamily="34" charset="0"/>
            </a:endParaRPr>
          </a:p>
        </p:txBody>
      </p:sp>
      <p:sp>
        <p:nvSpPr>
          <p:cNvPr id="630" name="Rectangles"/>
          <p:cNvSpPr>
            <a:spLocks/>
          </p:cNvSpPr>
          <p:nvPr/>
        </p:nvSpPr>
        <p:spPr>
          <a:xfrm rot="0">
            <a:off x="3648076" y="274638"/>
            <a:ext cx="6562725" cy="633412"/>
          </a:xfrm>
          <a:prstGeom prst="rect"/>
          <a:noFill/>
          <a:ln w="12700" cmpd="sng" cap="flat">
            <a:noFill/>
            <a:prstDash val="solid"/>
            <a:miter/>
          </a:ln>
        </p:spPr>
        <p:txBody>
          <a:bodyPr vert="horz" wrap="square" lIns="91440" tIns="45720" rIns="91440" bIns="45720" anchor="t" anchorCtr="0">
            <a:prstTxWarp prst="textNoShape"/>
          </a:bodyPr>
          <a:lstStyle/>
          <a:p>
            <a:pPr marL="0" indent="0" algn="ctr" eaLnBrk="0" fontAlgn="base" hangingPunct="0">
              <a:lnSpc>
                <a:spcPct val="100000"/>
              </a:lnSpc>
              <a:spcBef>
                <a:spcPts val="0"/>
              </a:spcBef>
              <a:spcAft>
                <a:spcPts val="0"/>
              </a:spcAft>
              <a:buNone/>
            </a:pPr>
            <a:r>
              <a:rPr lang="en-US" altLang="zh-CN" sz="4800" b="1" i="0" u="none" strike="noStrike" kern="1200" cap="none" spc="0" baseline="0">
                <a:solidFill>
                  <a:srgbClr val="C00000"/>
                </a:solidFill>
                <a:latin typeface="Calibri" pitchFamily="34" charset="0"/>
                <a:ea typeface="ＭＳ Ｐゴシック" pitchFamily="0" charset="0"/>
                <a:cs typeface="ＭＳ Ｐゴシック" pitchFamily="0" charset="0"/>
              </a:rPr>
              <a:t>Exercise #7</a:t>
            </a:r>
            <a:endParaRPr lang="zh-CN" altLang="en-US" sz="4800" b="1" i="0" u="none" strike="noStrike" kern="1200" cap="none" spc="0" baseline="0">
              <a:solidFill>
                <a:srgbClr val="C00000"/>
              </a:solidFill>
              <a:latin typeface="Calibri" pitchFamily="34" charset="0"/>
              <a:ea typeface="ＭＳ Ｐゴシック" pitchFamily="0" charset="0"/>
              <a:cs typeface="ＭＳ Ｐゴシック" pitchFamily="0" charset="0"/>
            </a:endParaRPr>
          </a:p>
        </p:txBody>
      </p:sp>
      <p:sp>
        <p:nvSpPr>
          <p:cNvPr id="631" name="Rectangles"/>
          <p:cNvSpPr>
            <a:spLocks/>
          </p:cNvSpPr>
          <p:nvPr/>
        </p:nvSpPr>
        <p:spPr>
          <a:xfrm rot="0">
            <a:off x="1883677" y="2048690"/>
            <a:ext cx="8424614" cy="2920364"/>
          </a:xfrm>
          <a:prstGeom prst="rect"/>
          <a:noFill/>
          <a:ln w="12700" cmpd="sng" cap="flat">
            <a:noFill/>
            <a:prstDash val="solid"/>
            <a:round/>
          </a:ln>
        </p:spPr>
        <p:txBody>
          <a:bodyPr vert="horz" wrap="square" lIns="91440" tIns="45720" rIns="91440" bIns="45720" anchor="t" anchorCtr="0">
            <a:prstTxWarp prst="textNoShape"/>
            <a:spAutoFit/>
          </a:bodyPr>
          <a:lstStyle/>
          <a:p>
            <a:pPr marL="0" indent="0" algn="just" eaLnBrk="1" hangingPunct="1">
              <a:lnSpc>
                <a:spcPct val="110000"/>
              </a:lnSpc>
              <a:spcBef>
                <a:spcPts val="0"/>
              </a:spcBef>
              <a:spcAft>
                <a:spcPts val="0"/>
              </a:spcAft>
              <a:buNone/>
            </a:pPr>
            <a:r>
              <a:rPr lang="en-US" altLang="zh-CN" sz="2800" b="0" i="0" u="none" strike="noStrike" kern="1200" cap="none" spc="0" baseline="0">
                <a:solidFill>
                  <a:schemeClr val="tx1"/>
                </a:solidFill>
                <a:latin typeface="Calibri" pitchFamily="34" charset="0"/>
                <a:ea typeface="ＭＳ Ｐゴシック" pitchFamily="0" charset="0"/>
                <a:cs typeface="Calibri" pitchFamily="34" charset="0"/>
              </a:rPr>
              <a:t>A company fabricates  special-purpose robots and records show that the probability is 0.10 that the one of its new robots will require repairs during confirmation tests. What is the probability that the eighth robot it builds in a month is the first one to require repairs? </a:t>
            </a:r>
            <a:r>
              <a:rPr lang="en-US" altLang="zh-CN" sz="2800" b="0" i="0" u="none" strike="noStrike" kern="1200" cap="none" spc="0" baseline="0">
                <a:solidFill>
                  <a:schemeClr val="tx1"/>
                </a:solidFill>
                <a:latin typeface="Century Gothic" pitchFamily="0" charset="0"/>
                <a:ea typeface="ＭＳ Ｐゴシック" pitchFamily="0" charset="0"/>
                <a:cs typeface="Calibri" pitchFamily="34" charset="0"/>
              </a:rPr>
              <a:t>		</a:t>
            </a:r>
            <a:endParaRPr lang="zh-CN" altLang="en-US" sz="2800" b="0" i="0" u="none" strike="noStrike" kern="1200" cap="none" spc="0" baseline="0">
              <a:solidFill>
                <a:schemeClr val="tx1"/>
              </a:solidFill>
              <a:latin typeface="Century Gothic" pitchFamily="0" charset="0"/>
              <a:ea typeface="ＭＳ Ｐゴシック" pitchFamily="0" charset="0"/>
              <a:cs typeface="Calibri" pitchFamily="34" charset="0"/>
            </a:endParaRPr>
          </a:p>
        </p:txBody>
      </p:sp>
    </p:spTree>
    <p:extLst>
      <p:ext uri="{BB962C8B-B14F-4D97-AF65-F5344CB8AC3E}">
        <p14:creationId xmlns:p14="http://schemas.microsoft.com/office/powerpoint/2010/main" val="2018437604"/>
      </p:ext>
    </p:extLst>
  </p:cSld>
  <p:clrMapOvr>
    <a:masterClrMapping/>
  </p:clrMapOvr>
</p:sld>
</file>

<file path=ppt/slides/slide64.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635" name="Rectangles"/>
          <p:cNvSpPr>
            <a:spLocks noGrp="1"/>
          </p:cNvSpPr>
          <p:nvPr>
            <p:ph type="sldNum" idx="12"/>
          </p:nvPr>
        </p:nvSpPr>
        <p:spPr>
          <a:xfrm rot="0">
            <a:off x="1981200" y="6356351"/>
            <a:ext cx="2133600" cy="365125"/>
          </a:xfrm>
          <a:prstGeom prst="rect"/>
          <a:noFill/>
          <a:ln w="12700" cmpd="sng" cap="flat">
            <a:noFill/>
            <a:prstDash val="solid"/>
            <a:miter/>
          </a:ln>
        </p:spPr>
        <p:txBody>
          <a:bodyPr vert="horz" wrap="square" lIns="91440" tIns="45720" rIns="91440" bIns="45720" anchor="ctr" anchorCtr="0">
            <a:prstTxWarp prst="textNoShape"/>
          </a:bodyPr>
          <a:lstStyle/>
          <a:p>
            <a:pPr marL="0" indent="0" algn="l" eaLnBrk="1" hangingPunct="1">
              <a:lnSpc>
                <a:spcPct val="100000"/>
              </a:lnSpc>
              <a:spcBef>
                <a:spcPts val="0"/>
              </a:spcBef>
              <a:spcAft>
                <a:spcPts val="0"/>
              </a:spcAft>
              <a:buNone/>
            </a:pPr>
            <a:fld id="{CAD2D6BD-DE1B-4B5F-8B41-2702339687B9}" type="slidenum">
              <a:rPr lang="en-US" altLang="zh-CN" sz="1200" b="0" i="0" u="none" strike="noStrike" kern="1200" cap="none" spc="0" baseline="0">
                <a:solidFill>
                  <a:srgbClr val="898989"/>
                </a:solidFill>
                <a:latin typeface="Calibri" pitchFamily="34" charset="0"/>
                <a:ea typeface="MS PGothic" pitchFamily="34" charset="-128"/>
                <a:cs typeface="Arial" pitchFamily="34" charset="0"/>
              </a:rPr>
              <a:t>64</a:t>
            </a:fld>
            <a:endParaRPr lang="zh-CN" altLang="en-US" sz="1200" b="0" i="0" u="none" strike="noStrike" kern="1200" cap="none" spc="0" baseline="0">
              <a:solidFill>
                <a:srgbClr val="898989"/>
              </a:solidFill>
              <a:latin typeface="Calibri" pitchFamily="34" charset="0"/>
              <a:ea typeface="MS PGothic" pitchFamily="34" charset="-128"/>
              <a:cs typeface="Arial" pitchFamily="34" charset="0"/>
            </a:endParaRPr>
          </a:p>
        </p:txBody>
      </p:sp>
      <p:sp>
        <p:nvSpPr>
          <p:cNvPr id="636" name="Rectangles"/>
          <p:cNvSpPr>
            <a:spLocks/>
          </p:cNvSpPr>
          <p:nvPr/>
        </p:nvSpPr>
        <p:spPr>
          <a:xfrm rot="0">
            <a:off x="2152467" y="2967335"/>
            <a:ext cx="7887078" cy="910590"/>
          </a:xfrm>
          <a:prstGeom prst="rect"/>
          <a:noFill/>
          <a:ln w="12700" cmpd="sng" cap="flat">
            <a:noFill/>
            <a:prstDash val="solid"/>
            <a:miter/>
          </a:ln>
        </p:spPr>
        <p:txBody>
          <a:bodyPr vert="horz" wrap="none" lIns="91440" tIns="45720" rIns="91440" bIns="45720" anchor="t" anchorCtr="0">
            <a:prstTxWarp prst="textNoShape"/>
            <a:spAutoFit/>
          </a:bodyPr>
          <a:lstStyle/>
          <a:p>
            <a:pPr marL="0" indent="0" algn="ctr">
              <a:lnSpc>
                <a:spcPct val="100000"/>
              </a:lnSpc>
              <a:spcBef>
                <a:spcPts val="0"/>
              </a:spcBef>
              <a:spcAft>
                <a:spcPts val="0"/>
              </a:spcAft>
              <a:buNone/>
            </a:pPr>
            <a:r>
              <a:rPr lang="en-US" altLang="zh-CN" sz="5400" b="1" i="0" u="none" strike="noStrike" kern="1200" cap="none" spc="0" baseline="0">
                <a:ln w="10541" cap="flat">
                  <a:solidFill>
                    <a:srgbClr val="4579B8"/>
                  </a:solidFill>
                  <a:prstDash val="solid"/>
                  <a:round/>
                </a:ln>
                <a:gradFill>
                  <a:gsLst>
                    <a:gs pos="0">
                      <a:srgbClr val="BDD2FA"/>
                    </a:gs>
                    <a:gs pos="9000">
                      <a:srgbClr val="9CC0FF"/>
                    </a:gs>
                    <a:gs pos="50000">
                      <a:srgbClr val="003692"/>
                    </a:gs>
                    <a:gs pos="79000">
                      <a:srgbClr val="9CC0FF"/>
                    </a:gs>
                    <a:gs pos="100000">
                      <a:srgbClr val="BDD2FA"/>
                    </a:gs>
                  </a:gsLst>
                  <a:lin ang="5400000" scaled="0"/>
                </a:gradFill>
                <a:latin typeface="Calibri" pitchFamily="34" charset="0"/>
                <a:ea typeface="ＭＳ Ｐゴシック" pitchFamily="0" charset="0"/>
                <a:cs typeface="ＭＳ Ｐゴシック" pitchFamily="0" charset="0"/>
              </a:rPr>
              <a:t>Continuous Distribution</a:t>
            </a:r>
            <a:endParaRPr lang="zh-CN" altLang="en-US" sz="5400" b="1" i="0" u="none" strike="noStrike" kern="1200" cap="none" spc="0" baseline="0">
              <a:ln w="10541" cap="flat">
                <a:solidFill>
                  <a:srgbClr val="4579B8"/>
                </a:solidFill>
                <a:prstDash val="solid"/>
                <a:round/>
              </a:ln>
              <a:gradFill>
                <a:gsLst>
                  <a:gs pos="0">
                    <a:srgbClr val="BDD2FA"/>
                  </a:gs>
                  <a:gs pos="9000">
                    <a:srgbClr val="9CC0FF"/>
                  </a:gs>
                  <a:gs pos="50000">
                    <a:srgbClr val="003692"/>
                  </a:gs>
                  <a:gs pos="79000">
                    <a:srgbClr val="9CC0FF"/>
                  </a:gs>
                  <a:gs pos="100000">
                    <a:srgbClr val="BDD2FA"/>
                  </a:gs>
                </a:gsLst>
                <a:lin ang="5400000" scaled="0"/>
              </a:gradFill>
              <a:latin typeface="Calibri" pitchFamily="34" charset="0"/>
              <a:ea typeface="ＭＳ Ｐゴシック" pitchFamily="0" charset="0"/>
              <a:cs typeface="ＭＳ Ｐゴシック" pitchFamily="0" charset="0"/>
            </a:endParaRPr>
          </a:p>
        </p:txBody>
      </p:sp>
    </p:spTree>
    <p:extLst>
      <p:ext uri="{BB962C8B-B14F-4D97-AF65-F5344CB8AC3E}">
        <p14:creationId xmlns:p14="http://schemas.microsoft.com/office/powerpoint/2010/main" val="1238221224"/>
      </p:ext>
    </p:extLst>
  </p:cSld>
  <p:clrMapOvr>
    <a:masterClrMapping/>
  </p:clrMapOvr>
</p:sld>
</file>

<file path=ppt/slides/slide65.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640" name="Text box"/>
          <p:cNvSpPr>
            <a:spLocks noGrp="1"/>
          </p:cNvSpPr>
          <p:nvPr>
            <p:ph type="body" idx="1"/>
          </p:nvPr>
        </p:nvSpPr>
        <p:spPr>
          <a:xfrm rot="0">
            <a:off x="1703387" y="1412875"/>
            <a:ext cx="8458199" cy="4816475"/>
          </a:xfrm>
          <a:prstGeom prst="rect"/>
          <a:solidFill>
            <a:schemeClr val="bg1"/>
          </a:solidFill>
          <a:ln w="12700" cmpd="sng" cap="flat">
            <a:noFill/>
            <a:prstDash val="solid"/>
            <a:round/>
          </a:ln>
        </p:spPr>
        <p:txBody>
          <a:bodyPr vert="horz" wrap="square" lIns="91440" tIns="45720" rIns="91440" bIns="45720" anchor="t" anchorCtr="0">
            <a:prstTxWarp prst="textNoShape"/>
          </a:bodyPr>
          <a:lstStyle/>
          <a:p>
            <a:pPr marL="342900" indent="-342900" algn="just" eaLnBrk="1" hangingPunct="1">
              <a:lnSpc>
                <a:spcPct val="100000"/>
              </a:lnSpc>
              <a:spcBef>
                <a:spcPct val="20000"/>
              </a:spcBef>
              <a:spcAft>
                <a:spcPts val="0"/>
              </a:spcAft>
              <a:buFont typeface="Arial" pitchFamily="34" charset="0"/>
              <a:buChar char="•"/>
            </a:pPr>
            <a:r>
              <a:rPr lang="en-US" altLang="zh-CN" sz="2800" b="0" i="0" u="none" strike="noStrike" kern="1200" cap="none" spc="0" baseline="0">
                <a:solidFill>
                  <a:schemeClr val="tx1"/>
                </a:solidFill>
                <a:latin typeface="Calibri" pitchFamily="34" charset="0"/>
                <a:ea typeface="ＭＳ Ｐゴシック" pitchFamily="0" charset="0"/>
                <a:cs typeface="Lucida Sans" pitchFamily="0" charset="0"/>
              </a:rPr>
              <a:t>Symmetrical bell-shaped (</a:t>
            </a:r>
            <a:r>
              <a:rPr lang="en-US" altLang="zh-CN" sz="2800" b="0" i="0" u="none" strike="noStrike" kern="1200" cap="none" spc="0" baseline="0">
                <a:solidFill>
                  <a:schemeClr val="tx1"/>
                </a:solidFill>
                <a:latin typeface="Calibri" pitchFamily="34" charset="0"/>
                <a:ea typeface="ＭＳ Ｐゴシック" pitchFamily="0" charset="0"/>
                <a:cs typeface="Lucida Sans" pitchFamily="0" charset="0"/>
              </a:rPr>
              <a:t>unimodal</a:t>
            </a:r>
            <a:r>
              <a:rPr lang="en-US" altLang="zh-CN" sz="2800" b="0" i="0" u="none" strike="noStrike" kern="1200" cap="none" spc="0" baseline="0">
                <a:solidFill>
                  <a:schemeClr val="tx1"/>
                </a:solidFill>
                <a:latin typeface="Calibri" pitchFamily="34" charset="0"/>
                <a:ea typeface="ＭＳ Ｐゴシック" pitchFamily="0" charset="0"/>
                <a:cs typeface="Lucida Sans" pitchFamily="0" charset="0"/>
              </a:rPr>
              <a:t>) density curve defined by </a:t>
            </a:r>
            <a:r>
              <a:rPr lang="en-US" altLang="zh-CN" sz="2800" b="0" i="1" u="none" strike="noStrike" kern="1200" cap="none" spc="0" baseline="0">
                <a:solidFill>
                  <a:srgbClr val="00CC00"/>
                </a:solidFill>
                <a:latin typeface="Calibri" pitchFamily="34" charset="0"/>
                <a:ea typeface="ＭＳ Ｐゴシック" pitchFamily="0" charset="0"/>
                <a:cs typeface="Lucida Sans" pitchFamily="0" charset="0"/>
              </a:rPr>
              <a:t>m</a:t>
            </a:r>
            <a:r>
              <a:rPr lang="en-US" altLang="zh-CN" sz="2800" b="0" i="0" u="none" strike="noStrike" kern="1200" cap="none" spc="0" baseline="0">
                <a:solidFill>
                  <a:srgbClr val="00CC00"/>
                </a:solidFill>
                <a:latin typeface="Calibri" pitchFamily="34" charset="0"/>
                <a:ea typeface="ＭＳ Ｐゴシック" pitchFamily="0" charset="0"/>
                <a:cs typeface="Lucida Sans" pitchFamily="0" charset="0"/>
              </a:rPr>
              <a:t> </a:t>
            </a:r>
            <a:r>
              <a:rPr lang="en-US" altLang="zh-CN" sz="2800" b="0" i="0" u="none" strike="noStrike" kern="1200" cap="none" spc="0" baseline="0">
                <a:solidFill>
                  <a:srgbClr val="000000"/>
                </a:solidFill>
                <a:latin typeface="Calibri" pitchFamily="34" charset="0"/>
                <a:ea typeface="ＭＳ Ｐゴシック" pitchFamily="0" charset="0"/>
                <a:cs typeface="Lucida Sans" pitchFamily="0" charset="0"/>
              </a:rPr>
              <a:t>and</a:t>
            </a:r>
            <a:r>
              <a:rPr lang="en-US" altLang="zh-CN" sz="2800" b="0" i="0" u="none" strike="noStrike" kern="1200" cap="none" spc="0" baseline="0">
                <a:solidFill>
                  <a:srgbClr val="00CC00"/>
                </a:solidFill>
                <a:latin typeface="Calibri" pitchFamily="34" charset="0"/>
                <a:ea typeface="ＭＳ Ｐゴシック" pitchFamily="0" charset="0"/>
                <a:cs typeface="Lucida Sans" pitchFamily="0" charset="0"/>
              </a:rPr>
              <a:t> </a:t>
            </a:r>
            <a:r>
              <a:rPr lang="en-US" altLang="zh-CN" sz="2800" b="0" i="1" u="none" strike="noStrike" kern="1200" cap="none" spc="0" baseline="0">
                <a:solidFill>
                  <a:srgbClr val="00CC00"/>
                </a:solidFill>
                <a:latin typeface="Calibri" pitchFamily="34" charset="0"/>
                <a:ea typeface="ＭＳ Ｐゴシック" pitchFamily="0" charset="0"/>
                <a:cs typeface="Lucida Sans" pitchFamily="0" charset="0"/>
              </a:rPr>
              <a:t>s</a:t>
            </a:r>
            <a:endParaRPr lang="en-US" altLang="zh-CN" sz="2800" b="0" i="1" u="none" strike="noStrike" kern="1200" cap="none" spc="0" baseline="0">
              <a:solidFill>
                <a:schemeClr val="tx1"/>
              </a:solidFill>
              <a:latin typeface="Calibri" pitchFamily="34" charset="0"/>
              <a:ea typeface="ＭＳ Ｐゴシック" pitchFamily="0" charset="0"/>
              <a:cs typeface="Lucida Sans" pitchFamily="0" charset="0"/>
            </a:endParaRPr>
          </a:p>
          <a:p>
            <a:pPr marL="342900" indent="-342900" algn="just" eaLnBrk="1" hangingPunct="1">
              <a:lnSpc>
                <a:spcPct val="100000"/>
              </a:lnSpc>
              <a:spcBef>
                <a:spcPct val="20000"/>
              </a:spcBef>
              <a:spcAft>
                <a:spcPts val="0"/>
              </a:spcAft>
              <a:buFont typeface="Arial" pitchFamily="34" charset="0"/>
              <a:buChar char="•"/>
            </a:pPr>
            <a:r>
              <a:rPr lang="en-US" altLang="zh-CN" sz="2800" b="0" i="0" u="none" strike="noStrike" kern="1200" cap="none" spc="0" baseline="0">
                <a:solidFill>
                  <a:schemeClr val="tx1"/>
                </a:solidFill>
                <a:latin typeface="Calibri" pitchFamily="34" charset="0"/>
                <a:ea typeface="ＭＳ Ｐゴシック" pitchFamily="0" charset="0"/>
                <a:cs typeface="Lucida Sans" pitchFamily="0" charset="0"/>
              </a:rPr>
              <a:t>Area under the curve </a:t>
            </a:r>
            <a:r>
              <a:rPr lang="en-US" altLang="zh-CN" sz="2800" b="0" i="0" u="none" strike="noStrike" kern="1200" cap="none" spc="0" baseline="0">
                <a:solidFill>
                  <a:srgbClr val="FF0000"/>
                </a:solidFill>
                <a:latin typeface="Calibri" pitchFamily="34" charset="0"/>
                <a:ea typeface="ＭＳ Ｐゴシック" pitchFamily="0" charset="0"/>
                <a:cs typeface="Lucida Sans" pitchFamily="0" charset="0"/>
              </a:rPr>
              <a:t>equals 1</a:t>
            </a:r>
            <a:r>
              <a:rPr lang="en-US" altLang="zh-CN" sz="2800" b="0" i="0" u="none" strike="noStrike" kern="1200" cap="none" spc="0" baseline="0">
                <a:solidFill>
                  <a:schemeClr val="tx1"/>
                </a:solidFill>
                <a:latin typeface="Calibri" pitchFamily="34" charset="0"/>
                <a:ea typeface="ＭＳ Ｐゴシック" pitchFamily="0" charset="0"/>
                <a:cs typeface="Lucida Sans" pitchFamily="0" charset="0"/>
              </a:rPr>
              <a:t>.</a:t>
            </a:r>
            <a:endParaRPr lang="en-US" altLang="zh-CN" sz="2800" b="0" i="0" u="none" strike="noStrike" kern="1200" cap="none" spc="0" baseline="0">
              <a:solidFill>
                <a:schemeClr val="tx1"/>
              </a:solidFill>
              <a:latin typeface="Calibri" pitchFamily="34" charset="0"/>
              <a:ea typeface="ＭＳ Ｐゴシック" pitchFamily="0" charset="0"/>
              <a:cs typeface="Lucida Sans" pitchFamily="0" charset="0"/>
            </a:endParaRPr>
          </a:p>
          <a:p>
            <a:pPr marL="342900" indent="-342900" algn="just" eaLnBrk="1" hangingPunct="1">
              <a:lnSpc>
                <a:spcPct val="100000"/>
              </a:lnSpc>
              <a:spcBef>
                <a:spcPct val="20000"/>
              </a:spcBef>
              <a:spcAft>
                <a:spcPts val="0"/>
              </a:spcAft>
              <a:buFont typeface="Arial" pitchFamily="34" charset="0"/>
              <a:buChar char="•"/>
            </a:pPr>
            <a:r>
              <a:rPr lang="en-US" altLang="zh-CN" sz="2800" b="0" i="0" u="none" strike="noStrike" kern="1200" cap="none" spc="0" baseline="0">
                <a:solidFill>
                  <a:schemeClr val="tx1"/>
                </a:solidFill>
                <a:latin typeface="Calibri" pitchFamily="34" charset="0"/>
                <a:ea typeface="ＭＳ Ｐゴシック" pitchFamily="0" charset="0"/>
                <a:cs typeface="Lucida Sans" pitchFamily="0" charset="0"/>
              </a:rPr>
              <a:t>Probability of observing a value in a particular interval is calculated by finding the area under the curve.</a:t>
            </a:r>
            <a:endParaRPr lang="en-US" altLang="zh-CN" sz="2800" b="0" i="0" u="none" strike="noStrike" kern="1200" cap="none" spc="0" baseline="0">
              <a:solidFill>
                <a:schemeClr val="tx1"/>
              </a:solidFill>
              <a:latin typeface="Calibri" pitchFamily="34" charset="0"/>
              <a:ea typeface="ＭＳ Ｐゴシック" pitchFamily="0" charset="0"/>
              <a:cs typeface="Lucida Sans" pitchFamily="0" charset="0"/>
            </a:endParaRPr>
          </a:p>
          <a:p>
            <a:pPr marL="342900" indent="-342900" algn="just" eaLnBrk="1" hangingPunct="1">
              <a:lnSpc>
                <a:spcPct val="100000"/>
              </a:lnSpc>
              <a:spcBef>
                <a:spcPct val="20000"/>
              </a:spcBef>
              <a:spcAft>
                <a:spcPts val="0"/>
              </a:spcAft>
              <a:buFont typeface="Arial" pitchFamily="34" charset="0"/>
              <a:buChar char="•"/>
            </a:pPr>
            <a:r>
              <a:rPr lang="en-US" altLang="zh-CN" sz="2800" b="0" i="0" u="none" strike="noStrike" kern="1200" cap="none" spc="0" baseline="0">
                <a:solidFill>
                  <a:schemeClr val="tx1"/>
                </a:solidFill>
                <a:latin typeface="Calibri" pitchFamily="34" charset="0"/>
                <a:ea typeface="ＭＳ Ｐゴシック" pitchFamily="0" charset="0"/>
                <a:cs typeface="Lucida Sans" pitchFamily="0" charset="0"/>
              </a:rPr>
              <a:t>As </a:t>
            </a:r>
            <a:r>
              <a:rPr lang="en-US" altLang="zh-CN" sz="2800" b="0" i="1" u="none" strike="noStrike" kern="1200" cap="none" spc="0" baseline="0">
                <a:solidFill>
                  <a:srgbClr val="00CC00"/>
                </a:solidFill>
                <a:latin typeface="Calibri" pitchFamily="34" charset="0"/>
                <a:ea typeface="ＭＳ Ｐゴシック" pitchFamily="0" charset="0"/>
                <a:cs typeface="Lucida Sans" pitchFamily="0" charset="0"/>
              </a:rPr>
              <a:t>s</a:t>
            </a:r>
            <a:r>
              <a:rPr lang="en-US" altLang="zh-CN" sz="2800" b="0" i="0" u="none" strike="noStrike" kern="1200" cap="none" spc="0" baseline="0">
                <a:solidFill>
                  <a:schemeClr val="tx1"/>
                </a:solidFill>
                <a:latin typeface="Calibri" pitchFamily="34" charset="0"/>
                <a:ea typeface="ＭＳ Ｐゴシック" pitchFamily="0" charset="0"/>
                <a:cs typeface="Lucida Sans" pitchFamily="0" charset="0"/>
              </a:rPr>
              <a:t> </a:t>
            </a:r>
            <a:r>
              <a:rPr lang="en-US" altLang="zh-CN" sz="2800" b="0" i="0" u="none" strike="noStrike" kern="1200" cap="none" spc="0" baseline="0">
                <a:solidFill>
                  <a:srgbClr val="FF0000"/>
                </a:solidFill>
                <a:latin typeface="Calibri" pitchFamily="34" charset="0"/>
                <a:ea typeface="ＭＳ Ｐゴシック" pitchFamily="0" charset="0"/>
                <a:cs typeface="Lucida Sans" pitchFamily="0" charset="0"/>
              </a:rPr>
              <a:t>increases</a:t>
            </a:r>
            <a:r>
              <a:rPr lang="en-US" altLang="zh-CN" sz="2800" b="0" i="0" u="none" strike="noStrike" kern="1200" cap="none" spc="0" baseline="0">
                <a:solidFill>
                  <a:schemeClr val="tx1"/>
                </a:solidFill>
                <a:latin typeface="Calibri" pitchFamily="34" charset="0"/>
                <a:ea typeface="ＭＳ Ｐゴシック" pitchFamily="0" charset="0"/>
                <a:cs typeface="Lucida Sans" pitchFamily="0" charset="0"/>
              </a:rPr>
              <a:t>, the curve flattens &amp; spreads out.</a:t>
            </a:r>
            <a:endParaRPr lang="en-US" altLang="zh-CN" sz="2800" b="0" i="0" u="none" strike="noStrike" kern="1200" cap="none" spc="0" baseline="0">
              <a:solidFill>
                <a:schemeClr val="tx1"/>
              </a:solidFill>
              <a:latin typeface="Calibri" pitchFamily="34" charset="0"/>
              <a:ea typeface="ＭＳ Ｐゴシック" pitchFamily="0" charset="0"/>
              <a:cs typeface="Lucida Sans" pitchFamily="0" charset="0"/>
            </a:endParaRPr>
          </a:p>
          <a:p>
            <a:pPr marL="342900" indent="-342900" algn="just" eaLnBrk="1" hangingPunct="1">
              <a:lnSpc>
                <a:spcPct val="100000"/>
              </a:lnSpc>
              <a:spcBef>
                <a:spcPct val="20000"/>
              </a:spcBef>
              <a:spcAft>
                <a:spcPts val="0"/>
              </a:spcAft>
              <a:buFont typeface="Arial" pitchFamily="34" charset="0"/>
              <a:buChar char="•"/>
            </a:pPr>
            <a:r>
              <a:rPr lang="en-US" altLang="zh-CN" sz="2800" b="0" i="0" u="none" strike="noStrike" kern="1200" cap="none" spc="0" baseline="0">
                <a:solidFill>
                  <a:schemeClr val="tx1"/>
                </a:solidFill>
                <a:latin typeface="Calibri" pitchFamily="34" charset="0"/>
                <a:ea typeface="ＭＳ Ｐゴシック" pitchFamily="0" charset="0"/>
                <a:cs typeface="Lucida Sans" pitchFamily="0" charset="0"/>
              </a:rPr>
              <a:t>As </a:t>
            </a:r>
            <a:r>
              <a:rPr lang="en-US" altLang="zh-CN" sz="2800" b="0" i="1" u="none" strike="noStrike" kern="1200" cap="none" spc="0" baseline="0">
                <a:solidFill>
                  <a:srgbClr val="00CC00"/>
                </a:solidFill>
                <a:latin typeface="Calibri" pitchFamily="34" charset="0"/>
                <a:ea typeface="ＭＳ Ｐゴシック" pitchFamily="0" charset="0"/>
                <a:cs typeface="Lucida Sans" pitchFamily="0" charset="0"/>
              </a:rPr>
              <a:t>s</a:t>
            </a:r>
            <a:r>
              <a:rPr lang="en-US" altLang="zh-CN" sz="2800" b="0" i="0" u="none" strike="noStrike" kern="1200" cap="none" spc="0" baseline="0">
                <a:solidFill>
                  <a:schemeClr val="tx1"/>
                </a:solidFill>
                <a:latin typeface="Calibri" pitchFamily="34" charset="0"/>
                <a:ea typeface="ＭＳ Ｐゴシック" pitchFamily="0" charset="0"/>
                <a:cs typeface="Lucida Sans" pitchFamily="0" charset="0"/>
              </a:rPr>
              <a:t> </a:t>
            </a:r>
            <a:r>
              <a:rPr lang="en-US" altLang="zh-CN" sz="2800" b="0" i="0" u="none" strike="noStrike" kern="1200" cap="none" spc="0" baseline="0">
                <a:solidFill>
                  <a:srgbClr val="FF0000"/>
                </a:solidFill>
                <a:latin typeface="Calibri" pitchFamily="34" charset="0"/>
                <a:ea typeface="ＭＳ Ｐゴシック" pitchFamily="0" charset="0"/>
                <a:cs typeface="Lucida Sans" pitchFamily="0" charset="0"/>
              </a:rPr>
              <a:t>decreases</a:t>
            </a:r>
            <a:r>
              <a:rPr lang="en-US" altLang="zh-CN" sz="2800" b="0" i="0" u="none" strike="noStrike" kern="1200" cap="none" spc="0" baseline="0">
                <a:solidFill>
                  <a:schemeClr val="tx1"/>
                </a:solidFill>
                <a:latin typeface="Calibri" pitchFamily="34" charset="0"/>
                <a:ea typeface="ＭＳ Ｐゴシック" pitchFamily="0" charset="0"/>
                <a:cs typeface="Lucida Sans" pitchFamily="0" charset="0"/>
              </a:rPr>
              <a:t>, the curve gets  taller and thinner.</a:t>
            </a:r>
            <a:endParaRPr lang="zh-CN" altLang="en-US" sz="2800" b="0" i="0" u="none" strike="noStrike" kern="1200" cap="none" spc="0" baseline="0">
              <a:solidFill>
                <a:schemeClr val="tx1"/>
              </a:solidFill>
              <a:latin typeface="Calibri" pitchFamily="34" charset="0"/>
              <a:ea typeface="ＭＳ Ｐゴシック" pitchFamily="0" charset="0"/>
              <a:cs typeface="Lucida Sans" pitchFamily="0" charset="0"/>
            </a:endParaRPr>
          </a:p>
        </p:txBody>
      </p:sp>
      <p:sp>
        <p:nvSpPr>
          <p:cNvPr id="641" name="Rectangles"/>
          <p:cNvSpPr>
            <a:spLocks/>
          </p:cNvSpPr>
          <p:nvPr/>
        </p:nvSpPr>
        <p:spPr>
          <a:xfrm rot="0">
            <a:off x="3936306" y="260648"/>
            <a:ext cx="6480175" cy="719137"/>
          </a:xfrm>
          <a:prstGeom prst="rect"/>
          <a:solidFill>
            <a:srgbClr val="FFFFFF"/>
          </a:solidFill>
          <a:ln w="25400" cmpd="sng" cap="flat">
            <a:solidFill>
              <a:srgbClr val="C0504D"/>
            </a:solidFill>
            <a:prstDash val="solid"/>
            <a:round/>
          </a:ln>
        </p:spPr>
        <p:txBody>
          <a:bodyPr vert="horz" wrap="square" lIns="91440" tIns="45720" rIns="91440" bIns="45720" anchor="t" anchorCtr="0">
            <a:prstTxWarp prst="textNoShape"/>
          </a:bodyPr>
          <a:lstStyle/>
          <a:p>
            <a:pPr marL="0" indent="0" algn="ctr" eaLnBrk="0" fontAlgn="base" hangingPunct="0">
              <a:lnSpc>
                <a:spcPct val="100000"/>
              </a:lnSpc>
              <a:spcBef>
                <a:spcPts val="0"/>
              </a:spcBef>
              <a:spcAft>
                <a:spcPts val="0"/>
              </a:spcAft>
              <a:buNone/>
            </a:pPr>
            <a:r>
              <a:rPr lang="en-US" altLang="zh-CN" sz="4000" b="1" i="0" u="none" strike="noStrike" kern="1200" cap="none" spc="0" baseline="0">
                <a:solidFill>
                  <a:srgbClr val="000000"/>
                </a:solidFill>
                <a:latin typeface="Calibri" pitchFamily="34" charset="0"/>
                <a:ea typeface="宋体" pitchFamily="0" charset="0"/>
                <a:cs typeface="Calibri" pitchFamily="34" charset="0"/>
              </a:rPr>
              <a:t>Continous Distribution</a:t>
            </a:r>
            <a:endParaRPr lang="zh-CN" altLang="en-US" sz="2000" b="1" i="0" u="none" strike="noStrike" kern="1200" cap="none" spc="0" baseline="0">
              <a:solidFill>
                <a:srgbClr val="000000"/>
              </a:solidFill>
              <a:latin typeface="Calibri" pitchFamily="34" charset="0"/>
              <a:ea typeface="宋体" pitchFamily="0" charset="0"/>
              <a:cs typeface="Calibri" pitchFamily="34" charset="0"/>
            </a:endParaRPr>
          </a:p>
        </p:txBody>
      </p:sp>
      <p:pic>
        <p:nvPicPr>
          <p:cNvPr id="642" name="Images"/>
          <p:cNvPicPr>
            <a:picLocks noChangeAspect="1"/>
          </p:cNvPicPr>
          <p:nvPr/>
        </p:nvPicPr>
        <p:blipFill>
          <a:blip r:embed="rId1" cstate="print"/>
          <a:stretch>
            <a:fillRect/>
          </a:stretch>
        </p:blipFill>
        <p:spPr>
          <a:xfrm rot="0">
            <a:off x="7896200" y="4797152"/>
            <a:ext cx="2435564" cy="1656183"/>
          </a:xfrm>
          <a:prstGeom prst="rect"/>
          <a:solidFill>
            <a:srgbClr val="CCFFFF"/>
          </a:solidFill>
          <a:ln w="12700" cmpd="sng" cap="flat">
            <a:noFill/>
            <a:prstDash val="solid"/>
            <a:round/>
          </a:ln>
        </p:spPr>
      </p:pic>
      <p:sp>
        <p:nvSpPr>
          <p:cNvPr id="643" name="Rectangles"/>
          <p:cNvSpPr>
            <a:spLocks noGrp="1"/>
          </p:cNvSpPr>
          <p:nvPr>
            <p:ph type="sldNum" idx="12"/>
          </p:nvPr>
        </p:nvSpPr>
        <p:spPr>
          <a:xfrm rot="0">
            <a:off x="1981200" y="6356351"/>
            <a:ext cx="2133600" cy="365125"/>
          </a:xfrm>
          <a:prstGeom prst="rect"/>
          <a:noFill/>
          <a:ln w="12700" cmpd="sng" cap="flat">
            <a:noFill/>
            <a:prstDash val="solid"/>
            <a:miter/>
          </a:ln>
        </p:spPr>
        <p:txBody>
          <a:bodyPr vert="horz" wrap="square" lIns="91440" tIns="45720" rIns="91440" bIns="45720" anchor="ctr" anchorCtr="0">
            <a:prstTxWarp prst="textNoShape"/>
          </a:bodyPr>
          <a:lstStyle/>
          <a:p>
            <a:pPr marL="0" indent="0" algn="l" eaLnBrk="1" hangingPunct="1">
              <a:lnSpc>
                <a:spcPct val="100000"/>
              </a:lnSpc>
              <a:spcBef>
                <a:spcPts val="0"/>
              </a:spcBef>
              <a:spcAft>
                <a:spcPts val="0"/>
              </a:spcAft>
              <a:buNone/>
            </a:pPr>
            <a:fld id="{CAD2D6BD-DE1B-4B5F-8B41-2702339687B9}" type="slidenum">
              <a:rPr lang="en-US" altLang="zh-CN" sz="1200" b="0" i="0" u="none" strike="noStrike" kern="1200" cap="none" spc="0" baseline="0">
                <a:solidFill>
                  <a:srgbClr val="898989"/>
                </a:solidFill>
                <a:latin typeface="Calibri" pitchFamily="34" charset="0"/>
                <a:ea typeface="MS PGothic" pitchFamily="34" charset="-128"/>
                <a:cs typeface="Arial" pitchFamily="34" charset="0"/>
              </a:rPr>
              <a:t>65</a:t>
            </a:fld>
            <a:endParaRPr lang="zh-CN" altLang="en-US" sz="1200" b="0" i="0" u="none" strike="noStrike" kern="1200" cap="none" spc="0" baseline="0">
              <a:solidFill>
                <a:srgbClr val="898989"/>
              </a:solidFill>
              <a:latin typeface="Calibri" pitchFamily="34" charset="0"/>
              <a:ea typeface="MS PGothic" pitchFamily="34" charset="-128"/>
              <a:cs typeface="Arial" pitchFamily="34" charset="0"/>
            </a:endParaRPr>
          </a:p>
        </p:txBody>
      </p:sp>
    </p:spTree>
    <p:extLst>
      <p:ext uri="{BB962C8B-B14F-4D97-AF65-F5344CB8AC3E}">
        <p14:creationId xmlns:p14="http://schemas.microsoft.com/office/powerpoint/2010/main" val="1079091813"/>
      </p:ext>
    </p:extLst>
  </p:cSld>
  <p:clrMapOvr>
    <a:masterClrMapping/>
  </p:clrMapOvr>
</p:sld>
</file>

<file path=ppt/slides/slide66.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pic>
        <p:nvPicPr>
          <p:cNvPr id="647" name="Images"/>
          <p:cNvPicPr>
            <a:picLocks noChangeAspect="1"/>
          </p:cNvPicPr>
          <p:nvPr/>
        </p:nvPicPr>
        <p:blipFill>
          <a:blip r:embed="rId1" cstate="print"/>
          <a:stretch>
            <a:fillRect/>
          </a:stretch>
        </p:blipFill>
        <p:spPr>
          <a:xfrm rot="0">
            <a:off x="3287713" y="571500"/>
            <a:ext cx="5616388" cy="3238500"/>
          </a:xfrm>
          <a:prstGeom prst="rect"/>
          <a:noFill/>
          <a:ln w="12700" cmpd="sng" cap="flat">
            <a:noFill/>
            <a:prstDash val="solid"/>
            <a:round/>
          </a:ln>
        </p:spPr>
      </p:pic>
      <p:sp>
        <p:nvSpPr>
          <p:cNvPr id="648" name="Rectangles"/>
          <p:cNvSpPr>
            <a:spLocks/>
          </p:cNvSpPr>
          <p:nvPr/>
        </p:nvSpPr>
        <p:spPr>
          <a:xfrm rot="0">
            <a:off x="5791200" y="914400"/>
            <a:ext cx="762000" cy="453390"/>
          </a:xfrm>
          <a:prstGeom prst="rect"/>
          <a:noFill/>
          <a:ln w="12700" cmpd="sng" cap="flat">
            <a:noFill/>
            <a:prstDash val="solid"/>
            <a:round/>
          </a:ln>
        </p:spPr>
        <p:txBody>
          <a:bodyPr vert="horz" wrap="square" lIns="91440" tIns="45720" rIns="91440" bIns="45720" anchor="t" anchorCtr="0">
            <a:prstTxWarp prst="textNoShape"/>
            <a:spAutoFit/>
          </a:bodyPr>
          <a:lstStyle/>
          <a:p>
            <a:pPr marL="0" indent="0" algn="l" eaLnBrk="1" hangingPunct="1">
              <a:lnSpc>
                <a:spcPct val="100000"/>
              </a:lnSpc>
              <a:spcBef>
                <a:spcPct val="50000"/>
              </a:spcBef>
              <a:spcAft>
                <a:spcPts val="0"/>
              </a:spcAft>
              <a:buNone/>
            </a:pPr>
            <a:r>
              <a:rPr lang="en-US" altLang="zh-CN" sz="2400" b="0" i="0" u="none" strike="noStrike" kern="1200" cap="none" spc="0" baseline="0">
                <a:solidFill>
                  <a:schemeClr val="tx1"/>
                </a:solidFill>
                <a:latin typeface="Times New Roman" pitchFamily="18" charset="0"/>
                <a:ea typeface="MS PGothic" pitchFamily="34" charset="-128"/>
                <a:cs typeface="Calibri" pitchFamily="34" charset="0"/>
              </a:rPr>
              <a:t>A</a:t>
            </a:r>
            <a:endParaRPr lang="zh-CN" altLang="en-US" sz="2400" b="0" i="0" u="none" strike="noStrike" kern="1200" cap="none" spc="0" baseline="0">
              <a:solidFill>
                <a:schemeClr val="tx1"/>
              </a:solidFill>
              <a:latin typeface="Times New Roman" pitchFamily="18" charset="0"/>
              <a:ea typeface="MS PGothic" pitchFamily="34" charset="-128"/>
              <a:cs typeface="Calibri" pitchFamily="34" charset="0"/>
            </a:endParaRPr>
          </a:p>
        </p:txBody>
      </p:sp>
      <p:sp>
        <p:nvSpPr>
          <p:cNvPr id="649" name="Rectangles"/>
          <p:cNvSpPr>
            <a:spLocks/>
          </p:cNvSpPr>
          <p:nvPr/>
        </p:nvSpPr>
        <p:spPr>
          <a:xfrm rot="0">
            <a:off x="7162799" y="2438400"/>
            <a:ext cx="762000" cy="453389"/>
          </a:xfrm>
          <a:prstGeom prst="rect"/>
          <a:noFill/>
          <a:ln w="12700" cmpd="sng" cap="flat">
            <a:noFill/>
            <a:prstDash val="solid"/>
            <a:round/>
          </a:ln>
        </p:spPr>
        <p:txBody>
          <a:bodyPr vert="horz" wrap="square" lIns="91440" tIns="45720" rIns="91440" bIns="45720" anchor="t" anchorCtr="0">
            <a:prstTxWarp prst="textNoShape"/>
            <a:spAutoFit/>
          </a:bodyPr>
          <a:lstStyle/>
          <a:p>
            <a:pPr marL="0" indent="0" algn="l" eaLnBrk="1" hangingPunct="1">
              <a:lnSpc>
                <a:spcPct val="100000"/>
              </a:lnSpc>
              <a:spcBef>
                <a:spcPct val="50000"/>
              </a:spcBef>
              <a:spcAft>
                <a:spcPts val="0"/>
              </a:spcAft>
              <a:buNone/>
            </a:pPr>
            <a:r>
              <a:rPr lang="en-US" altLang="zh-CN" sz="2400" b="0" i="0" u="none" strike="noStrike" kern="1200" cap="none" spc="0" baseline="0">
                <a:solidFill>
                  <a:schemeClr val="tx1"/>
                </a:solidFill>
                <a:latin typeface="Times New Roman" pitchFamily="18" charset="0"/>
                <a:ea typeface="MS PGothic" pitchFamily="34" charset="-128"/>
                <a:cs typeface="Calibri" pitchFamily="34" charset="0"/>
              </a:rPr>
              <a:t>B</a:t>
            </a:r>
            <a:endParaRPr lang="zh-CN" altLang="en-US" sz="2400" b="0" i="0" u="none" strike="noStrike" kern="1200" cap="none" spc="0" baseline="0">
              <a:solidFill>
                <a:schemeClr val="tx1"/>
              </a:solidFill>
              <a:latin typeface="Times New Roman" pitchFamily="18" charset="0"/>
              <a:ea typeface="MS PGothic" pitchFamily="34" charset="-128"/>
              <a:cs typeface="Calibri" pitchFamily="34" charset="0"/>
            </a:endParaRPr>
          </a:p>
        </p:txBody>
      </p:sp>
      <p:sp>
        <p:nvSpPr>
          <p:cNvPr id="650" name="Rectangles"/>
          <p:cNvSpPr>
            <a:spLocks/>
          </p:cNvSpPr>
          <p:nvPr/>
        </p:nvSpPr>
        <p:spPr>
          <a:xfrm rot="0">
            <a:off x="505868" y="3886200"/>
            <a:ext cx="10770690" cy="2234565"/>
          </a:xfrm>
          <a:prstGeom prst="rect"/>
          <a:noFill/>
          <a:ln w="9525" cmpd="sng" cap="flat">
            <a:noFill/>
            <a:prstDash val="solid"/>
            <a:miter/>
          </a:ln>
        </p:spPr>
        <p:txBody>
          <a:bodyPr vert="horz" wrap="square" lIns="91440" tIns="45720" rIns="91440" bIns="45720" anchor="t" anchorCtr="0">
            <a:prstTxWarp prst="textNoShape"/>
            <a:spAutoFit/>
          </a:bodyPr>
          <a:lstStyle/>
          <a:p>
            <a:pPr marL="0" indent="0" algn="just" eaLnBrk="1" hangingPunct="1">
              <a:lnSpc>
                <a:spcPct val="100000"/>
              </a:lnSpc>
              <a:spcBef>
                <a:spcPct val="50000"/>
              </a:spcBef>
              <a:spcAft>
                <a:spcPts val="0"/>
              </a:spcAft>
              <a:buNone/>
            </a:pPr>
            <a:r>
              <a:rPr lang="en-US" altLang="zh-CN" sz="2800" b="0" i="0" u="none" strike="noStrike" kern="1200" cap="none" spc="0" baseline="0">
                <a:solidFill>
                  <a:schemeClr val="tx1"/>
                </a:solidFill>
                <a:latin typeface="Calibri" pitchFamily="34" charset="0"/>
                <a:ea typeface="ＭＳ Ｐゴシック" pitchFamily="0" charset="0"/>
                <a:cs typeface="ＭＳ Ｐゴシック" pitchFamily="0" charset="0"/>
              </a:rPr>
              <a:t>Do these two normal curves have the same mean?  If so, what is it?</a:t>
            </a:r>
            <a:endParaRPr lang="en-US" altLang="zh-CN" sz="2800" b="0" i="0" u="none" strike="noStrike" kern="1200" cap="none" spc="0" baseline="0">
              <a:solidFill>
                <a:schemeClr val="tx1"/>
              </a:solidFill>
              <a:latin typeface="Calibri" pitchFamily="34" charset="0"/>
              <a:ea typeface="ＭＳ Ｐゴシック" pitchFamily="0" charset="0"/>
              <a:cs typeface="ＭＳ Ｐゴシック" pitchFamily="0" charset="0"/>
            </a:endParaRPr>
          </a:p>
          <a:p>
            <a:pPr marL="0" indent="0" algn="just" eaLnBrk="1" hangingPunct="1">
              <a:lnSpc>
                <a:spcPct val="100000"/>
              </a:lnSpc>
              <a:spcBef>
                <a:spcPct val="50000"/>
              </a:spcBef>
              <a:spcAft>
                <a:spcPts val="0"/>
              </a:spcAft>
              <a:buNone/>
            </a:pPr>
            <a:r>
              <a:rPr lang="en-US" altLang="zh-CN" sz="2800" b="0" i="0" u="none" strike="noStrike" kern="1200" cap="none" spc="0" baseline="0">
                <a:solidFill>
                  <a:srgbClr val="000000"/>
                </a:solidFill>
                <a:latin typeface="Calibri" pitchFamily="34" charset="0"/>
                <a:ea typeface="ＭＳ Ｐゴシック" pitchFamily="0" charset="0"/>
                <a:cs typeface="ＭＳ Ｐゴシック" pitchFamily="0" charset="0"/>
              </a:rPr>
              <a:t>Which normal curve has a standard deviation of 3?</a:t>
            </a:r>
            <a:endParaRPr lang="en-US" altLang="zh-CN" sz="2800" b="0" i="0" u="none" strike="noStrike" kern="1200" cap="none" spc="0" baseline="0">
              <a:solidFill>
                <a:srgbClr val="000000"/>
              </a:solidFill>
              <a:latin typeface="Calibri" pitchFamily="34" charset="0"/>
              <a:ea typeface="ＭＳ Ｐゴシック" pitchFamily="0" charset="0"/>
              <a:cs typeface="ＭＳ Ｐゴシック" pitchFamily="0" charset="0"/>
            </a:endParaRPr>
          </a:p>
          <a:p>
            <a:pPr marL="0" indent="0" algn="just" eaLnBrk="1" hangingPunct="1">
              <a:lnSpc>
                <a:spcPct val="100000"/>
              </a:lnSpc>
              <a:spcBef>
                <a:spcPct val="50000"/>
              </a:spcBef>
              <a:spcAft>
                <a:spcPts val="0"/>
              </a:spcAft>
              <a:buNone/>
            </a:pPr>
            <a:r>
              <a:rPr lang="en-US" altLang="zh-CN" sz="2800" b="0" i="0" u="none" strike="noStrike" kern="1200" cap="none" spc="0" baseline="0">
                <a:solidFill>
                  <a:srgbClr val="000000"/>
                </a:solidFill>
                <a:latin typeface="Calibri" pitchFamily="34" charset="0"/>
                <a:ea typeface="ＭＳ Ｐゴシック" pitchFamily="0" charset="0"/>
                <a:cs typeface="ＭＳ Ｐゴシック" pitchFamily="0" charset="0"/>
              </a:rPr>
              <a:t>Which normal curve has a standard deviation of 1?</a:t>
            </a:r>
            <a:endParaRPr lang="zh-CN" altLang="en-US" sz="2800" b="0" i="0" u="none" strike="noStrike" kern="1200" cap="none" spc="0" baseline="0">
              <a:solidFill>
                <a:srgbClr val="000000"/>
              </a:solidFill>
              <a:latin typeface="Calibri" pitchFamily="34" charset="0"/>
              <a:ea typeface="ＭＳ Ｐゴシック" pitchFamily="0" charset="0"/>
              <a:cs typeface="ＭＳ Ｐゴシック" pitchFamily="0" charset="0"/>
            </a:endParaRPr>
          </a:p>
        </p:txBody>
      </p:sp>
      <p:sp>
        <p:nvSpPr>
          <p:cNvPr id="651" name="Up arrow"/>
          <p:cNvSpPr>
            <a:spLocks/>
          </p:cNvSpPr>
          <p:nvPr/>
        </p:nvSpPr>
        <p:spPr>
          <a:xfrm rot="0">
            <a:off x="5510213" y="3543300"/>
            <a:ext cx="381000" cy="533400"/>
          </a:xfrm>
          <a:prstGeom prst="upArrow">
            <a:avLst>
              <a:gd name="adj1" fmla="val 50000"/>
              <a:gd name="adj2" fmla="val 35000"/>
            </a:avLst>
          </a:prstGeom>
          <a:solidFill>
            <a:srgbClr val="FF0000"/>
          </a:solidFill>
          <a:ln w="9525" cmpd="sng" cap="flat">
            <a:solidFill>
              <a:srgbClr val="FF0000"/>
            </a:solidFill>
            <a:prstDash val="solid"/>
            <a:miter/>
          </a:ln>
        </p:spPr>
      </p:sp>
      <p:sp>
        <p:nvSpPr>
          <p:cNvPr id="652" name="Rectangles"/>
          <p:cNvSpPr>
            <a:spLocks/>
          </p:cNvSpPr>
          <p:nvPr/>
        </p:nvSpPr>
        <p:spPr>
          <a:xfrm rot="0">
            <a:off x="4007372" y="4274864"/>
            <a:ext cx="1152525" cy="522288"/>
          </a:xfrm>
          <a:prstGeom prst="rect"/>
          <a:noFill/>
          <a:ln w="9525" cmpd="sng" cap="flat">
            <a:noFill/>
            <a:prstDash val="solid"/>
            <a:miter/>
          </a:ln>
        </p:spPr>
        <p:txBody>
          <a:bodyPr vert="horz" wrap="square" lIns="91440" tIns="45720" rIns="91440" bIns="45720" anchor="t" anchorCtr="0">
            <a:prstTxWarp prst="textNoShape"/>
            <a:spAutoFit/>
          </a:bodyPr>
          <a:lstStyle/>
          <a:p>
            <a:pPr marL="0" indent="0" algn="l" eaLnBrk="1" hangingPunct="1">
              <a:lnSpc>
                <a:spcPct val="100000"/>
              </a:lnSpc>
              <a:spcBef>
                <a:spcPct val="50000"/>
              </a:spcBef>
              <a:spcAft>
                <a:spcPts val="0"/>
              </a:spcAft>
              <a:buNone/>
            </a:pPr>
            <a:r>
              <a:rPr lang="en-US" altLang="zh-CN" sz="2800" b="0" i="0" u="none" strike="noStrike" kern="1200" cap="none" spc="0" baseline="0">
                <a:solidFill>
                  <a:srgbClr val="FF0000"/>
                </a:solidFill>
                <a:latin typeface="Calibri" pitchFamily="34" charset="0"/>
                <a:ea typeface="ＭＳ Ｐゴシック" pitchFamily="0" charset="0"/>
                <a:cs typeface="ＭＳ Ｐゴシック" pitchFamily="0" charset="0"/>
              </a:rPr>
              <a:t>YES</a:t>
            </a:r>
            <a:endParaRPr lang="zh-CN" altLang="en-US" sz="2800" b="0" i="0" u="none" strike="noStrike" kern="1200" cap="none" spc="0" baseline="0">
              <a:solidFill>
                <a:srgbClr val="FF0000"/>
              </a:solidFill>
              <a:latin typeface="Calibri" pitchFamily="34" charset="0"/>
              <a:ea typeface="ＭＳ Ｐゴシック" pitchFamily="0" charset="0"/>
              <a:cs typeface="ＭＳ Ｐゴシック" pitchFamily="0" charset="0"/>
            </a:endParaRPr>
          </a:p>
        </p:txBody>
      </p:sp>
      <p:sp>
        <p:nvSpPr>
          <p:cNvPr id="653" name="Rectangles"/>
          <p:cNvSpPr>
            <a:spLocks/>
          </p:cNvSpPr>
          <p:nvPr/>
        </p:nvSpPr>
        <p:spPr>
          <a:xfrm rot="0">
            <a:off x="9336089" y="4941889"/>
            <a:ext cx="955673" cy="539115"/>
          </a:xfrm>
          <a:prstGeom prst="rect"/>
          <a:noFill/>
          <a:ln w="12700" cmpd="sng" cap="flat">
            <a:noFill/>
            <a:prstDash val="solid"/>
            <a:round/>
          </a:ln>
        </p:spPr>
        <p:txBody>
          <a:bodyPr vert="horz" wrap="square" lIns="91440" tIns="45720" rIns="91440" bIns="45720" anchor="t" anchorCtr="0">
            <a:prstTxWarp prst="textNoShape"/>
            <a:spAutoFit/>
          </a:bodyPr>
          <a:lstStyle/>
          <a:p>
            <a:pPr marL="0" indent="0" algn="l" eaLnBrk="1" hangingPunct="1">
              <a:lnSpc>
                <a:spcPct val="100000"/>
              </a:lnSpc>
              <a:spcBef>
                <a:spcPct val="50000"/>
              </a:spcBef>
              <a:spcAft>
                <a:spcPts val="0"/>
              </a:spcAft>
              <a:buNone/>
            </a:pPr>
            <a:r>
              <a:rPr lang="en-US" altLang="zh-CN" sz="3000" b="0" i="0" u="none" strike="noStrike" kern="1200" cap="none" spc="0" baseline="0">
                <a:solidFill>
                  <a:srgbClr val="FF0000"/>
                </a:solidFill>
                <a:latin typeface="Comic Sans MS" pitchFamily="66" charset="0"/>
                <a:ea typeface="MS PGothic" pitchFamily="34" charset="-128"/>
                <a:cs typeface="Calibri" pitchFamily="34" charset="0"/>
              </a:rPr>
              <a:t>B</a:t>
            </a:r>
            <a:endParaRPr lang="zh-CN" altLang="en-US" sz="3000" b="0" i="0" u="none" strike="noStrike" kern="1200" cap="none" spc="0" baseline="0">
              <a:solidFill>
                <a:srgbClr val="FF0000"/>
              </a:solidFill>
              <a:latin typeface="Comic Sans MS" pitchFamily="66" charset="0"/>
              <a:ea typeface="MS PGothic" pitchFamily="34" charset="-128"/>
              <a:cs typeface="Calibri" pitchFamily="34" charset="0"/>
            </a:endParaRPr>
          </a:p>
        </p:txBody>
      </p:sp>
      <p:grpSp>
        <p:nvGrpSpPr>
          <p:cNvPr id="656" name="Combination"/>
          <p:cNvGrpSpPr>
            <a:grpSpLocks/>
          </p:cNvGrpSpPr>
          <p:nvPr/>
        </p:nvGrpSpPr>
        <p:grpSpPr>
          <a:xfrm>
            <a:off x="5714999" y="3243263"/>
            <a:ext cx="1066800" cy="572452"/>
            <a:chOff x="5714999" y="3243263"/>
            <a:chExt cx="1066800" cy="572452"/>
          </a:xfrm>
        </p:grpSpPr>
        <p:sp>
          <p:nvSpPr>
            <p:cNvPr id="654" name="右大括号"/>
            <p:cNvSpPr>
              <a:spLocks/>
            </p:cNvSpPr>
            <p:nvPr/>
          </p:nvSpPr>
          <p:spPr>
            <a:xfrm rot="5400000">
              <a:off x="6134099" y="2824163"/>
              <a:ext cx="228600" cy="1066800"/>
            </a:xfrm>
            <a:prstGeom prst="rightBrace">
              <a:avLst>
                <a:gd name="adj1" fmla="val 38888"/>
                <a:gd name="adj2" fmla="val 50000"/>
              </a:avLst>
            </a:prstGeom>
            <a:noFill/>
            <a:ln w="57150" cmpd="sng" cap="flat">
              <a:solidFill>
                <a:srgbClr val="0101FF"/>
              </a:solidFill>
              <a:prstDash val="solid"/>
              <a:round/>
            </a:ln>
          </p:spPr>
        </p:sp>
        <p:sp>
          <p:nvSpPr>
            <p:cNvPr id="655" name="Rectangles"/>
            <p:cNvSpPr>
              <a:spLocks/>
            </p:cNvSpPr>
            <p:nvPr/>
          </p:nvSpPr>
          <p:spPr>
            <a:xfrm rot="0">
              <a:off x="6053136" y="3276600"/>
              <a:ext cx="533398" cy="539115"/>
            </a:xfrm>
            <a:prstGeom prst="rect"/>
            <a:noFill/>
            <a:ln w="12700" cmpd="sng" cap="flat">
              <a:noFill/>
              <a:prstDash val="solid"/>
              <a:round/>
            </a:ln>
          </p:spPr>
          <p:txBody>
            <a:bodyPr vert="horz" wrap="square" lIns="91440" tIns="45720" rIns="91440" bIns="45720" anchor="t" anchorCtr="0">
              <a:prstTxWarp prst="textNoShape"/>
              <a:spAutoFit/>
            </a:bodyPr>
            <a:lstStyle/>
            <a:p>
              <a:pPr marL="0" indent="0" algn="l" eaLnBrk="1" hangingPunct="1">
                <a:lnSpc>
                  <a:spcPct val="100000"/>
                </a:lnSpc>
                <a:spcBef>
                  <a:spcPct val="50000"/>
                </a:spcBef>
                <a:spcAft>
                  <a:spcPts val="0"/>
                </a:spcAft>
                <a:buNone/>
              </a:pPr>
              <a:r>
                <a:rPr lang="en-US" altLang="zh-CN" sz="3000" b="1" i="0" u="none" strike="noStrike" kern="1200" cap="none" spc="0" baseline="0">
                  <a:solidFill>
                    <a:srgbClr val="0101FF"/>
                  </a:solidFill>
                  <a:latin typeface="Symbol" pitchFamily="18" charset="2"/>
                  <a:ea typeface="MS PGothic" pitchFamily="34" charset="-128"/>
                  <a:cs typeface="Calibri" pitchFamily="34" charset="0"/>
                </a:rPr>
                <a:t>s</a:t>
              </a:r>
              <a:endParaRPr lang="zh-CN" altLang="en-US" sz="3000" b="1" i="0" u="none" strike="noStrike" kern="1200" cap="none" spc="0" baseline="0">
                <a:solidFill>
                  <a:srgbClr val="0101FF"/>
                </a:solidFill>
                <a:latin typeface="Symbol" pitchFamily="18" charset="2"/>
                <a:ea typeface="MS PGothic" pitchFamily="34" charset="-128"/>
                <a:cs typeface="Calibri" pitchFamily="34" charset="0"/>
              </a:endParaRPr>
            </a:p>
          </p:txBody>
        </p:sp>
      </p:grpSp>
      <p:grpSp>
        <p:nvGrpSpPr>
          <p:cNvPr id="659" name="Combination"/>
          <p:cNvGrpSpPr>
            <a:grpSpLocks/>
          </p:cNvGrpSpPr>
          <p:nvPr/>
        </p:nvGrpSpPr>
        <p:grpSpPr>
          <a:xfrm>
            <a:off x="6782594" y="3275807"/>
            <a:ext cx="1128711" cy="563720"/>
            <a:chOff x="6782594" y="3275807"/>
            <a:chExt cx="1128711" cy="563720"/>
          </a:xfrm>
        </p:grpSpPr>
        <p:sp>
          <p:nvSpPr>
            <p:cNvPr id="657" name="右大括号"/>
            <p:cNvSpPr>
              <a:spLocks/>
            </p:cNvSpPr>
            <p:nvPr/>
          </p:nvSpPr>
          <p:spPr>
            <a:xfrm rot="5400000">
              <a:off x="7232650" y="2825751"/>
              <a:ext cx="228600" cy="1128711"/>
            </a:xfrm>
            <a:prstGeom prst="rightBrace">
              <a:avLst>
                <a:gd name="adj1" fmla="val 41122"/>
                <a:gd name="adj2" fmla="val 50000"/>
              </a:avLst>
            </a:prstGeom>
            <a:noFill/>
            <a:ln w="57150" cmpd="sng" cap="flat">
              <a:solidFill>
                <a:srgbClr val="0101FF"/>
              </a:solidFill>
              <a:prstDash val="solid"/>
              <a:round/>
            </a:ln>
          </p:spPr>
        </p:sp>
        <p:sp>
          <p:nvSpPr>
            <p:cNvPr id="658" name="Rectangles"/>
            <p:cNvSpPr>
              <a:spLocks/>
            </p:cNvSpPr>
            <p:nvPr/>
          </p:nvSpPr>
          <p:spPr>
            <a:xfrm rot="0">
              <a:off x="7134226" y="3300412"/>
              <a:ext cx="533400" cy="539115"/>
            </a:xfrm>
            <a:prstGeom prst="rect"/>
            <a:noFill/>
            <a:ln w="12700" cmpd="sng" cap="flat">
              <a:noFill/>
              <a:prstDash val="solid"/>
              <a:round/>
            </a:ln>
          </p:spPr>
          <p:txBody>
            <a:bodyPr vert="horz" wrap="square" lIns="91440" tIns="45720" rIns="91440" bIns="45720" anchor="t" anchorCtr="0">
              <a:prstTxWarp prst="textNoShape"/>
              <a:spAutoFit/>
            </a:bodyPr>
            <a:lstStyle/>
            <a:p>
              <a:pPr marL="0" indent="0" algn="l" eaLnBrk="1" hangingPunct="1">
                <a:lnSpc>
                  <a:spcPct val="100000"/>
                </a:lnSpc>
                <a:spcBef>
                  <a:spcPct val="50000"/>
                </a:spcBef>
                <a:spcAft>
                  <a:spcPts val="0"/>
                </a:spcAft>
                <a:buNone/>
              </a:pPr>
              <a:r>
                <a:rPr lang="en-US" altLang="zh-CN" sz="3000" b="1" i="0" u="none" strike="noStrike" kern="1200" cap="none" spc="0" baseline="0">
                  <a:solidFill>
                    <a:srgbClr val="0101FF"/>
                  </a:solidFill>
                  <a:latin typeface="Symbol" pitchFamily="18" charset="2"/>
                  <a:ea typeface="MS PGothic" pitchFamily="34" charset="-128"/>
                  <a:cs typeface="Calibri" pitchFamily="34" charset="0"/>
                </a:rPr>
                <a:t>s</a:t>
              </a:r>
              <a:endParaRPr lang="zh-CN" altLang="en-US" sz="3000" b="1" i="0" u="none" strike="noStrike" kern="1200" cap="none" spc="0" baseline="0">
                <a:solidFill>
                  <a:srgbClr val="0101FF"/>
                </a:solidFill>
                <a:latin typeface="Symbol" pitchFamily="18" charset="2"/>
                <a:ea typeface="MS PGothic" pitchFamily="34" charset="-128"/>
                <a:cs typeface="Calibri" pitchFamily="34" charset="0"/>
              </a:endParaRPr>
            </a:p>
          </p:txBody>
        </p:sp>
      </p:grpSp>
      <p:sp>
        <p:nvSpPr>
          <p:cNvPr id="660" name="Rectangles"/>
          <p:cNvSpPr>
            <a:spLocks/>
          </p:cNvSpPr>
          <p:nvPr/>
        </p:nvSpPr>
        <p:spPr>
          <a:xfrm rot="0">
            <a:off x="9336088" y="5589589"/>
            <a:ext cx="874712" cy="539115"/>
          </a:xfrm>
          <a:prstGeom prst="rect"/>
          <a:noFill/>
          <a:ln w="12700" cmpd="sng" cap="flat">
            <a:noFill/>
            <a:prstDash val="solid"/>
            <a:round/>
          </a:ln>
        </p:spPr>
        <p:txBody>
          <a:bodyPr vert="horz" wrap="square" lIns="91440" tIns="45720" rIns="91440" bIns="45720" anchor="t" anchorCtr="0">
            <a:prstTxWarp prst="textNoShape"/>
            <a:spAutoFit/>
          </a:bodyPr>
          <a:lstStyle/>
          <a:p>
            <a:pPr marL="0" indent="0" algn="l" eaLnBrk="1" hangingPunct="1">
              <a:lnSpc>
                <a:spcPct val="100000"/>
              </a:lnSpc>
              <a:spcBef>
                <a:spcPct val="50000"/>
              </a:spcBef>
              <a:spcAft>
                <a:spcPts val="0"/>
              </a:spcAft>
              <a:buNone/>
            </a:pPr>
            <a:r>
              <a:rPr lang="en-US" altLang="zh-CN" sz="3000" b="0" i="0" u="none" strike="noStrike" kern="1200" cap="none" spc="0" baseline="0">
                <a:solidFill>
                  <a:srgbClr val="FF0000"/>
                </a:solidFill>
                <a:latin typeface="Comic Sans MS" pitchFamily="66" charset="0"/>
                <a:ea typeface="MS PGothic" pitchFamily="34" charset="-128"/>
                <a:cs typeface="Calibri" pitchFamily="34" charset="0"/>
              </a:rPr>
              <a:t>A</a:t>
            </a:r>
            <a:endParaRPr lang="zh-CN" altLang="en-US" sz="3000" b="0" i="0" u="none" strike="noStrike" kern="1200" cap="none" spc="0" baseline="0">
              <a:solidFill>
                <a:srgbClr val="FF0000"/>
              </a:solidFill>
              <a:latin typeface="Comic Sans MS" pitchFamily="66" charset="0"/>
              <a:ea typeface="MS PGothic" pitchFamily="34" charset="-128"/>
              <a:cs typeface="Calibri" pitchFamily="34" charset="0"/>
            </a:endParaRPr>
          </a:p>
        </p:txBody>
      </p:sp>
      <p:sp>
        <p:nvSpPr>
          <p:cNvPr id="661" name="右大括号"/>
          <p:cNvSpPr>
            <a:spLocks/>
          </p:cNvSpPr>
          <p:nvPr/>
        </p:nvSpPr>
        <p:spPr>
          <a:xfrm flipH="1" rot="16200000">
            <a:off x="4686300" y="3162299"/>
            <a:ext cx="152400" cy="381000"/>
          </a:xfrm>
          <a:prstGeom prst="rightBrace">
            <a:avLst>
              <a:gd name="adj1" fmla="val 20810"/>
              <a:gd name="adj2" fmla="val 50000"/>
            </a:avLst>
          </a:prstGeom>
          <a:noFill/>
          <a:ln w="57150" cmpd="sng" cap="flat">
            <a:solidFill>
              <a:srgbClr val="009900"/>
            </a:solidFill>
            <a:prstDash val="solid"/>
            <a:round/>
          </a:ln>
        </p:spPr>
      </p:sp>
      <p:sp>
        <p:nvSpPr>
          <p:cNvPr id="662" name="右大括号"/>
          <p:cNvSpPr>
            <a:spLocks/>
          </p:cNvSpPr>
          <p:nvPr/>
        </p:nvSpPr>
        <p:spPr>
          <a:xfrm flipH="1" rot="16200000">
            <a:off x="5067300" y="3162299"/>
            <a:ext cx="152400" cy="381000"/>
          </a:xfrm>
          <a:prstGeom prst="rightBrace">
            <a:avLst>
              <a:gd name="adj1" fmla="val 20810"/>
              <a:gd name="adj2" fmla="val 50000"/>
            </a:avLst>
          </a:prstGeom>
          <a:noFill/>
          <a:ln w="57150" cmpd="sng" cap="flat">
            <a:solidFill>
              <a:srgbClr val="009900"/>
            </a:solidFill>
            <a:prstDash val="solid"/>
            <a:round/>
          </a:ln>
        </p:spPr>
      </p:sp>
      <p:sp>
        <p:nvSpPr>
          <p:cNvPr id="663" name="右大括号"/>
          <p:cNvSpPr>
            <a:spLocks/>
          </p:cNvSpPr>
          <p:nvPr/>
        </p:nvSpPr>
        <p:spPr>
          <a:xfrm flipH="1" rot="16200000">
            <a:off x="5448300" y="3162299"/>
            <a:ext cx="152400" cy="381000"/>
          </a:xfrm>
          <a:prstGeom prst="rightBrace">
            <a:avLst>
              <a:gd name="adj1" fmla="val 20810"/>
              <a:gd name="adj2" fmla="val 50000"/>
            </a:avLst>
          </a:prstGeom>
          <a:noFill/>
          <a:ln w="57150" cmpd="sng" cap="flat">
            <a:solidFill>
              <a:srgbClr val="009900"/>
            </a:solidFill>
            <a:prstDash val="solid"/>
            <a:round/>
          </a:ln>
        </p:spPr>
      </p:sp>
      <p:sp>
        <p:nvSpPr>
          <p:cNvPr id="664" name="Rectangles"/>
          <p:cNvSpPr>
            <a:spLocks noGrp="1"/>
          </p:cNvSpPr>
          <p:nvPr>
            <p:ph type="sldNum" idx="12"/>
          </p:nvPr>
        </p:nvSpPr>
        <p:spPr>
          <a:xfrm rot="0">
            <a:off x="1981200" y="6356351"/>
            <a:ext cx="2133600" cy="365125"/>
          </a:xfrm>
          <a:prstGeom prst="rect"/>
          <a:noFill/>
          <a:ln w="12700" cmpd="sng" cap="flat">
            <a:noFill/>
            <a:prstDash val="solid"/>
            <a:miter/>
          </a:ln>
        </p:spPr>
        <p:txBody>
          <a:bodyPr vert="horz" wrap="square" lIns="91440" tIns="45720" rIns="91440" bIns="45720" anchor="ctr" anchorCtr="0">
            <a:prstTxWarp prst="textNoShape"/>
          </a:bodyPr>
          <a:lstStyle/>
          <a:p>
            <a:pPr marL="0" indent="0" algn="l" eaLnBrk="1" hangingPunct="1">
              <a:lnSpc>
                <a:spcPct val="100000"/>
              </a:lnSpc>
              <a:spcBef>
                <a:spcPts val="0"/>
              </a:spcBef>
              <a:spcAft>
                <a:spcPts val="0"/>
              </a:spcAft>
              <a:buNone/>
            </a:pPr>
            <a:fld id="{CAD2D6BD-DE1B-4B5F-8B41-2702339687B9}" type="slidenum">
              <a:rPr lang="en-US" altLang="zh-CN" sz="1200" b="0" i="0" u="none" strike="noStrike" kern="1200" cap="none" spc="0" baseline="0">
                <a:solidFill>
                  <a:srgbClr val="898989"/>
                </a:solidFill>
                <a:latin typeface="Calibri" pitchFamily="34" charset="0"/>
                <a:ea typeface="MS PGothic" pitchFamily="34" charset="-128"/>
                <a:cs typeface="Arial" pitchFamily="34" charset="0"/>
              </a:rPr>
              <a:t>66</a:t>
            </a:fld>
            <a:endParaRPr lang="zh-CN" altLang="en-US" sz="1200" b="0" i="0" u="none" strike="noStrike" kern="1200" cap="none" spc="0" baseline="0">
              <a:solidFill>
                <a:srgbClr val="898989"/>
              </a:solidFill>
              <a:latin typeface="Calibri" pitchFamily="34" charset="0"/>
              <a:ea typeface="MS PGothic" pitchFamily="34" charset="-128"/>
              <a:cs typeface="Arial" pitchFamily="34" charset="0"/>
            </a:endParaRPr>
          </a:p>
        </p:txBody>
      </p:sp>
    </p:spTree>
    <p:extLst>
      <p:ext uri="{BB962C8B-B14F-4D97-AF65-F5344CB8AC3E}">
        <p14:creationId xmlns:p14="http://schemas.microsoft.com/office/powerpoint/2010/main" val="9016512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651"/>
                                        </p:tgtEl>
                                        <p:attrNameLst>
                                          <p:attrName>style.visibility</p:attrName>
                                        </p:attrNameLst>
                                      </p:cBhvr>
                                      <p:to>
                                        <p:strVal val="visible"/>
                                      </p:to>
                                    </p:set>
                                    <p:anim calcmode="lin" valueType="num">
                                      <p:cBhvr additive="base">
                                        <p:cTn id="7" dur="500"/>
                                        <p:tgtEl>
                                          <p:spTgt spid="651"/>
                                        </p:tgtEl>
                                        <p:attrNameLst>
                                          <p:attrName>ppt_y</p:attrName>
                                        </p:attrNameLst>
                                      </p:cBhvr>
                                      <p:tavLst>
                                        <p:tav tm="0">
                                          <p:val>
                                            <p:strVal val="#ppt_y+#ppt_h*1.125000"/>
                                          </p:val>
                                        </p:tav>
                                        <p:tav tm="100000">
                                          <p:val>
                                            <p:strVal val="#ppt_y"/>
                                          </p:val>
                                        </p:tav>
                                      </p:tavLst>
                                    </p:anim>
                                    <p:animEffect transition="in" filter="wipe(up)">
                                      <p:cBhvr>
                                        <p:cTn id="8" dur="500"/>
                                        <p:tgtEl>
                                          <p:spTgt spid="651"/>
                                        </p:tgtEl>
                                      </p:cBhvr>
                                    </p:animEffect>
                                  </p:childTnLst>
                                </p:cTn>
                              </p:par>
                              <p:par>
                                <p:cTn id="9" presetID="12" presetClass="entr" presetSubtype="4" fill="hold" grpId="0" nodeType="withEffect">
                                  <p:stCondLst>
                                    <p:cond delay="0"/>
                                  </p:stCondLst>
                                  <p:childTnLst>
                                    <p:set>
                                      <p:cBhvr>
                                        <p:cTn id="10" dur="1" fill="hold">
                                          <p:stCondLst>
                                            <p:cond delay="0"/>
                                          </p:stCondLst>
                                        </p:cTn>
                                        <p:tgtEl>
                                          <p:spTgt spid="652"/>
                                        </p:tgtEl>
                                        <p:attrNameLst>
                                          <p:attrName>style.visibility</p:attrName>
                                        </p:attrNameLst>
                                      </p:cBhvr>
                                      <p:to>
                                        <p:strVal val="visible"/>
                                      </p:to>
                                    </p:set>
                                    <p:anim calcmode="lin" valueType="num">
                                      <p:cBhvr additive="base">
                                        <p:cTn id="11" dur="500"/>
                                        <p:tgtEl>
                                          <p:spTgt spid="652"/>
                                        </p:tgtEl>
                                        <p:attrNameLst>
                                          <p:attrName>ppt_y</p:attrName>
                                        </p:attrNameLst>
                                      </p:cBhvr>
                                      <p:tavLst>
                                        <p:tav tm="0">
                                          <p:val>
                                            <p:strVal val="#ppt_y+#ppt_h*1.125000"/>
                                          </p:val>
                                        </p:tav>
                                        <p:tav tm="100000">
                                          <p:val>
                                            <p:strVal val="#ppt_y"/>
                                          </p:val>
                                        </p:tav>
                                      </p:tavLst>
                                    </p:anim>
                                    <p:animEffect transition="in" filter="wipe(up)">
                                      <p:cBhvr>
                                        <p:cTn id="12" dur="500"/>
                                        <p:tgtEl>
                                          <p:spTgt spid="652"/>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653"/>
                                        </p:tgtEl>
                                        <p:attrNameLst>
                                          <p:attrName>style.visibility</p:attrName>
                                        </p:attrNameLst>
                                      </p:cBhvr>
                                      <p:to>
                                        <p:strVal val="visible"/>
                                      </p:to>
                                    </p:set>
                                    <p:anim calcmode="lin" valueType="num">
                                      <p:cBhvr additive="base">
                                        <p:cTn id="17" dur="500"/>
                                        <p:tgtEl>
                                          <p:spTgt spid="653"/>
                                        </p:tgtEl>
                                        <p:attrNameLst>
                                          <p:attrName>ppt_y</p:attrName>
                                        </p:attrNameLst>
                                      </p:cBhvr>
                                      <p:tavLst>
                                        <p:tav tm="0">
                                          <p:val>
                                            <p:strVal val="#ppt_y+#ppt_h*1.125000"/>
                                          </p:val>
                                        </p:tav>
                                        <p:tav tm="100000">
                                          <p:val>
                                            <p:strVal val="#ppt_y"/>
                                          </p:val>
                                        </p:tav>
                                      </p:tavLst>
                                    </p:anim>
                                    <p:animEffect transition="in" filter="wipe(up)">
                                      <p:cBhvr>
                                        <p:cTn id="18" dur="500"/>
                                        <p:tgtEl>
                                          <p:spTgt spid="653"/>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660"/>
                                        </p:tgtEl>
                                        <p:attrNameLst>
                                          <p:attrName>style.visibility</p:attrName>
                                        </p:attrNameLst>
                                      </p:cBhvr>
                                      <p:to>
                                        <p:strVal val="visible"/>
                                      </p:to>
                                    </p:set>
                                    <p:anim calcmode="lin" valueType="num">
                                      <p:cBhvr additive="base">
                                        <p:cTn id="23" dur="500" fill="hold"/>
                                        <p:tgtEl>
                                          <p:spTgt spid="660"/>
                                        </p:tgtEl>
                                        <p:attrNameLst>
                                          <p:attrName>ppt_x</p:attrName>
                                        </p:attrNameLst>
                                      </p:cBhvr>
                                      <p:tavLst>
                                        <p:tav tm="0">
                                          <p:val>
                                            <p:strVal val="#ppt_x"/>
                                          </p:val>
                                        </p:tav>
                                        <p:tav tm="100000">
                                          <p:val>
                                            <p:strVal val="#ppt_x"/>
                                          </p:val>
                                        </p:tav>
                                      </p:tavLst>
                                    </p:anim>
                                    <p:anim calcmode="lin" valueType="num">
                                      <p:cBhvr additive="base">
                                        <p:cTn id="24" dur="500" fill="hold"/>
                                        <p:tgtEl>
                                          <p:spTgt spid="66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1" grpId="0" animBg="1"/>
      <p:bldP spid="652" grpId="0" animBg="1"/>
      <p:bldP spid="653" grpId="0" animBg="1"/>
      <p:bldP spid="660" grpId="0" animBg="1"/>
    </p:bldLst>
  </p:timing>
</p:sld>
</file>

<file path=ppt/slides/slide67.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668" name="Text box"/>
          <p:cNvSpPr>
            <a:spLocks noGrp="1"/>
          </p:cNvSpPr>
          <p:nvPr>
            <p:ph type="title"/>
          </p:nvPr>
        </p:nvSpPr>
        <p:spPr>
          <a:xfrm rot="0">
            <a:off x="912079" y="274638"/>
            <a:ext cx="10151845" cy="1354388"/>
          </a:xfrm>
          <a:prstGeom prst="rect"/>
          <a:noFill/>
          <a:ln w="25400" cmpd="sng" cap="flat">
            <a:solidFill>
              <a:srgbClr val="C0504D"/>
            </a:solidFill>
            <a:prstDash val="solid"/>
            <a:round/>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en-US" altLang="zh-CN" sz="4000" b="1" i="0" u="none" strike="noStrike" kern="1200" cap="none" spc="0" baseline="0">
                <a:solidFill>
                  <a:schemeClr val="tx1"/>
                </a:solidFill>
                <a:latin typeface="Calibri" pitchFamily="34" charset="0"/>
                <a:ea typeface="宋体" pitchFamily="0" charset="0"/>
                <a:cs typeface="Calibri" pitchFamily="34" charset="0"/>
              </a:rPr>
              <a:t>Effect of Varying Parameters </a:t>
            </a:r>
            <a:br>
              <a:rPr lang="zh-CN" altLang="en-US" sz="4000" b="1" i="0" u="none" strike="noStrike" kern="1200" cap="none" spc="0" baseline="0">
                <a:solidFill>
                  <a:schemeClr val="tx1"/>
                </a:solidFill>
                <a:latin typeface="Calibri" pitchFamily="34" charset="0"/>
                <a:ea typeface="宋体" pitchFamily="0" charset="0"/>
                <a:cs typeface="Calibri" pitchFamily="34" charset="0"/>
              </a:rPr>
            </a:br>
            <a:r>
              <a:rPr lang="en-US" altLang="zh-CN" sz="4000" b="1" i="0" u="none" strike="noStrike" kern="1200" cap="none" spc="0" baseline="0">
                <a:solidFill>
                  <a:schemeClr val="tx1"/>
                </a:solidFill>
                <a:latin typeface="Calibri" pitchFamily="34" charset="0"/>
                <a:ea typeface="宋体" pitchFamily="0" charset="0"/>
                <a:cs typeface="Calibri" pitchFamily="34" charset="0"/>
              </a:rPr>
              <a:t>(µ &amp; </a:t>
            </a:r>
            <a:r>
              <a:rPr lang="en-US" altLang="zh-CN" sz="4000" b="1" i="0" u="none" strike="noStrike" kern="1200" cap="none" spc="0" baseline="0">
                <a:solidFill>
                  <a:schemeClr val="tx1"/>
                </a:solidFill>
                <a:latin typeface="Calibri" pitchFamily="34" charset="0"/>
                <a:ea typeface="宋体" pitchFamily="0" charset="0"/>
                <a:cs typeface="Calibri" pitchFamily="34" charset="0"/>
              </a:rPr>
              <a:t>σ</a:t>
            </a:r>
            <a:r>
              <a:rPr lang="en-US" altLang="zh-CN" sz="4000" b="1" i="0" u="none" strike="noStrike" kern="1200" cap="none" spc="0" baseline="0">
                <a:solidFill>
                  <a:schemeClr val="tx1"/>
                </a:solidFill>
                <a:latin typeface="Calibri" pitchFamily="34" charset="0"/>
                <a:ea typeface="宋体" pitchFamily="0" charset="0"/>
                <a:cs typeface="Calibri" pitchFamily="34" charset="0"/>
              </a:rPr>
              <a:t>)</a:t>
            </a:r>
            <a:endParaRPr lang="zh-CN" altLang="en-US" sz="4000" b="1" i="0" u="none" strike="noStrike" kern="1200" cap="none" spc="0" baseline="0">
              <a:solidFill>
                <a:schemeClr val="tx1"/>
              </a:solidFill>
              <a:latin typeface="Calibri" pitchFamily="34" charset="0"/>
              <a:ea typeface="宋体" pitchFamily="0" charset="0"/>
              <a:cs typeface="Calibri" pitchFamily="34" charset="0"/>
            </a:endParaRPr>
          </a:p>
        </p:txBody>
      </p:sp>
      <p:graphicFrame>
        <p:nvGraphicFramePr>
          <p:cNvPr id="669" name="Object">
            <a:hlinkClick r:id="" action="ppaction://media"/>
          </p:cNvPr>
          <p:cNvGraphicFramePr>
            <a:graphicFrameLocks noChangeAspect="1"/>
          </p:cNvGraphicFramePr>
          <p:nvPr/>
        </p:nvGraphicFramePr>
        <p:xfrm>
          <a:off x="2279650" y="1916113"/>
          <a:ext cx="7753349" cy="3790948"/>
        </p:xfrm>
        <a:graphic>
          <a:graphicData uri="http://schemas.openxmlformats.org/presentationml/2006/ole">
            <mc:AlternateContent xmlns:mc="http://schemas.openxmlformats.org/markup-compatibility/2006">
              <mc:Choice xmlns:v="urn:schemas-microsoft-com:vml" Requires="v">
                <p:oleObj spid="" name="package" imgW="9715500" imgH="4737100" progId="package">
                  <p:embed/>
                </p:oleObj>
              </mc:Choice>
              <mc:Fallback>
                <p:oleObj name="package" imgW="9715500" imgH="4737100" progId="package">
                  <p:embed/>
                  <p:pic>
                    <p:nvPicPr>
                      <p:cNvPr id="669" name="Object">
                        <a:hlinkClick r:id="" action="ppaction://media"/>
                      </p:cNvPr>
                      <p:cNvPicPr>
                        <a:picLocks noChangeAspect="1"/>
                      </p:cNvPicPr>
                      <p:nvPr/>
                    </p:nvPicPr>
                    <p:blipFill>
                      <a:blip r:embed="rId1" cstate="print"/>
                      <a:stretch>
                        <a:fillRect/>
                      </a:stretch>
                    </p:blipFill>
                    <p:spPr>
                      <a:xfrm rot="0">
                        <a:off x="2279650" y="1916113"/>
                        <a:ext cx="7753349" cy="3790948"/>
                      </a:xfrm>
                      <a:prstGeom prst="rect"/>
                      <a:solidFill>
                        <a:schemeClr val="tx1"/>
                      </a:solidFill>
                      <a:ln cmpd="sng" cap="flat">
                        <a:noFill/>
                        <a:prstDash val="solid"/>
                        <a:round/>
                      </a:ln>
                    </p:spPr>
                  </p:pic>
                </p:oleObj>
              </mc:Fallback>
            </mc:AlternateContent>
          </a:graphicData>
        </a:graphic>
      </p:graphicFrame>
      <p:sp>
        <p:nvSpPr>
          <p:cNvPr id="670" name="Rectangles"/>
          <p:cNvSpPr>
            <a:spLocks noGrp="1"/>
          </p:cNvSpPr>
          <p:nvPr>
            <p:ph type="sldNum" idx="12"/>
          </p:nvPr>
        </p:nvSpPr>
        <p:spPr>
          <a:xfrm rot="0">
            <a:off x="1981200" y="6356351"/>
            <a:ext cx="2133600" cy="365125"/>
          </a:xfrm>
          <a:prstGeom prst="rect"/>
          <a:noFill/>
          <a:ln w="12700" cmpd="sng" cap="flat">
            <a:noFill/>
            <a:prstDash val="solid"/>
            <a:miter/>
          </a:ln>
        </p:spPr>
        <p:txBody>
          <a:bodyPr vert="horz" wrap="square" lIns="91440" tIns="45720" rIns="91440" bIns="45720" anchor="ctr" anchorCtr="0">
            <a:prstTxWarp prst="textNoShape"/>
          </a:bodyPr>
          <a:lstStyle/>
          <a:p>
            <a:pPr marL="0" indent="0" algn="l" eaLnBrk="1" hangingPunct="1">
              <a:lnSpc>
                <a:spcPct val="100000"/>
              </a:lnSpc>
              <a:spcBef>
                <a:spcPts val="0"/>
              </a:spcBef>
              <a:spcAft>
                <a:spcPts val="0"/>
              </a:spcAft>
              <a:buNone/>
            </a:pPr>
            <a:fld id="{CAD2D6BD-DE1B-4B5F-8B41-2702339687B9}" type="slidenum">
              <a:rPr lang="en-US" altLang="zh-CN" sz="1200" b="0" i="0" u="none" strike="noStrike" kern="1200" cap="none" spc="0" baseline="0">
                <a:solidFill>
                  <a:srgbClr val="898989"/>
                </a:solidFill>
                <a:latin typeface="Calibri" pitchFamily="34" charset="0"/>
                <a:ea typeface="MS PGothic" pitchFamily="34" charset="-128"/>
                <a:cs typeface="Arial" pitchFamily="34" charset="0"/>
              </a:rPr>
              <a:t>67</a:t>
            </a:fld>
            <a:endParaRPr lang="zh-CN" altLang="en-US" sz="1200" b="0" i="0" u="none" strike="noStrike" kern="1200" cap="none" spc="0" baseline="0">
              <a:solidFill>
                <a:srgbClr val="898989"/>
              </a:solidFill>
              <a:latin typeface="Calibri" pitchFamily="34" charset="0"/>
              <a:ea typeface="MS PGothic" pitchFamily="34" charset="-128"/>
              <a:cs typeface="Arial" pitchFamily="34" charset="0"/>
            </a:endParaRPr>
          </a:p>
        </p:txBody>
      </p:sp>
    </p:spTree>
    <p:extLst>
      <p:ext uri="{BB962C8B-B14F-4D97-AF65-F5344CB8AC3E}">
        <p14:creationId xmlns:p14="http://schemas.microsoft.com/office/powerpoint/2010/main" val="311813392"/>
      </p:ext>
    </p:extLst>
  </p:cSld>
  <p:clrMapOvr>
    <a:masterClrMapping/>
  </p:clrMapOvr>
  <p:transition spd="slow"/>
</p:sld>
</file>

<file path=ppt/slides/slide68.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674" name="Text box"/>
          <p:cNvSpPr>
            <a:spLocks noGrp="1"/>
          </p:cNvSpPr>
          <p:nvPr>
            <p:ph type="title"/>
          </p:nvPr>
        </p:nvSpPr>
        <p:spPr>
          <a:xfrm rot="0">
            <a:off x="3925763" y="274638"/>
            <a:ext cx="6562725" cy="850900"/>
          </a:xfrm>
          <a:prstGeom prst="rect"/>
          <a:solidFill>
            <a:srgbClr val="FFFFFF"/>
          </a:solidFill>
          <a:ln w="25400" cmpd="sng" cap="flat">
            <a:solidFill>
              <a:srgbClr val="C0504D"/>
            </a:solidFill>
            <a:prstDash val="solid"/>
            <a:round/>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en-US" altLang="zh-CN" sz="4000" b="1" i="0" u="none" strike="noStrike" kern="1200" cap="none" spc="0" baseline="0">
                <a:solidFill>
                  <a:srgbClr val="000000"/>
                </a:solidFill>
                <a:latin typeface="Calibri" pitchFamily="34" charset="0"/>
                <a:ea typeface="宋体" pitchFamily="0" charset="0"/>
                <a:cs typeface="Calibri" pitchFamily="34" charset="0"/>
              </a:rPr>
              <a:t>Notation</a:t>
            </a:r>
            <a:endParaRPr lang="zh-CN" altLang="en-US" sz="4000" b="1" i="0" u="none" strike="noStrike" kern="1200" cap="none" spc="0" baseline="0">
              <a:solidFill>
                <a:srgbClr val="000000"/>
              </a:solidFill>
              <a:latin typeface="Calibri" pitchFamily="34" charset="0"/>
              <a:ea typeface="宋体" pitchFamily="0" charset="0"/>
              <a:cs typeface="Calibri" pitchFamily="34" charset="0"/>
            </a:endParaRPr>
          </a:p>
        </p:txBody>
      </p:sp>
      <p:sp>
        <p:nvSpPr>
          <p:cNvPr id="675" name="Text box"/>
          <p:cNvSpPr>
            <a:spLocks noGrp="1"/>
          </p:cNvSpPr>
          <p:nvPr>
            <p:ph type="body" idx="1"/>
          </p:nvPr>
        </p:nvSpPr>
        <p:spPr>
          <a:xfrm rot="0">
            <a:off x="1909068" y="1600201"/>
            <a:ext cx="8507411" cy="4525963"/>
          </a:xfrm>
          <a:prstGeom prst="rect"/>
          <a:noFill/>
          <a:ln w="12700" cmpd="sng" cap="flat">
            <a:noFill/>
            <a:prstDash val="solid"/>
            <a:round/>
          </a:ln>
        </p:spPr>
        <p:txBody>
          <a:bodyPr vert="horz" wrap="square" lIns="91440" tIns="45720" rIns="91440" bIns="45720" anchor="t" anchorCtr="0">
            <a:prstTxWarp prst="textNoShape"/>
          </a:bodyPr>
          <a:lstStyle/>
          <a:p>
            <a:pPr marL="0" indent="0" algn="ctr">
              <a:lnSpc>
                <a:spcPct val="100000"/>
              </a:lnSpc>
              <a:spcBef>
                <a:spcPct val="20000"/>
              </a:spcBef>
              <a:spcAft>
                <a:spcPts val="0"/>
              </a:spcAft>
              <a:buNone/>
            </a:pPr>
            <a:r>
              <a:rPr lang="en-US" altLang="zh-CN" sz="2800" b="0" i="1" u="none" strike="noStrike" kern="1200" cap="none" spc="0" baseline="0">
                <a:solidFill>
                  <a:schemeClr val="tx1"/>
                </a:solidFill>
                <a:latin typeface="Calibri" pitchFamily="34" charset="0"/>
                <a:ea typeface="MS PGothic" pitchFamily="34" charset="-128"/>
                <a:cs typeface="Times New Roman" pitchFamily="18" charset="0"/>
              </a:rPr>
              <a:t>x</a:t>
            </a:r>
            <a:r>
              <a:rPr lang="en-US" altLang="zh-CN" sz="2800" b="0" i="0" u="none" strike="noStrike" kern="1200" cap="none" spc="0" baseline="0">
                <a:solidFill>
                  <a:schemeClr val="tx1"/>
                </a:solidFill>
                <a:latin typeface="Calibri" pitchFamily="34" charset="0"/>
                <a:ea typeface="MS PGothic" pitchFamily="34" charset="-128"/>
                <a:cs typeface="Lucida Sans" pitchFamily="0" charset="0"/>
              </a:rPr>
              <a:t> is N(</a:t>
            </a:r>
            <a:r>
              <a:rPr lang="en-US" altLang="zh-CN" sz="2800" b="0" i="0" u="none" strike="noStrike" kern="1200" cap="none" spc="0" baseline="0">
                <a:solidFill>
                  <a:schemeClr val="tx1"/>
                </a:solidFill>
                <a:latin typeface="Calibri" pitchFamily="34" charset="0"/>
                <a:ea typeface="MS PGothic" pitchFamily="34" charset="-128"/>
                <a:cs typeface="Arial" pitchFamily="34" charset="0"/>
              </a:rPr>
              <a:t>μ</a:t>
            </a:r>
            <a:r>
              <a:rPr lang="en-US" altLang="zh-CN" sz="2800" b="0" i="0" u="none" strike="noStrike" kern="1200" cap="none" spc="0" baseline="0">
                <a:solidFill>
                  <a:schemeClr val="tx1"/>
                </a:solidFill>
                <a:latin typeface="Calibri" pitchFamily="34" charset="0"/>
                <a:ea typeface="MS PGothic" pitchFamily="34" charset="-128"/>
                <a:cs typeface="Arial" pitchFamily="34" charset="0"/>
              </a:rPr>
              <a:t>,</a:t>
            </a:r>
            <a:r>
              <a:rPr lang="en-US" altLang="zh-CN" sz="2800" b="0" i="0" u="none" strike="noStrike" kern="1200" cap="none" spc="0" baseline="0">
                <a:solidFill>
                  <a:schemeClr val="tx1"/>
                </a:solidFill>
                <a:latin typeface="Calibri" pitchFamily="34" charset="0"/>
                <a:ea typeface="MS PGothic" pitchFamily="34" charset="-128"/>
                <a:cs typeface="Arial" pitchFamily="34" charset="0"/>
              </a:rPr>
              <a:t>σ</a:t>
            </a:r>
            <a:r>
              <a:rPr lang="en-US" altLang="zh-CN" sz="2800" b="0" i="0" u="none" strike="noStrike" kern="1200" cap="none" spc="0" baseline="0">
                <a:solidFill>
                  <a:schemeClr val="tx1"/>
                </a:solidFill>
                <a:latin typeface="Calibri" pitchFamily="34" charset="0"/>
                <a:ea typeface="MS PGothic" pitchFamily="34" charset="-128"/>
                <a:cs typeface="Arial" pitchFamily="34" charset="0"/>
              </a:rPr>
              <a:t>)</a:t>
            </a:r>
            <a:endParaRPr lang="en-US" altLang="zh-CN" sz="2800" b="0" i="0" u="none" strike="noStrike" kern="1200" cap="none" spc="0" baseline="0">
              <a:solidFill>
                <a:schemeClr val="tx1"/>
              </a:solidFill>
              <a:latin typeface="Calibri" pitchFamily="34" charset="0"/>
              <a:ea typeface="MS PGothic" pitchFamily="34" charset="-128"/>
              <a:cs typeface="Arial" pitchFamily="34" charset="0"/>
            </a:endParaRPr>
          </a:p>
          <a:p>
            <a:pPr marL="0" indent="0" algn="just">
              <a:lnSpc>
                <a:spcPct val="100000"/>
              </a:lnSpc>
              <a:spcBef>
                <a:spcPct val="20000"/>
              </a:spcBef>
              <a:spcAft>
                <a:spcPts val="0"/>
              </a:spcAft>
              <a:buNone/>
            </a:pPr>
            <a:r>
              <a:rPr lang="en-US" altLang="zh-CN" sz="2800" b="0" i="0" u="none" strike="noStrike" kern="1200" cap="none" spc="0" baseline="0">
                <a:solidFill>
                  <a:schemeClr val="tx1"/>
                </a:solidFill>
                <a:latin typeface="Calibri" pitchFamily="34" charset="0"/>
                <a:ea typeface="MS PGothic" pitchFamily="34" charset="-128"/>
                <a:cs typeface="Arial" pitchFamily="34" charset="0"/>
              </a:rPr>
              <a:t>The random variable </a:t>
            </a:r>
            <a:r>
              <a:rPr lang="en-US" altLang="zh-CN" sz="2800" b="0" i="1" u="none" strike="noStrike" kern="1200" cap="none" spc="0" baseline="0">
                <a:solidFill>
                  <a:schemeClr val="tx1"/>
                </a:solidFill>
                <a:latin typeface="Calibri" pitchFamily="34" charset="0"/>
                <a:ea typeface="MS PGothic" pitchFamily="34" charset="-128"/>
                <a:cs typeface="Times New Roman" pitchFamily="18" charset="0"/>
              </a:rPr>
              <a:t>x</a:t>
            </a:r>
            <a:r>
              <a:rPr lang="en-US" altLang="zh-CN" sz="2800" b="0" i="0" u="none" strike="noStrike" kern="1200" cap="none" spc="0" baseline="0">
                <a:solidFill>
                  <a:schemeClr val="tx1"/>
                </a:solidFill>
                <a:latin typeface="Calibri" pitchFamily="34" charset="0"/>
                <a:ea typeface="MS PGothic" pitchFamily="34" charset="-128"/>
                <a:cs typeface="Arial" pitchFamily="34" charset="0"/>
              </a:rPr>
              <a:t> has a normal distribution (N) with mean, </a:t>
            </a:r>
            <a:r>
              <a:rPr lang="en-US" altLang="zh-CN" sz="2800" b="0" i="0" u="none" strike="noStrike" kern="1200" cap="none" spc="0" baseline="0">
                <a:solidFill>
                  <a:schemeClr val="tx1"/>
                </a:solidFill>
                <a:latin typeface="Calibri" pitchFamily="34" charset="0"/>
                <a:ea typeface="MS PGothic" pitchFamily="34" charset="-128"/>
                <a:cs typeface="Arial" pitchFamily="34" charset="0"/>
              </a:rPr>
              <a:t>μ</a:t>
            </a:r>
            <a:r>
              <a:rPr lang="en-US" altLang="zh-CN" sz="2800" b="0" i="0" u="none" strike="noStrike" kern="1200" cap="none" spc="0" baseline="0">
                <a:solidFill>
                  <a:schemeClr val="tx1"/>
                </a:solidFill>
                <a:latin typeface="Calibri" pitchFamily="34" charset="0"/>
                <a:ea typeface="MS PGothic" pitchFamily="34" charset="-128"/>
                <a:cs typeface="Arial" pitchFamily="34" charset="0"/>
              </a:rPr>
              <a:t> and standard deviation, </a:t>
            </a:r>
            <a:r>
              <a:rPr lang="en-US" altLang="zh-CN" sz="2800" b="0" i="0" u="none" strike="noStrike" kern="1200" cap="none" spc="0" baseline="0">
                <a:solidFill>
                  <a:schemeClr val="tx1"/>
                </a:solidFill>
                <a:latin typeface="Calibri" pitchFamily="34" charset="0"/>
                <a:ea typeface="MS PGothic" pitchFamily="34" charset="-128"/>
                <a:cs typeface="Arial" pitchFamily="34" charset="0"/>
              </a:rPr>
              <a:t>σ</a:t>
            </a:r>
            <a:r>
              <a:rPr lang="en-US" altLang="zh-CN" sz="2800" b="0" i="0" u="none" strike="noStrike" kern="1200" cap="none" spc="0" baseline="0">
                <a:solidFill>
                  <a:schemeClr val="tx1"/>
                </a:solidFill>
                <a:latin typeface="Calibri" pitchFamily="34" charset="0"/>
                <a:ea typeface="MS PGothic" pitchFamily="34" charset="-128"/>
                <a:cs typeface="Arial" pitchFamily="34" charset="0"/>
              </a:rPr>
              <a:t>.</a:t>
            </a:r>
            <a:endParaRPr lang="en-US" altLang="zh-CN" sz="2800" b="0" i="0" u="none" strike="noStrike" kern="1200" cap="none" spc="0" baseline="0">
              <a:solidFill>
                <a:schemeClr val="tx1"/>
              </a:solidFill>
              <a:latin typeface="Calibri" pitchFamily="34" charset="0"/>
              <a:ea typeface="MS PGothic" pitchFamily="34" charset="-128"/>
              <a:cs typeface="Arial" pitchFamily="34" charset="0"/>
            </a:endParaRPr>
          </a:p>
          <a:p>
            <a:pPr marL="0" indent="0" algn="just">
              <a:lnSpc>
                <a:spcPct val="100000"/>
              </a:lnSpc>
              <a:spcBef>
                <a:spcPct val="20000"/>
              </a:spcBef>
              <a:spcAft>
                <a:spcPts val="0"/>
              </a:spcAft>
              <a:buNone/>
            </a:pPr>
            <a:r>
              <a:rPr lang="en-US" altLang="zh-CN" sz="2800" b="0" i="0" u="none" strike="noStrike" kern="1200" cap="none" spc="0" baseline="0">
                <a:solidFill>
                  <a:schemeClr val="tx1"/>
                </a:solidFill>
                <a:latin typeface="Calibri" pitchFamily="34" charset="0"/>
                <a:ea typeface="MS PGothic" pitchFamily="34" charset="-128"/>
                <a:cs typeface="Arial" pitchFamily="34" charset="0"/>
              </a:rPr>
              <a:t>Example:</a:t>
            </a:r>
            <a:endParaRPr lang="en-US" altLang="zh-CN" sz="2800" b="0" i="0" u="none" strike="noStrike" kern="1200" cap="none" spc="0" baseline="0">
              <a:solidFill>
                <a:schemeClr val="tx1"/>
              </a:solidFill>
              <a:latin typeface="Calibri" pitchFamily="34" charset="0"/>
              <a:ea typeface="MS PGothic" pitchFamily="34" charset="-128"/>
              <a:cs typeface="Arial" pitchFamily="34" charset="0"/>
            </a:endParaRPr>
          </a:p>
          <a:p>
            <a:pPr marL="0" indent="0" algn="ctr">
              <a:lnSpc>
                <a:spcPct val="100000"/>
              </a:lnSpc>
              <a:spcBef>
                <a:spcPct val="20000"/>
              </a:spcBef>
              <a:spcAft>
                <a:spcPts val="0"/>
              </a:spcAft>
              <a:buNone/>
            </a:pPr>
            <a:r>
              <a:rPr lang="en-US" altLang="zh-CN" sz="2800" b="0" i="1" u="none" strike="noStrike" kern="1200" cap="none" spc="0" baseline="0">
                <a:solidFill>
                  <a:schemeClr val="tx1"/>
                </a:solidFill>
                <a:latin typeface="Calibri" pitchFamily="34" charset="0"/>
                <a:ea typeface="MS PGothic" pitchFamily="34" charset="-128"/>
                <a:cs typeface="Times New Roman" pitchFamily="18" charset="0"/>
              </a:rPr>
              <a:t>x</a:t>
            </a:r>
            <a:r>
              <a:rPr lang="en-US" altLang="zh-CN" sz="2800" b="0" i="0" u="none" strike="noStrike" kern="1200" cap="none" spc="0" baseline="0">
                <a:solidFill>
                  <a:schemeClr val="tx1"/>
                </a:solidFill>
                <a:latin typeface="Calibri" pitchFamily="34" charset="0"/>
                <a:ea typeface="MS PGothic" pitchFamily="34" charset="-128"/>
                <a:cs typeface="Arial" pitchFamily="34" charset="0"/>
              </a:rPr>
              <a:t> is N(40,1)</a:t>
            </a:r>
            <a:endParaRPr lang="en-US" altLang="zh-CN" sz="2800" b="0" i="0" u="none" strike="noStrike" kern="1200" cap="none" spc="0" baseline="0">
              <a:solidFill>
                <a:schemeClr val="tx1"/>
              </a:solidFill>
              <a:latin typeface="Calibri" pitchFamily="34" charset="0"/>
              <a:ea typeface="MS PGothic" pitchFamily="34" charset="-128"/>
              <a:cs typeface="Arial" pitchFamily="34" charset="0"/>
            </a:endParaRPr>
          </a:p>
          <a:p>
            <a:pPr marL="0" indent="0" algn="ctr">
              <a:lnSpc>
                <a:spcPct val="100000"/>
              </a:lnSpc>
              <a:spcBef>
                <a:spcPct val="20000"/>
              </a:spcBef>
              <a:spcAft>
                <a:spcPts val="0"/>
              </a:spcAft>
              <a:buNone/>
            </a:pPr>
            <a:r>
              <a:rPr lang="en-US" altLang="zh-CN" sz="2800" b="0" i="1" u="none" strike="noStrike" kern="1200" cap="none" spc="0" baseline="0">
                <a:solidFill>
                  <a:schemeClr val="tx1"/>
                </a:solidFill>
                <a:latin typeface="Calibri" pitchFamily="34" charset="0"/>
                <a:ea typeface="MS PGothic" pitchFamily="34" charset="-128"/>
                <a:cs typeface="Times New Roman" pitchFamily="18" charset="0"/>
              </a:rPr>
              <a:t>x</a:t>
            </a:r>
            <a:r>
              <a:rPr lang="en-US" altLang="zh-CN" sz="2800" b="0" i="0" u="none" strike="noStrike" kern="1200" cap="none" spc="0" baseline="0">
                <a:solidFill>
                  <a:schemeClr val="tx1"/>
                </a:solidFill>
                <a:latin typeface="Calibri" pitchFamily="34" charset="0"/>
                <a:ea typeface="MS PGothic" pitchFamily="34" charset="-128"/>
                <a:cs typeface="Arial" pitchFamily="34" charset="0"/>
              </a:rPr>
              <a:t> is N(10,5)</a:t>
            </a:r>
            <a:endParaRPr lang="en-US" altLang="zh-CN" sz="2800" b="0" i="0" u="none" strike="noStrike" kern="1200" cap="none" spc="0" baseline="0">
              <a:solidFill>
                <a:schemeClr val="tx1"/>
              </a:solidFill>
              <a:latin typeface="Calibri" pitchFamily="34" charset="0"/>
              <a:ea typeface="MS PGothic" pitchFamily="34" charset="-128"/>
              <a:cs typeface="Arial" pitchFamily="34" charset="0"/>
            </a:endParaRPr>
          </a:p>
          <a:p>
            <a:pPr marL="0" indent="0" algn="ctr">
              <a:lnSpc>
                <a:spcPct val="100000"/>
              </a:lnSpc>
              <a:spcBef>
                <a:spcPct val="20000"/>
              </a:spcBef>
              <a:spcAft>
                <a:spcPts val="0"/>
              </a:spcAft>
              <a:buNone/>
            </a:pPr>
            <a:r>
              <a:rPr lang="en-US" altLang="zh-CN" sz="2800" b="0" i="1" u="none" strike="noStrike" kern="1200" cap="none" spc="0" baseline="0">
                <a:solidFill>
                  <a:schemeClr val="tx1"/>
                </a:solidFill>
                <a:latin typeface="Calibri" pitchFamily="34" charset="0"/>
                <a:ea typeface="MS PGothic" pitchFamily="34" charset="-128"/>
                <a:cs typeface="Times New Roman" pitchFamily="18" charset="0"/>
              </a:rPr>
              <a:t>x</a:t>
            </a:r>
            <a:r>
              <a:rPr lang="en-US" altLang="zh-CN" sz="2800" b="0" i="0" u="none" strike="noStrike" kern="1200" cap="none" spc="0" baseline="0">
                <a:solidFill>
                  <a:schemeClr val="tx1"/>
                </a:solidFill>
                <a:latin typeface="Calibri" pitchFamily="34" charset="0"/>
                <a:ea typeface="MS PGothic" pitchFamily="34" charset="-128"/>
                <a:cs typeface="Arial" pitchFamily="34" charset="0"/>
              </a:rPr>
              <a:t> is N(50,3)</a:t>
            </a:r>
            <a:endParaRPr lang="zh-CN" altLang="en-US" sz="2800" b="0" i="0" u="none" strike="noStrike" kern="1200" cap="none" spc="0" baseline="0">
              <a:solidFill>
                <a:schemeClr val="tx1"/>
              </a:solidFill>
              <a:latin typeface="Calibri" pitchFamily="34" charset="0"/>
              <a:ea typeface="MS PGothic" pitchFamily="34" charset="-128"/>
              <a:cs typeface="Arial" pitchFamily="34" charset="0"/>
            </a:endParaRPr>
          </a:p>
        </p:txBody>
      </p:sp>
      <p:sp>
        <p:nvSpPr>
          <p:cNvPr id="676" name="Rectangles"/>
          <p:cNvSpPr>
            <a:spLocks noGrp="1"/>
          </p:cNvSpPr>
          <p:nvPr>
            <p:ph type="sldNum" idx="12"/>
          </p:nvPr>
        </p:nvSpPr>
        <p:spPr>
          <a:xfrm rot="0">
            <a:off x="1981200" y="6356351"/>
            <a:ext cx="2133600" cy="365125"/>
          </a:xfrm>
          <a:prstGeom prst="rect"/>
          <a:noFill/>
          <a:ln w="12700" cmpd="sng" cap="flat">
            <a:noFill/>
            <a:prstDash val="solid"/>
            <a:miter/>
          </a:ln>
        </p:spPr>
        <p:txBody>
          <a:bodyPr vert="horz" wrap="square" lIns="91440" tIns="45720" rIns="91440" bIns="45720" anchor="ctr" anchorCtr="0">
            <a:prstTxWarp prst="textNoShape"/>
          </a:bodyPr>
          <a:lstStyle/>
          <a:p>
            <a:pPr marL="0" indent="0" algn="l" eaLnBrk="1" hangingPunct="1">
              <a:lnSpc>
                <a:spcPct val="100000"/>
              </a:lnSpc>
              <a:spcBef>
                <a:spcPts val="0"/>
              </a:spcBef>
              <a:spcAft>
                <a:spcPts val="0"/>
              </a:spcAft>
              <a:buNone/>
            </a:pPr>
            <a:fld id="{CAD2D6BD-DE1B-4B5F-8B41-2702339687B9}" type="slidenum">
              <a:rPr lang="en-US" altLang="zh-CN" sz="1200" b="0" i="0" u="none" strike="noStrike" kern="1200" cap="none" spc="0" baseline="0">
                <a:solidFill>
                  <a:srgbClr val="898989"/>
                </a:solidFill>
                <a:latin typeface="Calibri" pitchFamily="34" charset="0"/>
                <a:ea typeface="MS PGothic" pitchFamily="34" charset="-128"/>
                <a:cs typeface="Arial" pitchFamily="34" charset="0"/>
              </a:rPr>
              <a:t>68</a:t>
            </a:fld>
            <a:endParaRPr lang="zh-CN" altLang="en-US" sz="1200" b="0" i="0" u="none" strike="noStrike" kern="1200" cap="none" spc="0" baseline="0">
              <a:solidFill>
                <a:srgbClr val="898989"/>
              </a:solidFill>
              <a:latin typeface="Calibri" pitchFamily="34" charset="0"/>
              <a:ea typeface="MS PGothic" pitchFamily="34" charset="-128"/>
              <a:cs typeface="Arial" pitchFamily="34" charset="0"/>
            </a:endParaRPr>
          </a:p>
        </p:txBody>
      </p:sp>
    </p:spTree>
    <p:extLst>
      <p:ext uri="{BB962C8B-B14F-4D97-AF65-F5344CB8AC3E}">
        <p14:creationId xmlns:p14="http://schemas.microsoft.com/office/powerpoint/2010/main" val="1797447349"/>
      </p:ext>
    </p:extLst>
  </p:cSld>
  <p:clrMapOvr>
    <a:masterClrMapping/>
  </p:clrMapOvr>
  <p:transition spd="slow"/>
</p:sld>
</file>

<file path=ppt/slides/slide69.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680" name="Text box"/>
          <p:cNvSpPr>
            <a:spLocks noGrp="1"/>
          </p:cNvSpPr>
          <p:nvPr>
            <p:ph type="title"/>
          </p:nvPr>
        </p:nvSpPr>
        <p:spPr>
          <a:xfrm rot="0">
            <a:off x="1200074" y="260648"/>
            <a:ext cx="9215290" cy="755650"/>
          </a:xfrm>
          <a:prstGeom prst="rect"/>
          <a:solidFill>
            <a:srgbClr val="FFFFFF"/>
          </a:solidFill>
          <a:ln w="25400" cmpd="sng" cap="flat">
            <a:solidFill>
              <a:srgbClr val="C0504D"/>
            </a:solidFill>
            <a:prstDash val="solid"/>
            <a:round/>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en-US" altLang="zh-CN" sz="4000" b="1" i="0" u="none" strike="noStrike" kern="1200" cap="none" spc="0" baseline="0">
                <a:solidFill>
                  <a:schemeClr val="tx1"/>
                </a:solidFill>
                <a:latin typeface="Calibri" pitchFamily="34" charset="0"/>
                <a:ea typeface="宋体" pitchFamily="0" charset="0"/>
                <a:cs typeface="Calibri" pitchFamily="34" charset="0"/>
              </a:rPr>
              <a:t>Probability Density Function</a:t>
            </a:r>
            <a:endParaRPr lang="zh-CN" altLang="en-US" sz="4000" b="1" i="0" u="none" strike="noStrike" kern="1200" cap="none" spc="0" baseline="0">
              <a:solidFill>
                <a:schemeClr val="tx1"/>
              </a:solidFill>
              <a:latin typeface="Calibri" pitchFamily="34" charset="0"/>
              <a:ea typeface="宋体" pitchFamily="0" charset="0"/>
              <a:cs typeface="Calibri" pitchFamily="34" charset="0"/>
            </a:endParaRPr>
          </a:p>
        </p:txBody>
      </p:sp>
      <p:sp>
        <p:nvSpPr>
          <p:cNvPr id="681" name="Rectangles"/>
          <p:cNvSpPr>
            <a:spLocks/>
          </p:cNvSpPr>
          <p:nvPr/>
        </p:nvSpPr>
        <p:spPr>
          <a:xfrm rot="0">
            <a:off x="2286000" y="3962400"/>
            <a:ext cx="7772400" cy="2514600"/>
          </a:xfrm>
          <a:prstGeom prst="rect"/>
          <a:noFill/>
          <a:ln w="12700" cmpd="sng" cap="flat">
            <a:noFill/>
            <a:prstDash val="solid"/>
            <a:miter/>
          </a:ln>
        </p:spPr>
      </p:sp>
      <p:sp>
        <p:nvSpPr>
          <p:cNvPr id="682" name="Text box"/>
          <p:cNvSpPr>
            <a:spLocks noGrp="1"/>
          </p:cNvSpPr>
          <p:nvPr>
            <p:ph type="body" idx="1"/>
          </p:nvPr>
        </p:nvSpPr>
        <p:spPr>
          <a:xfrm rot="0">
            <a:off x="2783632" y="1649586"/>
            <a:ext cx="7092948" cy="4625628"/>
          </a:xfrm>
          <a:prstGeom prst="rect"/>
          <a:noFill/>
          <a:ln w="12700" cmpd="sng" cap="flat">
            <a:noFill/>
            <a:prstDash val="solid"/>
            <a:round/>
          </a:ln>
        </p:spPr>
        <p:txBody>
          <a:bodyPr vert="horz" wrap="square" lIns="91440" tIns="45720" rIns="91440" bIns="45720" anchor="t" anchorCtr="0">
            <a:prstTxWarp prst="textNoShape"/>
          </a:bodyPr>
          <a:lstStyle/>
          <a:p>
            <a:pPr marL="533400" indent="-533400" algn="l" defTabSz="908050">
              <a:lnSpc>
                <a:spcPct val="100000"/>
              </a:lnSpc>
              <a:spcBef>
                <a:spcPct val="10000"/>
              </a:spcBef>
              <a:spcAft>
                <a:spcPts val="0"/>
              </a:spcAft>
              <a:buNone/>
              <a:tabLst>
                <a:tab pos="796925" algn="l"/>
                <a:tab pos="1261999" algn="l"/>
              </a:tabLst>
            </a:pPr>
            <a:r>
              <a:rPr lang="en-US" altLang="zh-CN" sz="2800" b="0" i="0" u="none" strike="noStrike" kern="1200" cap="none" spc="0" baseline="0">
                <a:solidFill>
                  <a:schemeClr val="tx1"/>
                </a:solidFill>
                <a:latin typeface="Calibri" pitchFamily="34" charset="0"/>
                <a:ea typeface="MS PGothic" pitchFamily="34" charset="-128"/>
                <a:cs typeface="Times New Roman" pitchFamily="18" charset="0"/>
              </a:rPr>
              <a:t>Normal Distribution</a:t>
            </a:r>
            <a:endParaRPr lang="en-US" altLang="zh-CN" sz="2800" b="0" i="0" u="none" strike="noStrike" kern="1200" cap="none" spc="0" baseline="0">
              <a:solidFill>
                <a:schemeClr val="tx1"/>
              </a:solidFill>
              <a:latin typeface="Calibri" pitchFamily="34" charset="0"/>
              <a:ea typeface="MS PGothic" pitchFamily="34" charset="-128"/>
              <a:cs typeface="Times New Roman" pitchFamily="18" charset="0"/>
            </a:endParaRPr>
          </a:p>
          <a:p>
            <a:pPr marL="533400" indent="-533400" algn="l" defTabSz="908050">
              <a:lnSpc>
                <a:spcPct val="100000"/>
              </a:lnSpc>
              <a:spcBef>
                <a:spcPct val="10000"/>
              </a:spcBef>
              <a:spcAft>
                <a:spcPts val="0"/>
              </a:spcAft>
              <a:buNone/>
              <a:tabLst>
                <a:tab pos="796925" algn="l"/>
                <a:tab pos="1261999" algn="l"/>
              </a:tabLst>
            </a:pPr>
            <a:r>
              <a:rPr lang="en-US" altLang="zh-CN" sz="2800" b="0" i="0" u="none" strike="noStrike" kern="1200" cap="none" spc="0" baseline="0">
                <a:solidFill>
                  <a:schemeClr val="tx1"/>
                </a:solidFill>
                <a:latin typeface="Calibri" pitchFamily="34" charset="0"/>
                <a:ea typeface="MS PGothic" pitchFamily="34" charset="-128"/>
                <a:cs typeface="Times New Roman" pitchFamily="18" charset="0"/>
              </a:rPr>
              <a:t>Parameters</a:t>
            </a:r>
            <a:r>
              <a:rPr lang="en-US" altLang="zh-CN" sz="2800" b="0" i="1" u="none" strike="noStrike" kern="1200" cap="none" spc="0" baseline="0">
                <a:solidFill>
                  <a:schemeClr val="tx1"/>
                </a:solidFill>
                <a:latin typeface="Calibri" pitchFamily="34" charset="0"/>
                <a:ea typeface="MS PGothic" pitchFamily="34" charset="-128"/>
                <a:cs typeface="Times New Roman" pitchFamily="18" charset="0"/>
              </a:rPr>
              <a:t>: µ </a:t>
            </a:r>
            <a:r>
              <a:rPr lang="en-US" altLang="zh-CN" sz="2800" b="0" i="0" u="none" strike="noStrike" kern="1200" cap="none" spc="0" baseline="0">
                <a:solidFill>
                  <a:schemeClr val="tx1"/>
                </a:solidFill>
                <a:latin typeface="Calibri" pitchFamily="34" charset="0"/>
                <a:ea typeface="MS PGothic" pitchFamily="34" charset="-128"/>
                <a:cs typeface="Times New Roman" pitchFamily="18" charset="0"/>
              </a:rPr>
              <a:t>and</a:t>
            </a:r>
            <a:r>
              <a:rPr lang="en-US" altLang="zh-CN" sz="2800" b="0" i="1" u="none" strike="noStrike" kern="1200" cap="none" spc="0" baseline="0">
                <a:solidFill>
                  <a:schemeClr val="tx1"/>
                </a:solidFill>
                <a:latin typeface="Calibri" pitchFamily="34" charset="0"/>
                <a:ea typeface="MS PGothic" pitchFamily="34" charset="-128"/>
                <a:cs typeface="Times New Roman" pitchFamily="18" charset="0"/>
              </a:rPr>
              <a:t> </a:t>
            </a:r>
            <a:r>
              <a:rPr lang="en-US" altLang="zh-CN" sz="2800" b="0" i="1" u="none" strike="noStrike" kern="1200" cap="none" spc="0" baseline="0">
                <a:solidFill>
                  <a:schemeClr val="tx1"/>
                </a:solidFill>
                <a:latin typeface="Calibri" pitchFamily="34" charset="0"/>
                <a:ea typeface="MS PGothic" pitchFamily="34" charset="-128"/>
                <a:cs typeface="Times New Roman" pitchFamily="18" charset="0"/>
              </a:rPr>
              <a:t>σ</a:t>
            </a:r>
            <a:endParaRPr lang="en-US" altLang="zh-CN" sz="2800" b="0" i="1" u="none" strike="noStrike" kern="1200" cap="none" spc="0" baseline="0">
              <a:solidFill>
                <a:schemeClr val="tx1"/>
              </a:solidFill>
              <a:latin typeface="Calibri" pitchFamily="34" charset="0"/>
              <a:ea typeface="MS PGothic" pitchFamily="34" charset="-128"/>
              <a:cs typeface="Times New Roman" pitchFamily="18" charset="0"/>
            </a:endParaRPr>
          </a:p>
          <a:p>
            <a:pPr marL="533400" indent="-533400" algn="l" defTabSz="908050">
              <a:lnSpc>
                <a:spcPct val="100000"/>
              </a:lnSpc>
              <a:spcBef>
                <a:spcPct val="10000"/>
              </a:spcBef>
              <a:spcAft>
                <a:spcPts val="0"/>
              </a:spcAft>
              <a:buNone/>
              <a:tabLst>
                <a:tab pos="796925" algn="l"/>
                <a:tab pos="1261999" algn="l"/>
              </a:tabLst>
            </a:pPr>
            <a:endParaRPr lang="en-US" altLang="zh-CN" sz="2400" b="0" i="1" u="none" strike="noStrike" kern="1200" cap="none" spc="0" baseline="0">
              <a:solidFill>
                <a:schemeClr val="tx1"/>
              </a:solidFill>
              <a:latin typeface="Calibri" pitchFamily="34" charset="0"/>
              <a:ea typeface="MS PGothic" pitchFamily="34" charset="-128"/>
              <a:cs typeface="Times New Roman" pitchFamily="18" charset="0"/>
            </a:endParaRPr>
          </a:p>
          <a:p>
            <a:pPr marL="533400" indent="-533400" algn="l" defTabSz="908050">
              <a:lnSpc>
                <a:spcPct val="100000"/>
              </a:lnSpc>
              <a:spcBef>
                <a:spcPct val="10000"/>
              </a:spcBef>
              <a:spcAft>
                <a:spcPts val="0"/>
              </a:spcAft>
              <a:buNone/>
              <a:tabLst>
                <a:tab pos="796925" algn="l"/>
                <a:tab pos="1261999" algn="l"/>
              </a:tabLst>
            </a:pPr>
            <a:endParaRPr lang="en-US" altLang="zh-CN" sz="2400" b="0" i="1" u="none" strike="noStrike" kern="1200" cap="none" spc="0" baseline="0">
              <a:solidFill>
                <a:schemeClr val="tx1"/>
              </a:solidFill>
              <a:latin typeface="Calibri" pitchFamily="34" charset="0"/>
              <a:ea typeface="MS PGothic" pitchFamily="34" charset="-128"/>
              <a:cs typeface="Times New Roman" pitchFamily="18" charset="0"/>
            </a:endParaRPr>
          </a:p>
          <a:p>
            <a:pPr marL="533400" indent="-533400" algn="l" defTabSz="908050">
              <a:lnSpc>
                <a:spcPct val="100000"/>
              </a:lnSpc>
              <a:spcBef>
                <a:spcPct val="10000"/>
              </a:spcBef>
              <a:spcAft>
                <a:spcPts val="0"/>
              </a:spcAft>
              <a:buNone/>
              <a:tabLst>
                <a:tab pos="796925" algn="l"/>
                <a:tab pos="1261999" algn="l"/>
              </a:tabLst>
            </a:pPr>
            <a:r>
              <a:rPr lang="en-US" altLang="zh-CN" sz="2000" b="0" i="1" u="none" strike="noStrike" kern="1200" cap="none" spc="0" baseline="0">
                <a:solidFill>
                  <a:schemeClr val="tx1"/>
                </a:solidFill>
                <a:latin typeface="Cambria Math" pitchFamily="18" charset="0"/>
                <a:ea typeface="Cambria Math" pitchFamily="18" charset="0"/>
                <a:cs typeface="Times New Roman" pitchFamily="18" charset="0"/>
              </a:rPr>
              <a:t>					for -∞ &lt; x &lt;∞</a:t>
            </a:r>
            <a:endParaRPr lang="en-US" altLang="zh-CN" sz="2000" b="0" i="1" u="none" strike="noStrike" kern="1200" cap="none" spc="0" baseline="0">
              <a:solidFill>
                <a:schemeClr val="tx1"/>
              </a:solidFill>
              <a:latin typeface="Cambria Math" pitchFamily="18" charset="0"/>
              <a:ea typeface="Cambria Math" pitchFamily="18" charset="0"/>
              <a:cs typeface="Times New Roman" pitchFamily="18" charset="0"/>
            </a:endParaRPr>
          </a:p>
          <a:p>
            <a:pPr marL="533400" indent="-533400" algn="l" defTabSz="908050">
              <a:lnSpc>
                <a:spcPct val="100000"/>
              </a:lnSpc>
              <a:spcBef>
                <a:spcPct val="10000"/>
              </a:spcBef>
              <a:spcAft>
                <a:spcPts val="0"/>
              </a:spcAft>
              <a:buNone/>
              <a:tabLst>
                <a:tab pos="796925" algn="l"/>
                <a:tab pos="1261999" algn="l"/>
              </a:tabLst>
            </a:pPr>
            <a:endParaRPr lang="en-US" altLang="zh-CN" sz="2400" b="0" i="1" u="none" strike="noStrike" kern="1200" cap="none" spc="0" baseline="0">
              <a:solidFill>
                <a:schemeClr val="tx1"/>
              </a:solidFill>
              <a:latin typeface="Calibri" pitchFamily="34" charset="0"/>
              <a:ea typeface="MS PGothic" pitchFamily="34" charset="-128"/>
              <a:cs typeface="Times New Roman" pitchFamily="18" charset="0"/>
            </a:endParaRPr>
          </a:p>
          <a:p>
            <a:pPr marL="533400" indent="-533400" algn="l" defTabSz="908050">
              <a:lnSpc>
                <a:spcPct val="100000"/>
              </a:lnSpc>
              <a:spcBef>
                <a:spcPct val="10000"/>
              </a:spcBef>
              <a:spcAft>
                <a:spcPts val="0"/>
              </a:spcAft>
              <a:buNone/>
              <a:tabLst>
                <a:tab pos="796925" algn="l"/>
                <a:tab pos="1261999" algn="l"/>
              </a:tabLst>
            </a:pPr>
            <a:r>
              <a:rPr lang="en-US" altLang="zh-CN" sz="2400" b="0" i="1" u="none" strike="noStrike" kern="1200" cap="none" spc="0" baseline="0">
                <a:solidFill>
                  <a:schemeClr val="tx1"/>
                </a:solidFill>
                <a:latin typeface="Calibri" pitchFamily="34" charset="0"/>
                <a:ea typeface="MS PGothic" pitchFamily="34" charset="-128"/>
                <a:cs typeface="Times New Roman" pitchFamily="18" charset="0"/>
              </a:rPr>
              <a:t>x</a:t>
            </a:r>
            <a:r>
              <a:rPr lang="en-US" altLang="zh-CN" sz="2400" b="0" i="0" u="none" strike="noStrike" kern="1200" cap="none" spc="0" baseline="0">
                <a:solidFill>
                  <a:schemeClr val="tx1"/>
                </a:solidFill>
                <a:latin typeface="Calibri" pitchFamily="34" charset="0"/>
                <a:ea typeface="MS PGothic" pitchFamily="34" charset="-128"/>
                <a:cs typeface="Lucida Sans" pitchFamily="0" charset="0"/>
              </a:rPr>
              <a:t>	=	value of random variable (- &lt; </a:t>
            </a:r>
            <a:r>
              <a:rPr lang="en-US" altLang="zh-CN" sz="2400" b="0" i="1" u="none" strike="noStrike" kern="1200" cap="none" spc="0" baseline="0">
                <a:solidFill>
                  <a:schemeClr val="tx1"/>
                </a:solidFill>
                <a:latin typeface="Calibri" pitchFamily="34" charset="0"/>
                <a:ea typeface="MS PGothic" pitchFamily="34" charset="-128"/>
                <a:cs typeface="Times New Roman" pitchFamily="18" charset="0"/>
              </a:rPr>
              <a:t>x</a:t>
            </a:r>
            <a:r>
              <a:rPr lang="en-US" altLang="zh-CN" sz="2400" b="0" i="0" u="none" strike="noStrike" kern="1200" cap="none" spc="0" baseline="0">
                <a:solidFill>
                  <a:schemeClr val="tx1"/>
                </a:solidFill>
                <a:latin typeface="Calibri" pitchFamily="34" charset="0"/>
                <a:ea typeface="MS PGothic" pitchFamily="34" charset="-128"/>
                <a:cs typeface="Lucida Sans" pitchFamily="0" charset="0"/>
              </a:rPr>
              <a:t> &lt; )</a:t>
            </a:r>
            <a:endParaRPr lang="en-US" altLang="zh-CN" sz="2400" b="0" i="0" u="none" strike="noStrike" kern="1200" cap="none" spc="0" baseline="0">
              <a:solidFill>
                <a:schemeClr val="tx1"/>
              </a:solidFill>
              <a:latin typeface="Calibri" pitchFamily="34" charset="0"/>
              <a:ea typeface="MS PGothic" pitchFamily="34" charset="-128"/>
              <a:cs typeface="Lucida Sans" pitchFamily="0" charset="0"/>
            </a:endParaRPr>
          </a:p>
          <a:p>
            <a:pPr marL="533400" indent="-533400" algn="l" defTabSz="908050">
              <a:lnSpc>
                <a:spcPct val="100000"/>
              </a:lnSpc>
              <a:spcBef>
                <a:spcPct val="10000"/>
              </a:spcBef>
              <a:spcAft>
                <a:spcPts val="0"/>
              </a:spcAft>
              <a:buNone/>
              <a:tabLst>
                <a:tab pos="796925" algn="l"/>
                <a:tab pos="1261999" algn="l"/>
              </a:tabLst>
            </a:pPr>
            <a:r>
              <a:rPr lang="en-US" altLang="zh-CN" sz="2400" b="0" i="0" u="none" strike="noStrike" kern="1200" cap="none" spc="0" baseline="0">
                <a:solidFill>
                  <a:schemeClr val="tx1"/>
                </a:solidFill>
                <a:latin typeface="Calibri" pitchFamily="34" charset="0"/>
                <a:ea typeface="MS PGothic" pitchFamily="34" charset="-128"/>
                <a:cs typeface="Lucida Sans" pitchFamily="0" charset="0"/>
              </a:rPr>
              <a:t>	=	Population Standard Deviation</a:t>
            </a:r>
            <a:r>
              <a:rPr lang="en-US" altLang="zh-CN" sz="2400" b="0" i="1" u="none" strike="noStrike" kern="1200" cap="none" spc="0" baseline="0">
                <a:solidFill>
                  <a:schemeClr val="tx1"/>
                </a:solidFill>
                <a:latin typeface="Calibri" pitchFamily="34" charset="0"/>
                <a:ea typeface="MS PGothic" pitchFamily="34" charset="-128"/>
                <a:cs typeface="Lucida Sans" pitchFamily="0" charset="0"/>
              </a:rPr>
              <a:t> </a:t>
            </a:r>
            <a:endParaRPr lang="en-US" altLang="zh-CN" sz="2400" b="0" i="1" u="none" strike="noStrike" kern="1200" cap="none" spc="0" baseline="0">
              <a:solidFill>
                <a:schemeClr val="tx1"/>
              </a:solidFill>
              <a:latin typeface="Calibri" pitchFamily="34" charset="0"/>
              <a:ea typeface="MS PGothic" pitchFamily="34" charset="-128"/>
              <a:cs typeface="Lucida Sans" pitchFamily="0" charset="0"/>
            </a:endParaRPr>
          </a:p>
          <a:p>
            <a:pPr marL="533400" indent="-533400" algn="l" defTabSz="908050">
              <a:lnSpc>
                <a:spcPct val="100000"/>
              </a:lnSpc>
              <a:spcBef>
                <a:spcPct val="10000"/>
              </a:spcBef>
              <a:spcAft>
                <a:spcPts val="0"/>
              </a:spcAft>
              <a:buFont typeface="Symbol" pitchFamily="18" charset="2"/>
              <a:buChar char="p"/>
              <a:tabLst>
                <a:tab pos="796925" algn="l"/>
                <a:tab pos="1261999" algn="l"/>
              </a:tabLst>
            </a:pPr>
            <a:r>
              <a:rPr lang="en-US" altLang="zh-CN" sz="2400" b="0" i="0" u="none" strike="noStrike" kern="1200" cap="none" spc="0" baseline="0">
                <a:solidFill>
                  <a:schemeClr val="tx1"/>
                </a:solidFill>
                <a:latin typeface="Calibri" pitchFamily="34" charset="0"/>
                <a:ea typeface="MS PGothic" pitchFamily="34" charset="-128"/>
                <a:cs typeface="Lucida Sans" pitchFamily="0" charset="0"/>
              </a:rPr>
              <a:t>=	3.14159</a:t>
            </a:r>
            <a:endParaRPr lang="en-US" altLang="zh-CN" sz="2400" b="0" i="0" u="none" strike="noStrike" kern="1200" cap="none" spc="0" baseline="0">
              <a:solidFill>
                <a:schemeClr val="tx1"/>
              </a:solidFill>
              <a:latin typeface="Calibri" pitchFamily="34" charset="0"/>
              <a:ea typeface="MS PGothic" pitchFamily="34" charset="-128"/>
              <a:cs typeface="Lucida Sans" pitchFamily="0" charset="0"/>
            </a:endParaRPr>
          </a:p>
          <a:p>
            <a:pPr marL="533400" indent="-533400" algn="l" defTabSz="908050">
              <a:lnSpc>
                <a:spcPct val="100000"/>
              </a:lnSpc>
              <a:spcBef>
                <a:spcPct val="10000"/>
              </a:spcBef>
              <a:spcAft>
                <a:spcPts val="0"/>
              </a:spcAft>
              <a:buNone/>
              <a:tabLst>
                <a:tab pos="796925" algn="l"/>
                <a:tab pos="1261999" algn="l"/>
              </a:tabLst>
            </a:pPr>
            <a:r>
              <a:rPr lang="en-US" altLang="zh-CN" sz="2400" b="0" i="0" u="none" strike="noStrike" kern="1200" cap="none" spc="0" baseline="0">
                <a:solidFill>
                  <a:schemeClr val="tx1"/>
                </a:solidFill>
                <a:latin typeface="Calibri" pitchFamily="34" charset="0"/>
                <a:ea typeface="MS PGothic" pitchFamily="34" charset="-128"/>
                <a:cs typeface="Lucida Sans" pitchFamily="0" charset="0"/>
              </a:rPr>
              <a:t>e   	= 2.71828</a:t>
            </a:r>
            <a:endParaRPr lang="en-US" altLang="zh-CN" sz="2400" b="0" i="0" u="none" strike="noStrike" kern="1200" cap="none" spc="0" baseline="0">
              <a:solidFill>
                <a:schemeClr val="tx1"/>
              </a:solidFill>
              <a:latin typeface="Calibri" pitchFamily="34" charset="0"/>
              <a:ea typeface="MS PGothic" pitchFamily="34" charset="-128"/>
              <a:cs typeface="Lucida Sans" pitchFamily="0" charset="0"/>
            </a:endParaRPr>
          </a:p>
          <a:p>
            <a:pPr marL="533400" indent="-533400" algn="l" defTabSz="908050">
              <a:lnSpc>
                <a:spcPct val="100000"/>
              </a:lnSpc>
              <a:spcBef>
                <a:spcPct val="10000"/>
              </a:spcBef>
              <a:spcAft>
                <a:spcPts val="0"/>
              </a:spcAft>
              <a:buNone/>
              <a:tabLst>
                <a:tab pos="796925" algn="l"/>
                <a:tab pos="1261999" algn="l"/>
              </a:tabLst>
            </a:pPr>
            <a:r>
              <a:rPr lang="en-US" altLang="zh-CN" sz="2400" b="0" i="0" u="none" strike="noStrike" kern="1200" cap="none" spc="0" baseline="0">
                <a:solidFill>
                  <a:schemeClr val="tx1"/>
                </a:solidFill>
                <a:latin typeface="Calibri" pitchFamily="34" charset="0"/>
                <a:ea typeface="MS PGothic" pitchFamily="34" charset="-128"/>
                <a:cs typeface="Lucida Sans" pitchFamily="0" charset="0"/>
              </a:rPr>
              <a:t>	=	Mean of Random Variable </a:t>
            </a:r>
            <a:r>
              <a:rPr lang="en-US" altLang="zh-CN" sz="2400" b="0" i="1" u="none" strike="noStrike" kern="1200" cap="none" spc="0" baseline="0">
                <a:solidFill>
                  <a:schemeClr val="tx1"/>
                </a:solidFill>
                <a:latin typeface="Calibri" pitchFamily="34" charset="0"/>
                <a:ea typeface="MS PGothic" pitchFamily="34" charset="-128"/>
                <a:cs typeface="Times New Roman" pitchFamily="18" charset="0"/>
              </a:rPr>
              <a:t>x</a:t>
            </a:r>
            <a:endParaRPr lang="zh-CN" altLang="en-US" sz="2400" b="0" i="1" u="none" strike="noStrike" kern="1200" cap="none" spc="0" baseline="0">
              <a:solidFill>
                <a:schemeClr val="tx1"/>
              </a:solidFill>
              <a:latin typeface="Calibri" pitchFamily="34" charset="0"/>
              <a:ea typeface="MS PGothic" pitchFamily="34" charset="-128"/>
              <a:cs typeface="Times New Roman" pitchFamily="18" charset="0"/>
            </a:endParaRPr>
          </a:p>
        </p:txBody>
      </p:sp>
      <p:sp>
        <p:nvSpPr>
          <p:cNvPr id="683" name="Rectangles"/>
          <p:cNvSpPr>
            <a:spLocks noGrp="1"/>
          </p:cNvSpPr>
          <p:nvPr>
            <p:ph type="sldNum" idx="12"/>
          </p:nvPr>
        </p:nvSpPr>
        <p:spPr>
          <a:xfrm rot="0">
            <a:off x="1981200" y="6356351"/>
            <a:ext cx="2133600" cy="365125"/>
          </a:xfrm>
          <a:prstGeom prst="rect"/>
          <a:noFill/>
          <a:ln w="12700" cmpd="sng" cap="flat">
            <a:noFill/>
            <a:prstDash val="solid"/>
            <a:miter/>
          </a:ln>
        </p:spPr>
        <p:txBody>
          <a:bodyPr vert="horz" wrap="square" lIns="91440" tIns="45720" rIns="91440" bIns="45720" anchor="ctr" anchorCtr="0">
            <a:prstTxWarp prst="textNoShape"/>
          </a:bodyPr>
          <a:lstStyle/>
          <a:p>
            <a:pPr marL="0" indent="0" algn="l" eaLnBrk="1" hangingPunct="1">
              <a:lnSpc>
                <a:spcPct val="100000"/>
              </a:lnSpc>
              <a:spcBef>
                <a:spcPts val="0"/>
              </a:spcBef>
              <a:spcAft>
                <a:spcPts val="0"/>
              </a:spcAft>
              <a:buNone/>
            </a:pPr>
            <a:fld id="{CAD2D6BD-DE1B-4B5F-8B41-2702339687B9}" type="slidenum">
              <a:rPr lang="en-US" altLang="zh-CN" sz="1200" b="0" i="0" u="none" strike="noStrike" kern="1200" cap="none" spc="0" baseline="0">
                <a:solidFill>
                  <a:srgbClr val="898989"/>
                </a:solidFill>
                <a:latin typeface="Calibri" pitchFamily="34" charset="0"/>
                <a:ea typeface="MS PGothic" pitchFamily="34" charset="-128"/>
                <a:cs typeface="Arial" pitchFamily="34" charset="0"/>
              </a:rPr>
              <a:t>69</a:t>
            </a:fld>
            <a:endParaRPr lang="zh-CN" altLang="en-US" sz="1200" b="0" i="0" u="none" strike="noStrike" kern="1200" cap="none" spc="0" baseline="0">
              <a:solidFill>
                <a:srgbClr val="898989"/>
              </a:solidFill>
              <a:latin typeface="Calibri" pitchFamily="34" charset="0"/>
              <a:ea typeface="MS PGothic" pitchFamily="34" charset="-128"/>
              <a:cs typeface="Arial" pitchFamily="34" charset="0"/>
            </a:endParaRPr>
          </a:p>
        </p:txBody>
      </p:sp>
      <p:sp>
        <p:nvSpPr>
          <p:cNvPr id="684" name="Rectangles"/>
          <p:cNvSpPr>
            <a:spLocks noChangeAspect="1"/>
          </p:cNvSpPr>
          <p:nvPr/>
        </p:nvSpPr>
        <p:spPr>
          <a:xfrm rot="0">
            <a:off x="4725590" y="2636912"/>
            <a:ext cx="3242619" cy="718082"/>
          </a:xfrm>
          <a:prstGeom prst="rect"/>
          <a:blipFill rotWithShape="1">
            <a:blip r:embed="rId1"/>
            <a:stretch/>
          </a:blipFill>
          <a:ln w="12700"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en-US" altLang="zh-CN" sz="1800" b="0" i="0" u="none" strike="noStrike" kern="1200" cap="none" spc="0" baseline="0">
                <a:noFill/>
                <a:latin typeface="Calibri" pitchFamily="34" charset="0"/>
                <a:ea typeface="MS PGothic" pitchFamily="34" charset="-128"/>
                <a:cs typeface="Calibri" pitchFamily="34" charset="0"/>
              </a:rPr>
              <a:t> </a:t>
            </a:r>
            <a:endParaRPr lang="zh-CN" altLang="en-US" sz="1800" b="0" i="0" u="none" strike="noStrike" kern="1200" cap="none" spc="0" baseline="0">
              <a:noFill/>
              <a:latin typeface="Calibri" pitchFamily="34" charset="0"/>
              <a:ea typeface="MS PGothic" pitchFamily="34" charset="-128"/>
              <a:cs typeface="Calibri" pitchFamily="34" charset="0"/>
            </a:endParaRPr>
          </a:p>
        </p:txBody>
      </p:sp>
    </p:spTree>
    <p:extLst>
      <p:ext uri="{BB962C8B-B14F-4D97-AF65-F5344CB8AC3E}">
        <p14:creationId xmlns:p14="http://schemas.microsoft.com/office/powerpoint/2010/main" val="1798867430"/>
      </p:ext>
    </p:extLst>
  </p:cSld>
  <p:clrMapOvr>
    <a:masterClrMapping/>
  </p:clrMapOvr>
  <p:transition spd="slow"/>
</p:sld>
</file>

<file path=ppt/slides/slide70.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688" name="Rectangles"/>
          <p:cNvSpPr>
            <a:spLocks/>
          </p:cNvSpPr>
          <p:nvPr/>
        </p:nvSpPr>
        <p:spPr>
          <a:xfrm rot="0">
            <a:off x="2279576" y="2154913"/>
            <a:ext cx="7835838" cy="2234565"/>
          </a:xfrm>
          <a:prstGeom prst="rect"/>
          <a:solidFill>
            <a:schemeClr val="bg1"/>
          </a:solidFill>
          <a:ln w="12700" cmpd="sng" cap="flat">
            <a:noFill/>
            <a:prstDash val="solid"/>
            <a:round/>
          </a:ln>
        </p:spPr>
        <p:txBody>
          <a:bodyPr vert="horz" wrap="square" lIns="91440" tIns="45720" rIns="91440" bIns="45720" anchor="t" anchorCtr="0">
            <a:prstTxWarp prst="textNoShape"/>
            <a:spAutoFit/>
          </a:bodyPr>
          <a:lstStyle/>
          <a:p>
            <a:pPr marL="0" indent="0" algn="just" eaLnBrk="1" hangingPunct="1">
              <a:lnSpc>
                <a:spcPct val="100000"/>
              </a:lnSpc>
              <a:spcBef>
                <a:spcPct val="50000"/>
              </a:spcBef>
              <a:spcAft>
                <a:spcPts val="0"/>
              </a:spcAft>
              <a:buNone/>
            </a:pPr>
            <a:r>
              <a:rPr lang="en-US" altLang="zh-CN" sz="2800" b="0" i="0" u="none" strike="noStrike" kern="1200" cap="none" spc="0" baseline="0">
                <a:solidFill>
                  <a:schemeClr val="tx1"/>
                </a:solidFill>
                <a:latin typeface="Calibri" pitchFamily="34" charset="0"/>
                <a:ea typeface="ＭＳ Ｐゴシック" pitchFamily="0" charset="0"/>
                <a:cs typeface="ＭＳ Ｐゴシック" pitchFamily="0" charset="0"/>
              </a:rPr>
              <a:t>Notice that the normal curve is </a:t>
            </a:r>
            <a:r>
              <a:rPr lang="en-US" altLang="zh-CN" sz="2800" b="0" i="0" u="sng" strike="noStrike" kern="1200" cap="none" spc="0" baseline="0">
                <a:solidFill>
                  <a:schemeClr val="tx1"/>
                </a:solidFill>
                <a:latin typeface="Calibri" pitchFamily="34" charset="0"/>
                <a:ea typeface="ＭＳ Ｐゴシック" pitchFamily="0" charset="0"/>
                <a:cs typeface="ＭＳ Ｐゴシック" pitchFamily="0" charset="0"/>
              </a:rPr>
              <a:t>curving downwards </a:t>
            </a:r>
            <a:r>
              <a:rPr lang="en-US" altLang="zh-CN" sz="2800" b="0" i="0" u="none" strike="noStrike" kern="1200" cap="none" spc="0" baseline="0">
                <a:solidFill>
                  <a:schemeClr val="tx1"/>
                </a:solidFill>
                <a:latin typeface="Calibri" pitchFamily="34" charset="0"/>
                <a:ea typeface="ＭＳ Ｐゴシック" pitchFamily="0" charset="0"/>
                <a:cs typeface="ＭＳ Ｐゴシック" pitchFamily="0" charset="0"/>
              </a:rPr>
              <a:t>from the center (mean) to points that are </a:t>
            </a:r>
            <a:r>
              <a:rPr lang="en-US" altLang="zh-CN" sz="2800" b="0" i="0" u="sng" strike="noStrike" kern="1200" cap="none" spc="0" baseline="0">
                <a:solidFill>
                  <a:schemeClr val="tx1"/>
                </a:solidFill>
                <a:latin typeface="Calibri" pitchFamily="34" charset="0"/>
                <a:ea typeface="ＭＳ Ｐゴシック" pitchFamily="0" charset="0"/>
                <a:cs typeface="ＭＳ Ｐゴシック" pitchFamily="0" charset="0"/>
              </a:rPr>
              <a:t>one standard deviation</a:t>
            </a:r>
            <a:r>
              <a:rPr lang="en-US" altLang="zh-CN" sz="2800" b="0" i="0" u="none" strike="noStrike" kern="1200" cap="none" spc="0" baseline="0">
                <a:solidFill>
                  <a:schemeClr val="tx1"/>
                </a:solidFill>
                <a:latin typeface="Calibri" pitchFamily="34" charset="0"/>
                <a:ea typeface="ＭＳ Ｐゴシック" pitchFamily="0" charset="0"/>
                <a:cs typeface="ＭＳ Ｐゴシック" pitchFamily="0" charset="0"/>
              </a:rPr>
              <a:t> on either side of the mean.  At those points, the normal curve begins to </a:t>
            </a:r>
            <a:r>
              <a:rPr lang="en-US" altLang="zh-CN" sz="2800" b="0" i="0" u="sng" strike="noStrike" kern="1200" cap="none" spc="0" baseline="0">
                <a:solidFill>
                  <a:schemeClr val="tx1"/>
                </a:solidFill>
                <a:latin typeface="Calibri" pitchFamily="34" charset="0"/>
                <a:ea typeface="ＭＳ Ｐゴシック" pitchFamily="0" charset="0"/>
                <a:cs typeface="ＭＳ Ｐゴシック" pitchFamily="0" charset="0"/>
              </a:rPr>
              <a:t>turn upward</a:t>
            </a:r>
            <a:r>
              <a:rPr lang="en-US" altLang="zh-CN" sz="2800" b="0" i="0" u="none" strike="noStrike" kern="1200" cap="none" spc="0" baseline="0">
                <a:solidFill>
                  <a:schemeClr val="tx1"/>
                </a:solidFill>
                <a:latin typeface="Calibri" pitchFamily="34" charset="0"/>
                <a:ea typeface="ＭＳ Ｐゴシック" pitchFamily="0" charset="0"/>
                <a:cs typeface="ＭＳ Ｐゴシック" pitchFamily="0" charset="0"/>
              </a:rPr>
              <a:t>.</a:t>
            </a:r>
            <a:endParaRPr lang="zh-CN" altLang="en-US" sz="2800" b="0" i="0" u="none" strike="noStrike" kern="1200" cap="none" spc="0" baseline="0">
              <a:solidFill>
                <a:schemeClr val="tx1"/>
              </a:solidFill>
              <a:latin typeface="Calibri" pitchFamily="34" charset="0"/>
              <a:ea typeface="ＭＳ Ｐゴシック" pitchFamily="0" charset="0"/>
              <a:cs typeface="ＭＳ Ｐゴシック" pitchFamily="0" charset="0"/>
            </a:endParaRPr>
          </a:p>
        </p:txBody>
      </p:sp>
      <p:sp>
        <p:nvSpPr>
          <p:cNvPr id="689" name="Rectangles"/>
          <p:cNvSpPr>
            <a:spLocks/>
          </p:cNvSpPr>
          <p:nvPr/>
        </p:nvSpPr>
        <p:spPr>
          <a:xfrm rot="0">
            <a:off x="3863753" y="260648"/>
            <a:ext cx="6551613" cy="755650"/>
          </a:xfrm>
          <a:prstGeom prst="rect"/>
          <a:solidFill>
            <a:srgbClr val="FFFFFF"/>
          </a:solidFill>
          <a:ln w="25400" cmpd="sng" cap="flat">
            <a:solidFill>
              <a:srgbClr val="C0504D"/>
            </a:solidFill>
            <a:prstDash val="solid"/>
            <a:round/>
          </a:ln>
        </p:spPr>
        <p:txBody>
          <a:bodyPr vert="horz" wrap="square" lIns="91440" tIns="45720" rIns="91440" bIns="45720" anchor="t" anchorCtr="0">
            <a:prstTxWarp prst="textNoShape"/>
          </a:bodyPr>
          <a:lstStyle/>
          <a:p>
            <a:pPr marL="0" indent="0" algn="ctr" eaLnBrk="0" fontAlgn="base" hangingPunct="0">
              <a:lnSpc>
                <a:spcPct val="100000"/>
              </a:lnSpc>
              <a:spcBef>
                <a:spcPts val="0"/>
              </a:spcBef>
              <a:spcAft>
                <a:spcPts val="0"/>
              </a:spcAft>
              <a:buNone/>
            </a:pPr>
            <a:r>
              <a:rPr lang="en-US" altLang="zh-CN" sz="4000" b="1" i="0" u="none" strike="noStrike" kern="1200" cap="none" spc="0" baseline="0">
                <a:solidFill>
                  <a:schemeClr val="tx1"/>
                </a:solidFill>
                <a:latin typeface="Calibri" pitchFamily="34" charset="0"/>
                <a:ea typeface="宋体" pitchFamily="0" charset="0"/>
                <a:cs typeface="Calibri" pitchFamily="34" charset="0"/>
              </a:rPr>
              <a:t>Normal Curve</a:t>
            </a:r>
            <a:endParaRPr lang="zh-CN" altLang="en-US" sz="4000" b="1" i="0" u="none" strike="noStrike" kern="1200" cap="none" spc="0" baseline="0">
              <a:solidFill>
                <a:schemeClr val="tx1"/>
              </a:solidFill>
              <a:latin typeface="Calibri" pitchFamily="34" charset="0"/>
              <a:ea typeface="宋体" pitchFamily="0" charset="0"/>
              <a:cs typeface="Calibri" pitchFamily="34" charset="0"/>
            </a:endParaRPr>
          </a:p>
        </p:txBody>
      </p:sp>
      <p:sp>
        <p:nvSpPr>
          <p:cNvPr id="690" name="Rectangles"/>
          <p:cNvSpPr>
            <a:spLocks noGrp="1"/>
          </p:cNvSpPr>
          <p:nvPr>
            <p:ph type="sldNum" idx="12"/>
          </p:nvPr>
        </p:nvSpPr>
        <p:spPr>
          <a:xfrm rot="0">
            <a:off x="1981200" y="6356351"/>
            <a:ext cx="2133600" cy="365125"/>
          </a:xfrm>
          <a:prstGeom prst="rect"/>
          <a:noFill/>
          <a:ln w="12700" cmpd="sng" cap="flat">
            <a:noFill/>
            <a:prstDash val="solid"/>
            <a:miter/>
          </a:ln>
        </p:spPr>
        <p:txBody>
          <a:bodyPr vert="horz" wrap="square" lIns="91440" tIns="45720" rIns="91440" bIns="45720" anchor="ctr" anchorCtr="0">
            <a:prstTxWarp prst="textNoShape"/>
          </a:bodyPr>
          <a:lstStyle/>
          <a:p>
            <a:pPr marL="0" indent="0" algn="l" eaLnBrk="1" hangingPunct="1">
              <a:lnSpc>
                <a:spcPct val="100000"/>
              </a:lnSpc>
              <a:spcBef>
                <a:spcPts val="0"/>
              </a:spcBef>
              <a:spcAft>
                <a:spcPts val="0"/>
              </a:spcAft>
              <a:buNone/>
            </a:pPr>
            <a:fld id="{CAD2D6BD-DE1B-4B5F-8B41-2702339687B9}" type="slidenum">
              <a:rPr lang="en-US" altLang="zh-CN" sz="1200" b="0" i="0" u="none" strike="noStrike" kern="1200" cap="none" spc="0" baseline="0">
                <a:solidFill>
                  <a:srgbClr val="898989"/>
                </a:solidFill>
                <a:latin typeface="Calibri" pitchFamily="34" charset="0"/>
                <a:ea typeface="MS PGothic" pitchFamily="34" charset="-128"/>
                <a:cs typeface="Arial" pitchFamily="34" charset="0"/>
              </a:rPr>
              <a:t>70</a:t>
            </a:fld>
            <a:endParaRPr lang="zh-CN" altLang="en-US" sz="1200" b="0" i="0" u="none" strike="noStrike" kern="1200" cap="none" spc="0" baseline="0">
              <a:solidFill>
                <a:srgbClr val="898989"/>
              </a:solidFill>
              <a:latin typeface="Calibri" pitchFamily="34" charset="0"/>
              <a:ea typeface="MS PGothic" pitchFamily="34" charset="-128"/>
              <a:cs typeface="Arial" pitchFamily="34" charset="0"/>
            </a:endParaRPr>
          </a:p>
        </p:txBody>
      </p:sp>
    </p:spTree>
    <p:extLst>
      <p:ext uri="{BB962C8B-B14F-4D97-AF65-F5344CB8AC3E}">
        <p14:creationId xmlns:p14="http://schemas.microsoft.com/office/powerpoint/2010/main" val="2144896344"/>
      </p:ext>
    </p:extLst>
  </p:cSld>
  <p:clrMapOvr>
    <a:masterClrMapping/>
  </p:clrMapOvr>
</p:sld>
</file>

<file path=ppt/slides/slide71.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694" name="Text box"/>
          <p:cNvSpPr>
            <a:spLocks noGrp="1"/>
          </p:cNvSpPr>
          <p:nvPr>
            <p:ph type="title"/>
          </p:nvPr>
        </p:nvSpPr>
        <p:spPr>
          <a:xfrm rot="0">
            <a:off x="1577531" y="260351"/>
            <a:ext cx="8982965" cy="792162"/>
          </a:xfrm>
          <a:prstGeom prst="rect"/>
          <a:solidFill>
            <a:srgbClr val="FFFFFF"/>
          </a:solidFill>
          <a:ln w="25400" cmpd="sng" cap="flat">
            <a:solidFill>
              <a:srgbClr val="C0504D"/>
            </a:solidFill>
            <a:prstDash val="solid"/>
            <a:round/>
          </a:ln>
        </p:spPr>
        <p:txBody>
          <a:bodyPr vert="horz" wrap="square" lIns="91440" tIns="45720" rIns="91440" bIns="45720" anchor="ctr" anchorCtr="0">
            <a:prstTxWarp prst="textNoShape"/>
          </a:bodyPr>
          <a:lstStyle/>
          <a:p>
            <a:pPr marL="0" indent="0" algn="ctr" eaLnBrk="1" hangingPunct="1">
              <a:lnSpc>
                <a:spcPct val="100000"/>
              </a:lnSpc>
              <a:spcBef>
                <a:spcPts val="0"/>
              </a:spcBef>
              <a:spcAft>
                <a:spcPts val="0"/>
              </a:spcAft>
              <a:buNone/>
            </a:pPr>
            <a:r>
              <a:rPr lang="en-US" altLang="zh-CN" sz="4000" b="1" i="0" u="none" strike="noStrike" kern="1200" cap="none" spc="0" baseline="0">
                <a:solidFill>
                  <a:schemeClr val="tx1"/>
                </a:solidFill>
                <a:latin typeface="Calibri" pitchFamily="34" charset="0"/>
                <a:ea typeface="宋体" pitchFamily="0" charset="0"/>
                <a:cs typeface="Calibri" pitchFamily="34" charset="0"/>
              </a:rPr>
              <a:t>Standard Normal Distribution</a:t>
            </a:r>
            <a:endParaRPr lang="zh-CN" altLang="en-US" sz="4000" b="1" i="0" u="none" strike="noStrike" kern="1200" cap="none" spc="0" baseline="0">
              <a:solidFill>
                <a:schemeClr val="tx1"/>
              </a:solidFill>
              <a:latin typeface="Calibri" pitchFamily="34" charset="0"/>
              <a:ea typeface="宋体" pitchFamily="0" charset="0"/>
              <a:cs typeface="Calibri" pitchFamily="34" charset="0"/>
            </a:endParaRPr>
          </a:p>
        </p:txBody>
      </p:sp>
      <p:sp>
        <p:nvSpPr>
          <p:cNvPr id="695" name="Text box"/>
          <p:cNvSpPr>
            <a:spLocks noGrp="1"/>
          </p:cNvSpPr>
          <p:nvPr>
            <p:ph type="body" idx="4294967295"/>
          </p:nvPr>
        </p:nvSpPr>
        <p:spPr>
          <a:xfrm rot="0">
            <a:off x="1992313" y="1988840"/>
            <a:ext cx="8153400" cy="3734098"/>
          </a:xfrm>
          <a:prstGeom prst="rect"/>
          <a:solidFill>
            <a:schemeClr val="bg1"/>
          </a:solidFill>
          <a:ln w="12700" cmpd="sng" cap="flat">
            <a:noFill/>
            <a:prstDash val="solid"/>
            <a:miter/>
          </a:ln>
        </p:spPr>
        <p:txBody>
          <a:bodyPr vert="horz" wrap="square" lIns="91440" tIns="45720" rIns="91440" bIns="45720" anchor="t" anchorCtr="0">
            <a:prstTxWarp prst="textNoShape"/>
          </a:bodyPr>
          <a:lstStyle/>
          <a:p>
            <a:pPr marL="342900" indent="-342900" algn="just" eaLnBrk="1" hangingPunct="1">
              <a:lnSpc>
                <a:spcPct val="100000"/>
              </a:lnSpc>
              <a:spcBef>
                <a:spcPct val="20000"/>
              </a:spcBef>
              <a:spcAft>
                <a:spcPts val="0"/>
              </a:spcAft>
              <a:buFont typeface="Arial" pitchFamily="34" charset="0"/>
              <a:buChar char="•"/>
            </a:pPr>
            <a:r>
              <a:rPr lang="en-US" altLang="zh-CN" sz="2800" b="0" i="0" u="none" strike="noStrike" kern="1200" cap="none" spc="0" baseline="0">
                <a:solidFill>
                  <a:schemeClr val="tx1"/>
                </a:solidFill>
                <a:latin typeface="Calibri" pitchFamily="34" charset="0"/>
                <a:ea typeface="ＭＳ Ｐゴシック" pitchFamily="0" charset="0"/>
                <a:cs typeface="Lucida Sans" pitchFamily="0" charset="0"/>
              </a:rPr>
              <a:t>Is a normal distribution with µ</a:t>
            </a:r>
            <a:r>
              <a:rPr lang="en-US" altLang="zh-CN" sz="2800" b="0" i="0" u="none" strike="noStrike" kern="1200" cap="none" spc="0" baseline="0">
                <a:solidFill>
                  <a:schemeClr val="tx1"/>
                </a:solidFill>
                <a:latin typeface="Calibri" pitchFamily="34" charset="0"/>
                <a:ea typeface="ＭＳ Ｐゴシック" pitchFamily="0" charset="0"/>
                <a:cs typeface="Lucida Sans" pitchFamily="0" charset="0"/>
              </a:rPr>
              <a:t> </a:t>
            </a:r>
            <a:r>
              <a:rPr lang="en-US" altLang="zh-CN" sz="2800" b="0" i="0" u="none" strike="noStrike" kern="1200" cap="none" spc="0" baseline="0">
                <a:solidFill>
                  <a:schemeClr val="tx1"/>
                </a:solidFill>
                <a:latin typeface="Calibri" pitchFamily="34" charset="0"/>
                <a:ea typeface="ＭＳ Ｐゴシック" pitchFamily="0" charset="0"/>
                <a:cs typeface="Lucida Sans" pitchFamily="0" charset="0"/>
              </a:rPr>
              <a:t>= 0  and </a:t>
            </a:r>
            <a:r>
              <a:rPr lang="en-US" altLang="zh-CN" sz="2800" b="0" i="0" u="none" strike="noStrike" kern="1200" cap="none" spc="0" baseline="0">
                <a:solidFill>
                  <a:schemeClr val="tx1"/>
                </a:solidFill>
                <a:latin typeface="Calibri" pitchFamily="34" charset="0"/>
                <a:ea typeface="ＭＳ Ｐゴシック" pitchFamily="0" charset="0"/>
                <a:cs typeface="Lucida Sans" pitchFamily="0" charset="0"/>
              </a:rPr>
              <a:t>σ</a:t>
            </a:r>
            <a:r>
              <a:rPr lang="en-US" altLang="zh-CN" sz="2800" b="0" i="0" u="none" strike="noStrike" kern="1200" cap="none" spc="0" baseline="0">
                <a:solidFill>
                  <a:schemeClr val="tx1"/>
                </a:solidFill>
                <a:latin typeface="Calibri" pitchFamily="34" charset="0"/>
                <a:ea typeface="ＭＳ Ｐゴシック" pitchFamily="0" charset="0"/>
                <a:cs typeface="Lucida Sans" pitchFamily="0" charset="0"/>
              </a:rPr>
              <a:t> </a:t>
            </a:r>
            <a:r>
              <a:rPr lang="en-US" altLang="zh-CN" sz="2800" b="0" i="0" u="none" strike="noStrike" kern="1200" cap="none" spc="0" baseline="0">
                <a:solidFill>
                  <a:schemeClr val="tx1"/>
                </a:solidFill>
                <a:latin typeface="Calibri" pitchFamily="34" charset="0"/>
                <a:ea typeface="ＭＳ Ｐゴシック" pitchFamily="0" charset="0"/>
                <a:cs typeface="Lucida Sans" pitchFamily="0" charset="0"/>
              </a:rPr>
              <a:t>= 1</a:t>
            </a:r>
            <a:endParaRPr lang="en-US" altLang="zh-CN" sz="2800" b="0" i="0" u="none" strike="noStrike" kern="1200" cap="none" spc="0" baseline="0">
              <a:solidFill>
                <a:schemeClr val="tx1"/>
              </a:solidFill>
              <a:latin typeface="Calibri" pitchFamily="34" charset="0"/>
              <a:ea typeface="ＭＳ Ｐゴシック" pitchFamily="0" charset="0"/>
              <a:cs typeface="Lucida Sans" pitchFamily="0" charset="0"/>
            </a:endParaRPr>
          </a:p>
          <a:p>
            <a:pPr marL="342900" indent="-342900" algn="just" eaLnBrk="1" hangingPunct="1">
              <a:lnSpc>
                <a:spcPct val="100000"/>
              </a:lnSpc>
              <a:spcBef>
                <a:spcPct val="20000"/>
              </a:spcBef>
              <a:spcAft>
                <a:spcPts val="0"/>
              </a:spcAft>
              <a:buFont typeface="Arial" pitchFamily="34" charset="0"/>
              <a:buChar char="•"/>
            </a:pPr>
            <a:r>
              <a:rPr lang="en-US" altLang="zh-CN" sz="2800" b="0" i="0" u="none" strike="noStrike" kern="1200" cap="none" spc="0" baseline="0">
                <a:solidFill>
                  <a:schemeClr val="tx1"/>
                </a:solidFill>
                <a:latin typeface="Calibri" pitchFamily="34" charset="0"/>
                <a:ea typeface="ＭＳ Ｐゴシック" pitchFamily="0" charset="0"/>
                <a:cs typeface="Lucida Sans" pitchFamily="0" charset="0"/>
              </a:rPr>
              <a:t>It is customary to use the letter </a:t>
            </a:r>
            <a:r>
              <a:rPr lang="en-US" altLang="zh-CN" sz="2800" b="0" i="1" u="none" strike="noStrike" kern="1200" cap="none" spc="0" baseline="0">
                <a:solidFill>
                  <a:schemeClr val="tx1"/>
                </a:solidFill>
                <a:latin typeface="Calibri" pitchFamily="34" charset="0"/>
                <a:ea typeface="ＭＳ Ｐゴシック" pitchFamily="0" charset="0"/>
                <a:cs typeface="Times New Roman" pitchFamily="18" charset="0"/>
              </a:rPr>
              <a:t>z</a:t>
            </a:r>
            <a:r>
              <a:rPr lang="en-US" altLang="zh-CN" sz="2800" b="0" i="0" u="none" strike="noStrike" kern="1200" cap="none" spc="0" baseline="0">
                <a:solidFill>
                  <a:schemeClr val="tx1"/>
                </a:solidFill>
                <a:latin typeface="Calibri" pitchFamily="34" charset="0"/>
                <a:ea typeface="ＭＳ Ｐゴシック" pitchFamily="0" charset="0"/>
                <a:cs typeface="Lucida Sans" pitchFamily="0" charset="0"/>
              </a:rPr>
              <a:t> to represent a variable whose distribution is described by the </a:t>
            </a:r>
            <a:r>
              <a:rPr lang="en-US" altLang="zh-CN" sz="2800" b="0" i="0" u="sng" strike="noStrike" kern="1200" cap="none" spc="0" baseline="0">
                <a:solidFill>
                  <a:schemeClr val="tx1"/>
                </a:solidFill>
                <a:latin typeface="Calibri" pitchFamily="34" charset="0"/>
                <a:ea typeface="ＭＳ Ｐゴシック" pitchFamily="0" charset="0"/>
                <a:cs typeface="Lucida Sans" pitchFamily="0" charset="0"/>
              </a:rPr>
              <a:t>standard normal curve</a:t>
            </a:r>
            <a:r>
              <a:rPr lang="en-US" altLang="zh-CN" sz="2800" b="0" i="0" u="none" strike="noStrike" kern="1200" cap="none" spc="0" baseline="0">
                <a:solidFill>
                  <a:schemeClr val="tx1"/>
                </a:solidFill>
                <a:latin typeface="Calibri" pitchFamily="34" charset="0"/>
                <a:ea typeface="ＭＳ Ｐゴシック" pitchFamily="0" charset="0"/>
                <a:cs typeface="Lucida Sans" pitchFamily="0" charset="0"/>
              </a:rPr>
              <a:t> (or </a:t>
            </a:r>
            <a:r>
              <a:rPr lang="en-US" altLang="zh-CN" sz="2800" b="0" i="1" u="none" strike="noStrike" kern="1200" cap="none" spc="0" baseline="0">
                <a:solidFill>
                  <a:schemeClr val="tx1"/>
                </a:solidFill>
                <a:latin typeface="Calibri" pitchFamily="34" charset="0"/>
                <a:ea typeface="ＭＳ Ｐゴシック" pitchFamily="0" charset="0"/>
                <a:cs typeface="Lucida Sans" pitchFamily="0" charset="0"/>
              </a:rPr>
              <a:t>z</a:t>
            </a:r>
            <a:r>
              <a:rPr lang="en-US" altLang="zh-CN" sz="2800" b="0" i="0" u="none" strike="noStrike" kern="1200" cap="none" spc="0" baseline="0">
                <a:solidFill>
                  <a:schemeClr val="tx1"/>
                </a:solidFill>
                <a:latin typeface="Calibri" pitchFamily="34" charset="0"/>
                <a:ea typeface="ＭＳ Ｐゴシック" pitchFamily="0" charset="0"/>
                <a:cs typeface="Lucida Sans" pitchFamily="0" charset="0"/>
              </a:rPr>
              <a:t> curve).</a:t>
            </a:r>
            <a:endParaRPr lang="en-US" altLang="zh-CN" sz="2800" b="0" i="0" u="none" strike="noStrike" kern="1200" cap="none" spc="0" baseline="0">
              <a:solidFill>
                <a:schemeClr val="tx1"/>
              </a:solidFill>
              <a:latin typeface="Calibri" pitchFamily="34" charset="0"/>
              <a:ea typeface="ＭＳ Ｐゴシック" pitchFamily="0" charset="0"/>
              <a:cs typeface="Lucida Sans" pitchFamily="0" charset="0"/>
            </a:endParaRPr>
          </a:p>
          <a:p>
            <a:pPr marL="342900" indent="-342900" algn="just" eaLnBrk="1" hangingPunct="1">
              <a:lnSpc>
                <a:spcPct val="100000"/>
              </a:lnSpc>
              <a:spcBef>
                <a:spcPct val="20000"/>
              </a:spcBef>
              <a:spcAft>
                <a:spcPts val="0"/>
              </a:spcAft>
              <a:buNone/>
            </a:pPr>
            <a:endParaRPr lang="en-US" altLang="zh-CN" sz="2800" b="0" i="0" u="none" strike="noStrike" kern="1200" cap="none" spc="0" baseline="0">
              <a:solidFill>
                <a:schemeClr val="tx1"/>
              </a:solidFill>
              <a:latin typeface="Calibri" pitchFamily="34" charset="0"/>
              <a:ea typeface="ＭＳ Ｐゴシック" pitchFamily="0" charset="0"/>
              <a:cs typeface="Lucida Sans" pitchFamily="0" charset="0"/>
            </a:endParaRPr>
          </a:p>
          <a:p>
            <a:pPr marL="342900" indent="-342900" algn="just" eaLnBrk="1" hangingPunct="1">
              <a:lnSpc>
                <a:spcPct val="100000"/>
              </a:lnSpc>
              <a:spcBef>
                <a:spcPct val="20000"/>
              </a:spcBef>
              <a:spcAft>
                <a:spcPts val="0"/>
              </a:spcAft>
              <a:buNone/>
            </a:pPr>
            <a:endParaRPr lang="zh-CN" altLang="en-US" sz="2800" b="0" i="0" u="none" strike="noStrike" kern="1200" cap="none" spc="0" baseline="0">
              <a:solidFill>
                <a:schemeClr val="tx1"/>
              </a:solidFill>
              <a:latin typeface="Calibri" pitchFamily="34" charset="0"/>
              <a:ea typeface="ＭＳ Ｐゴシック" pitchFamily="0" charset="0"/>
              <a:cs typeface="Lucida Sans" pitchFamily="0" charset="0"/>
            </a:endParaRPr>
          </a:p>
        </p:txBody>
      </p:sp>
      <p:graphicFrame>
        <p:nvGraphicFramePr>
          <p:cNvPr id="696" name="Object"/>
          <p:cNvGraphicFramePr>
            <a:graphicFrameLocks noChangeAspect="1"/>
          </p:cNvGraphicFramePr>
          <p:nvPr/>
        </p:nvGraphicFramePr>
        <p:xfrm>
          <a:off x="6175375" y="4732338"/>
          <a:ext cx="57149" cy="57150"/>
        </p:xfrm>
        <a:graphic>
          <a:graphicData uri="http://schemas.openxmlformats.org/presentationml/2006/ole">
            <mc:AlternateContent xmlns:mc="http://schemas.openxmlformats.org/markup-compatibility/2006">
              <mc:Choice xmlns:v="urn:schemas-microsoft-com:vml" Requires="v">
                <p:oleObj spid="" name="package" imgW="12700" imgH="12700" progId="package">
                  <p:embed/>
                </p:oleObj>
              </mc:Choice>
              <mc:Fallback>
                <p:oleObj name="package" imgW="12700" imgH="12700" progId="package">
                  <p:embed/>
                  <p:pic>
                    <p:nvPicPr>
                      <p:cNvPr id="696" name="Object"/>
                      <p:cNvPicPr>
                        <a:picLocks noChangeAspect="1"/>
                      </p:cNvPicPr>
                      <p:nvPr/>
                    </p:nvPicPr>
                    <p:blipFill>
                      <a:blip r:embed="rId1" cstate="print"/>
                      <a:stretch>
                        <a:fillRect/>
                      </a:stretch>
                    </p:blipFill>
                    <p:spPr>
                      <a:xfrm rot="0">
                        <a:off x="6175375" y="4732338"/>
                        <a:ext cx="57149" cy="57150"/>
                      </a:xfrm>
                      <a:prstGeom prst="rect"/>
                      <a:noFill/>
                      <a:ln cmpd="sng" cap="flat">
                        <a:noFill/>
                        <a:prstDash val="solid"/>
                        <a:round/>
                      </a:ln>
                    </p:spPr>
                  </p:pic>
                </p:oleObj>
              </mc:Fallback>
            </mc:AlternateContent>
          </a:graphicData>
        </a:graphic>
      </p:graphicFrame>
      <p:sp>
        <p:nvSpPr>
          <p:cNvPr id="697" name="Rectangles"/>
          <p:cNvSpPr>
            <a:spLocks noGrp="1"/>
          </p:cNvSpPr>
          <p:nvPr>
            <p:ph type="sldNum" idx="12"/>
          </p:nvPr>
        </p:nvSpPr>
        <p:spPr>
          <a:xfrm rot="0">
            <a:off x="1981200" y="6356351"/>
            <a:ext cx="2133600" cy="365125"/>
          </a:xfrm>
          <a:prstGeom prst="rect"/>
          <a:noFill/>
          <a:ln w="12700" cmpd="sng" cap="flat">
            <a:noFill/>
            <a:prstDash val="solid"/>
            <a:miter/>
          </a:ln>
        </p:spPr>
        <p:txBody>
          <a:bodyPr vert="horz" wrap="square" lIns="91440" tIns="45720" rIns="91440" bIns="45720" anchor="ctr" anchorCtr="0">
            <a:prstTxWarp prst="textNoShape"/>
          </a:bodyPr>
          <a:lstStyle/>
          <a:p>
            <a:pPr marL="0" indent="0" algn="l" eaLnBrk="1" hangingPunct="1">
              <a:lnSpc>
                <a:spcPct val="100000"/>
              </a:lnSpc>
              <a:spcBef>
                <a:spcPts val="0"/>
              </a:spcBef>
              <a:spcAft>
                <a:spcPts val="0"/>
              </a:spcAft>
              <a:buNone/>
            </a:pPr>
            <a:fld id="{CAD2D6BD-DE1B-4B5F-8B41-2702339687B9}" type="slidenum">
              <a:rPr lang="en-US" altLang="zh-CN" sz="1200" b="0" i="0" u="none" strike="noStrike" kern="1200" cap="none" spc="0" baseline="0">
                <a:solidFill>
                  <a:srgbClr val="898989"/>
                </a:solidFill>
                <a:latin typeface="Calibri" pitchFamily="34" charset="0"/>
                <a:ea typeface="MS PGothic" pitchFamily="34" charset="-128"/>
                <a:cs typeface="Arial" pitchFamily="34" charset="0"/>
              </a:rPr>
              <a:t>71</a:t>
            </a:fld>
            <a:endParaRPr lang="zh-CN" altLang="en-US" sz="1200" b="0" i="0" u="none" strike="noStrike" kern="1200" cap="none" spc="0" baseline="0">
              <a:solidFill>
                <a:srgbClr val="898989"/>
              </a:solidFill>
              <a:latin typeface="Calibri" pitchFamily="34" charset="0"/>
              <a:ea typeface="MS PGothic" pitchFamily="34" charset="-128"/>
              <a:cs typeface="Arial" pitchFamily="34" charset="0"/>
            </a:endParaRPr>
          </a:p>
        </p:txBody>
      </p:sp>
    </p:spTree>
    <p:extLst>
      <p:ext uri="{BB962C8B-B14F-4D97-AF65-F5344CB8AC3E}">
        <p14:creationId xmlns:p14="http://schemas.microsoft.com/office/powerpoint/2010/main" val="1507657171"/>
      </p:ext>
    </p:extLst>
  </p:cSld>
  <p:clrMapOvr>
    <a:masterClrMapping/>
  </p:clrMapOvr>
</p:sld>
</file>

<file path=ppt/slides/slide72.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grpSp>
        <p:nvGrpSpPr>
          <p:cNvPr id="713" name="Combination"/>
          <p:cNvGrpSpPr>
            <a:grpSpLocks/>
          </p:cNvGrpSpPr>
          <p:nvPr/>
        </p:nvGrpSpPr>
        <p:grpSpPr>
          <a:xfrm>
            <a:off x="4567237" y="1752599"/>
            <a:ext cx="4883151" cy="1974849"/>
            <a:chOff x="4567237" y="1752599"/>
            <a:chExt cx="4883151" cy="1974849"/>
          </a:xfrm>
        </p:grpSpPr>
        <p:sp>
          <p:nvSpPr>
            <p:cNvPr id="709" name="曲线"/>
            <p:cNvSpPr>
              <a:spLocks/>
            </p:cNvSpPr>
            <p:nvPr/>
          </p:nvSpPr>
          <p:spPr>
            <a:xfrm rot="0">
              <a:off x="4567237" y="1752599"/>
              <a:ext cx="4883151" cy="1528762"/>
            </a:xfrm>
            <a:custGeom>
              <a:gdLst>
                <a:gd name="T1" fmla="*/ 0 w 21600"/>
                <a:gd name="T2" fmla="*/ 0 h 21600"/>
                <a:gd name="T3" fmla="*/ 21600 w 21600"/>
                <a:gd name="T4" fmla="*/ 21600 h 21600"/>
              </a:gdLst>
              <a:rect l="T1" t="T2" r="T3" b="T4"/>
              <a:pathLst>
                <a:path w="21600" h="21600">
                  <a:moveTo>
                    <a:pt x="18151" y="5114"/>
                  </a:moveTo>
                  <a:lnTo>
                    <a:pt x="17982" y="4530"/>
                  </a:lnTo>
                  <a:lnTo>
                    <a:pt x="17702" y="3902"/>
                  </a:lnTo>
                  <a:lnTo>
                    <a:pt x="17281" y="3430"/>
                  </a:lnTo>
                  <a:lnTo>
                    <a:pt x="16747" y="3028"/>
                  </a:lnTo>
                  <a:lnTo>
                    <a:pt x="16298" y="2825"/>
                  </a:lnTo>
                  <a:lnTo>
                    <a:pt x="15743" y="2601"/>
                  </a:lnTo>
                  <a:lnTo>
                    <a:pt x="14907" y="2511"/>
                  </a:lnTo>
                  <a:lnTo>
                    <a:pt x="14114" y="2601"/>
                  </a:lnTo>
                  <a:lnTo>
                    <a:pt x="13370" y="2847"/>
                  </a:lnTo>
                  <a:lnTo>
                    <a:pt x="12815" y="3140"/>
                  </a:lnTo>
                  <a:lnTo>
                    <a:pt x="12492" y="2153"/>
                  </a:lnTo>
                  <a:lnTo>
                    <a:pt x="12063" y="1390"/>
                  </a:lnTo>
                  <a:lnTo>
                    <a:pt x="11487" y="784"/>
                  </a:lnTo>
                  <a:lnTo>
                    <a:pt x="10743" y="358"/>
                  </a:lnTo>
                  <a:lnTo>
                    <a:pt x="9823" y="22"/>
                  </a:lnTo>
                  <a:lnTo>
                    <a:pt x="8925" y="0"/>
                  </a:lnTo>
                  <a:lnTo>
                    <a:pt x="8117" y="179"/>
                  </a:lnTo>
                  <a:lnTo>
                    <a:pt x="7197" y="560"/>
                  </a:lnTo>
                  <a:lnTo>
                    <a:pt x="6516" y="1233"/>
                  </a:lnTo>
                  <a:lnTo>
                    <a:pt x="6023" y="1906"/>
                  </a:lnTo>
                  <a:lnTo>
                    <a:pt x="5701" y="2533"/>
                  </a:lnTo>
                  <a:lnTo>
                    <a:pt x="5638" y="3364"/>
                  </a:lnTo>
                  <a:lnTo>
                    <a:pt x="4998" y="3094"/>
                  </a:lnTo>
                  <a:lnTo>
                    <a:pt x="4248" y="3185"/>
                  </a:lnTo>
                  <a:lnTo>
                    <a:pt x="3630" y="3430"/>
                  </a:lnTo>
                  <a:lnTo>
                    <a:pt x="3096" y="3992"/>
                  </a:lnTo>
                  <a:lnTo>
                    <a:pt x="2710" y="4755"/>
                  </a:lnTo>
                  <a:lnTo>
                    <a:pt x="2562" y="5606"/>
                  </a:lnTo>
                  <a:lnTo>
                    <a:pt x="2584" y="6213"/>
                  </a:lnTo>
                  <a:lnTo>
                    <a:pt x="2218" y="6144"/>
                  </a:lnTo>
                  <a:lnTo>
                    <a:pt x="1768" y="6302"/>
                  </a:lnTo>
                  <a:lnTo>
                    <a:pt x="1327" y="6593"/>
                  </a:lnTo>
                  <a:lnTo>
                    <a:pt x="962" y="6907"/>
                  </a:lnTo>
                  <a:lnTo>
                    <a:pt x="723" y="7198"/>
                  </a:lnTo>
                  <a:lnTo>
                    <a:pt x="512" y="7581"/>
                  </a:lnTo>
                  <a:lnTo>
                    <a:pt x="280" y="8051"/>
                  </a:lnTo>
                  <a:lnTo>
                    <a:pt x="147" y="8635"/>
                  </a:lnTo>
                  <a:lnTo>
                    <a:pt x="125" y="9061"/>
                  </a:lnTo>
                  <a:lnTo>
                    <a:pt x="188" y="9532"/>
                  </a:lnTo>
                  <a:lnTo>
                    <a:pt x="343" y="10115"/>
                  </a:lnTo>
                  <a:lnTo>
                    <a:pt x="147" y="10720"/>
                  </a:lnTo>
                  <a:lnTo>
                    <a:pt x="62" y="11259"/>
                  </a:lnTo>
                  <a:lnTo>
                    <a:pt x="21" y="11865"/>
                  </a:lnTo>
                  <a:lnTo>
                    <a:pt x="125" y="12605"/>
                  </a:lnTo>
                  <a:lnTo>
                    <a:pt x="209" y="13031"/>
                  </a:lnTo>
                  <a:lnTo>
                    <a:pt x="448" y="13570"/>
                  </a:lnTo>
                  <a:lnTo>
                    <a:pt x="125" y="14287"/>
                  </a:lnTo>
                  <a:lnTo>
                    <a:pt x="21" y="14758"/>
                  </a:lnTo>
                  <a:lnTo>
                    <a:pt x="0" y="15385"/>
                  </a:lnTo>
                  <a:lnTo>
                    <a:pt x="62" y="16058"/>
                  </a:lnTo>
                  <a:lnTo>
                    <a:pt x="251" y="16822"/>
                  </a:lnTo>
                  <a:lnTo>
                    <a:pt x="512" y="17360"/>
                  </a:lnTo>
                  <a:lnTo>
                    <a:pt x="897" y="17854"/>
                  </a:lnTo>
                  <a:lnTo>
                    <a:pt x="1537" y="18346"/>
                  </a:lnTo>
                  <a:lnTo>
                    <a:pt x="2218" y="18527"/>
                  </a:lnTo>
                  <a:lnTo>
                    <a:pt x="2843" y="18370"/>
                  </a:lnTo>
                  <a:lnTo>
                    <a:pt x="3244" y="18100"/>
                  </a:lnTo>
                  <a:lnTo>
                    <a:pt x="3524" y="18639"/>
                  </a:lnTo>
                  <a:lnTo>
                    <a:pt x="3820" y="19042"/>
                  </a:lnTo>
                  <a:lnTo>
                    <a:pt x="4079" y="19312"/>
                  </a:lnTo>
                  <a:lnTo>
                    <a:pt x="4570" y="19648"/>
                  </a:lnTo>
                  <a:lnTo>
                    <a:pt x="4998" y="19895"/>
                  </a:lnTo>
                  <a:lnTo>
                    <a:pt x="5638" y="20052"/>
                  </a:lnTo>
                  <a:lnTo>
                    <a:pt x="6256" y="20028"/>
                  </a:lnTo>
                  <a:lnTo>
                    <a:pt x="6873" y="19805"/>
                  </a:lnTo>
                  <a:lnTo>
                    <a:pt x="7429" y="19401"/>
                  </a:lnTo>
                  <a:lnTo>
                    <a:pt x="7751" y="20096"/>
                  </a:lnTo>
                  <a:lnTo>
                    <a:pt x="8054" y="20500"/>
                  </a:lnTo>
                  <a:lnTo>
                    <a:pt x="8433" y="20859"/>
                  </a:lnTo>
                  <a:lnTo>
                    <a:pt x="8882" y="21151"/>
                  </a:lnTo>
                  <a:lnTo>
                    <a:pt x="9395" y="21263"/>
                  </a:lnTo>
                  <a:lnTo>
                    <a:pt x="9866" y="21263"/>
                  </a:lnTo>
                  <a:lnTo>
                    <a:pt x="10315" y="21151"/>
                  </a:lnTo>
                  <a:lnTo>
                    <a:pt x="10870" y="20770"/>
                  </a:lnTo>
                  <a:lnTo>
                    <a:pt x="11192" y="20411"/>
                  </a:lnTo>
                  <a:lnTo>
                    <a:pt x="11487" y="20859"/>
                  </a:lnTo>
                  <a:lnTo>
                    <a:pt x="11811" y="21151"/>
                  </a:lnTo>
                  <a:lnTo>
                    <a:pt x="12197" y="21374"/>
                  </a:lnTo>
                  <a:lnTo>
                    <a:pt x="12752" y="21576"/>
                  </a:lnTo>
                  <a:lnTo>
                    <a:pt x="13327" y="21510"/>
                  </a:lnTo>
                  <a:lnTo>
                    <a:pt x="13924" y="21307"/>
                  </a:lnTo>
                  <a:lnTo>
                    <a:pt x="14353" y="20971"/>
                  </a:lnTo>
                  <a:lnTo>
                    <a:pt x="14781" y="20388"/>
                  </a:lnTo>
                  <a:lnTo>
                    <a:pt x="15033" y="19805"/>
                  </a:lnTo>
                  <a:lnTo>
                    <a:pt x="15483" y="20006"/>
                  </a:lnTo>
                  <a:lnTo>
                    <a:pt x="15995" y="20141"/>
                  </a:lnTo>
                  <a:lnTo>
                    <a:pt x="16614" y="20096"/>
                  </a:lnTo>
                  <a:lnTo>
                    <a:pt x="17146" y="19828"/>
                  </a:lnTo>
                  <a:lnTo>
                    <a:pt x="17555" y="19446"/>
                  </a:lnTo>
                  <a:lnTo>
                    <a:pt x="17899" y="19042"/>
                  </a:lnTo>
                  <a:lnTo>
                    <a:pt x="18173" y="18459"/>
                  </a:lnTo>
                  <a:lnTo>
                    <a:pt x="18236" y="17854"/>
                  </a:lnTo>
                  <a:lnTo>
                    <a:pt x="18538" y="17988"/>
                  </a:lnTo>
                  <a:lnTo>
                    <a:pt x="19028" y="18011"/>
                  </a:lnTo>
                  <a:lnTo>
                    <a:pt x="19583" y="17854"/>
                  </a:lnTo>
                  <a:lnTo>
                    <a:pt x="20139" y="17428"/>
                  </a:lnTo>
                  <a:lnTo>
                    <a:pt x="20525" y="16889"/>
                  </a:lnTo>
                  <a:lnTo>
                    <a:pt x="20848" y="16149"/>
                  </a:lnTo>
                  <a:lnTo>
                    <a:pt x="21038" y="15385"/>
                  </a:lnTo>
                  <a:lnTo>
                    <a:pt x="21101" y="14398"/>
                  </a:lnTo>
                  <a:lnTo>
                    <a:pt x="21080" y="13703"/>
                  </a:lnTo>
                  <a:lnTo>
                    <a:pt x="20911" y="12695"/>
                  </a:lnTo>
                  <a:lnTo>
                    <a:pt x="21291" y="12112"/>
                  </a:lnTo>
                  <a:lnTo>
                    <a:pt x="21487" y="11349"/>
                  </a:lnTo>
                  <a:lnTo>
                    <a:pt x="21591" y="10519"/>
                  </a:lnTo>
                  <a:lnTo>
                    <a:pt x="21591" y="9688"/>
                  </a:lnTo>
                  <a:lnTo>
                    <a:pt x="21465" y="8770"/>
                  </a:lnTo>
                  <a:lnTo>
                    <a:pt x="21206" y="8097"/>
                  </a:lnTo>
                  <a:lnTo>
                    <a:pt x="20778" y="7378"/>
                  </a:lnTo>
                  <a:lnTo>
                    <a:pt x="20336" y="6818"/>
                  </a:lnTo>
                  <a:lnTo>
                    <a:pt x="19802" y="6302"/>
                  </a:lnTo>
                  <a:lnTo>
                    <a:pt x="19114" y="5942"/>
                  </a:lnTo>
                  <a:lnTo>
                    <a:pt x="18475" y="5742"/>
                  </a:lnTo>
                  <a:lnTo>
                    <a:pt x="18173" y="5651"/>
                  </a:lnTo>
                  <a:lnTo>
                    <a:pt x="18151" y="5114"/>
                  </a:lnTo>
                </a:path>
              </a:pathLst>
            </a:custGeom>
            <a:solidFill>
              <a:schemeClr val="bg1"/>
            </a:solidFill>
            <a:ln w="12700" cmpd="sng" cap="rnd">
              <a:solidFill>
                <a:srgbClr val="000000"/>
              </a:solidFill>
              <a:prstDash val="solid"/>
              <a:round/>
            </a:ln>
            <a:effectLst>
              <a:outerShdw sx="100000" sy="100000" algn="ctr" rotWithShape="0" blurRad="0" dist="107762" dir="2700000">
                <a:srgbClr val="EEECE1">
                  <a:alpha val="99607"/>
                </a:srgbClr>
              </a:outerShdw>
            </a:effectLst>
          </p:spPr>
        </p:sp>
        <p:sp>
          <p:nvSpPr>
            <p:cNvPr id="710" name="Oval"/>
            <p:cNvSpPr>
              <a:spLocks/>
            </p:cNvSpPr>
            <p:nvPr/>
          </p:nvSpPr>
          <p:spPr>
            <a:xfrm rot="0">
              <a:off x="8310562" y="3181350"/>
              <a:ext cx="711199" cy="206374"/>
            </a:xfrm>
            <a:prstGeom prst="ellipse"/>
            <a:solidFill>
              <a:schemeClr val="bg1"/>
            </a:solidFill>
            <a:ln w="12700" cmpd="sng" cap="flat">
              <a:solidFill>
                <a:srgbClr val="000000"/>
              </a:solidFill>
              <a:prstDash val="solid"/>
              <a:round/>
            </a:ln>
            <a:effectLst>
              <a:outerShdw sx="100000" sy="100000" algn="ctr" rotWithShape="0" blurRad="0" dist="107762" dir="2700000">
                <a:srgbClr val="EEECE1">
                  <a:alpha val="99607"/>
                </a:srgbClr>
              </a:outerShdw>
            </a:effectLst>
          </p:spPr>
        </p:sp>
        <p:sp>
          <p:nvSpPr>
            <p:cNvPr id="711" name="Oval"/>
            <p:cNvSpPr>
              <a:spLocks/>
            </p:cNvSpPr>
            <p:nvPr/>
          </p:nvSpPr>
          <p:spPr>
            <a:xfrm rot="0">
              <a:off x="8802688" y="3451224"/>
              <a:ext cx="542923" cy="131762"/>
            </a:xfrm>
            <a:prstGeom prst="ellipse"/>
            <a:solidFill>
              <a:schemeClr val="bg1"/>
            </a:solidFill>
            <a:ln w="12700" cmpd="sng" cap="flat">
              <a:solidFill>
                <a:srgbClr val="000000"/>
              </a:solidFill>
              <a:prstDash val="solid"/>
              <a:round/>
            </a:ln>
            <a:effectLst>
              <a:outerShdw sx="100000" sy="100000" algn="ctr" rotWithShape="0" blurRad="0" dist="107762" dir="2700000">
                <a:srgbClr val="EEECE1">
                  <a:alpha val="99607"/>
                </a:srgbClr>
              </a:outerShdw>
            </a:effectLst>
          </p:spPr>
        </p:sp>
        <p:sp>
          <p:nvSpPr>
            <p:cNvPr id="712" name="Oval"/>
            <p:cNvSpPr>
              <a:spLocks/>
            </p:cNvSpPr>
            <p:nvPr/>
          </p:nvSpPr>
          <p:spPr>
            <a:xfrm rot="0">
              <a:off x="9124951" y="3625849"/>
              <a:ext cx="309563" cy="101600"/>
            </a:xfrm>
            <a:prstGeom prst="ellipse"/>
            <a:solidFill>
              <a:schemeClr val="bg1"/>
            </a:solidFill>
            <a:ln w="12700" cmpd="sng" cap="flat">
              <a:solidFill>
                <a:srgbClr val="000000"/>
              </a:solidFill>
              <a:prstDash val="solid"/>
              <a:round/>
            </a:ln>
            <a:effectLst>
              <a:outerShdw sx="100000" sy="100000" algn="ctr" rotWithShape="0" blurRad="0" dist="107762" dir="2700000">
                <a:srgbClr val="EEECE1">
                  <a:alpha val="99607"/>
                </a:srgbClr>
              </a:outerShdw>
            </a:effectLst>
          </p:spPr>
        </p:sp>
      </p:grpSp>
      <p:sp>
        <p:nvSpPr>
          <p:cNvPr id="714" name="Text box"/>
          <p:cNvSpPr>
            <a:spLocks noGrp="1"/>
          </p:cNvSpPr>
          <p:nvPr>
            <p:ph type="title"/>
          </p:nvPr>
        </p:nvSpPr>
        <p:spPr>
          <a:xfrm rot="0">
            <a:off x="2136060" y="260351"/>
            <a:ext cx="8424436" cy="792162"/>
          </a:xfrm>
          <a:prstGeom prst="rect"/>
          <a:noFill/>
          <a:ln w="25400" cmpd="sng" cap="flat">
            <a:solidFill>
              <a:srgbClr val="C0504D"/>
            </a:solidFill>
            <a:prstDash val="solid"/>
            <a:round/>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en-US" altLang="zh-CN" sz="3900" b="1" i="0" u="none" strike="noStrike" kern="1200" cap="none" spc="0" baseline="0">
                <a:solidFill>
                  <a:schemeClr val="tx1"/>
                </a:solidFill>
                <a:latin typeface="Calibri" pitchFamily="34" charset="0"/>
                <a:ea typeface="宋体" pitchFamily="0" charset="0"/>
                <a:cs typeface="Calibri" pitchFamily="34" charset="0"/>
              </a:rPr>
              <a:t>Normal Distribution  Probability</a:t>
            </a:r>
            <a:endParaRPr lang="zh-CN" altLang="en-US" sz="3900" b="1" i="0" u="none" strike="noStrike" kern="1200" cap="none" spc="0" baseline="0">
              <a:solidFill>
                <a:schemeClr val="tx1"/>
              </a:solidFill>
              <a:latin typeface="Calibri" pitchFamily="34" charset="0"/>
              <a:ea typeface="宋体" pitchFamily="0" charset="0"/>
              <a:cs typeface="Calibri" pitchFamily="34" charset="0"/>
            </a:endParaRPr>
          </a:p>
        </p:txBody>
      </p:sp>
      <p:graphicFrame>
        <p:nvGraphicFramePr>
          <p:cNvPr id="715" name="Object">
            <a:hlinkClick r:id="" action="ppaction://media"/>
          </p:cNvPr>
          <p:cNvGraphicFramePr>
            <a:graphicFrameLocks noChangeAspect="1"/>
          </p:cNvGraphicFramePr>
          <p:nvPr/>
        </p:nvGraphicFramePr>
        <p:xfrm>
          <a:off x="5334000" y="2057400"/>
          <a:ext cx="3352800" cy="914400"/>
        </p:xfrm>
        <a:graphic>
          <a:graphicData uri="http://schemas.openxmlformats.org/presentationml/2006/ole">
            <mc:AlternateContent xmlns:mc="http://schemas.openxmlformats.org/markup-compatibility/2006">
              <mc:Choice xmlns:v="urn:schemas-microsoft-com:vml" Requires="v">
                <p:oleObj spid="" name="package" imgW="54457600" imgH="11785600" progId="package">
                  <p:embed/>
                </p:oleObj>
              </mc:Choice>
              <mc:Fallback>
                <p:oleObj name="package" imgW="54457600" imgH="11785600" progId="package">
                  <p:embed/>
                  <p:pic>
                    <p:nvPicPr>
                      <p:cNvPr id="715" name="Object">
                        <a:hlinkClick r:id="" action="ppaction://media"/>
                      </p:cNvPr>
                      <p:cNvPicPr>
                        <a:picLocks noChangeAspect="1"/>
                      </p:cNvPicPr>
                      <p:nvPr/>
                    </p:nvPicPr>
                    <p:blipFill>
                      <a:blip r:embed="rId1" cstate="print"/>
                      <a:stretch>
                        <a:fillRect/>
                      </a:stretch>
                    </p:blipFill>
                    <p:spPr>
                      <a:xfrm rot="0">
                        <a:off x="5334000" y="2057400"/>
                        <a:ext cx="3352800" cy="914400"/>
                      </a:xfrm>
                      <a:prstGeom prst="rect"/>
                      <a:noFill/>
                      <a:ln cmpd="sng" cap="flat">
                        <a:noFill/>
                        <a:prstDash val="solid"/>
                        <a:round/>
                      </a:ln>
                    </p:spPr>
                  </p:pic>
                </p:oleObj>
              </mc:Fallback>
            </mc:AlternateContent>
          </a:graphicData>
        </a:graphic>
      </p:graphicFrame>
      <p:graphicFrame>
        <p:nvGraphicFramePr>
          <p:cNvPr id="716" name="Object">
            <a:hlinkClick r:id="" action="ppaction://media"/>
          </p:cNvPr>
          <p:cNvGraphicFramePr>
            <a:graphicFrameLocks noChangeAspect="1"/>
          </p:cNvGraphicFramePr>
          <p:nvPr/>
        </p:nvGraphicFramePr>
        <p:xfrm>
          <a:off x="1970088" y="3319464"/>
          <a:ext cx="5421312" cy="2846386"/>
        </p:xfrm>
        <a:graphic>
          <a:graphicData uri="http://schemas.openxmlformats.org/presentationml/2006/ole">
            <mc:AlternateContent xmlns:mc="http://schemas.openxmlformats.org/markup-compatibility/2006">
              <mc:Choice xmlns:v="urn:schemas-microsoft-com:vml" Requires="v">
                <p:oleObj spid="" name="package" imgW="7658100" imgH="4203700" progId="package">
                  <p:embed/>
                </p:oleObj>
              </mc:Choice>
              <mc:Fallback>
                <p:oleObj name="package" imgW="7658100" imgH="4203700" progId="package">
                  <p:embed/>
                  <p:pic>
                    <p:nvPicPr>
                      <p:cNvPr id="716" name="Object">
                        <a:hlinkClick r:id="" action="ppaction://media"/>
                      </p:cNvPr>
                      <p:cNvPicPr>
                        <a:picLocks noChangeAspect="1"/>
                      </p:cNvPicPr>
                      <p:nvPr/>
                    </p:nvPicPr>
                    <p:blipFill>
                      <a:blip r:embed="rId2" cstate="print"/>
                      <a:stretch>
                        <a:fillRect/>
                      </a:stretch>
                    </p:blipFill>
                    <p:spPr>
                      <a:xfrm rot="0">
                        <a:off x="1970088" y="3319464"/>
                        <a:ext cx="5421312" cy="2846386"/>
                      </a:xfrm>
                      <a:prstGeom prst="rect"/>
                      <a:solidFill>
                        <a:schemeClr val="tx1"/>
                      </a:solidFill>
                      <a:ln cmpd="sng" cap="flat">
                        <a:noFill/>
                        <a:prstDash val="solid"/>
                        <a:round/>
                      </a:ln>
                      <a:effectLst>
                        <a:outerShdw sx="100000" sy="100000" algn="ctr" rotWithShape="0" blurRad="0" dist="53882" dir="2700000">
                          <a:srgbClr val="EEECE1">
                            <a:alpha val="99607"/>
                          </a:srgbClr>
                        </a:outerShdw>
                      </a:effectLst>
                    </p:spPr>
                  </p:pic>
                </p:oleObj>
              </mc:Fallback>
            </mc:AlternateContent>
          </a:graphicData>
        </a:graphic>
      </p:graphicFrame>
      <p:sp>
        <p:nvSpPr>
          <p:cNvPr id="717" name="Rectangles"/>
          <p:cNvSpPr>
            <a:spLocks/>
          </p:cNvSpPr>
          <p:nvPr/>
        </p:nvSpPr>
        <p:spPr>
          <a:xfrm rot="0">
            <a:off x="1982789" y="1830388"/>
            <a:ext cx="2359025" cy="1374775"/>
          </a:xfrm>
          <a:prstGeom prst="rect"/>
          <a:solidFill>
            <a:schemeClr val="bg1"/>
          </a:solidFill>
          <a:ln w="12700" cmpd="sng" cap="flat">
            <a:noFill/>
            <a:prstDash val="solid"/>
            <a:round/>
          </a:ln>
        </p:spPr>
        <p:txBody>
          <a:bodyPr vert="horz" wrap="square" lIns="90488" tIns="44450" rIns="90488" bIns="44450" anchor="t" anchorCtr="0">
            <a:prstTxWarp prst="textNoShape"/>
            <a:spAutoFit/>
          </a:bodyPr>
          <a:lstStyle/>
          <a:p>
            <a:pPr marL="0" indent="0" algn="ctr" eaLnBrk="0" hangingPunct="0">
              <a:lnSpc>
                <a:spcPct val="100000"/>
              </a:lnSpc>
              <a:spcBef>
                <a:spcPct val="20000"/>
              </a:spcBef>
              <a:spcAft>
                <a:spcPts val="0"/>
              </a:spcAft>
              <a:buNone/>
            </a:pPr>
            <a:r>
              <a:rPr lang="en-US" altLang="zh-CN" sz="2800" b="0" i="0" u="none" strike="noStrike" kern="1200" cap="none" spc="0" baseline="0">
                <a:solidFill>
                  <a:schemeClr val="tx1"/>
                </a:solidFill>
                <a:latin typeface="Calibri" pitchFamily="34" charset="0"/>
                <a:ea typeface="MS PGothic" pitchFamily="34" charset="-128"/>
                <a:cs typeface="Calibri" pitchFamily="34" charset="0"/>
              </a:rPr>
              <a:t>Probability is </a:t>
            </a:r>
            <a:br>
              <a:rPr lang="zh-CN" altLang="en-US" sz="2800" b="0" i="0" u="none" strike="noStrike" kern="1200" cap="none" spc="0" baseline="0">
                <a:solidFill>
                  <a:schemeClr val="tx1"/>
                </a:solidFill>
                <a:latin typeface="Calibri" pitchFamily="34" charset="0"/>
                <a:ea typeface="MS PGothic" pitchFamily="34" charset="-128"/>
                <a:cs typeface="Calibri" pitchFamily="34" charset="0"/>
              </a:rPr>
            </a:br>
            <a:r>
              <a:rPr lang="en-US" altLang="zh-CN" sz="2800" b="0" i="0" u="none" strike="noStrike" kern="1200" cap="none" spc="0" baseline="0">
                <a:solidFill>
                  <a:schemeClr val="tx1"/>
                </a:solidFill>
                <a:latin typeface="Calibri" pitchFamily="34" charset="0"/>
                <a:ea typeface="MS PGothic" pitchFamily="34" charset="-128"/>
                <a:cs typeface="Calibri" pitchFamily="34" charset="0"/>
              </a:rPr>
              <a:t>area under </a:t>
            </a:r>
            <a:br>
              <a:rPr lang="zh-CN" altLang="en-US" sz="2800" b="0" i="0" u="none" strike="noStrike" kern="1200" cap="none" spc="0" baseline="0">
                <a:solidFill>
                  <a:schemeClr val="tx1"/>
                </a:solidFill>
                <a:latin typeface="Calibri" pitchFamily="34" charset="0"/>
                <a:ea typeface="MS PGothic" pitchFamily="34" charset="-128"/>
                <a:cs typeface="Calibri" pitchFamily="34" charset="0"/>
              </a:rPr>
            </a:br>
            <a:r>
              <a:rPr lang="en-US" altLang="zh-CN" sz="2800" b="0" i="0" u="none" strike="noStrike" kern="1200" cap="none" spc="0" baseline="0">
                <a:solidFill>
                  <a:schemeClr val="tx1"/>
                </a:solidFill>
                <a:latin typeface="Calibri" pitchFamily="34" charset="0"/>
                <a:ea typeface="MS PGothic" pitchFamily="34" charset="-128"/>
                <a:cs typeface="Calibri" pitchFamily="34" charset="0"/>
              </a:rPr>
              <a:t>curve!</a:t>
            </a:r>
            <a:endParaRPr lang="zh-CN" altLang="en-US" sz="2800" b="0" i="0" u="none" strike="noStrike" kern="1200" cap="none" spc="0" baseline="0">
              <a:solidFill>
                <a:schemeClr val="tx1"/>
              </a:solidFill>
              <a:latin typeface="Calibri" pitchFamily="34" charset="0"/>
              <a:ea typeface="MS PGothic" pitchFamily="34" charset="-128"/>
              <a:cs typeface="Calibri" pitchFamily="34" charset="0"/>
            </a:endParaRPr>
          </a:p>
        </p:txBody>
      </p:sp>
      <p:graphicFrame>
        <p:nvGraphicFramePr>
          <p:cNvPr id="718" name="Object">
            <a:hlinkClick r:id="" action="ppaction://media"/>
          </p:cNvPr>
          <p:cNvGraphicFramePr>
            <a:graphicFrameLocks noChangeAspect="1"/>
          </p:cNvGraphicFramePr>
          <p:nvPr/>
        </p:nvGraphicFramePr>
        <p:xfrm>
          <a:off x="8040688" y="3573463"/>
          <a:ext cx="2482848" cy="2646362"/>
        </p:xfrm>
        <a:graphic>
          <a:graphicData uri="http://schemas.openxmlformats.org/presentationml/2006/ole">
            <mc:AlternateContent xmlns:mc="http://schemas.openxmlformats.org/markup-compatibility/2006">
              <mc:Choice xmlns:v="urn:schemas-microsoft-com:vml" Requires="v">
                <p:oleObj spid="" name="package" imgW="4343400" imgH="4584700" progId="package">
                  <p:embed/>
                </p:oleObj>
              </mc:Choice>
              <mc:Fallback>
                <p:oleObj name="package" imgW="4343400" imgH="4584700" progId="package">
                  <p:embed/>
                  <p:pic>
                    <p:nvPicPr>
                      <p:cNvPr id="718" name="Object">
                        <a:hlinkClick r:id="" action="ppaction://media"/>
                      </p:cNvPr>
                      <p:cNvPicPr>
                        <a:picLocks noChangeAspect="1"/>
                      </p:cNvPicPr>
                      <p:nvPr/>
                    </p:nvPicPr>
                    <p:blipFill>
                      <a:blip r:embed="rId3" cstate="print"/>
                      <a:stretch>
                        <a:fillRect/>
                      </a:stretch>
                    </p:blipFill>
                    <p:spPr>
                      <a:xfrm rot="0">
                        <a:off x="8040688" y="3573463"/>
                        <a:ext cx="2482848" cy="2646362"/>
                      </a:xfrm>
                      <a:prstGeom prst="rect"/>
                      <a:noFill/>
                      <a:ln cmpd="sng" cap="flat">
                        <a:noFill/>
                        <a:prstDash val="solid"/>
                        <a:round/>
                      </a:ln>
                      <a:effectLst>
                        <a:outerShdw sx="100000" sy="100000" algn="ctr" rotWithShape="0" blurRad="0" dist="107762" dir="2700000">
                          <a:srgbClr val="EEECE1">
                            <a:alpha val="99607"/>
                          </a:srgbClr>
                        </a:outerShdw>
                      </a:effectLst>
                    </p:spPr>
                  </p:pic>
                </p:oleObj>
              </mc:Fallback>
            </mc:AlternateContent>
          </a:graphicData>
        </a:graphic>
      </p:graphicFrame>
    </p:spTree>
    <p:extLst>
      <p:ext uri="{BB962C8B-B14F-4D97-AF65-F5344CB8AC3E}">
        <p14:creationId xmlns:p14="http://schemas.microsoft.com/office/powerpoint/2010/main" val="54680036"/>
      </p:ext>
    </p:extLst>
  </p:cSld>
  <p:clrMapOvr>
    <a:masterClrMapping/>
  </p:clrMapOvr>
  <p:transition>
    <p:wipe dir="r"/>
  </p:transition>
</p:sld>
</file>

<file path=ppt/slides/slide73.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graphicFrame>
        <p:nvGraphicFramePr>
          <p:cNvPr id="722" name="Object">
            <a:hlinkClick r:id="" action="ppaction://media"/>
          </p:cNvPr>
          <p:cNvGraphicFramePr>
            <a:graphicFrameLocks noChangeAspect="1"/>
          </p:cNvGraphicFramePr>
          <p:nvPr/>
        </p:nvGraphicFramePr>
        <p:xfrm>
          <a:off x="1776414" y="2978150"/>
          <a:ext cx="5832475" cy="2851150"/>
        </p:xfrm>
        <a:graphic>
          <a:graphicData uri="http://schemas.openxmlformats.org/presentationml/2006/ole">
            <mc:AlternateContent xmlns:mc="http://schemas.openxmlformats.org/markup-compatibility/2006">
              <mc:Choice xmlns:v="urn:schemas-microsoft-com:vml" Requires="v">
                <p:oleObj spid="" name="package" imgW="9715500" imgH="4737100" progId="package">
                  <p:embed/>
                </p:oleObj>
              </mc:Choice>
              <mc:Fallback>
                <p:oleObj name="package" imgW="9715500" imgH="4737100" progId="package">
                  <p:embed/>
                  <p:pic>
                    <p:nvPicPr>
                      <p:cNvPr id="722" name="Object">
                        <a:hlinkClick r:id="" action="ppaction://media"/>
                      </p:cNvPr>
                      <p:cNvPicPr>
                        <a:picLocks noChangeAspect="1"/>
                      </p:cNvPicPr>
                      <p:nvPr/>
                    </p:nvPicPr>
                    <p:blipFill>
                      <a:blip r:embed="rId1" cstate="print"/>
                      <a:stretch>
                        <a:fillRect/>
                      </a:stretch>
                    </p:blipFill>
                    <p:spPr>
                      <a:xfrm rot="0">
                        <a:off x="1776414" y="2978150"/>
                        <a:ext cx="5832475" cy="2851150"/>
                      </a:xfrm>
                      <a:prstGeom prst="rect"/>
                      <a:solidFill>
                        <a:schemeClr val="tx1"/>
                      </a:solidFill>
                      <a:ln cmpd="sng" cap="flat">
                        <a:noFill/>
                        <a:prstDash val="solid"/>
                        <a:round/>
                      </a:ln>
                      <a:effectLst>
                        <a:outerShdw sx="100000" sy="100000" algn="ctr" rotWithShape="0" blurRad="0" dist="35921" dir="2700000">
                          <a:srgbClr val="EEECE1">
                            <a:alpha val="99607"/>
                          </a:srgbClr>
                        </a:outerShdw>
                      </a:effectLst>
                    </p:spPr>
                  </p:pic>
                </p:oleObj>
              </mc:Fallback>
            </mc:AlternateContent>
          </a:graphicData>
        </a:graphic>
      </p:graphicFrame>
      <p:sp>
        <p:nvSpPr>
          <p:cNvPr id="723" name="Text box"/>
          <p:cNvSpPr>
            <a:spLocks noGrp="1"/>
          </p:cNvSpPr>
          <p:nvPr>
            <p:ph type="title"/>
          </p:nvPr>
        </p:nvSpPr>
        <p:spPr>
          <a:xfrm rot="0">
            <a:off x="1703324" y="260350"/>
            <a:ext cx="8785163" cy="1080418"/>
          </a:xfrm>
          <a:prstGeom prst="rect"/>
          <a:noFill/>
          <a:ln w="25400" cmpd="sng" cap="flat">
            <a:solidFill>
              <a:srgbClr val="C0504D"/>
            </a:solidFill>
            <a:prstDash val="solid"/>
            <a:round/>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en-US" altLang="zh-CN" sz="4000" b="1" i="0" u="none" strike="noStrike" kern="1200" cap="none" spc="0" baseline="0">
                <a:solidFill>
                  <a:schemeClr val="tx1"/>
                </a:solidFill>
                <a:latin typeface="Calibri" pitchFamily="34" charset="0"/>
                <a:ea typeface="宋体" pitchFamily="0" charset="0"/>
                <a:cs typeface="Calibri" pitchFamily="34" charset="0"/>
              </a:rPr>
              <a:t>Infinite Number of Distribution Tables</a:t>
            </a:r>
            <a:endParaRPr lang="zh-CN" altLang="en-US" sz="4000" b="1" i="0" u="none" strike="noStrike" kern="1200" cap="none" spc="0" baseline="0">
              <a:solidFill>
                <a:schemeClr val="tx1"/>
              </a:solidFill>
              <a:latin typeface="Calibri" pitchFamily="34" charset="0"/>
              <a:ea typeface="宋体" pitchFamily="0" charset="0"/>
              <a:cs typeface="Calibri" pitchFamily="34" charset="0"/>
            </a:endParaRPr>
          </a:p>
        </p:txBody>
      </p:sp>
      <p:sp>
        <p:nvSpPr>
          <p:cNvPr id="724" name="Rectangles"/>
          <p:cNvSpPr>
            <a:spLocks/>
          </p:cNvSpPr>
          <p:nvPr/>
        </p:nvSpPr>
        <p:spPr>
          <a:xfrm rot="0">
            <a:off x="768081" y="1906589"/>
            <a:ext cx="5613668" cy="946149"/>
          </a:xfrm>
          <a:prstGeom prst="rect"/>
          <a:noFill/>
          <a:ln w="12700" cmpd="sng" cap="flat">
            <a:noFill/>
            <a:prstDash val="solid"/>
            <a:round/>
          </a:ln>
        </p:spPr>
        <p:txBody>
          <a:bodyPr vert="horz" wrap="square" lIns="90488" tIns="44450" rIns="90488" bIns="44450" anchor="t" anchorCtr="0">
            <a:prstTxWarp prst="textNoShape"/>
            <a:spAutoFit/>
          </a:bodyPr>
          <a:lstStyle/>
          <a:p>
            <a:pPr marL="0" indent="0" algn="l" eaLnBrk="0" hangingPunct="0">
              <a:lnSpc>
                <a:spcPct val="100000"/>
              </a:lnSpc>
              <a:spcBef>
                <a:spcPct val="50000"/>
              </a:spcBef>
              <a:spcAft>
                <a:spcPts val="0"/>
              </a:spcAft>
              <a:buNone/>
            </a:pPr>
            <a:r>
              <a:rPr lang="en-US" altLang="zh-CN" sz="2800" b="0" i="0" u="none" strike="noStrike" kern="1200" cap="none" spc="0" baseline="0">
                <a:solidFill>
                  <a:schemeClr val="tx1"/>
                </a:solidFill>
                <a:latin typeface="Calibri" pitchFamily="34" charset="0"/>
                <a:ea typeface="MS PGothic" pitchFamily="34" charset="-128"/>
                <a:cs typeface="Calibri" pitchFamily="34" charset="0"/>
              </a:rPr>
              <a:t>Normal distributions differ by mean &amp; standard deviation.</a:t>
            </a:r>
            <a:endParaRPr lang="zh-CN" altLang="en-US" sz="2800" b="0" i="0" u="none" strike="noStrike" kern="1200" cap="none" spc="0" baseline="0">
              <a:solidFill>
                <a:schemeClr val="tx1"/>
              </a:solidFill>
              <a:latin typeface="Calibri" pitchFamily="34" charset="0"/>
              <a:ea typeface="MS PGothic" pitchFamily="34" charset="-128"/>
              <a:cs typeface="Calibri" pitchFamily="34" charset="0"/>
            </a:endParaRPr>
          </a:p>
        </p:txBody>
      </p:sp>
      <p:sp>
        <p:nvSpPr>
          <p:cNvPr id="725" name="Rectangles"/>
          <p:cNvSpPr>
            <a:spLocks/>
          </p:cNvSpPr>
          <p:nvPr/>
        </p:nvSpPr>
        <p:spPr>
          <a:xfrm rot="0">
            <a:off x="6724650" y="1906589"/>
            <a:ext cx="4851401" cy="946149"/>
          </a:xfrm>
          <a:prstGeom prst="rect"/>
          <a:noFill/>
          <a:ln w="12700" cmpd="sng" cap="flat">
            <a:noFill/>
            <a:prstDash val="solid"/>
            <a:round/>
          </a:ln>
        </p:spPr>
        <p:txBody>
          <a:bodyPr vert="horz" wrap="square" lIns="90488" tIns="44450" rIns="90488" bIns="44450" anchor="t" anchorCtr="0">
            <a:prstTxWarp prst="textNoShape"/>
            <a:spAutoFit/>
          </a:bodyPr>
          <a:lstStyle/>
          <a:p>
            <a:pPr marL="0" indent="0" algn="l" eaLnBrk="0" hangingPunct="0">
              <a:lnSpc>
                <a:spcPct val="100000"/>
              </a:lnSpc>
              <a:spcBef>
                <a:spcPct val="50000"/>
              </a:spcBef>
              <a:spcAft>
                <a:spcPts val="0"/>
              </a:spcAft>
              <a:buNone/>
            </a:pPr>
            <a:r>
              <a:rPr lang="en-US" altLang="zh-CN" sz="2800" b="0" i="0" u="none" strike="noStrike" kern="1200" cap="none" spc="0" baseline="0">
                <a:solidFill>
                  <a:schemeClr val="tx1"/>
                </a:solidFill>
                <a:latin typeface="Calibri" pitchFamily="34" charset="0"/>
                <a:ea typeface="MS PGothic" pitchFamily="34" charset="-128"/>
                <a:cs typeface="Calibri" pitchFamily="34" charset="0"/>
              </a:rPr>
              <a:t>Each distribution would require its own table.</a:t>
            </a:r>
            <a:endParaRPr lang="zh-CN" altLang="en-US" sz="2800" b="0" i="0" u="none" strike="noStrike" kern="1200" cap="none" spc="0" baseline="0">
              <a:solidFill>
                <a:schemeClr val="tx1"/>
              </a:solidFill>
              <a:latin typeface="Calibri" pitchFamily="34" charset="0"/>
              <a:ea typeface="MS PGothic" pitchFamily="34" charset="-128"/>
              <a:cs typeface="Calibri" pitchFamily="34" charset="0"/>
            </a:endParaRPr>
          </a:p>
        </p:txBody>
      </p:sp>
      <p:sp>
        <p:nvSpPr>
          <p:cNvPr id="726" name="Rectangles"/>
          <p:cNvSpPr>
            <a:spLocks/>
          </p:cNvSpPr>
          <p:nvPr/>
        </p:nvSpPr>
        <p:spPr>
          <a:xfrm rot="0">
            <a:off x="6024564" y="5854701"/>
            <a:ext cx="4111625" cy="946148"/>
          </a:xfrm>
          <a:prstGeom prst="rect"/>
          <a:noFill/>
          <a:ln w="12700" cmpd="sng" cap="flat">
            <a:noFill/>
            <a:prstDash val="solid"/>
            <a:miter/>
          </a:ln>
        </p:spPr>
        <p:txBody>
          <a:bodyPr vert="horz" wrap="square" lIns="90488" tIns="44450" rIns="90488" bIns="44450" anchor="t" anchorCtr="0">
            <a:prstTxWarp prst="textNoShape"/>
            <a:spAutoFit/>
          </a:bodyPr>
          <a:lstStyle/>
          <a:p>
            <a:pPr marL="0" indent="0" algn="r" eaLnBrk="0" hangingPunct="0">
              <a:lnSpc>
                <a:spcPct val="100000"/>
              </a:lnSpc>
              <a:spcBef>
                <a:spcPct val="50000"/>
              </a:spcBef>
              <a:spcAft>
                <a:spcPts val="0"/>
              </a:spcAft>
              <a:buNone/>
            </a:pPr>
            <a:r>
              <a:rPr lang="en-US" altLang="zh-CN" sz="2800" b="1" i="0" u="none" strike="noStrike" kern="1200" cap="none" spc="0" baseline="0">
                <a:solidFill>
                  <a:schemeClr val="accent2"/>
                </a:solidFill>
                <a:effectLst>
                  <a:outerShdw sx="100000" sy="100000" blurRad="38100" dir="2700000" dist="38100" algn="tl">
                    <a:srgbClr val="C0C0C0"/>
                  </a:outerShdw>
                </a:effectLst>
                <a:latin typeface="Calibri" pitchFamily="34" charset="0"/>
                <a:ea typeface="MS PGothic" pitchFamily="34" charset="-128"/>
                <a:cs typeface="Calibri" pitchFamily="34" charset="0"/>
              </a:rPr>
              <a:t>That</a:t>
            </a:r>
            <a:r>
              <a:rPr lang="en-US" altLang="zh-CN" sz="2800" b="1" i="0" u="none" strike="noStrike" kern="1200" cap="none" spc="0" baseline="0">
                <a:solidFill>
                  <a:schemeClr val="accent2"/>
                </a:solidFill>
                <a:effectLst>
                  <a:outerShdw sx="100000" sy="100000" blurRad="38100" dir="2700000" dist="38100" algn="tl">
                    <a:srgbClr val="C0C0C0"/>
                  </a:outerShdw>
                </a:effectLst>
                <a:latin typeface="Calibri" pitchFamily="34" charset="0"/>
                <a:ea typeface="MS PGothic" pitchFamily="34" charset="-128"/>
                <a:cs typeface="Calibri" pitchFamily="34" charset="0"/>
              </a:rPr>
              <a:t>’</a:t>
            </a:r>
            <a:r>
              <a:rPr lang="en-US" altLang="zh-CN" sz="2800" b="1" i="0" u="none" strike="noStrike" kern="1200" cap="none" spc="0" baseline="0">
                <a:solidFill>
                  <a:schemeClr val="accent2"/>
                </a:solidFill>
                <a:effectLst>
                  <a:outerShdw sx="100000" sy="100000" blurRad="38100" dir="2700000" dist="38100" algn="tl">
                    <a:srgbClr val="C0C0C0"/>
                  </a:outerShdw>
                </a:effectLst>
                <a:latin typeface="Calibri" pitchFamily="34" charset="0"/>
                <a:ea typeface="MS PGothic" pitchFamily="34" charset="-128"/>
                <a:cs typeface="Calibri" pitchFamily="34" charset="0"/>
              </a:rPr>
              <a:t>s an </a:t>
            </a:r>
            <a:r>
              <a:rPr lang="en-US" altLang="zh-CN" sz="2800" b="1" i="1" u="none" strike="noStrike" kern="1200" cap="none" spc="0" baseline="0">
                <a:solidFill>
                  <a:schemeClr val="accent2"/>
                </a:solidFill>
                <a:effectLst>
                  <a:outerShdw sx="100000" sy="100000" blurRad="38100" dir="2700000" dist="38100" algn="tl">
                    <a:srgbClr val="C0C0C0"/>
                  </a:outerShdw>
                </a:effectLst>
                <a:latin typeface="Calibri" pitchFamily="34" charset="0"/>
                <a:ea typeface="MS PGothic" pitchFamily="34" charset="-128"/>
                <a:cs typeface="Calibri" pitchFamily="34" charset="0"/>
              </a:rPr>
              <a:t>infinite </a:t>
            </a:r>
            <a:r>
              <a:rPr lang="en-US" altLang="zh-CN" sz="2800" b="1" i="0" u="none" strike="noStrike" kern="1200" cap="none" spc="0" baseline="0">
                <a:solidFill>
                  <a:schemeClr val="accent2"/>
                </a:solidFill>
                <a:effectLst>
                  <a:outerShdw sx="100000" sy="100000" blurRad="38100" dir="2700000" dist="38100" algn="tl">
                    <a:srgbClr val="C0C0C0"/>
                  </a:outerShdw>
                </a:effectLst>
                <a:latin typeface="Calibri" pitchFamily="34" charset="0"/>
                <a:ea typeface="MS PGothic" pitchFamily="34" charset="-128"/>
                <a:cs typeface="Calibri" pitchFamily="34" charset="0"/>
              </a:rPr>
              <a:t>number!</a:t>
            </a:r>
            <a:endParaRPr lang="zh-CN" altLang="en-US" sz="2800" b="1" i="0" u="none" strike="noStrike" kern="1200" cap="none" spc="0" baseline="0">
              <a:solidFill>
                <a:schemeClr val="accent2"/>
              </a:solidFill>
              <a:effectLst>
                <a:outerShdw sx="100000" sy="100000" blurRad="38100" dir="2700000" dist="38100" algn="tl">
                  <a:srgbClr val="C0C0C0"/>
                </a:outerShdw>
              </a:effectLst>
              <a:latin typeface="Calibri" pitchFamily="34" charset="0"/>
              <a:ea typeface="MS PGothic" pitchFamily="34" charset="-128"/>
              <a:cs typeface="Calibri" pitchFamily="34" charset="0"/>
            </a:endParaRPr>
          </a:p>
        </p:txBody>
      </p:sp>
      <p:grpSp>
        <p:nvGrpSpPr>
          <p:cNvPr id="763" name="Combination"/>
          <p:cNvGrpSpPr>
            <a:grpSpLocks/>
          </p:cNvGrpSpPr>
          <p:nvPr/>
        </p:nvGrpSpPr>
        <p:grpSpPr>
          <a:xfrm>
            <a:off x="7608889" y="3427405"/>
            <a:ext cx="3729023" cy="1585570"/>
            <a:chOff x="7608889" y="3427405"/>
            <a:chExt cx="3729023" cy="1585570"/>
          </a:xfrm>
        </p:grpSpPr>
        <p:sp>
          <p:nvSpPr>
            <p:cNvPr id="727" name="曲线"/>
            <p:cNvSpPr>
              <a:spLocks/>
            </p:cNvSpPr>
            <p:nvPr/>
          </p:nvSpPr>
          <p:spPr>
            <a:xfrm rot="0">
              <a:off x="8452890" y="3427405"/>
              <a:ext cx="2514418" cy="547630"/>
            </a:xfrm>
            <a:custGeom>
              <a:gdLst>
                <a:gd name="T1" fmla="*/ 0 w 21600"/>
                <a:gd name="T2" fmla="*/ 0 h 21600"/>
                <a:gd name="T3" fmla="*/ 21600 w 21600"/>
                <a:gd name="T4" fmla="*/ 21600 h 21600"/>
              </a:gdLst>
              <a:rect l="T1" t="T2" r="T3" b="T4"/>
              <a:pathLst>
                <a:path w="21600" h="21600">
                  <a:moveTo>
                    <a:pt x="92" y="16740"/>
                  </a:moveTo>
                  <a:lnTo>
                    <a:pt x="1695" y="16500"/>
                  </a:lnTo>
                  <a:lnTo>
                    <a:pt x="1614" y="13469"/>
                  </a:lnTo>
                  <a:lnTo>
                    <a:pt x="3473" y="12554"/>
                  </a:lnTo>
                  <a:lnTo>
                    <a:pt x="3938" y="5387"/>
                  </a:lnTo>
                  <a:lnTo>
                    <a:pt x="4055" y="4955"/>
                  </a:lnTo>
                  <a:lnTo>
                    <a:pt x="6331" y="3847"/>
                  </a:lnTo>
                  <a:lnTo>
                    <a:pt x="5949" y="3030"/>
                  </a:lnTo>
                  <a:lnTo>
                    <a:pt x="6100" y="2838"/>
                  </a:lnTo>
                  <a:lnTo>
                    <a:pt x="6017" y="3030"/>
                  </a:lnTo>
                  <a:lnTo>
                    <a:pt x="6100" y="2452"/>
                  </a:lnTo>
                  <a:lnTo>
                    <a:pt x="11083" y="0"/>
                  </a:lnTo>
                  <a:lnTo>
                    <a:pt x="11131" y="625"/>
                  </a:lnTo>
                  <a:lnTo>
                    <a:pt x="14977" y="2596"/>
                  </a:lnTo>
                  <a:lnTo>
                    <a:pt x="14977" y="5387"/>
                  </a:lnTo>
                  <a:lnTo>
                    <a:pt x="16068" y="5195"/>
                  </a:lnTo>
                  <a:lnTo>
                    <a:pt x="17742" y="6252"/>
                  </a:lnTo>
                  <a:lnTo>
                    <a:pt x="17892" y="14767"/>
                  </a:lnTo>
                  <a:lnTo>
                    <a:pt x="19194" y="13902"/>
                  </a:lnTo>
                  <a:lnTo>
                    <a:pt x="21587" y="13229"/>
                  </a:lnTo>
                  <a:lnTo>
                    <a:pt x="13547" y="21550"/>
                  </a:lnTo>
                  <a:lnTo>
                    <a:pt x="12780" y="21215"/>
                  </a:lnTo>
                  <a:lnTo>
                    <a:pt x="12640" y="11497"/>
                  </a:lnTo>
                  <a:lnTo>
                    <a:pt x="7005" y="7360"/>
                  </a:lnTo>
                  <a:lnTo>
                    <a:pt x="1138" y="20348"/>
                  </a:lnTo>
                  <a:lnTo>
                    <a:pt x="0" y="19483"/>
                  </a:lnTo>
                  <a:lnTo>
                    <a:pt x="92" y="16740"/>
                  </a:lnTo>
                </a:path>
              </a:pathLst>
            </a:custGeom>
            <a:solidFill>
              <a:srgbClr val="FFFFFF"/>
            </a:solidFill>
            <a:ln w="12700" cmpd="sng" cap="rnd">
              <a:solidFill>
                <a:srgbClr val="000000"/>
              </a:solidFill>
              <a:prstDash val="solid"/>
              <a:round/>
            </a:ln>
          </p:spPr>
        </p:sp>
        <p:grpSp>
          <p:nvGrpSpPr>
            <p:cNvPr id="762" name="Combination"/>
            <p:cNvGrpSpPr>
              <a:grpSpLocks/>
            </p:cNvGrpSpPr>
            <p:nvPr/>
          </p:nvGrpSpPr>
          <p:grpSpPr>
            <a:xfrm>
              <a:off x="7608889" y="3428625"/>
              <a:ext cx="3729023" cy="1584350"/>
              <a:chOff x="7608889" y="3428625"/>
              <a:chExt cx="3729023" cy="1584350"/>
            </a:xfrm>
          </p:grpSpPr>
          <p:sp>
            <p:nvSpPr>
              <p:cNvPr id="728" name="曲线"/>
              <p:cNvSpPr>
                <a:spLocks/>
              </p:cNvSpPr>
              <p:nvPr/>
            </p:nvSpPr>
            <p:spPr>
              <a:xfrm rot="0">
                <a:off x="7671106" y="4466564"/>
                <a:ext cx="2376456" cy="501283"/>
              </a:xfrm>
              <a:custGeom>
                <a:gdLst>
                  <a:gd name="T1" fmla="*/ 0 w 21600"/>
                  <a:gd name="T2" fmla="*/ 0 h 21600"/>
                  <a:gd name="T3" fmla="*/ 21600 w 21600"/>
                  <a:gd name="T4" fmla="*/ 21600 h 21600"/>
                </a:gdLst>
                <a:rect l="T1" t="T2" r="T3" b="T4"/>
                <a:pathLst>
                  <a:path w="21600" h="21600">
                    <a:moveTo>
                      <a:pt x="0" y="6884"/>
                    </a:moveTo>
                    <a:lnTo>
                      <a:pt x="1228" y="4781"/>
                    </a:lnTo>
                    <a:lnTo>
                      <a:pt x="4830" y="1943"/>
                    </a:lnTo>
                    <a:lnTo>
                      <a:pt x="5801" y="105"/>
                    </a:lnTo>
                    <a:lnTo>
                      <a:pt x="7068" y="1155"/>
                    </a:lnTo>
                    <a:lnTo>
                      <a:pt x="8408" y="1312"/>
                    </a:lnTo>
                    <a:lnTo>
                      <a:pt x="10128" y="472"/>
                    </a:lnTo>
                    <a:lnTo>
                      <a:pt x="11875" y="0"/>
                    </a:lnTo>
                    <a:lnTo>
                      <a:pt x="12587" y="472"/>
                    </a:lnTo>
                    <a:lnTo>
                      <a:pt x="13202" y="1155"/>
                    </a:lnTo>
                    <a:lnTo>
                      <a:pt x="13706" y="1943"/>
                    </a:lnTo>
                    <a:lnTo>
                      <a:pt x="13977" y="3362"/>
                    </a:lnTo>
                    <a:lnTo>
                      <a:pt x="14740" y="2837"/>
                    </a:lnTo>
                    <a:lnTo>
                      <a:pt x="15440" y="2994"/>
                    </a:lnTo>
                    <a:lnTo>
                      <a:pt x="15834" y="3521"/>
                    </a:lnTo>
                    <a:lnTo>
                      <a:pt x="17186" y="6254"/>
                    </a:lnTo>
                    <a:lnTo>
                      <a:pt x="18428" y="8355"/>
                    </a:lnTo>
                    <a:lnTo>
                      <a:pt x="19300" y="9721"/>
                    </a:lnTo>
                    <a:lnTo>
                      <a:pt x="20837" y="11404"/>
                    </a:lnTo>
                    <a:lnTo>
                      <a:pt x="21587" y="15188"/>
                    </a:lnTo>
                    <a:lnTo>
                      <a:pt x="17542" y="21546"/>
                    </a:lnTo>
                    <a:lnTo>
                      <a:pt x="0" y="6884"/>
                    </a:lnTo>
                  </a:path>
                </a:pathLst>
              </a:custGeom>
              <a:solidFill>
                <a:srgbClr val="FFFFFF"/>
              </a:solidFill>
              <a:ln w="12700" cmpd="sng" cap="rnd">
                <a:solidFill>
                  <a:srgbClr val="000000"/>
                </a:solidFill>
                <a:prstDash val="solid"/>
                <a:round/>
              </a:ln>
            </p:spPr>
          </p:sp>
          <p:sp>
            <p:nvSpPr>
              <p:cNvPr id="729" name="曲线"/>
              <p:cNvSpPr>
                <a:spLocks/>
              </p:cNvSpPr>
              <p:nvPr/>
            </p:nvSpPr>
            <p:spPr>
              <a:xfrm rot="0">
                <a:off x="7786074" y="4473882"/>
                <a:ext cx="2176277" cy="392732"/>
              </a:xfrm>
              <a:custGeom>
                <a:gdLst>
                  <a:gd name="T1" fmla="*/ 0 w 21600"/>
                  <a:gd name="T2" fmla="*/ 0 h 21600"/>
                  <a:gd name="T3" fmla="*/ 21600 w 21600"/>
                  <a:gd name="T4" fmla="*/ 21600 h 21600"/>
                </a:gdLst>
                <a:rect l="T1" t="T2" r="T3" b="T4"/>
                <a:pathLst>
                  <a:path w="21600" h="21600">
                    <a:moveTo>
                      <a:pt x="0" y="5835"/>
                    </a:moveTo>
                    <a:lnTo>
                      <a:pt x="2120" y="3823"/>
                    </a:lnTo>
                    <a:lnTo>
                      <a:pt x="3450" y="2548"/>
                    </a:lnTo>
                    <a:lnTo>
                      <a:pt x="4161" y="1944"/>
                    </a:lnTo>
                    <a:lnTo>
                      <a:pt x="5155" y="200"/>
                    </a:lnTo>
                    <a:lnTo>
                      <a:pt x="6187" y="1005"/>
                    </a:lnTo>
                    <a:lnTo>
                      <a:pt x="7343" y="1677"/>
                    </a:lnTo>
                    <a:lnTo>
                      <a:pt x="8188" y="1340"/>
                    </a:lnTo>
                    <a:lnTo>
                      <a:pt x="9182" y="872"/>
                    </a:lnTo>
                    <a:lnTo>
                      <a:pt x="9880" y="335"/>
                    </a:lnTo>
                    <a:lnTo>
                      <a:pt x="10846" y="66"/>
                    </a:lnTo>
                    <a:lnTo>
                      <a:pt x="11934" y="0"/>
                    </a:lnTo>
                    <a:lnTo>
                      <a:pt x="12605" y="335"/>
                    </a:lnTo>
                    <a:lnTo>
                      <a:pt x="13223" y="1542"/>
                    </a:lnTo>
                    <a:lnTo>
                      <a:pt x="13571" y="2347"/>
                    </a:lnTo>
                    <a:lnTo>
                      <a:pt x="13866" y="3218"/>
                    </a:lnTo>
                    <a:lnTo>
                      <a:pt x="14068" y="4360"/>
                    </a:lnTo>
                    <a:lnTo>
                      <a:pt x="14819" y="3555"/>
                    </a:lnTo>
                    <a:lnTo>
                      <a:pt x="15088" y="3286"/>
                    </a:lnTo>
                    <a:lnTo>
                      <a:pt x="15465" y="3555"/>
                    </a:lnTo>
                    <a:lnTo>
                      <a:pt x="15960" y="4360"/>
                    </a:lnTo>
                    <a:lnTo>
                      <a:pt x="16351" y="4895"/>
                    </a:lnTo>
                    <a:lnTo>
                      <a:pt x="16873" y="6439"/>
                    </a:lnTo>
                    <a:lnTo>
                      <a:pt x="17612" y="7982"/>
                    </a:lnTo>
                    <a:lnTo>
                      <a:pt x="18431" y="9525"/>
                    </a:lnTo>
                    <a:lnTo>
                      <a:pt x="19559" y="11672"/>
                    </a:lnTo>
                    <a:lnTo>
                      <a:pt x="20955" y="13683"/>
                    </a:lnTo>
                    <a:lnTo>
                      <a:pt x="21585" y="13683"/>
                    </a:lnTo>
                    <a:lnTo>
                      <a:pt x="17531" y="21397"/>
                    </a:lnTo>
                    <a:lnTo>
                      <a:pt x="17088" y="21531"/>
                    </a:lnTo>
                    <a:lnTo>
                      <a:pt x="16726" y="21531"/>
                    </a:lnTo>
                    <a:lnTo>
                      <a:pt x="16403" y="21465"/>
                    </a:lnTo>
                    <a:lnTo>
                      <a:pt x="15651" y="20995"/>
                    </a:lnTo>
                    <a:lnTo>
                      <a:pt x="14887" y="20525"/>
                    </a:lnTo>
                    <a:lnTo>
                      <a:pt x="14189" y="19787"/>
                    </a:lnTo>
                    <a:lnTo>
                      <a:pt x="13436" y="18782"/>
                    </a:lnTo>
                    <a:lnTo>
                      <a:pt x="12283" y="16635"/>
                    </a:lnTo>
                    <a:lnTo>
                      <a:pt x="11504" y="14690"/>
                    </a:lnTo>
                    <a:lnTo>
                      <a:pt x="10805" y="12543"/>
                    </a:lnTo>
                    <a:lnTo>
                      <a:pt x="10107" y="10866"/>
                    </a:lnTo>
                    <a:lnTo>
                      <a:pt x="9329" y="10195"/>
                    </a:lnTo>
                    <a:lnTo>
                      <a:pt x="8550" y="10866"/>
                    </a:lnTo>
                    <a:lnTo>
                      <a:pt x="8013" y="12409"/>
                    </a:lnTo>
                    <a:lnTo>
                      <a:pt x="7490" y="14421"/>
                    </a:lnTo>
                  </a:path>
                </a:pathLst>
              </a:custGeom>
              <a:noFill/>
              <a:ln w="12700" cmpd="sng" cap="rnd">
                <a:solidFill>
                  <a:srgbClr val="000000"/>
                </a:solidFill>
                <a:prstDash val="solid"/>
                <a:round/>
              </a:ln>
            </p:spPr>
          </p:sp>
          <p:sp>
            <p:nvSpPr>
              <p:cNvPr id="730" name="曲线"/>
              <p:cNvSpPr>
                <a:spLocks/>
              </p:cNvSpPr>
              <p:nvPr/>
            </p:nvSpPr>
            <p:spPr>
              <a:xfrm rot="0">
                <a:off x="7694100" y="4583652"/>
                <a:ext cx="837236" cy="146360"/>
              </a:xfrm>
              <a:custGeom>
                <a:gdLst>
                  <a:gd name="T1" fmla="*/ 0 w 21600"/>
                  <a:gd name="T2" fmla="*/ 0 h 21600"/>
                  <a:gd name="T3" fmla="*/ 21600 w 21600"/>
                  <a:gd name="T4" fmla="*/ 21600 h 21600"/>
                </a:gdLst>
                <a:rect l="T1" t="T2" r="T3" b="T4"/>
                <a:pathLst>
                  <a:path w="21600" h="21600">
                    <a:moveTo>
                      <a:pt x="0" y="5398"/>
                    </a:moveTo>
                    <a:lnTo>
                      <a:pt x="2022" y="0"/>
                    </a:lnTo>
                    <a:lnTo>
                      <a:pt x="4640" y="719"/>
                    </a:lnTo>
                    <a:lnTo>
                      <a:pt x="8514" y="3419"/>
                    </a:lnTo>
                    <a:lnTo>
                      <a:pt x="12108" y="3779"/>
                    </a:lnTo>
                    <a:lnTo>
                      <a:pt x="14551" y="2160"/>
                    </a:lnTo>
                    <a:lnTo>
                      <a:pt x="16713" y="1618"/>
                    </a:lnTo>
                    <a:lnTo>
                      <a:pt x="18458" y="3419"/>
                    </a:lnTo>
                    <a:lnTo>
                      <a:pt x="19855" y="7018"/>
                    </a:lnTo>
                    <a:lnTo>
                      <a:pt x="20761" y="12419"/>
                    </a:lnTo>
                    <a:lnTo>
                      <a:pt x="21319" y="16919"/>
                    </a:lnTo>
                    <a:lnTo>
                      <a:pt x="21564" y="21419"/>
                    </a:lnTo>
                  </a:path>
                </a:pathLst>
              </a:custGeom>
              <a:noFill/>
              <a:ln w="12700" cmpd="sng" cap="rnd">
                <a:solidFill>
                  <a:srgbClr val="000000"/>
                </a:solidFill>
                <a:prstDash val="solid"/>
                <a:round/>
              </a:ln>
            </p:spPr>
          </p:sp>
          <p:sp>
            <p:nvSpPr>
              <p:cNvPr id="731" name="曲线"/>
              <p:cNvSpPr>
                <a:spLocks/>
              </p:cNvSpPr>
              <p:nvPr/>
            </p:nvSpPr>
            <p:spPr>
              <a:xfrm rot="0">
                <a:off x="7608889" y="4609265"/>
                <a:ext cx="2484662" cy="403709"/>
              </a:xfrm>
              <a:custGeom>
                <a:gdLst>
                  <a:gd name="T1" fmla="*/ 0 w 21600"/>
                  <a:gd name="T2" fmla="*/ 0 h 21600"/>
                  <a:gd name="T3" fmla="*/ 21600 w 21600"/>
                  <a:gd name="T4" fmla="*/ 21600 h 21600"/>
                </a:gdLst>
                <a:rect l="T1" t="T2" r="T3" b="T4"/>
                <a:pathLst>
                  <a:path w="21600" h="21600">
                    <a:moveTo>
                      <a:pt x="470" y="912"/>
                    </a:moveTo>
                    <a:lnTo>
                      <a:pt x="7477" y="8156"/>
                    </a:lnTo>
                    <a:lnTo>
                      <a:pt x="7571" y="8613"/>
                    </a:lnTo>
                    <a:lnTo>
                      <a:pt x="7677" y="9005"/>
                    </a:lnTo>
                    <a:lnTo>
                      <a:pt x="8054" y="9591"/>
                    </a:lnTo>
                    <a:lnTo>
                      <a:pt x="8453" y="9330"/>
                    </a:lnTo>
                    <a:lnTo>
                      <a:pt x="17425" y="18924"/>
                    </a:lnTo>
                    <a:lnTo>
                      <a:pt x="18648" y="16575"/>
                    </a:lnTo>
                    <a:lnTo>
                      <a:pt x="21246" y="10896"/>
                    </a:lnTo>
                    <a:lnTo>
                      <a:pt x="21588" y="11485"/>
                    </a:lnTo>
                    <a:lnTo>
                      <a:pt x="21588" y="12332"/>
                    </a:lnTo>
                    <a:lnTo>
                      <a:pt x="19565" y="16965"/>
                    </a:lnTo>
                    <a:lnTo>
                      <a:pt x="17425" y="21533"/>
                    </a:lnTo>
                    <a:lnTo>
                      <a:pt x="8242" y="10896"/>
                    </a:lnTo>
                    <a:lnTo>
                      <a:pt x="7477" y="9919"/>
                    </a:lnTo>
                    <a:lnTo>
                      <a:pt x="0" y="1499"/>
                    </a:lnTo>
                    <a:lnTo>
                      <a:pt x="0" y="717"/>
                    </a:lnTo>
                    <a:lnTo>
                      <a:pt x="974" y="0"/>
                    </a:lnTo>
                    <a:lnTo>
                      <a:pt x="470" y="912"/>
                    </a:lnTo>
                  </a:path>
                </a:pathLst>
              </a:custGeom>
              <a:solidFill>
                <a:srgbClr val="0000FF"/>
              </a:solidFill>
              <a:ln w="12700" cmpd="sng" cap="rnd">
                <a:solidFill>
                  <a:srgbClr val="000000"/>
                </a:solidFill>
                <a:prstDash val="solid"/>
                <a:round/>
              </a:ln>
            </p:spPr>
          </p:sp>
          <p:sp>
            <p:nvSpPr>
              <p:cNvPr id="732" name="曲线"/>
              <p:cNvSpPr>
                <a:spLocks/>
              </p:cNvSpPr>
              <p:nvPr/>
            </p:nvSpPr>
            <p:spPr>
              <a:xfrm rot="0">
                <a:off x="8043063" y="4611705"/>
                <a:ext cx="461224" cy="120746"/>
              </a:xfrm>
              <a:custGeom>
                <a:gdLst>
                  <a:gd name="T1" fmla="*/ 0 w 21600"/>
                  <a:gd name="T2" fmla="*/ 0 h 21600"/>
                  <a:gd name="T3" fmla="*/ 21600 w 21600"/>
                  <a:gd name="T4" fmla="*/ 21600 h 21600"/>
                </a:gdLst>
                <a:rect l="T1" t="T2" r="T3" b="T4"/>
                <a:pathLst>
                  <a:path w="21600" h="21600">
                    <a:moveTo>
                      <a:pt x="21535" y="21381"/>
                    </a:moveTo>
                    <a:lnTo>
                      <a:pt x="21409" y="18544"/>
                    </a:lnTo>
                    <a:lnTo>
                      <a:pt x="20838" y="15272"/>
                    </a:lnTo>
                    <a:lnTo>
                      <a:pt x="19191" y="9381"/>
                    </a:lnTo>
                    <a:lnTo>
                      <a:pt x="17355" y="4798"/>
                    </a:lnTo>
                    <a:lnTo>
                      <a:pt x="15455" y="1963"/>
                    </a:lnTo>
                    <a:lnTo>
                      <a:pt x="14758" y="1308"/>
                    </a:lnTo>
                    <a:lnTo>
                      <a:pt x="13745" y="436"/>
                    </a:lnTo>
                    <a:lnTo>
                      <a:pt x="12794" y="217"/>
                    </a:lnTo>
                    <a:lnTo>
                      <a:pt x="11845" y="0"/>
                    </a:lnTo>
                    <a:lnTo>
                      <a:pt x="10387" y="217"/>
                    </a:lnTo>
                    <a:lnTo>
                      <a:pt x="8994" y="436"/>
                    </a:lnTo>
                    <a:lnTo>
                      <a:pt x="7537" y="1526"/>
                    </a:lnTo>
                    <a:lnTo>
                      <a:pt x="6080" y="2181"/>
                    </a:lnTo>
                    <a:lnTo>
                      <a:pt x="4370" y="2617"/>
                    </a:lnTo>
                    <a:lnTo>
                      <a:pt x="0" y="1745"/>
                    </a:lnTo>
                    <a:lnTo>
                      <a:pt x="4623" y="3709"/>
                    </a:lnTo>
                    <a:lnTo>
                      <a:pt x="6207" y="4144"/>
                    </a:lnTo>
                    <a:lnTo>
                      <a:pt x="8361" y="3926"/>
                    </a:lnTo>
                    <a:lnTo>
                      <a:pt x="10387" y="3926"/>
                    </a:lnTo>
                    <a:lnTo>
                      <a:pt x="13745" y="4798"/>
                    </a:lnTo>
                    <a:lnTo>
                      <a:pt x="14695" y="5018"/>
                    </a:lnTo>
                    <a:lnTo>
                      <a:pt x="15708" y="5672"/>
                    </a:lnTo>
                    <a:lnTo>
                      <a:pt x="16721" y="7199"/>
                    </a:lnTo>
                    <a:lnTo>
                      <a:pt x="17608" y="9163"/>
                    </a:lnTo>
                    <a:lnTo>
                      <a:pt x="19318" y="13308"/>
                    </a:lnTo>
                    <a:lnTo>
                      <a:pt x="20333" y="16581"/>
                    </a:lnTo>
                    <a:lnTo>
                      <a:pt x="21535" y="21381"/>
                    </a:lnTo>
                  </a:path>
                </a:pathLst>
              </a:custGeom>
              <a:solidFill>
                <a:srgbClr val="000000"/>
              </a:solidFill>
              <a:ln w="12700" cmpd="sng" cap="rnd">
                <a:solidFill>
                  <a:srgbClr val="000000"/>
                </a:solidFill>
                <a:prstDash val="solid"/>
                <a:round/>
              </a:ln>
            </p:spPr>
          </p:sp>
          <p:sp>
            <p:nvSpPr>
              <p:cNvPr id="733" name="Straight line"/>
              <p:cNvSpPr>
                <a:spLocks/>
              </p:cNvSpPr>
              <p:nvPr/>
            </p:nvSpPr>
            <p:spPr>
              <a:xfrm flipV="1" rot="0">
                <a:off x="8666596" y="4534866"/>
                <a:ext cx="599185" cy="137822"/>
              </a:xfrm>
              <a:prstGeom prst="line"/>
              <a:noFill/>
              <a:ln w="12700" cmpd="sng" cap="flat">
                <a:solidFill>
                  <a:srgbClr val="000000"/>
                </a:solidFill>
                <a:prstDash val="solid"/>
                <a:round/>
              </a:ln>
            </p:spPr>
          </p:sp>
          <p:sp>
            <p:nvSpPr>
              <p:cNvPr id="734" name="Straight line"/>
              <p:cNvSpPr>
                <a:spLocks/>
              </p:cNvSpPr>
              <p:nvPr/>
            </p:nvSpPr>
            <p:spPr>
              <a:xfrm flipH="1" flipV="1" rot="0">
                <a:off x="9933948" y="4710498"/>
                <a:ext cx="44633" cy="20733"/>
              </a:xfrm>
              <a:prstGeom prst="line"/>
              <a:noFill/>
              <a:ln w="12700" cmpd="sng" cap="flat">
                <a:solidFill>
                  <a:srgbClr val="000000"/>
                </a:solidFill>
                <a:prstDash val="solid"/>
                <a:round/>
              </a:ln>
            </p:spPr>
          </p:sp>
          <p:sp>
            <p:nvSpPr>
              <p:cNvPr id="735" name="曲线"/>
              <p:cNvSpPr>
                <a:spLocks/>
              </p:cNvSpPr>
              <p:nvPr/>
            </p:nvSpPr>
            <p:spPr>
              <a:xfrm rot="0">
                <a:off x="8471826" y="4737331"/>
                <a:ext cx="114966" cy="51226"/>
              </a:xfrm>
              <a:custGeom>
                <a:gdLst>
                  <a:gd name="T1" fmla="*/ 0 w 21600"/>
                  <a:gd name="T2" fmla="*/ 0 h 21600"/>
                  <a:gd name="T3" fmla="*/ 21600 w 21600"/>
                  <a:gd name="T4" fmla="*/ 21600 h 21600"/>
                </a:gdLst>
                <a:rect l="T1" t="T2" r="T3" b="T4"/>
                <a:pathLst>
                  <a:path w="21600" h="21600">
                    <a:moveTo>
                      <a:pt x="0" y="7714"/>
                    </a:moveTo>
                    <a:lnTo>
                      <a:pt x="2287" y="4113"/>
                    </a:lnTo>
                    <a:lnTo>
                      <a:pt x="4573" y="1542"/>
                    </a:lnTo>
                    <a:lnTo>
                      <a:pt x="6861" y="514"/>
                    </a:lnTo>
                    <a:lnTo>
                      <a:pt x="9148" y="0"/>
                    </a:lnTo>
                    <a:lnTo>
                      <a:pt x="13468" y="2057"/>
                    </a:lnTo>
                    <a:lnTo>
                      <a:pt x="15755" y="5657"/>
                    </a:lnTo>
                    <a:lnTo>
                      <a:pt x="18295" y="9256"/>
                    </a:lnTo>
                    <a:lnTo>
                      <a:pt x="20583" y="13885"/>
                    </a:lnTo>
                    <a:lnTo>
                      <a:pt x="21345" y="18514"/>
                    </a:lnTo>
                    <a:lnTo>
                      <a:pt x="18803" y="19542"/>
                    </a:lnTo>
                    <a:lnTo>
                      <a:pt x="16009" y="20570"/>
                    </a:lnTo>
                    <a:lnTo>
                      <a:pt x="12959" y="21084"/>
                    </a:lnTo>
                    <a:lnTo>
                      <a:pt x="9148" y="21084"/>
                    </a:lnTo>
                    <a:lnTo>
                      <a:pt x="5844" y="19542"/>
                    </a:lnTo>
                    <a:lnTo>
                      <a:pt x="3048" y="16971"/>
                    </a:lnTo>
                    <a:lnTo>
                      <a:pt x="1016" y="13371"/>
                    </a:lnTo>
                    <a:lnTo>
                      <a:pt x="0" y="7714"/>
                    </a:lnTo>
                  </a:path>
                </a:pathLst>
              </a:custGeom>
              <a:solidFill>
                <a:srgbClr val="000000"/>
              </a:solidFill>
              <a:ln w="12700" cmpd="sng" cap="rnd">
                <a:solidFill>
                  <a:srgbClr val="000000"/>
                </a:solidFill>
                <a:prstDash val="solid"/>
                <a:round/>
              </a:ln>
            </p:spPr>
          </p:sp>
          <p:sp>
            <p:nvSpPr>
              <p:cNvPr id="736" name="曲线"/>
              <p:cNvSpPr>
                <a:spLocks/>
              </p:cNvSpPr>
              <p:nvPr/>
            </p:nvSpPr>
            <p:spPr>
              <a:xfrm rot="0">
                <a:off x="8580031" y="4710498"/>
                <a:ext cx="342197" cy="73179"/>
              </a:xfrm>
              <a:custGeom>
                <a:gdLst>
                  <a:gd name="T1" fmla="*/ 0 w 21600"/>
                  <a:gd name="T2" fmla="*/ 0 h 21600"/>
                  <a:gd name="T3" fmla="*/ 21600 w 21600"/>
                  <a:gd name="T4" fmla="*/ 21600 h 21600"/>
                </a:gdLst>
                <a:rect l="T1" t="T2" r="T3" b="T4"/>
                <a:pathLst>
                  <a:path w="21600" h="21600">
                    <a:moveTo>
                      <a:pt x="0" y="8999"/>
                    </a:moveTo>
                    <a:lnTo>
                      <a:pt x="511" y="7919"/>
                    </a:lnTo>
                    <a:lnTo>
                      <a:pt x="1962" y="4679"/>
                    </a:lnTo>
                    <a:lnTo>
                      <a:pt x="2987" y="3238"/>
                    </a:lnTo>
                    <a:lnTo>
                      <a:pt x="3926" y="1439"/>
                    </a:lnTo>
                    <a:lnTo>
                      <a:pt x="4950" y="720"/>
                    </a:lnTo>
                    <a:lnTo>
                      <a:pt x="5805" y="0"/>
                    </a:lnTo>
                    <a:lnTo>
                      <a:pt x="6829" y="0"/>
                    </a:lnTo>
                    <a:lnTo>
                      <a:pt x="7768" y="0"/>
                    </a:lnTo>
                    <a:lnTo>
                      <a:pt x="8707" y="0"/>
                    </a:lnTo>
                    <a:lnTo>
                      <a:pt x="9647" y="359"/>
                    </a:lnTo>
                    <a:lnTo>
                      <a:pt x="10586" y="1080"/>
                    </a:lnTo>
                    <a:lnTo>
                      <a:pt x="11610" y="2880"/>
                    </a:lnTo>
                    <a:lnTo>
                      <a:pt x="12549" y="3599"/>
                    </a:lnTo>
                    <a:lnTo>
                      <a:pt x="13488" y="5040"/>
                    </a:lnTo>
                    <a:lnTo>
                      <a:pt x="14599" y="6839"/>
                    </a:lnTo>
                    <a:lnTo>
                      <a:pt x="15709" y="8639"/>
                    </a:lnTo>
                    <a:lnTo>
                      <a:pt x="16647" y="10800"/>
                    </a:lnTo>
                    <a:lnTo>
                      <a:pt x="17415" y="12239"/>
                    </a:lnTo>
                    <a:lnTo>
                      <a:pt x="18185" y="14038"/>
                    </a:lnTo>
                    <a:lnTo>
                      <a:pt x="19123" y="15840"/>
                    </a:lnTo>
                    <a:lnTo>
                      <a:pt x="19977" y="18000"/>
                    </a:lnTo>
                    <a:lnTo>
                      <a:pt x="20831" y="19799"/>
                    </a:lnTo>
                    <a:lnTo>
                      <a:pt x="21514" y="21240"/>
                    </a:lnTo>
                    <a:lnTo>
                      <a:pt x="20660" y="19799"/>
                    </a:lnTo>
                    <a:lnTo>
                      <a:pt x="19977" y="18358"/>
                    </a:lnTo>
                    <a:lnTo>
                      <a:pt x="19293" y="17639"/>
                    </a:lnTo>
                    <a:lnTo>
                      <a:pt x="18611" y="16920"/>
                    </a:lnTo>
                    <a:lnTo>
                      <a:pt x="17159" y="15120"/>
                    </a:lnTo>
                    <a:lnTo>
                      <a:pt x="16135" y="13319"/>
                    </a:lnTo>
                    <a:lnTo>
                      <a:pt x="15196" y="12239"/>
                    </a:lnTo>
                    <a:lnTo>
                      <a:pt x="14085" y="10800"/>
                    </a:lnTo>
                    <a:lnTo>
                      <a:pt x="12976" y="9360"/>
                    </a:lnTo>
                    <a:lnTo>
                      <a:pt x="11952" y="8279"/>
                    </a:lnTo>
                    <a:lnTo>
                      <a:pt x="10928" y="6839"/>
                    </a:lnTo>
                    <a:lnTo>
                      <a:pt x="9647" y="5759"/>
                    </a:lnTo>
                    <a:lnTo>
                      <a:pt x="8621" y="5398"/>
                    </a:lnTo>
                    <a:lnTo>
                      <a:pt x="7513" y="4679"/>
                    </a:lnTo>
                    <a:lnTo>
                      <a:pt x="6403" y="3960"/>
                    </a:lnTo>
                    <a:lnTo>
                      <a:pt x="5292" y="3960"/>
                    </a:lnTo>
                    <a:lnTo>
                      <a:pt x="4098" y="3960"/>
                    </a:lnTo>
                    <a:lnTo>
                      <a:pt x="3073" y="5040"/>
                    </a:lnTo>
                    <a:lnTo>
                      <a:pt x="1962" y="5398"/>
                    </a:lnTo>
                    <a:lnTo>
                      <a:pt x="1279" y="6839"/>
                    </a:lnTo>
                    <a:lnTo>
                      <a:pt x="511" y="8279"/>
                    </a:lnTo>
                    <a:lnTo>
                      <a:pt x="0" y="8999"/>
                    </a:lnTo>
                  </a:path>
                </a:pathLst>
              </a:custGeom>
              <a:solidFill>
                <a:srgbClr val="000000"/>
              </a:solidFill>
              <a:ln w="12700" cmpd="sng" cap="rnd">
                <a:solidFill>
                  <a:srgbClr val="000000"/>
                </a:solidFill>
                <a:prstDash val="solid"/>
                <a:round/>
              </a:ln>
            </p:spPr>
          </p:sp>
          <p:sp>
            <p:nvSpPr>
              <p:cNvPr id="737" name="曲线"/>
              <p:cNvSpPr>
                <a:spLocks/>
              </p:cNvSpPr>
              <p:nvPr/>
            </p:nvSpPr>
            <p:spPr>
              <a:xfrm rot="0">
                <a:off x="9921776" y="3956742"/>
                <a:ext cx="363838" cy="970857"/>
              </a:xfrm>
              <a:custGeom>
                <a:gdLst>
                  <a:gd name="T1" fmla="*/ 0 w 21600"/>
                  <a:gd name="T2" fmla="*/ 0 h 21600"/>
                  <a:gd name="T3" fmla="*/ 21600 w 21600"/>
                  <a:gd name="T4" fmla="*/ 21600 h 21600"/>
                </a:gdLst>
                <a:rect l="T1" t="T2" r="T3" b="T4"/>
                <a:pathLst>
                  <a:path w="21600" h="21600">
                    <a:moveTo>
                      <a:pt x="0" y="17149"/>
                    </a:moveTo>
                    <a:lnTo>
                      <a:pt x="0" y="0"/>
                    </a:lnTo>
                    <a:lnTo>
                      <a:pt x="722" y="0"/>
                    </a:lnTo>
                    <a:lnTo>
                      <a:pt x="21519" y="21571"/>
                    </a:lnTo>
                    <a:lnTo>
                      <a:pt x="10117" y="19726"/>
                    </a:lnTo>
                    <a:lnTo>
                      <a:pt x="10678" y="19266"/>
                    </a:lnTo>
                    <a:lnTo>
                      <a:pt x="7306" y="18994"/>
                    </a:lnTo>
                    <a:lnTo>
                      <a:pt x="4736" y="18126"/>
                    </a:lnTo>
                    <a:lnTo>
                      <a:pt x="2649" y="17176"/>
                    </a:lnTo>
                    <a:lnTo>
                      <a:pt x="642" y="17040"/>
                    </a:lnTo>
                    <a:lnTo>
                      <a:pt x="0" y="17149"/>
                    </a:lnTo>
                  </a:path>
                </a:pathLst>
              </a:custGeom>
              <a:solidFill>
                <a:srgbClr val="000000"/>
              </a:solidFill>
              <a:ln w="12700" cmpd="sng" cap="rnd">
                <a:solidFill>
                  <a:srgbClr val="000000"/>
                </a:solidFill>
                <a:prstDash val="solid"/>
                <a:round/>
              </a:ln>
            </p:spPr>
          </p:sp>
          <p:sp>
            <p:nvSpPr>
              <p:cNvPr id="738" name="曲线"/>
              <p:cNvSpPr>
                <a:spLocks/>
              </p:cNvSpPr>
              <p:nvPr/>
            </p:nvSpPr>
            <p:spPr>
              <a:xfrm rot="0">
                <a:off x="9158929" y="3496926"/>
                <a:ext cx="455814" cy="89035"/>
              </a:xfrm>
              <a:custGeom>
                <a:gdLst>
                  <a:gd name="T1" fmla="*/ 0 w 21600"/>
                  <a:gd name="T2" fmla="*/ 0 h 21600"/>
                  <a:gd name="T3" fmla="*/ 21600 w 21600"/>
                  <a:gd name="T4" fmla="*/ 21600 h 21600"/>
                </a:gdLst>
                <a:rect l="T1" t="T2" r="T3" b="T4"/>
                <a:pathLst>
                  <a:path w="21600" h="21600">
                    <a:moveTo>
                      <a:pt x="0" y="0"/>
                    </a:moveTo>
                    <a:lnTo>
                      <a:pt x="769" y="2662"/>
                    </a:lnTo>
                    <a:lnTo>
                      <a:pt x="1794" y="5029"/>
                    </a:lnTo>
                    <a:lnTo>
                      <a:pt x="2370" y="5621"/>
                    </a:lnTo>
                    <a:lnTo>
                      <a:pt x="2947" y="6508"/>
                    </a:lnTo>
                    <a:lnTo>
                      <a:pt x="3652" y="7397"/>
                    </a:lnTo>
                    <a:lnTo>
                      <a:pt x="4358" y="8283"/>
                    </a:lnTo>
                    <a:lnTo>
                      <a:pt x="5062" y="8875"/>
                    </a:lnTo>
                    <a:lnTo>
                      <a:pt x="5767" y="9172"/>
                    </a:lnTo>
                    <a:lnTo>
                      <a:pt x="6409" y="9467"/>
                    </a:lnTo>
                    <a:lnTo>
                      <a:pt x="7113" y="9467"/>
                    </a:lnTo>
                    <a:lnTo>
                      <a:pt x="7818" y="10059"/>
                    </a:lnTo>
                    <a:lnTo>
                      <a:pt x="8459" y="10059"/>
                    </a:lnTo>
                    <a:lnTo>
                      <a:pt x="9036" y="10059"/>
                    </a:lnTo>
                    <a:lnTo>
                      <a:pt x="9613" y="9467"/>
                    </a:lnTo>
                    <a:lnTo>
                      <a:pt x="10191" y="11539"/>
                    </a:lnTo>
                    <a:lnTo>
                      <a:pt x="10255" y="12722"/>
                    </a:lnTo>
                    <a:lnTo>
                      <a:pt x="11407" y="14497"/>
                    </a:lnTo>
                    <a:lnTo>
                      <a:pt x="12242" y="15978"/>
                    </a:lnTo>
                    <a:lnTo>
                      <a:pt x="13074" y="17161"/>
                    </a:lnTo>
                    <a:lnTo>
                      <a:pt x="13843" y="18345"/>
                    </a:lnTo>
                    <a:lnTo>
                      <a:pt x="14741" y="19232"/>
                    </a:lnTo>
                    <a:lnTo>
                      <a:pt x="15574" y="20120"/>
                    </a:lnTo>
                    <a:lnTo>
                      <a:pt x="16471" y="20712"/>
                    </a:lnTo>
                    <a:lnTo>
                      <a:pt x="17368" y="21008"/>
                    </a:lnTo>
                    <a:lnTo>
                      <a:pt x="17754" y="21304"/>
                    </a:lnTo>
                    <a:lnTo>
                      <a:pt x="18779" y="21304"/>
                    </a:lnTo>
                    <a:lnTo>
                      <a:pt x="19869" y="21304"/>
                    </a:lnTo>
                    <a:lnTo>
                      <a:pt x="20060" y="21304"/>
                    </a:lnTo>
                    <a:lnTo>
                      <a:pt x="20381" y="20712"/>
                    </a:lnTo>
                    <a:lnTo>
                      <a:pt x="21023" y="20120"/>
                    </a:lnTo>
                    <a:lnTo>
                      <a:pt x="21534" y="19232"/>
                    </a:lnTo>
                  </a:path>
                </a:pathLst>
              </a:custGeom>
              <a:noFill/>
              <a:ln w="12700" cmpd="sng" cap="rnd">
                <a:solidFill>
                  <a:srgbClr val="000000"/>
                </a:solidFill>
                <a:prstDash val="solid"/>
                <a:round/>
              </a:ln>
            </p:spPr>
          </p:sp>
          <p:sp>
            <p:nvSpPr>
              <p:cNvPr id="739" name="Straight line"/>
              <p:cNvSpPr>
                <a:spLocks/>
              </p:cNvSpPr>
              <p:nvPr/>
            </p:nvSpPr>
            <p:spPr>
              <a:xfrm flipV="1" rot="0">
                <a:off x="9928539" y="3767692"/>
                <a:ext cx="779076" cy="200026"/>
              </a:xfrm>
              <a:prstGeom prst="line"/>
              <a:noFill/>
              <a:ln w="12700" cmpd="sng" cap="flat">
                <a:solidFill>
                  <a:srgbClr val="FF0054"/>
                </a:solidFill>
                <a:prstDash val="solid"/>
                <a:round/>
              </a:ln>
            </p:spPr>
          </p:sp>
          <p:sp>
            <p:nvSpPr>
              <p:cNvPr id="740" name="曲线"/>
              <p:cNvSpPr>
                <a:spLocks/>
              </p:cNvSpPr>
              <p:nvPr/>
            </p:nvSpPr>
            <p:spPr>
              <a:xfrm rot="0">
                <a:off x="9237378" y="3540834"/>
                <a:ext cx="121730" cy="1001349"/>
              </a:xfrm>
              <a:custGeom>
                <a:gdLst>
                  <a:gd name="T1" fmla="*/ 0 w 21600"/>
                  <a:gd name="T2" fmla="*/ 0 h 21600"/>
                  <a:gd name="T3" fmla="*/ 21600 w 21600"/>
                  <a:gd name="T4" fmla="*/ 21600 h 21600"/>
                </a:gdLst>
                <a:rect l="T1" t="T2" r="T3" b="T4"/>
                <a:pathLst>
                  <a:path w="21600" h="21600">
                    <a:moveTo>
                      <a:pt x="21359" y="0"/>
                    </a:moveTo>
                    <a:lnTo>
                      <a:pt x="0" y="21573"/>
                    </a:lnTo>
                    <a:lnTo>
                      <a:pt x="14399" y="21336"/>
                    </a:lnTo>
                    <a:lnTo>
                      <a:pt x="21359" y="21493"/>
                    </a:lnTo>
                    <a:lnTo>
                      <a:pt x="21359" y="0"/>
                    </a:lnTo>
                  </a:path>
                </a:pathLst>
              </a:custGeom>
              <a:solidFill>
                <a:srgbClr val="000000"/>
              </a:solidFill>
              <a:ln w="25400" cmpd="sng" cap="rnd">
                <a:solidFill>
                  <a:srgbClr val="000000"/>
                </a:solidFill>
                <a:prstDash val="solid"/>
                <a:round/>
              </a:ln>
            </p:spPr>
          </p:sp>
          <p:sp>
            <p:nvSpPr>
              <p:cNvPr id="741" name="Straight line"/>
              <p:cNvSpPr>
                <a:spLocks/>
              </p:cNvSpPr>
              <p:nvPr/>
            </p:nvSpPr>
            <p:spPr>
              <a:xfrm flipV="1" rot="0">
                <a:off x="8931698" y="3515220"/>
                <a:ext cx="194767" cy="46347"/>
              </a:xfrm>
              <a:prstGeom prst="line"/>
              <a:noFill/>
              <a:ln w="25400" cmpd="sng" cap="flat">
                <a:solidFill>
                  <a:srgbClr val="A8A8A8"/>
                </a:solidFill>
                <a:prstDash val="solid"/>
                <a:round/>
              </a:ln>
            </p:spPr>
          </p:sp>
          <p:sp>
            <p:nvSpPr>
              <p:cNvPr id="742" name="Straight line"/>
              <p:cNvSpPr>
                <a:spLocks/>
              </p:cNvSpPr>
              <p:nvPr/>
            </p:nvSpPr>
            <p:spPr>
              <a:xfrm flipV="1" rot="0">
                <a:off x="9403743" y="3450579"/>
                <a:ext cx="489627" cy="82936"/>
              </a:xfrm>
              <a:prstGeom prst="line"/>
              <a:noFill/>
              <a:ln w="25400" cmpd="sng" cap="flat">
                <a:solidFill>
                  <a:srgbClr val="000000"/>
                </a:solidFill>
                <a:prstDash val="solid"/>
                <a:round/>
              </a:ln>
            </p:spPr>
          </p:sp>
          <p:sp>
            <p:nvSpPr>
              <p:cNvPr id="743" name="曲线"/>
              <p:cNvSpPr>
                <a:spLocks/>
              </p:cNvSpPr>
              <p:nvPr/>
            </p:nvSpPr>
            <p:spPr>
              <a:xfrm rot="0">
                <a:off x="8964159" y="3500584"/>
                <a:ext cx="386832" cy="1052575"/>
              </a:xfrm>
              <a:custGeom>
                <a:gdLst>
                  <a:gd name="T1" fmla="*/ 0 w 21600"/>
                  <a:gd name="T2" fmla="*/ 0 h 21600"/>
                  <a:gd name="T3" fmla="*/ 21600 w 21600"/>
                  <a:gd name="T4" fmla="*/ 21600 h 21600"/>
                </a:gdLst>
                <a:rect l="T1" t="T2" r="T3" b="T4"/>
                <a:pathLst>
                  <a:path w="21600" h="21600">
                    <a:moveTo>
                      <a:pt x="0" y="19998"/>
                    </a:moveTo>
                    <a:lnTo>
                      <a:pt x="3775" y="20123"/>
                    </a:lnTo>
                    <a:lnTo>
                      <a:pt x="8155" y="20497"/>
                    </a:lnTo>
                    <a:lnTo>
                      <a:pt x="12083" y="21099"/>
                    </a:lnTo>
                    <a:lnTo>
                      <a:pt x="13367" y="21573"/>
                    </a:lnTo>
                    <a:lnTo>
                      <a:pt x="14952" y="21548"/>
                    </a:lnTo>
                    <a:lnTo>
                      <a:pt x="21524" y="1051"/>
                    </a:lnTo>
                    <a:lnTo>
                      <a:pt x="20919" y="900"/>
                    </a:lnTo>
                    <a:lnTo>
                      <a:pt x="17672" y="849"/>
                    </a:lnTo>
                    <a:lnTo>
                      <a:pt x="14952" y="649"/>
                    </a:lnTo>
                    <a:lnTo>
                      <a:pt x="12309" y="425"/>
                    </a:lnTo>
                    <a:lnTo>
                      <a:pt x="11026" y="175"/>
                    </a:lnTo>
                    <a:lnTo>
                      <a:pt x="10422" y="0"/>
                    </a:lnTo>
                    <a:lnTo>
                      <a:pt x="0" y="19998"/>
                    </a:lnTo>
                  </a:path>
                </a:pathLst>
              </a:custGeom>
              <a:solidFill>
                <a:srgbClr val="0000FF"/>
              </a:solidFill>
              <a:ln w="12700" cmpd="sng" cap="rnd">
                <a:solidFill>
                  <a:srgbClr val="000000"/>
                </a:solidFill>
                <a:prstDash val="solid"/>
                <a:round/>
              </a:ln>
            </p:spPr>
          </p:sp>
          <p:sp>
            <p:nvSpPr>
              <p:cNvPr id="744" name="曲线"/>
              <p:cNvSpPr>
                <a:spLocks/>
              </p:cNvSpPr>
              <p:nvPr/>
            </p:nvSpPr>
            <p:spPr>
              <a:xfrm rot="0">
                <a:off x="9156224" y="3428625"/>
                <a:ext cx="601891" cy="84156"/>
              </a:xfrm>
              <a:custGeom>
                <a:gdLst>
                  <a:gd name="T1" fmla="*/ 0 w 21600"/>
                  <a:gd name="T2" fmla="*/ 0 h 21600"/>
                  <a:gd name="T3" fmla="*/ 21600 w 21600"/>
                  <a:gd name="T4" fmla="*/ 21600 h 21600"/>
                </a:gdLst>
                <a:rect l="T1" t="T2" r="T3" b="T4"/>
                <a:pathLst>
                  <a:path w="21600" h="21600">
                    <a:moveTo>
                      <a:pt x="969" y="21285"/>
                    </a:moveTo>
                    <a:lnTo>
                      <a:pt x="21454" y="3756"/>
                    </a:lnTo>
                    <a:lnTo>
                      <a:pt x="21551" y="0"/>
                    </a:lnTo>
                    <a:lnTo>
                      <a:pt x="0" y="17530"/>
                    </a:lnTo>
                    <a:lnTo>
                      <a:pt x="485" y="19095"/>
                    </a:lnTo>
                    <a:lnTo>
                      <a:pt x="969" y="21285"/>
                    </a:lnTo>
                  </a:path>
                </a:pathLst>
              </a:custGeom>
              <a:solidFill>
                <a:srgbClr val="0000FF"/>
              </a:solidFill>
              <a:ln w="12700" cmpd="sng" cap="rnd">
                <a:solidFill>
                  <a:srgbClr val="000000"/>
                </a:solidFill>
                <a:prstDash val="solid"/>
                <a:round/>
              </a:ln>
            </p:spPr>
          </p:sp>
          <p:sp>
            <p:nvSpPr>
              <p:cNvPr id="745" name="曲线"/>
              <p:cNvSpPr>
                <a:spLocks/>
              </p:cNvSpPr>
              <p:nvPr/>
            </p:nvSpPr>
            <p:spPr>
              <a:xfrm rot="0">
                <a:off x="8140447" y="3838434"/>
                <a:ext cx="463929" cy="661060"/>
              </a:xfrm>
              <a:custGeom>
                <a:gdLst>
                  <a:gd name="T1" fmla="*/ 0 w 21600"/>
                  <a:gd name="T2" fmla="*/ 0 h 21600"/>
                  <a:gd name="T3" fmla="*/ 21600 w 21600"/>
                  <a:gd name="T4" fmla="*/ 21600 h 21600"/>
                </a:gdLst>
                <a:rect l="T1" t="T2" r="T3" b="T4"/>
                <a:pathLst>
                  <a:path w="21600" h="21600">
                    <a:moveTo>
                      <a:pt x="14797" y="398"/>
                    </a:moveTo>
                    <a:lnTo>
                      <a:pt x="0" y="19327"/>
                    </a:lnTo>
                    <a:lnTo>
                      <a:pt x="188" y="19965"/>
                    </a:lnTo>
                    <a:lnTo>
                      <a:pt x="629" y="20363"/>
                    </a:lnTo>
                    <a:lnTo>
                      <a:pt x="1258" y="20763"/>
                    </a:lnTo>
                    <a:lnTo>
                      <a:pt x="1510" y="21080"/>
                    </a:lnTo>
                    <a:lnTo>
                      <a:pt x="2141" y="21241"/>
                    </a:lnTo>
                    <a:lnTo>
                      <a:pt x="2769" y="21399"/>
                    </a:lnTo>
                    <a:lnTo>
                      <a:pt x="4282" y="21560"/>
                    </a:lnTo>
                    <a:lnTo>
                      <a:pt x="5856" y="21241"/>
                    </a:lnTo>
                    <a:lnTo>
                      <a:pt x="18136" y="5578"/>
                    </a:lnTo>
                    <a:lnTo>
                      <a:pt x="20088" y="2669"/>
                    </a:lnTo>
                    <a:lnTo>
                      <a:pt x="19207" y="2828"/>
                    </a:lnTo>
                    <a:lnTo>
                      <a:pt x="18450" y="2708"/>
                    </a:lnTo>
                    <a:lnTo>
                      <a:pt x="17505" y="2350"/>
                    </a:lnTo>
                    <a:lnTo>
                      <a:pt x="16939" y="2111"/>
                    </a:lnTo>
                    <a:lnTo>
                      <a:pt x="16436" y="1752"/>
                    </a:lnTo>
                    <a:lnTo>
                      <a:pt x="15868" y="1353"/>
                    </a:lnTo>
                    <a:lnTo>
                      <a:pt x="15238" y="797"/>
                    </a:lnTo>
                    <a:lnTo>
                      <a:pt x="15238" y="597"/>
                    </a:lnTo>
                    <a:lnTo>
                      <a:pt x="21537" y="277"/>
                    </a:lnTo>
                    <a:lnTo>
                      <a:pt x="21537" y="0"/>
                    </a:lnTo>
                    <a:lnTo>
                      <a:pt x="14797" y="398"/>
                    </a:lnTo>
                  </a:path>
                </a:pathLst>
              </a:custGeom>
              <a:solidFill>
                <a:srgbClr val="000000"/>
              </a:solidFill>
              <a:ln w="12700" cmpd="sng" cap="rnd">
                <a:solidFill>
                  <a:srgbClr val="A8A8A8"/>
                </a:solidFill>
                <a:prstDash val="solid"/>
                <a:round/>
              </a:ln>
            </p:spPr>
          </p:sp>
          <p:sp>
            <p:nvSpPr>
              <p:cNvPr id="746" name="曲线"/>
              <p:cNvSpPr>
                <a:spLocks/>
              </p:cNvSpPr>
              <p:nvPr/>
            </p:nvSpPr>
            <p:spPr>
              <a:xfrm rot="0">
                <a:off x="8327100" y="3762813"/>
                <a:ext cx="482866" cy="736681"/>
              </a:xfrm>
              <a:custGeom>
                <a:gdLst>
                  <a:gd name="T1" fmla="*/ 0 w 21600"/>
                  <a:gd name="T2" fmla="*/ 0 h 21600"/>
                  <a:gd name="T3" fmla="*/ 21600 w 21600"/>
                  <a:gd name="T4" fmla="*/ 21600 h 21600"/>
                </a:gdLst>
                <a:rect l="T1" t="T2" r="T3" b="T4"/>
                <a:pathLst>
                  <a:path w="21600" h="21600">
                    <a:moveTo>
                      <a:pt x="0" y="20956"/>
                    </a:moveTo>
                    <a:lnTo>
                      <a:pt x="14156" y="0"/>
                    </a:lnTo>
                    <a:lnTo>
                      <a:pt x="14460" y="393"/>
                    </a:lnTo>
                    <a:lnTo>
                      <a:pt x="15307" y="749"/>
                    </a:lnTo>
                    <a:lnTo>
                      <a:pt x="16215" y="1036"/>
                    </a:lnTo>
                    <a:lnTo>
                      <a:pt x="17182" y="1250"/>
                    </a:lnTo>
                    <a:lnTo>
                      <a:pt x="19663" y="1679"/>
                    </a:lnTo>
                    <a:lnTo>
                      <a:pt x="20208" y="1715"/>
                    </a:lnTo>
                    <a:lnTo>
                      <a:pt x="20692" y="1715"/>
                    </a:lnTo>
                    <a:lnTo>
                      <a:pt x="21538" y="1645"/>
                    </a:lnTo>
                    <a:lnTo>
                      <a:pt x="10225" y="21563"/>
                    </a:lnTo>
                    <a:lnTo>
                      <a:pt x="7985" y="21563"/>
                    </a:lnTo>
                    <a:lnTo>
                      <a:pt x="3508" y="21420"/>
                    </a:lnTo>
                    <a:lnTo>
                      <a:pt x="1149" y="21206"/>
                    </a:lnTo>
                    <a:lnTo>
                      <a:pt x="0" y="20956"/>
                    </a:lnTo>
                  </a:path>
                </a:pathLst>
              </a:custGeom>
              <a:solidFill>
                <a:srgbClr val="FFA800"/>
              </a:solidFill>
              <a:ln w="12700" cmpd="sng" cap="rnd">
                <a:solidFill>
                  <a:srgbClr val="000000"/>
                </a:solidFill>
                <a:prstDash val="solid"/>
                <a:round/>
              </a:ln>
            </p:spPr>
          </p:sp>
          <p:sp>
            <p:nvSpPr>
              <p:cNvPr id="747" name="曲线"/>
              <p:cNvSpPr>
                <a:spLocks/>
              </p:cNvSpPr>
              <p:nvPr/>
            </p:nvSpPr>
            <p:spPr>
              <a:xfrm rot="0">
                <a:off x="8643602" y="3746959"/>
                <a:ext cx="197472" cy="32930"/>
              </a:xfrm>
              <a:custGeom>
                <a:gdLst>
                  <a:gd name="T1" fmla="*/ 0 w 21600"/>
                  <a:gd name="T2" fmla="*/ 0 h 21600"/>
                  <a:gd name="T3" fmla="*/ 21600 w 21600"/>
                  <a:gd name="T4" fmla="*/ 21600 h 21600"/>
                </a:gdLst>
                <a:rect l="T1" t="T2" r="T3" b="T4"/>
                <a:pathLst>
                  <a:path w="21600" h="21600">
                    <a:moveTo>
                      <a:pt x="1478" y="18399"/>
                    </a:moveTo>
                    <a:lnTo>
                      <a:pt x="20860" y="8000"/>
                    </a:lnTo>
                    <a:lnTo>
                      <a:pt x="21452" y="0"/>
                    </a:lnTo>
                    <a:lnTo>
                      <a:pt x="0" y="10400"/>
                    </a:lnTo>
                    <a:lnTo>
                      <a:pt x="443" y="11999"/>
                    </a:lnTo>
                    <a:lnTo>
                      <a:pt x="1478" y="20799"/>
                    </a:lnTo>
                    <a:lnTo>
                      <a:pt x="1478" y="18399"/>
                    </a:lnTo>
                  </a:path>
                </a:pathLst>
              </a:custGeom>
              <a:solidFill>
                <a:srgbClr val="FFA800"/>
              </a:solidFill>
              <a:ln w="12700" cmpd="sng" cap="rnd">
                <a:solidFill>
                  <a:srgbClr val="000000"/>
                </a:solidFill>
                <a:prstDash val="solid"/>
                <a:round/>
              </a:ln>
            </p:spPr>
          </p:sp>
          <p:sp>
            <p:nvSpPr>
              <p:cNvPr id="748" name="曲线"/>
              <p:cNvSpPr>
                <a:spLocks/>
              </p:cNvSpPr>
              <p:nvPr/>
            </p:nvSpPr>
            <p:spPr>
              <a:xfrm rot="0">
                <a:off x="8559743" y="3567667"/>
                <a:ext cx="554550" cy="935485"/>
              </a:xfrm>
              <a:custGeom>
                <a:gdLst>
                  <a:gd name="T1" fmla="*/ 0 w 21600"/>
                  <a:gd name="T2" fmla="*/ 0 h 21600"/>
                  <a:gd name="T3" fmla="*/ 21600 w 21600"/>
                  <a:gd name="T4" fmla="*/ 21600 h 21600"/>
                </a:gdLst>
                <a:rect l="T1" t="T2" r="T3" b="T4"/>
                <a:pathLst>
                  <a:path w="21600" h="21600">
                    <a:moveTo>
                      <a:pt x="21546" y="1970"/>
                    </a:moveTo>
                    <a:lnTo>
                      <a:pt x="21178" y="1970"/>
                    </a:lnTo>
                    <a:lnTo>
                      <a:pt x="20230" y="1914"/>
                    </a:lnTo>
                    <a:lnTo>
                      <a:pt x="19545" y="1857"/>
                    </a:lnTo>
                    <a:lnTo>
                      <a:pt x="18806" y="1773"/>
                    </a:lnTo>
                    <a:lnTo>
                      <a:pt x="18121" y="1661"/>
                    </a:lnTo>
                    <a:lnTo>
                      <a:pt x="17437" y="1577"/>
                    </a:lnTo>
                    <a:lnTo>
                      <a:pt x="16805" y="1464"/>
                    </a:lnTo>
                    <a:lnTo>
                      <a:pt x="16173" y="1294"/>
                    </a:lnTo>
                    <a:lnTo>
                      <a:pt x="15540" y="1126"/>
                    </a:lnTo>
                    <a:lnTo>
                      <a:pt x="15013" y="956"/>
                    </a:lnTo>
                    <a:lnTo>
                      <a:pt x="14539" y="816"/>
                    </a:lnTo>
                    <a:lnTo>
                      <a:pt x="14066" y="618"/>
                    </a:lnTo>
                    <a:lnTo>
                      <a:pt x="13434" y="309"/>
                    </a:lnTo>
                    <a:lnTo>
                      <a:pt x="13434" y="0"/>
                    </a:lnTo>
                    <a:lnTo>
                      <a:pt x="0" y="21571"/>
                    </a:lnTo>
                    <a:lnTo>
                      <a:pt x="5741" y="21290"/>
                    </a:lnTo>
                    <a:lnTo>
                      <a:pt x="8745" y="21064"/>
                    </a:lnTo>
                    <a:lnTo>
                      <a:pt x="9957" y="21007"/>
                    </a:lnTo>
                    <a:lnTo>
                      <a:pt x="17332" y="8729"/>
                    </a:lnTo>
                    <a:lnTo>
                      <a:pt x="21546" y="1970"/>
                    </a:lnTo>
                  </a:path>
                </a:pathLst>
              </a:custGeom>
              <a:solidFill>
                <a:srgbClr val="A80000"/>
              </a:solidFill>
              <a:ln w="12700" cmpd="sng" cap="rnd">
                <a:solidFill>
                  <a:srgbClr val="000000"/>
                </a:solidFill>
                <a:prstDash val="solid"/>
                <a:round/>
              </a:ln>
            </p:spPr>
          </p:sp>
          <p:sp>
            <p:nvSpPr>
              <p:cNvPr id="749" name="曲线"/>
              <p:cNvSpPr>
                <a:spLocks/>
              </p:cNvSpPr>
              <p:nvPr/>
            </p:nvSpPr>
            <p:spPr>
              <a:xfrm rot="0">
                <a:off x="8924935" y="3539615"/>
                <a:ext cx="217763" cy="48786"/>
              </a:xfrm>
              <a:custGeom>
                <a:gdLst>
                  <a:gd name="T1" fmla="*/ 0 w 21600"/>
                  <a:gd name="T2" fmla="*/ 0 h 21600"/>
                  <a:gd name="T3" fmla="*/ 21600 w 21600"/>
                  <a:gd name="T4" fmla="*/ 21600 h 21600"/>
                </a:gdLst>
                <a:rect l="T1" t="T2" r="T3" b="T4"/>
                <a:pathLst>
                  <a:path w="21600" h="21600">
                    <a:moveTo>
                      <a:pt x="1207" y="21059"/>
                    </a:moveTo>
                    <a:lnTo>
                      <a:pt x="21062" y="10259"/>
                    </a:lnTo>
                    <a:lnTo>
                      <a:pt x="21465" y="0"/>
                    </a:lnTo>
                    <a:lnTo>
                      <a:pt x="0" y="12419"/>
                    </a:lnTo>
                    <a:lnTo>
                      <a:pt x="134" y="17279"/>
                    </a:lnTo>
                    <a:lnTo>
                      <a:pt x="1207" y="21059"/>
                    </a:lnTo>
                  </a:path>
                </a:pathLst>
              </a:custGeom>
              <a:solidFill>
                <a:srgbClr val="A80000"/>
              </a:solidFill>
              <a:ln w="12700" cmpd="sng" cap="rnd">
                <a:solidFill>
                  <a:srgbClr val="000000"/>
                </a:solidFill>
                <a:prstDash val="solid"/>
                <a:round/>
              </a:ln>
            </p:spPr>
          </p:sp>
          <p:sp>
            <p:nvSpPr>
              <p:cNvPr id="750" name="曲线"/>
              <p:cNvSpPr>
                <a:spLocks/>
              </p:cNvSpPr>
              <p:nvPr/>
            </p:nvSpPr>
            <p:spPr>
              <a:xfrm rot="0">
                <a:off x="9655320" y="3628651"/>
                <a:ext cx="269160" cy="1101362"/>
              </a:xfrm>
              <a:custGeom>
                <a:gdLst>
                  <a:gd name="T1" fmla="*/ 0 w 21600"/>
                  <a:gd name="T2" fmla="*/ 0 h 21600"/>
                  <a:gd name="T3" fmla="*/ 21600 w 21600"/>
                  <a:gd name="T4" fmla="*/ 21600 h 21600"/>
                </a:gdLst>
                <a:rect l="T1" t="T2" r="T3" b="T4"/>
                <a:pathLst>
                  <a:path w="21600" h="21600">
                    <a:moveTo>
                      <a:pt x="0" y="0"/>
                    </a:moveTo>
                    <a:lnTo>
                      <a:pt x="0" y="20164"/>
                    </a:lnTo>
                    <a:lnTo>
                      <a:pt x="8139" y="20930"/>
                    </a:lnTo>
                    <a:lnTo>
                      <a:pt x="20296" y="21480"/>
                    </a:lnTo>
                    <a:lnTo>
                      <a:pt x="21491" y="21576"/>
                    </a:lnTo>
                    <a:lnTo>
                      <a:pt x="21491" y="741"/>
                    </a:lnTo>
                    <a:lnTo>
                      <a:pt x="19320" y="813"/>
                    </a:lnTo>
                    <a:lnTo>
                      <a:pt x="16498" y="813"/>
                    </a:lnTo>
                    <a:lnTo>
                      <a:pt x="13024" y="765"/>
                    </a:lnTo>
                    <a:lnTo>
                      <a:pt x="8790" y="598"/>
                    </a:lnTo>
                    <a:lnTo>
                      <a:pt x="6729" y="598"/>
                    </a:lnTo>
                    <a:lnTo>
                      <a:pt x="4233" y="454"/>
                    </a:lnTo>
                    <a:lnTo>
                      <a:pt x="1845" y="286"/>
                    </a:lnTo>
                    <a:lnTo>
                      <a:pt x="0" y="0"/>
                    </a:lnTo>
                  </a:path>
                </a:pathLst>
              </a:custGeom>
              <a:solidFill>
                <a:srgbClr val="00FF00"/>
              </a:solidFill>
              <a:ln w="12700" cmpd="sng" cap="rnd">
                <a:solidFill>
                  <a:srgbClr val="FFFFFF"/>
                </a:solidFill>
                <a:prstDash val="solid"/>
                <a:round/>
              </a:ln>
            </p:spPr>
          </p:sp>
          <p:sp>
            <p:nvSpPr>
              <p:cNvPr id="751" name="曲线"/>
              <p:cNvSpPr>
                <a:spLocks/>
              </p:cNvSpPr>
              <p:nvPr/>
            </p:nvSpPr>
            <p:spPr>
              <a:xfrm rot="0">
                <a:off x="9924480" y="3578644"/>
                <a:ext cx="620828" cy="379317"/>
              </a:xfrm>
              <a:custGeom>
                <a:gdLst>
                  <a:gd name="T1" fmla="*/ 0 w 21600"/>
                  <a:gd name="T2" fmla="*/ 0 h 21600"/>
                  <a:gd name="T3" fmla="*/ 21600 w 21600"/>
                  <a:gd name="T4" fmla="*/ 21600 h 21600"/>
                </a:gdLst>
                <a:rect l="T1" t="T2" r="T3" b="T4"/>
                <a:pathLst>
                  <a:path w="21600" h="21600">
                    <a:moveTo>
                      <a:pt x="0" y="21530"/>
                    </a:moveTo>
                    <a:lnTo>
                      <a:pt x="0" y="4930"/>
                    </a:lnTo>
                    <a:lnTo>
                      <a:pt x="21551" y="0"/>
                    </a:lnTo>
                    <a:lnTo>
                      <a:pt x="21551" y="12640"/>
                    </a:lnTo>
                    <a:lnTo>
                      <a:pt x="517" y="21043"/>
                    </a:lnTo>
                    <a:lnTo>
                      <a:pt x="0" y="21530"/>
                    </a:lnTo>
                  </a:path>
                </a:pathLst>
              </a:custGeom>
              <a:solidFill>
                <a:srgbClr val="00FF00"/>
              </a:solidFill>
              <a:ln w="12700" cmpd="sng" cap="rnd">
                <a:solidFill>
                  <a:srgbClr val="FFFFFF"/>
                </a:solidFill>
                <a:prstDash val="solid"/>
                <a:round/>
              </a:ln>
            </p:spPr>
          </p:sp>
          <p:sp>
            <p:nvSpPr>
              <p:cNvPr id="752" name="曲线"/>
              <p:cNvSpPr>
                <a:spLocks/>
              </p:cNvSpPr>
              <p:nvPr/>
            </p:nvSpPr>
            <p:spPr>
              <a:xfrm rot="0">
                <a:off x="9664788" y="3538395"/>
                <a:ext cx="669520" cy="101232"/>
              </a:xfrm>
              <a:custGeom>
                <a:gdLst>
                  <a:gd name="T1" fmla="*/ 0 w 21600"/>
                  <a:gd name="T2" fmla="*/ 0 h 21600"/>
                  <a:gd name="T3" fmla="*/ 21600 w 21600"/>
                  <a:gd name="T4" fmla="*/ 21600 h 21600"/>
                </a:gdLst>
                <a:rect l="T1" t="T2" r="T3" b="T4"/>
                <a:pathLst>
                  <a:path w="21600" h="21600">
                    <a:moveTo>
                      <a:pt x="0" y="18477"/>
                    </a:moveTo>
                    <a:lnTo>
                      <a:pt x="21556" y="0"/>
                    </a:lnTo>
                    <a:lnTo>
                      <a:pt x="21556" y="3121"/>
                    </a:lnTo>
                    <a:lnTo>
                      <a:pt x="610" y="21339"/>
                    </a:lnTo>
                    <a:lnTo>
                      <a:pt x="0" y="18477"/>
                    </a:lnTo>
                  </a:path>
                </a:pathLst>
              </a:custGeom>
              <a:solidFill>
                <a:srgbClr val="00FF00"/>
              </a:solidFill>
              <a:ln w="12700" cmpd="sng" cap="rnd">
                <a:solidFill>
                  <a:srgbClr val="000000"/>
                </a:solidFill>
                <a:prstDash val="solid"/>
                <a:round/>
              </a:ln>
            </p:spPr>
          </p:sp>
          <p:sp>
            <p:nvSpPr>
              <p:cNvPr id="753" name="Straight line"/>
              <p:cNvSpPr>
                <a:spLocks/>
              </p:cNvSpPr>
              <p:nvPr/>
            </p:nvSpPr>
            <p:spPr>
              <a:xfrm rot="0">
                <a:off x="9950178" y="3670119"/>
                <a:ext cx="0" cy="268326"/>
              </a:xfrm>
              <a:prstGeom prst="line"/>
              <a:noFill/>
              <a:ln w="25400" cmpd="sng" cap="flat">
                <a:solidFill>
                  <a:srgbClr val="FFFFFF"/>
                </a:solidFill>
                <a:prstDash val="solid"/>
                <a:round/>
              </a:ln>
            </p:spPr>
          </p:sp>
          <p:sp>
            <p:nvSpPr>
              <p:cNvPr id="754" name="曲线"/>
              <p:cNvSpPr>
                <a:spLocks/>
              </p:cNvSpPr>
              <p:nvPr/>
            </p:nvSpPr>
            <p:spPr>
              <a:xfrm rot="0">
                <a:off x="9931244" y="3916492"/>
                <a:ext cx="623531" cy="1028181"/>
              </a:xfrm>
              <a:custGeom>
                <a:gdLst>
                  <a:gd name="T1" fmla="*/ 0 w 21600"/>
                  <a:gd name="T2" fmla="*/ 0 h 21600"/>
                  <a:gd name="T3" fmla="*/ 21600 w 21600"/>
                  <a:gd name="T4" fmla="*/ 21600 h 21600"/>
                </a:gdLst>
                <a:rect l="T1" t="T2" r="T3" b="T4"/>
                <a:pathLst>
                  <a:path w="21600" h="21600">
                    <a:moveTo>
                      <a:pt x="9792" y="0"/>
                    </a:moveTo>
                    <a:lnTo>
                      <a:pt x="21552" y="20856"/>
                    </a:lnTo>
                    <a:lnTo>
                      <a:pt x="18039" y="21343"/>
                    </a:lnTo>
                    <a:lnTo>
                      <a:pt x="15367" y="21574"/>
                    </a:lnTo>
                    <a:lnTo>
                      <a:pt x="13540" y="21522"/>
                    </a:lnTo>
                    <a:lnTo>
                      <a:pt x="12181" y="21266"/>
                    </a:lnTo>
                    <a:lnTo>
                      <a:pt x="11479" y="20985"/>
                    </a:lnTo>
                    <a:lnTo>
                      <a:pt x="0" y="1050"/>
                    </a:lnTo>
                    <a:lnTo>
                      <a:pt x="2202" y="1076"/>
                    </a:lnTo>
                    <a:lnTo>
                      <a:pt x="4450" y="896"/>
                    </a:lnTo>
                    <a:lnTo>
                      <a:pt x="6746" y="538"/>
                    </a:lnTo>
                    <a:lnTo>
                      <a:pt x="9370" y="101"/>
                    </a:lnTo>
                    <a:lnTo>
                      <a:pt x="9792" y="0"/>
                    </a:lnTo>
                  </a:path>
                </a:pathLst>
              </a:custGeom>
              <a:solidFill>
                <a:srgbClr val="FF0054"/>
              </a:solidFill>
              <a:ln w="12700" cmpd="sng" cap="rnd">
                <a:solidFill>
                  <a:srgbClr val="000000"/>
                </a:solidFill>
                <a:prstDash val="solid"/>
                <a:round/>
              </a:ln>
            </p:spPr>
          </p:sp>
          <p:sp>
            <p:nvSpPr>
              <p:cNvPr id="755" name="曲线"/>
              <p:cNvSpPr>
                <a:spLocks/>
              </p:cNvSpPr>
              <p:nvPr/>
            </p:nvSpPr>
            <p:spPr>
              <a:xfrm rot="0">
                <a:off x="10212577" y="3735981"/>
                <a:ext cx="1125335" cy="1178201"/>
              </a:xfrm>
              <a:custGeom>
                <a:gdLst>
                  <a:gd name="T1" fmla="*/ 0 w 21600"/>
                  <a:gd name="T2" fmla="*/ 0 h 21600"/>
                  <a:gd name="T3" fmla="*/ 21600 w 21600"/>
                  <a:gd name="T4" fmla="*/ 21600 h 21600"/>
                </a:gdLst>
                <a:rect l="T1" t="T2" r="T3" b="T4"/>
                <a:pathLst>
                  <a:path w="21600" h="21600">
                    <a:moveTo>
                      <a:pt x="6516" y="21577"/>
                    </a:moveTo>
                    <a:lnTo>
                      <a:pt x="21574" y="17217"/>
                    </a:lnTo>
                    <a:lnTo>
                      <a:pt x="15161" y="0"/>
                    </a:lnTo>
                    <a:lnTo>
                      <a:pt x="0" y="3330"/>
                    </a:lnTo>
                    <a:lnTo>
                      <a:pt x="6516" y="21577"/>
                    </a:lnTo>
                  </a:path>
                </a:pathLst>
              </a:custGeom>
              <a:solidFill>
                <a:srgbClr val="FF0054"/>
              </a:solidFill>
              <a:ln w="12700" cmpd="sng" cap="rnd">
                <a:solidFill>
                  <a:srgbClr val="000000"/>
                </a:solidFill>
                <a:prstDash val="solid"/>
                <a:round/>
              </a:ln>
            </p:spPr>
          </p:sp>
          <p:sp>
            <p:nvSpPr>
              <p:cNvPr id="756" name="Straight line"/>
              <p:cNvSpPr>
                <a:spLocks/>
              </p:cNvSpPr>
              <p:nvPr/>
            </p:nvSpPr>
            <p:spPr>
              <a:xfrm rot="0">
                <a:off x="10254506" y="3921371"/>
                <a:ext cx="309739" cy="970856"/>
              </a:xfrm>
              <a:prstGeom prst="line"/>
              <a:noFill/>
              <a:ln w="25400" cmpd="sng" cap="flat">
                <a:solidFill>
                  <a:srgbClr val="FFFFFF"/>
                </a:solidFill>
                <a:prstDash val="solid"/>
                <a:round/>
              </a:ln>
            </p:spPr>
          </p:sp>
          <p:sp>
            <p:nvSpPr>
              <p:cNvPr id="757" name="曲线"/>
              <p:cNvSpPr>
                <a:spLocks/>
              </p:cNvSpPr>
              <p:nvPr/>
            </p:nvSpPr>
            <p:spPr>
              <a:xfrm rot="0">
                <a:off x="9356403" y="3543273"/>
                <a:ext cx="254281" cy="1095263"/>
              </a:xfrm>
              <a:custGeom>
                <a:gdLst>
                  <a:gd name="T1" fmla="*/ 0 w 21600"/>
                  <a:gd name="T2" fmla="*/ 0 h 21600"/>
                  <a:gd name="T3" fmla="*/ 21600 w 21600"/>
                  <a:gd name="T4" fmla="*/ 21600 h 21600"/>
                </a:gdLst>
                <a:rect l="T1" t="T2" r="T3" b="T4"/>
                <a:pathLst>
                  <a:path w="21600" h="21600">
                    <a:moveTo>
                      <a:pt x="688" y="0"/>
                    </a:moveTo>
                    <a:lnTo>
                      <a:pt x="688" y="19555"/>
                    </a:lnTo>
                    <a:lnTo>
                      <a:pt x="0" y="19674"/>
                    </a:lnTo>
                    <a:lnTo>
                      <a:pt x="2987" y="19867"/>
                    </a:lnTo>
                    <a:lnTo>
                      <a:pt x="5743" y="20132"/>
                    </a:lnTo>
                    <a:lnTo>
                      <a:pt x="7926" y="20348"/>
                    </a:lnTo>
                    <a:lnTo>
                      <a:pt x="10569" y="20612"/>
                    </a:lnTo>
                    <a:lnTo>
                      <a:pt x="21484" y="21575"/>
                    </a:lnTo>
                    <a:lnTo>
                      <a:pt x="21484" y="720"/>
                    </a:lnTo>
                    <a:lnTo>
                      <a:pt x="17118" y="864"/>
                    </a:lnTo>
                    <a:lnTo>
                      <a:pt x="11144" y="792"/>
                    </a:lnTo>
                    <a:lnTo>
                      <a:pt x="5054" y="504"/>
                    </a:lnTo>
                    <a:lnTo>
                      <a:pt x="2068" y="263"/>
                    </a:lnTo>
                    <a:lnTo>
                      <a:pt x="688" y="0"/>
                    </a:lnTo>
                  </a:path>
                </a:pathLst>
              </a:custGeom>
              <a:solidFill>
                <a:srgbClr val="A8A8A8"/>
              </a:solidFill>
              <a:ln w="12700" cmpd="sng" cap="rnd">
                <a:solidFill>
                  <a:srgbClr val="000000"/>
                </a:solidFill>
                <a:prstDash val="solid"/>
                <a:round/>
              </a:ln>
            </p:spPr>
          </p:sp>
          <p:sp>
            <p:nvSpPr>
              <p:cNvPr id="758" name="曲线"/>
              <p:cNvSpPr>
                <a:spLocks/>
              </p:cNvSpPr>
              <p:nvPr/>
            </p:nvSpPr>
            <p:spPr>
              <a:xfrm rot="0">
                <a:off x="9610686" y="3489608"/>
                <a:ext cx="627590" cy="1170883"/>
              </a:xfrm>
              <a:custGeom>
                <a:gdLst>
                  <a:gd name="T1" fmla="*/ 0 w 21600"/>
                  <a:gd name="T2" fmla="*/ 0 h 21600"/>
                  <a:gd name="T3" fmla="*/ 21600 w 21600"/>
                  <a:gd name="T4" fmla="*/ 21600 h 21600"/>
                </a:gdLst>
                <a:rect l="T1" t="T2" r="T3" b="T4"/>
                <a:pathLst>
                  <a:path w="21600" h="21600">
                    <a:moveTo>
                      <a:pt x="0" y="1641"/>
                    </a:moveTo>
                    <a:lnTo>
                      <a:pt x="0" y="21171"/>
                    </a:lnTo>
                    <a:lnTo>
                      <a:pt x="1629" y="21576"/>
                    </a:lnTo>
                    <a:lnTo>
                      <a:pt x="1629" y="2497"/>
                    </a:lnTo>
                    <a:lnTo>
                      <a:pt x="21552" y="1102"/>
                    </a:lnTo>
                    <a:lnTo>
                      <a:pt x="21552" y="0"/>
                    </a:lnTo>
                    <a:lnTo>
                      <a:pt x="417" y="1551"/>
                    </a:lnTo>
                    <a:lnTo>
                      <a:pt x="0" y="1641"/>
                    </a:lnTo>
                  </a:path>
                </a:pathLst>
              </a:custGeom>
              <a:solidFill>
                <a:srgbClr val="A8A8A8"/>
              </a:solidFill>
              <a:ln w="12700" cmpd="sng" cap="rnd">
                <a:solidFill>
                  <a:srgbClr val="000000"/>
                </a:solidFill>
                <a:prstDash val="solid"/>
                <a:round/>
              </a:ln>
            </p:spPr>
          </p:sp>
          <p:sp>
            <p:nvSpPr>
              <p:cNvPr id="759" name="曲线"/>
              <p:cNvSpPr>
                <a:spLocks/>
              </p:cNvSpPr>
              <p:nvPr/>
            </p:nvSpPr>
            <p:spPr>
              <a:xfrm rot="0">
                <a:off x="9365872" y="3460336"/>
                <a:ext cx="603244" cy="90255"/>
              </a:xfrm>
              <a:custGeom>
                <a:gdLst>
                  <a:gd name="T1" fmla="*/ 0 w 21600"/>
                  <a:gd name="T2" fmla="*/ 0 h 21600"/>
                  <a:gd name="T3" fmla="*/ 21600 w 21600"/>
                  <a:gd name="T4" fmla="*/ 21600 h 21600"/>
                </a:gdLst>
                <a:rect l="T1" t="T2" r="T3" b="T4"/>
                <a:pathLst>
                  <a:path w="21600" h="21600">
                    <a:moveTo>
                      <a:pt x="2565" y="21308"/>
                    </a:moveTo>
                    <a:lnTo>
                      <a:pt x="21550" y="3501"/>
                    </a:lnTo>
                    <a:lnTo>
                      <a:pt x="21550" y="0"/>
                    </a:lnTo>
                    <a:lnTo>
                      <a:pt x="0" y="18096"/>
                    </a:lnTo>
                    <a:lnTo>
                      <a:pt x="1161" y="20432"/>
                    </a:lnTo>
                    <a:lnTo>
                      <a:pt x="1598" y="20724"/>
                    </a:lnTo>
                    <a:lnTo>
                      <a:pt x="629" y="21308"/>
                    </a:lnTo>
                    <a:lnTo>
                      <a:pt x="2565" y="21308"/>
                    </a:lnTo>
                  </a:path>
                </a:pathLst>
              </a:custGeom>
              <a:solidFill>
                <a:srgbClr val="A8A8A8"/>
              </a:solidFill>
              <a:ln w="12700" cmpd="sng" cap="rnd">
                <a:solidFill>
                  <a:srgbClr val="000000"/>
                </a:solidFill>
                <a:prstDash val="solid"/>
                <a:round/>
              </a:ln>
            </p:spPr>
          </p:sp>
          <p:sp>
            <p:nvSpPr>
              <p:cNvPr id="760" name="曲线"/>
              <p:cNvSpPr>
                <a:spLocks/>
              </p:cNvSpPr>
              <p:nvPr/>
            </p:nvSpPr>
            <p:spPr>
              <a:xfrm rot="0">
                <a:off x="8264883" y="4007967"/>
                <a:ext cx="267806" cy="481769"/>
              </a:xfrm>
              <a:custGeom>
                <a:gdLst>
                  <a:gd name="T1" fmla="*/ 0 w 21600"/>
                  <a:gd name="T2" fmla="*/ 0 h 21600"/>
                  <a:gd name="T3" fmla="*/ 21600 w 21600"/>
                  <a:gd name="T4" fmla="*/ 21600 h 21600"/>
                </a:gdLst>
                <a:rect l="T1" t="T2" r="T3" b="T4"/>
                <a:pathLst>
                  <a:path w="21600" h="21600">
                    <a:moveTo>
                      <a:pt x="21489" y="0"/>
                    </a:moveTo>
                    <a:lnTo>
                      <a:pt x="0" y="21545"/>
                    </a:lnTo>
                    <a:lnTo>
                      <a:pt x="3163" y="21052"/>
                    </a:lnTo>
                    <a:lnTo>
                      <a:pt x="4799" y="21052"/>
                    </a:lnTo>
                    <a:lnTo>
                      <a:pt x="21489" y="0"/>
                    </a:lnTo>
                  </a:path>
                </a:pathLst>
              </a:custGeom>
              <a:solidFill>
                <a:srgbClr val="000000"/>
              </a:solidFill>
              <a:ln w="12700" cmpd="sng" cap="rnd">
                <a:solidFill>
                  <a:srgbClr val="000000"/>
                </a:solidFill>
                <a:prstDash val="solid"/>
                <a:round/>
              </a:ln>
            </p:spPr>
          </p:sp>
          <p:sp>
            <p:nvSpPr>
              <p:cNvPr id="761" name="曲线"/>
              <p:cNvSpPr>
                <a:spLocks/>
              </p:cNvSpPr>
              <p:nvPr/>
            </p:nvSpPr>
            <p:spPr>
              <a:xfrm rot="0">
                <a:off x="8816730" y="3639627"/>
                <a:ext cx="311090" cy="835472"/>
              </a:xfrm>
              <a:custGeom>
                <a:gdLst>
                  <a:gd name="T1" fmla="*/ 0 w 21600"/>
                  <a:gd name="T2" fmla="*/ 0 h 21600"/>
                  <a:gd name="T3" fmla="*/ 21600 w 21600"/>
                  <a:gd name="T4" fmla="*/ 21600 h 21600"/>
                </a:gdLst>
                <a:rect l="T1" t="T2" r="T3" b="T4"/>
                <a:pathLst>
                  <a:path w="21600" h="21600">
                    <a:moveTo>
                      <a:pt x="0" y="21568"/>
                    </a:moveTo>
                    <a:lnTo>
                      <a:pt x="20941" y="314"/>
                    </a:lnTo>
                    <a:lnTo>
                      <a:pt x="21505" y="0"/>
                    </a:lnTo>
                    <a:lnTo>
                      <a:pt x="9954" y="21505"/>
                    </a:lnTo>
                    <a:lnTo>
                      <a:pt x="0" y="21568"/>
                    </a:lnTo>
                  </a:path>
                </a:pathLst>
              </a:custGeom>
              <a:solidFill>
                <a:srgbClr val="000000"/>
              </a:solidFill>
              <a:ln w="12700" cmpd="sng" cap="rnd">
                <a:solidFill>
                  <a:srgbClr val="000000"/>
                </a:solidFill>
                <a:prstDash val="solid"/>
                <a:round/>
              </a:ln>
            </p:spPr>
          </p:sp>
        </p:grpSp>
      </p:grpSp>
      <p:sp>
        <p:nvSpPr>
          <p:cNvPr id="764" name="Rectangles"/>
          <p:cNvSpPr>
            <a:spLocks noGrp="1"/>
          </p:cNvSpPr>
          <p:nvPr>
            <p:ph type="sldNum" idx="12"/>
          </p:nvPr>
        </p:nvSpPr>
        <p:spPr>
          <a:xfrm rot="0">
            <a:off x="1981200" y="6356351"/>
            <a:ext cx="2133600" cy="365125"/>
          </a:xfrm>
          <a:prstGeom prst="rect"/>
          <a:noFill/>
          <a:ln w="12700" cmpd="sng" cap="flat">
            <a:noFill/>
            <a:prstDash val="solid"/>
            <a:miter/>
          </a:ln>
        </p:spPr>
        <p:txBody>
          <a:bodyPr vert="horz" wrap="square" lIns="91440" tIns="45720" rIns="91440" bIns="45720" anchor="ctr" anchorCtr="0">
            <a:prstTxWarp prst="textNoShape"/>
          </a:bodyPr>
          <a:lstStyle/>
          <a:p>
            <a:pPr marL="0" indent="0" algn="l" eaLnBrk="1" hangingPunct="1">
              <a:lnSpc>
                <a:spcPct val="100000"/>
              </a:lnSpc>
              <a:spcBef>
                <a:spcPts val="0"/>
              </a:spcBef>
              <a:spcAft>
                <a:spcPts val="0"/>
              </a:spcAft>
              <a:buNone/>
            </a:pPr>
            <a:fld id="{CAD2D6BD-DE1B-4B5F-8B41-2702339687B9}" type="slidenum">
              <a:rPr lang="en-US" altLang="zh-CN" sz="1200" b="0" i="0" u="none" strike="noStrike" kern="1200" cap="none" spc="0" baseline="0">
                <a:solidFill>
                  <a:srgbClr val="898989"/>
                </a:solidFill>
                <a:latin typeface="Calibri" pitchFamily="34" charset="0"/>
                <a:ea typeface="MS PGothic" pitchFamily="34" charset="-128"/>
                <a:cs typeface="Arial" pitchFamily="34" charset="0"/>
              </a:rPr>
              <a:t>73</a:t>
            </a:fld>
            <a:endParaRPr lang="zh-CN" altLang="en-US" sz="1200" b="0" i="0" u="none" strike="noStrike" kern="1200" cap="none" spc="0" baseline="0">
              <a:solidFill>
                <a:srgbClr val="898989"/>
              </a:solidFill>
              <a:latin typeface="Calibri" pitchFamily="34" charset="0"/>
              <a:ea typeface="MS PGothic" pitchFamily="34" charset="-128"/>
              <a:cs typeface="Arial" pitchFamily="34" charset="0"/>
            </a:endParaRPr>
          </a:p>
        </p:txBody>
      </p:sp>
    </p:spTree>
    <p:extLst>
      <p:ext uri="{BB962C8B-B14F-4D97-AF65-F5344CB8AC3E}">
        <p14:creationId xmlns:p14="http://schemas.microsoft.com/office/powerpoint/2010/main" val="63688469"/>
      </p:ext>
    </p:extLst>
  </p:cSld>
  <p:clrMapOvr>
    <a:masterClrMapping/>
  </p:clrMapOvr>
  <p:transition spd="slow"/>
</p:sld>
</file>

<file path=ppt/slides/slide74.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768" name="Text box"/>
          <p:cNvSpPr>
            <a:spLocks noGrp="1"/>
          </p:cNvSpPr>
          <p:nvPr>
            <p:ph type="title"/>
          </p:nvPr>
        </p:nvSpPr>
        <p:spPr>
          <a:xfrm rot="0">
            <a:off x="768080" y="70150"/>
            <a:ext cx="10295844" cy="1414878"/>
          </a:xfrm>
          <a:prstGeom prst="rect"/>
          <a:noFill/>
          <a:ln w="25400" cmpd="sng" cap="flat">
            <a:solidFill>
              <a:srgbClr val="C0504D"/>
            </a:solidFill>
            <a:prstDash val="solid"/>
            <a:round/>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en-US" altLang="zh-CN" sz="4000" b="1" i="0" u="none" strike="noStrike" kern="1200" cap="none" spc="0" baseline="0">
                <a:solidFill>
                  <a:srgbClr val="000000"/>
                </a:solidFill>
                <a:latin typeface="Calibri" pitchFamily="34" charset="0"/>
                <a:ea typeface="宋体" pitchFamily="0" charset="0"/>
                <a:cs typeface="Calibri" pitchFamily="34" charset="0"/>
              </a:rPr>
              <a:t>Standardize the </a:t>
            </a:r>
            <a:br>
              <a:rPr lang="zh-CN" altLang="en-US" sz="4000" b="1" i="0" u="none" strike="noStrike" kern="1200" cap="none" spc="0" baseline="0">
                <a:solidFill>
                  <a:srgbClr val="000000"/>
                </a:solidFill>
                <a:latin typeface="Calibri" pitchFamily="34" charset="0"/>
                <a:ea typeface="宋体" pitchFamily="0" charset="0"/>
                <a:cs typeface="Calibri" pitchFamily="34" charset="0"/>
              </a:rPr>
            </a:br>
            <a:r>
              <a:rPr lang="en-US" altLang="zh-CN" sz="4000" b="1" i="0" u="none" strike="noStrike" kern="1200" cap="none" spc="0" baseline="0">
                <a:solidFill>
                  <a:srgbClr val="000000"/>
                </a:solidFill>
                <a:latin typeface="Calibri" pitchFamily="34" charset="0"/>
                <a:ea typeface="宋体" pitchFamily="0" charset="0"/>
                <a:cs typeface="Calibri" pitchFamily="34" charset="0"/>
              </a:rPr>
              <a:t>Normal Distribution</a:t>
            </a:r>
            <a:endParaRPr lang="zh-CN" altLang="en-US" sz="4000" b="1" i="0" u="none" strike="noStrike" kern="1200" cap="none" spc="0" baseline="0">
              <a:solidFill>
                <a:srgbClr val="000000"/>
              </a:solidFill>
              <a:latin typeface="Calibri" pitchFamily="34" charset="0"/>
              <a:ea typeface="宋体" pitchFamily="0" charset="0"/>
              <a:cs typeface="Calibri" pitchFamily="34" charset="0"/>
            </a:endParaRPr>
          </a:p>
        </p:txBody>
      </p:sp>
      <p:sp>
        <p:nvSpPr>
          <p:cNvPr id="769" name="Rectangles"/>
          <p:cNvSpPr>
            <a:spLocks/>
          </p:cNvSpPr>
          <p:nvPr/>
        </p:nvSpPr>
        <p:spPr>
          <a:xfrm rot="0">
            <a:off x="7196139" y="5989639"/>
            <a:ext cx="2339975" cy="515936"/>
          </a:xfrm>
          <a:prstGeom prst="rect"/>
          <a:noFill/>
          <a:ln w="12700" cmpd="sng" cap="flat">
            <a:noFill/>
            <a:prstDash val="solid"/>
            <a:miter/>
          </a:ln>
          <a:effectLst>
            <a:outerShdw sx="100000" sy="100000" algn="ctr" rotWithShape="0" blurRad="0" dist="35921" dir="2700000">
              <a:srgbClr val="EEECE1">
                <a:alpha val="99607"/>
              </a:srgbClr>
            </a:outerShdw>
          </a:effectLst>
        </p:spPr>
        <p:txBody>
          <a:bodyPr vert="horz" wrap="square" lIns="90488" tIns="44450" rIns="90488" bIns="44450" anchor="t" anchorCtr="0">
            <a:prstTxWarp prst="textNoShape"/>
            <a:spAutoFit/>
          </a:bodyPr>
          <a:lstStyle/>
          <a:p>
            <a:pPr marL="0" indent="0" algn="ctr" eaLnBrk="0" hangingPunct="0">
              <a:lnSpc>
                <a:spcPct val="100000"/>
              </a:lnSpc>
              <a:spcBef>
                <a:spcPct val="50000"/>
              </a:spcBef>
              <a:spcAft>
                <a:spcPts val="0"/>
              </a:spcAft>
              <a:buNone/>
            </a:pPr>
            <a:r>
              <a:rPr lang="en-US" altLang="zh-CN" sz="2800" b="1" i="1" u="none" strike="noStrike" kern="1200" cap="none" spc="0" baseline="0">
                <a:solidFill>
                  <a:schemeClr val="accent2"/>
                </a:solidFill>
                <a:latin typeface="Arial" pitchFamily="34" charset="0"/>
                <a:ea typeface="ＭＳ Ｐゴシック" pitchFamily="0" charset="0"/>
                <a:cs typeface="Calibri" pitchFamily="34" charset="0"/>
              </a:rPr>
              <a:t> One table!</a:t>
            </a:r>
            <a:endParaRPr lang="zh-CN" altLang="en-US" sz="2800" b="1" i="1" u="none" strike="noStrike" kern="1200" cap="none" spc="0" baseline="0">
              <a:solidFill>
                <a:schemeClr val="accent2"/>
              </a:solidFill>
              <a:latin typeface="Arial" pitchFamily="34" charset="0"/>
              <a:ea typeface="ＭＳ Ｐゴシック" pitchFamily="0" charset="0"/>
              <a:cs typeface="Calibri" pitchFamily="34" charset="0"/>
            </a:endParaRPr>
          </a:p>
        </p:txBody>
      </p:sp>
      <p:graphicFrame>
        <p:nvGraphicFramePr>
          <p:cNvPr id="770" name="Object">
            <a:hlinkClick r:id="" action="ppaction://media"/>
          </p:cNvPr>
          <p:cNvGraphicFramePr>
            <a:graphicFrameLocks noChangeAspect="1"/>
          </p:cNvGraphicFramePr>
          <p:nvPr/>
        </p:nvGraphicFramePr>
        <p:xfrm>
          <a:off x="3479801" y="1631342"/>
          <a:ext cx="1889125" cy="947736"/>
        </p:xfrm>
        <a:graphic>
          <a:graphicData uri="http://schemas.openxmlformats.org/presentationml/2006/ole">
            <mc:AlternateContent xmlns:mc="http://schemas.openxmlformats.org/markup-compatibility/2006">
              <mc:Choice xmlns:v="urn:schemas-microsoft-com:vml" Requires="v">
                <p:oleObj spid="" name="package" imgW="1447800" imgH="850900" progId="package">
                  <p:embed/>
                </p:oleObj>
              </mc:Choice>
              <mc:Fallback>
                <p:oleObj name="package" imgW="1447800" imgH="850900" progId="package">
                  <p:embed/>
                  <p:pic>
                    <p:nvPicPr>
                      <p:cNvPr id="770" name="Object">
                        <a:hlinkClick r:id="" action="ppaction://media"/>
                      </p:cNvPr>
                      <p:cNvPicPr>
                        <a:picLocks noChangeAspect="1"/>
                      </p:cNvPicPr>
                      <p:nvPr/>
                    </p:nvPicPr>
                    <p:blipFill>
                      <a:blip r:embed="rId1" cstate="print"/>
                      <a:stretch>
                        <a:fillRect/>
                      </a:stretch>
                    </p:blipFill>
                    <p:spPr>
                      <a:xfrm rot="0">
                        <a:off x="3479801" y="1631342"/>
                        <a:ext cx="1889125" cy="947736"/>
                      </a:xfrm>
                      <a:prstGeom prst="rect"/>
                      <a:noFill/>
                      <a:ln cmpd="sng" cap="flat">
                        <a:noFill/>
                        <a:prstDash val="solid"/>
                        <a:round/>
                      </a:ln>
                      <a:effectLst>
                        <a:outerShdw sx="100000" sy="100000" algn="ctr" rotWithShape="0" blurRad="0" dist="35921" dir="2700000">
                          <a:srgbClr val="EEECE1">
                            <a:alpha val="99607"/>
                          </a:srgbClr>
                        </a:outerShdw>
                      </a:effectLst>
                    </p:spPr>
                  </p:pic>
                </p:oleObj>
              </mc:Fallback>
            </mc:AlternateContent>
          </a:graphicData>
        </a:graphic>
      </p:graphicFrame>
      <p:sp>
        <p:nvSpPr>
          <p:cNvPr id="771" name="Rectangles"/>
          <p:cNvSpPr>
            <a:spLocks noGrp="1"/>
          </p:cNvSpPr>
          <p:nvPr>
            <p:ph type="sldNum" idx="12"/>
          </p:nvPr>
        </p:nvSpPr>
        <p:spPr>
          <a:xfrm rot="0">
            <a:off x="1981200" y="6356351"/>
            <a:ext cx="2133600" cy="365125"/>
          </a:xfrm>
          <a:prstGeom prst="rect"/>
          <a:noFill/>
          <a:ln w="12700" cmpd="sng" cap="flat">
            <a:noFill/>
            <a:prstDash val="solid"/>
            <a:miter/>
          </a:ln>
        </p:spPr>
        <p:txBody>
          <a:bodyPr vert="horz" wrap="square" lIns="91440" tIns="45720" rIns="91440" bIns="45720" anchor="ctr" anchorCtr="0">
            <a:prstTxWarp prst="textNoShape"/>
          </a:bodyPr>
          <a:lstStyle/>
          <a:p>
            <a:pPr marL="0" indent="0" algn="l" eaLnBrk="1" hangingPunct="1">
              <a:lnSpc>
                <a:spcPct val="100000"/>
              </a:lnSpc>
              <a:spcBef>
                <a:spcPts val="0"/>
              </a:spcBef>
              <a:spcAft>
                <a:spcPts val="0"/>
              </a:spcAft>
              <a:buNone/>
            </a:pPr>
            <a:fld id="{CAD2D6BD-DE1B-4B5F-8B41-2702339687B9}" type="slidenum">
              <a:rPr lang="en-US" altLang="zh-CN" sz="1200" b="0" i="0" u="none" strike="noStrike" kern="1200" cap="none" spc="0" baseline="0">
                <a:solidFill>
                  <a:srgbClr val="898989"/>
                </a:solidFill>
                <a:latin typeface="Calibri" pitchFamily="34" charset="0"/>
                <a:ea typeface="MS PGothic" pitchFamily="34" charset="-128"/>
                <a:cs typeface="Arial" pitchFamily="34" charset="0"/>
              </a:rPr>
              <a:t>74</a:t>
            </a:fld>
            <a:endParaRPr lang="zh-CN" altLang="en-US" sz="1200" b="0" i="0" u="none" strike="noStrike" kern="1200" cap="none" spc="0" baseline="0">
              <a:solidFill>
                <a:srgbClr val="898989"/>
              </a:solidFill>
              <a:latin typeface="Calibri" pitchFamily="34" charset="0"/>
              <a:ea typeface="MS PGothic" pitchFamily="34" charset="-128"/>
              <a:cs typeface="Arial" pitchFamily="34" charset="0"/>
            </a:endParaRPr>
          </a:p>
        </p:txBody>
      </p:sp>
      <p:pic>
        <p:nvPicPr>
          <p:cNvPr id="772" name="Images" descr="Screen Shot 2014-03-12 at 4.27.11 PM.png"/>
          <p:cNvPicPr>
            <a:picLocks noChangeAspect="1"/>
          </p:cNvPicPr>
          <p:nvPr/>
        </p:nvPicPr>
        <p:blipFill>
          <a:blip r:embed="rId2" cstate="print"/>
          <a:stretch>
            <a:fillRect/>
          </a:stretch>
        </p:blipFill>
        <p:spPr>
          <a:xfrm rot="0">
            <a:off x="6240016" y="2420888"/>
            <a:ext cx="4229099" cy="3594099"/>
          </a:xfrm>
          <a:prstGeom prst="rect"/>
          <a:noFill/>
          <a:ln w="12700" cmpd="sng" cap="flat">
            <a:noFill/>
            <a:prstDash val="solid"/>
            <a:round/>
          </a:ln>
        </p:spPr>
      </p:pic>
      <p:graphicFrame>
        <p:nvGraphicFramePr>
          <p:cNvPr id="773" name="Object">
            <a:hlinkClick r:id="" action="ppaction://media"/>
          </p:cNvPr>
          <p:cNvGraphicFramePr>
            <a:graphicFrameLocks noChangeAspect="1"/>
          </p:cNvGraphicFramePr>
          <p:nvPr/>
        </p:nvGraphicFramePr>
        <p:xfrm>
          <a:off x="1793875" y="3376612"/>
          <a:ext cx="3937000" cy="2544762"/>
        </p:xfrm>
        <a:graphic>
          <a:graphicData uri="http://schemas.openxmlformats.org/presentationml/2006/ole">
            <mc:AlternateContent xmlns:mc="http://schemas.openxmlformats.org/markup-compatibility/2006">
              <mc:Choice xmlns:v="urn:schemas-microsoft-com:vml" Requires="v">
                <p:oleObj spid="" name="package" imgW="4762500" imgH="3073400" progId="package">
                  <p:embed/>
                </p:oleObj>
              </mc:Choice>
              <mc:Fallback>
                <p:oleObj name="package" imgW="4762500" imgH="3073400" progId="package">
                  <p:embed/>
                  <p:pic>
                    <p:nvPicPr>
                      <p:cNvPr id="773" name="Object">
                        <a:hlinkClick r:id="" action="ppaction://media"/>
                      </p:cNvPr>
                      <p:cNvPicPr>
                        <a:picLocks noChangeAspect="1"/>
                      </p:cNvPicPr>
                      <p:nvPr/>
                    </p:nvPicPr>
                    <p:blipFill>
                      <a:blip r:embed="rId3" cstate="print"/>
                      <a:stretch>
                        <a:fillRect/>
                      </a:stretch>
                    </p:blipFill>
                    <p:spPr>
                      <a:xfrm rot="0">
                        <a:off x="1793875" y="3376612"/>
                        <a:ext cx="3937000" cy="2544762"/>
                      </a:xfrm>
                      <a:prstGeom prst="rect"/>
                      <a:solidFill>
                        <a:schemeClr val="tx1"/>
                      </a:solidFill>
                      <a:ln cmpd="sng" cap="flat">
                        <a:noFill/>
                        <a:prstDash val="solid"/>
                        <a:round/>
                      </a:ln>
                      <a:effectLst>
                        <a:outerShdw sx="100000" sy="100000" algn="ctr" rotWithShape="0" blurRad="0" dist="35921" dir="2700000">
                          <a:srgbClr val="EEECE1">
                            <a:alpha val="99607"/>
                          </a:srgbClr>
                        </a:outerShdw>
                      </a:effectLst>
                    </p:spPr>
                  </p:pic>
                </p:oleObj>
              </mc:Fallback>
            </mc:AlternateContent>
          </a:graphicData>
        </a:graphic>
      </p:graphicFrame>
      <p:sp>
        <p:nvSpPr>
          <p:cNvPr id="774" name="Rectangles"/>
          <p:cNvSpPr>
            <a:spLocks/>
          </p:cNvSpPr>
          <p:nvPr/>
        </p:nvSpPr>
        <p:spPr>
          <a:xfrm rot="0">
            <a:off x="2267472" y="2564903"/>
            <a:ext cx="2892425" cy="812799"/>
          </a:xfrm>
          <a:prstGeom prst="rect"/>
          <a:noFill/>
          <a:ln w="12700" cmpd="sng" cap="flat">
            <a:noFill/>
            <a:prstDash val="solid"/>
            <a:miter/>
          </a:ln>
          <a:effectLst>
            <a:outerShdw sx="100000" sy="100000" algn="ctr" rotWithShape="0" blurRad="0" dist="35921" dir="2700000">
              <a:srgbClr val="EEECE1">
                <a:alpha val="99607"/>
              </a:srgbClr>
            </a:outerShdw>
          </a:effectLst>
        </p:spPr>
        <p:txBody>
          <a:bodyPr vert="horz" wrap="square" lIns="90488" tIns="44450" rIns="90488" bIns="44450" anchor="t" anchorCtr="0">
            <a:prstTxWarp prst="textNoShape"/>
            <a:spAutoFit/>
          </a:bodyPr>
          <a:lstStyle/>
          <a:p>
            <a:pPr marL="0" indent="0" algn="ctr" eaLnBrk="0" hangingPunct="0">
              <a:lnSpc>
                <a:spcPct val="100000"/>
              </a:lnSpc>
              <a:spcBef>
                <a:spcPct val="50000"/>
              </a:spcBef>
              <a:spcAft>
                <a:spcPts val="0"/>
              </a:spcAft>
              <a:buNone/>
            </a:pPr>
            <a:r>
              <a:rPr lang="en-US" altLang="zh-CN" sz="2400" b="1" i="0" u="none" strike="noStrike" kern="1200" cap="none" spc="0" baseline="0">
                <a:solidFill>
                  <a:schemeClr val="tx2"/>
                </a:solidFill>
                <a:latin typeface="Calibri" pitchFamily="34" charset="0"/>
                <a:ea typeface="ＭＳ Ｐゴシック" pitchFamily="0" charset="0"/>
                <a:cs typeface="Calibri" pitchFamily="34" charset="0"/>
              </a:rPr>
              <a:t>Normal </a:t>
            </a:r>
            <a:br>
              <a:rPr lang="zh-CN" altLang="en-US" sz="2400" b="1" i="0" u="none" strike="noStrike" kern="1200" cap="none" spc="0" baseline="0">
                <a:solidFill>
                  <a:schemeClr val="tx2"/>
                </a:solidFill>
                <a:latin typeface="Calibri" pitchFamily="34" charset="0"/>
                <a:ea typeface="ＭＳ Ｐゴシック" pitchFamily="0" charset="0"/>
                <a:cs typeface="Calibri" pitchFamily="34" charset="0"/>
              </a:rPr>
            </a:br>
            <a:r>
              <a:rPr lang="en-US" altLang="zh-CN" sz="2400" b="1" i="0" u="none" strike="noStrike" kern="1200" cap="none" spc="0" baseline="0">
                <a:solidFill>
                  <a:schemeClr val="tx2"/>
                </a:solidFill>
                <a:latin typeface="Calibri" pitchFamily="34" charset="0"/>
                <a:ea typeface="ＭＳ Ｐゴシック" pitchFamily="0" charset="0"/>
                <a:cs typeface="Calibri" pitchFamily="34" charset="0"/>
              </a:rPr>
              <a:t>Distribution</a:t>
            </a:r>
            <a:endParaRPr lang="zh-CN" altLang="en-US" sz="2400" b="1" i="0" u="none" strike="noStrike" kern="1200" cap="none" spc="0" baseline="0">
              <a:solidFill>
                <a:schemeClr val="tx2"/>
              </a:solidFill>
              <a:latin typeface="Calibri" pitchFamily="34" charset="0"/>
              <a:ea typeface="ＭＳ Ｐゴシック" pitchFamily="0" charset="0"/>
              <a:cs typeface="Calibri" pitchFamily="34" charset="0"/>
            </a:endParaRPr>
          </a:p>
        </p:txBody>
      </p:sp>
      <p:grpSp>
        <p:nvGrpSpPr>
          <p:cNvPr id="777" name="Combination"/>
          <p:cNvGrpSpPr>
            <a:grpSpLocks/>
          </p:cNvGrpSpPr>
          <p:nvPr/>
        </p:nvGrpSpPr>
        <p:grpSpPr>
          <a:xfrm>
            <a:off x="4421188" y="2781300"/>
            <a:ext cx="2743200" cy="1258888"/>
            <a:chOff x="4421188" y="2781300"/>
            <a:chExt cx="2743200" cy="1258888"/>
          </a:xfrm>
        </p:grpSpPr>
        <p:sp>
          <p:nvSpPr>
            <p:cNvPr id="775" name="曲线"/>
            <p:cNvSpPr>
              <a:spLocks/>
            </p:cNvSpPr>
            <p:nvPr/>
          </p:nvSpPr>
          <p:spPr>
            <a:xfrm rot="0">
              <a:off x="4424363" y="2835275"/>
              <a:ext cx="2740025" cy="1204913"/>
            </a:xfrm>
            <a:custGeom>
              <a:gdLst>
                <a:gd name="T1" fmla="*/ 0 w 21600"/>
                <a:gd name="T2" fmla="*/ 0 h 21600"/>
                <a:gd name="T3" fmla="*/ 21600 w 21600"/>
                <a:gd name="T4" fmla="*/ 21600 h 21600"/>
              </a:gdLst>
              <a:rect l="T1" t="T2" r="T3" b="T4"/>
              <a:pathLst>
                <a:path w="21600" h="21600">
                  <a:moveTo>
                    <a:pt x="86" y="12094"/>
                  </a:moveTo>
                  <a:lnTo>
                    <a:pt x="0" y="10983"/>
                  </a:lnTo>
                  <a:lnTo>
                    <a:pt x="650" y="9105"/>
                  </a:lnTo>
                  <a:lnTo>
                    <a:pt x="1076" y="8025"/>
                  </a:lnTo>
                  <a:lnTo>
                    <a:pt x="1525" y="7256"/>
                  </a:lnTo>
                  <a:lnTo>
                    <a:pt x="1889" y="6460"/>
                  </a:lnTo>
                  <a:lnTo>
                    <a:pt x="2376" y="5690"/>
                  </a:lnTo>
                  <a:lnTo>
                    <a:pt x="2803" y="4980"/>
                  </a:lnTo>
                  <a:lnTo>
                    <a:pt x="3365" y="4353"/>
                  </a:lnTo>
                  <a:lnTo>
                    <a:pt x="3804" y="3813"/>
                  </a:lnTo>
                  <a:lnTo>
                    <a:pt x="4267" y="3214"/>
                  </a:lnTo>
                  <a:lnTo>
                    <a:pt x="4930" y="2645"/>
                  </a:lnTo>
                  <a:lnTo>
                    <a:pt x="5543" y="2133"/>
                  </a:lnTo>
                  <a:lnTo>
                    <a:pt x="6281" y="1621"/>
                  </a:lnTo>
                  <a:lnTo>
                    <a:pt x="7270" y="967"/>
                  </a:lnTo>
                  <a:lnTo>
                    <a:pt x="8083" y="569"/>
                  </a:lnTo>
                  <a:lnTo>
                    <a:pt x="8760" y="398"/>
                  </a:lnTo>
                  <a:lnTo>
                    <a:pt x="9736" y="169"/>
                  </a:lnTo>
                  <a:lnTo>
                    <a:pt x="10473" y="0"/>
                  </a:lnTo>
                  <a:lnTo>
                    <a:pt x="11212" y="56"/>
                  </a:lnTo>
                  <a:lnTo>
                    <a:pt x="11988" y="113"/>
                  </a:lnTo>
                  <a:lnTo>
                    <a:pt x="12777" y="398"/>
                  </a:lnTo>
                  <a:lnTo>
                    <a:pt x="13465" y="626"/>
                  </a:lnTo>
                  <a:lnTo>
                    <a:pt x="14166" y="1024"/>
                  </a:lnTo>
                  <a:lnTo>
                    <a:pt x="14829" y="1621"/>
                  </a:lnTo>
                  <a:lnTo>
                    <a:pt x="15467" y="2248"/>
                  </a:lnTo>
                  <a:lnTo>
                    <a:pt x="16142" y="3073"/>
                  </a:lnTo>
                  <a:lnTo>
                    <a:pt x="16793" y="4183"/>
                  </a:lnTo>
                  <a:lnTo>
                    <a:pt x="17295" y="5149"/>
                  </a:lnTo>
                  <a:lnTo>
                    <a:pt x="17845" y="6402"/>
                  </a:lnTo>
                  <a:lnTo>
                    <a:pt x="18233" y="7342"/>
                  </a:lnTo>
                  <a:lnTo>
                    <a:pt x="18421" y="7882"/>
                  </a:lnTo>
                  <a:lnTo>
                    <a:pt x="19796" y="1309"/>
                  </a:lnTo>
                  <a:lnTo>
                    <a:pt x="19948" y="2674"/>
                  </a:lnTo>
                  <a:lnTo>
                    <a:pt x="19948" y="4183"/>
                  </a:lnTo>
                  <a:lnTo>
                    <a:pt x="19972" y="5605"/>
                  </a:lnTo>
                  <a:lnTo>
                    <a:pt x="20023" y="7029"/>
                  </a:lnTo>
                  <a:lnTo>
                    <a:pt x="20085" y="8536"/>
                  </a:lnTo>
                  <a:lnTo>
                    <a:pt x="20210" y="10073"/>
                  </a:lnTo>
                  <a:lnTo>
                    <a:pt x="20323" y="11325"/>
                  </a:lnTo>
                  <a:lnTo>
                    <a:pt x="20486" y="12805"/>
                  </a:lnTo>
                  <a:lnTo>
                    <a:pt x="20661" y="14199"/>
                  </a:lnTo>
                  <a:lnTo>
                    <a:pt x="20911" y="15964"/>
                  </a:lnTo>
                  <a:lnTo>
                    <a:pt x="21349" y="17843"/>
                  </a:lnTo>
                  <a:lnTo>
                    <a:pt x="21587" y="19864"/>
                  </a:lnTo>
                  <a:lnTo>
                    <a:pt x="21085" y="19493"/>
                  </a:lnTo>
                  <a:lnTo>
                    <a:pt x="20598" y="19237"/>
                  </a:lnTo>
                  <a:lnTo>
                    <a:pt x="20035" y="18980"/>
                  </a:lnTo>
                  <a:lnTo>
                    <a:pt x="19510" y="18867"/>
                  </a:lnTo>
                  <a:lnTo>
                    <a:pt x="19197" y="18895"/>
                  </a:lnTo>
                  <a:lnTo>
                    <a:pt x="18858" y="18953"/>
                  </a:lnTo>
                  <a:lnTo>
                    <a:pt x="18382" y="19095"/>
                  </a:lnTo>
                  <a:lnTo>
                    <a:pt x="17945" y="19380"/>
                  </a:lnTo>
                  <a:lnTo>
                    <a:pt x="17557" y="19636"/>
                  </a:lnTo>
                  <a:lnTo>
                    <a:pt x="17107" y="20120"/>
                  </a:lnTo>
                  <a:lnTo>
                    <a:pt x="16644" y="20575"/>
                  </a:lnTo>
                  <a:lnTo>
                    <a:pt x="15979" y="21571"/>
                  </a:lnTo>
                  <a:lnTo>
                    <a:pt x="15754" y="19550"/>
                  </a:lnTo>
                  <a:lnTo>
                    <a:pt x="17043" y="14229"/>
                  </a:lnTo>
                  <a:lnTo>
                    <a:pt x="16831" y="13716"/>
                  </a:lnTo>
                  <a:lnTo>
                    <a:pt x="16093" y="12350"/>
                  </a:lnTo>
                  <a:lnTo>
                    <a:pt x="15479" y="11269"/>
                  </a:lnTo>
                  <a:lnTo>
                    <a:pt x="14666" y="9960"/>
                  </a:lnTo>
                  <a:lnTo>
                    <a:pt x="14153" y="9334"/>
                  </a:lnTo>
                  <a:lnTo>
                    <a:pt x="13665" y="8678"/>
                  </a:lnTo>
                  <a:lnTo>
                    <a:pt x="12965" y="7882"/>
                  </a:lnTo>
                  <a:lnTo>
                    <a:pt x="12289" y="7142"/>
                  </a:lnTo>
                  <a:lnTo>
                    <a:pt x="11524" y="6602"/>
                  </a:lnTo>
                  <a:lnTo>
                    <a:pt x="10861" y="6232"/>
                  </a:lnTo>
                  <a:lnTo>
                    <a:pt x="10148" y="5946"/>
                  </a:lnTo>
                  <a:lnTo>
                    <a:pt x="9423" y="5605"/>
                  </a:lnTo>
                  <a:lnTo>
                    <a:pt x="8846" y="5549"/>
                  </a:lnTo>
                  <a:lnTo>
                    <a:pt x="8095" y="5577"/>
                  </a:lnTo>
                  <a:lnTo>
                    <a:pt x="7345" y="5720"/>
                  </a:lnTo>
                  <a:lnTo>
                    <a:pt x="6645" y="5805"/>
                  </a:lnTo>
                  <a:lnTo>
                    <a:pt x="5881" y="6004"/>
                  </a:lnTo>
                  <a:lnTo>
                    <a:pt x="5018" y="6317"/>
                  </a:lnTo>
                  <a:lnTo>
                    <a:pt x="4178" y="6602"/>
                  </a:lnTo>
                  <a:lnTo>
                    <a:pt x="3416" y="7227"/>
                  </a:lnTo>
                  <a:lnTo>
                    <a:pt x="2889" y="7568"/>
                  </a:lnTo>
                  <a:lnTo>
                    <a:pt x="2365" y="8081"/>
                  </a:lnTo>
                  <a:lnTo>
                    <a:pt x="1977" y="8566"/>
                  </a:lnTo>
                  <a:lnTo>
                    <a:pt x="1576" y="9163"/>
                  </a:lnTo>
                  <a:lnTo>
                    <a:pt x="1212" y="9761"/>
                  </a:lnTo>
                  <a:lnTo>
                    <a:pt x="86" y="12094"/>
                  </a:lnTo>
                </a:path>
              </a:pathLst>
            </a:custGeom>
            <a:solidFill>
              <a:schemeClr val="folHlink"/>
            </a:solidFill>
            <a:ln w="12700" cmpd="sng" cap="rnd">
              <a:solidFill>
                <a:srgbClr val="000000"/>
              </a:solidFill>
              <a:prstDash val="solid"/>
              <a:round/>
            </a:ln>
          </p:spPr>
        </p:sp>
        <p:sp>
          <p:nvSpPr>
            <p:cNvPr id="776" name="曲线"/>
            <p:cNvSpPr>
              <a:spLocks/>
            </p:cNvSpPr>
            <p:nvPr/>
          </p:nvSpPr>
          <p:spPr>
            <a:xfrm rot="0">
              <a:off x="4421188" y="2781300"/>
              <a:ext cx="2711449" cy="1139825"/>
            </a:xfrm>
            <a:custGeom>
              <a:gdLst>
                <a:gd name="T1" fmla="*/ 0 w 21600"/>
                <a:gd name="T2" fmla="*/ 0 h 21600"/>
                <a:gd name="T3" fmla="*/ 21600 w 21600"/>
                <a:gd name="T4" fmla="*/ 21600 h 21600"/>
              </a:gdLst>
              <a:rect l="T1" t="T2" r="T3" b="T4"/>
              <a:pathLst>
                <a:path w="21600" h="21600">
                  <a:moveTo>
                    <a:pt x="0" y="12665"/>
                  </a:moveTo>
                  <a:lnTo>
                    <a:pt x="719" y="9807"/>
                  </a:lnTo>
                  <a:lnTo>
                    <a:pt x="1062" y="8904"/>
                  </a:lnTo>
                  <a:lnTo>
                    <a:pt x="1479" y="7942"/>
                  </a:lnTo>
                  <a:lnTo>
                    <a:pt x="1846" y="7189"/>
                  </a:lnTo>
                  <a:lnTo>
                    <a:pt x="2313" y="6317"/>
                  </a:lnTo>
                  <a:lnTo>
                    <a:pt x="2768" y="5504"/>
                  </a:lnTo>
                  <a:lnTo>
                    <a:pt x="3324" y="4692"/>
                  </a:lnTo>
                  <a:lnTo>
                    <a:pt x="3780" y="4120"/>
                  </a:lnTo>
                  <a:lnTo>
                    <a:pt x="4248" y="3519"/>
                  </a:lnTo>
                  <a:lnTo>
                    <a:pt x="4906" y="2856"/>
                  </a:lnTo>
                  <a:lnTo>
                    <a:pt x="5539" y="2376"/>
                  </a:lnTo>
                  <a:lnTo>
                    <a:pt x="6271" y="1834"/>
                  </a:lnTo>
                  <a:lnTo>
                    <a:pt x="7271" y="1113"/>
                  </a:lnTo>
                  <a:lnTo>
                    <a:pt x="8092" y="690"/>
                  </a:lnTo>
                  <a:lnTo>
                    <a:pt x="8775" y="481"/>
                  </a:lnTo>
                  <a:lnTo>
                    <a:pt x="9749" y="179"/>
                  </a:lnTo>
                  <a:lnTo>
                    <a:pt x="10508" y="0"/>
                  </a:lnTo>
                  <a:lnTo>
                    <a:pt x="11242" y="29"/>
                  </a:lnTo>
                  <a:lnTo>
                    <a:pt x="12026" y="60"/>
                  </a:lnTo>
                  <a:lnTo>
                    <a:pt x="12810" y="300"/>
                  </a:lnTo>
                  <a:lnTo>
                    <a:pt x="13517" y="511"/>
                  </a:lnTo>
                  <a:lnTo>
                    <a:pt x="14214" y="901"/>
                  </a:lnTo>
                  <a:lnTo>
                    <a:pt x="14872" y="1473"/>
                  </a:lnTo>
                  <a:lnTo>
                    <a:pt x="15528" y="2074"/>
                  </a:lnTo>
                  <a:lnTo>
                    <a:pt x="16187" y="2888"/>
                  </a:lnTo>
                  <a:lnTo>
                    <a:pt x="16843" y="3971"/>
                  </a:lnTo>
                  <a:lnTo>
                    <a:pt x="17337" y="4932"/>
                  </a:lnTo>
                  <a:lnTo>
                    <a:pt x="17880" y="6166"/>
                  </a:lnTo>
                  <a:lnTo>
                    <a:pt x="18274" y="7099"/>
                  </a:lnTo>
                  <a:lnTo>
                    <a:pt x="18817" y="8452"/>
                  </a:lnTo>
                  <a:lnTo>
                    <a:pt x="20019" y="2346"/>
                  </a:lnTo>
                  <a:lnTo>
                    <a:pt x="20005" y="3879"/>
                  </a:lnTo>
                  <a:lnTo>
                    <a:pt x="20019" y="5294"/>
                  </a:lnTo>
                  <a:lnTo>
                    <a:pt x="20069" y="6738"/>
                  </a:lnTo>
                  <a:lnTo>
                    <a:pt x="20132" y="8242"/>
                  </a:lnTo>
                  <a:lnTo>
                    <a:pt x="20246" y="9807"/>
                  </a:lnTo>
                  <a:lnTo>
                    <a:pt x="20348" y="11069"/>
                  </a:lnTo>
                  <a:lnTo>
                    <a:pt x="20511" y="12544"/>
                  </a:lnTo>
                  <a:lnTo>
                    <a:pt x="20675" y="13958"/>
                  </a:lnTo>
                  <a:lnTo>
                    <a:pt x="20929" y="15733"/>
                  </a:lnTo>
                  <a:lnTo>
                    <a:pt x="21170" y="17328"/>
                  </a:lnTo>
                  <a:lnTo>
                    <a:pt x="21359" y="18381"/>
                  </a:lnTo>
                  <a:lnTo>
                    <a:pt x="21587" y="19733"/>
                  </a:lnTo>
                  <a:lnTo>
                    <a:pt x="21094" y="19342"/>
                  </a:lnTo>
                  <a:lnTo>
                    <a:pt x="20587" y="19072"/>
                  </a:lnTo>
                  <a:lnTo>
                    <a:pt x="20019" y="18832"/>
                  </a:lnTo>
                  <a:lnTo>
                    <a:pt x="19500" y="18741"/>
                  </a:lnTo>
                  <a:lnTo>
                    <a:pt x="19170" y="18741"/>
                  </a:lnTo>
                  <a:lnTo>
                    <a:pt x="18854" y="18832"/>
                  </a:lnTo>
                  <a:lnTo>
                    <a:pt x="18361" y="19011"/>
                  </a:lnTo>
                  <a:lnTo>
                    <a:pt x="17919" y="19283"/>
                  </a:lnTo>
                  <a:lnTo>
                    <a:pt x="17526" y="19554"/>
                  </a:lnTo>
                  <a:lnTo>
                    <a:pt x="17071" y="20095"/>
                  </a:lnTo>
                  <a:lnTo>
                    <a:pt x="16604" y="20577"/>
                  </a:lnTo>
                  <a:lnTo>
                    <a:pt x="15934" y="21569"/>
                  </a:lnTo>
                  <a:lnTo>
                    <a:pt x="17464" y="14830"/>
                  </a:lnTo>
                  <a:lnTo>
                    <a:pt x="16843" y="13627"/>
                  </a:lnTo>
                  <a:lnTo>
                    <a:pt x="16110" y="12274"/>
                  </a:lnTo>
                  <a:lnTo>
                    <a:pt x="15479" y="11190"/>
                  </a:lnTo>
                  <a:lnTo>
                    <a:pt x="14669" y="9926"/>
                  </a:lnTo>
                  <a:lnTo>
                    <a:pt x="14150" y="9264"/>
                  </a:lnTo>
                  <a:lnTo>
                    <a:pt x="13669" y="8633"/>
                  </a:lnTo>
                  <a:lnTo>
                    <a:pt x="12975" y="7851"/>
                  </a:lnTo>
                  <a:lnTo>
                    <a:pt x="12292" y="7158"/>
                  </a:lnTo>
                  <a:lnTo>
                    <a:pt x="11519" y="6618"/>
                  </a:lnTo>
                  <a:lnTo>
                    <a:pt x="10863" y="6287"/>
                  </a:lnTo>
                  <a:lnTo>
                    <a:pt x="10141" y="6015"/>
                  </a:lnTo>
                  <a:lnTo>
                    <a:pt x="9408" y="5715"/>
                  </a:lnTo>
                  <a:lnTo>
                    <a:pt x="8839" y="5684"/>
                  </a:lnTo>
                  <a:lnTo>
                    <a:pt x="8092" y="5745"/>
                  </a:lnTo>
                  <a:lnTo>
                    <a:pt x="7322" y="5896"/>
                  </a:lnTo>
                  <a:lnTo>
                    <a:pt x="6613" y="6015"/>
                  </a:lnTo>
                  <a:lnTo>
                    <a:pt x="5841" y="6256"/>
                  </a:lnTo>
                  <a:lnTo>
                    <a:pt x="4970" y="6557"/>
                  </a:lnTo>
                  <a:lnTo>
                    <a:pt x="4134" y="6919"/>
                  </a:lnTo>
                  <a:lnTo>
                    <a:pt x="3376" y="7581"/>
                  </a:lnTo>
                  <a:lnTo>
                    <a:pt x="2831" y="7910"/>
                  </a:lnTo>
                  <a:lnTo>
                    <a:pt x="2300" y="8452"/>
                  </a:lnTo>
                  <a:lnTo>
                    <a:pt x="1870" y="8994"/>
                  </a:lnTo>
                  <a:lnTo>
                    <a:pt x="1479" y="9536"/>
                  </a:lnTo>
                  <a:lnTo>
                    <a:pt x="1150" y="10228"/>
                  </a:lnTo>
                  <a:lnTo>
                    <a:pt x="0" y="12665"/>
                  </a:lnTo>
                </a:path>
              </a:pathLst>
            </a:custGeom>
            <a:solidFill>
              <a:schemeClr val="folHlink"/>
            </a:solidFill>
            <a:ln w="12700" cmpd="sng" cap="rnd">
              <a:solidFill>
                <a:srgbClr val="000000"/>
              </a:solidFill>
              <a:prstDash val="solid"/>
              <a:round/>
            </a:ln>
          </p:spPr>
        </p:sp>
      </p:grpSp>
    </p:spTree>
    <p:extLst>
      <p:ext uri="{BB962C8B-B14F-4D97-AF65-F5344CB8AC3E}">
        <p14:creationId xmlns:p14="http://schemas.microsoft.com/office/powerpoint/2010/main" val="1505266864"/>
      </p:ext>
    </p:extLst>
  </p:cSld>
  <p:clrMapOvr>
    <a:masterClrMapping/>
  </p:clrMapOvr>
  <p:transition spd="slow"/>
</p:sld>
</file>

<file path=ppt/slides/slide75.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781" name="Rectangles"/>
          <p:cNvSpPr>
            <a:spLocks/>
          </p:cNvSpPr>
          <p:nvPr/>
        </p:nvSpPr>
        <p:spPr>
          <a:xfrm rot="0">
            <a:off x="2087043" y="817752"/>
            <a:ext cx="8249171" cy="523218"/>
          </a:xfrm>
          <a:prstGeom prst="rect"/>
          <a:noFill/>
          <a:ln w="12700" cmpd="sng" cap="flat">
            <a:noFill/>
            <a:prstDash val="solid"/>
            <a:round/>
          </a:ln>
        </p:spPr>
        <p:txBody>
          <a:bodyPr vert="horz" wrap="square" lIns="91440" tIns="45720" rIns="91440" bIns="45720" anchor="t" anchorCtr="0">
            <a:prstTxWarp prst="textNoShape"/>
            <a:spAutoFit/>
          </a:bodyPr>
          <a:lstStyle/>
          <a:p>
            <a:pPr marL="0" indent="0" algn="l" eaLnBrk="1" hangingPunct="1">
              <a:lnSpc>
                <a:spcPct val="100000"/>
              </a:lnSpc>
              <a:spcBef>
                <a:spcPts val="0"/>
              </a:spcBef>
              <a:spcAft>
                <a:spcPts val="0"/>
              </a:spcAft>
              <a:buNone/>
            </a:pPr>
            <a:r>
              <a:rPr lang="en-US" altLang="zh-CN" sz="2800" b="0" i="0" u="none" strike="noStrike" kern="1200" cap="none" spc="0" baseline="0">
                <a:solidFill>
                  <a:srgbClr val="FF0000"/>
                </a:solidFill>
                <a:latin typeface="Calibri" pitchFamily="34" charset="0"/>
                <a:ea typeface="MS PGothic" pitchFamily="34" charset="-128"/>
                <a:cs typeface="Calibri" pitchFamily="34" charset="0"/>
              </a:rPr>
              <a:t>There are 2 type of </a:t>
            </a:r>
            <a:r>
              <a:rPr lang="en-US" altLang="zh-CN" sz="2800" b="0" i="1" u="none" strike="noStrike" kern="1200" cap="none" spc="0" baseline="0">
                <a:solidFill>
                  <a:srgbClr val="FF0000"/>
                </a:solidFill>
                <a:latin typeface="Calibri" pitchFamily="34" charset="0"/>
                <a:ea typeface="MS PGothic" pitchFamily="34" charset="-128"/>
                <a:cs typeface="Calibri" pitchFamily="34" charset="0"/>
              </a:rPr>
              <a:t>Z</a:t>
            </a:r>
            <a:r>
              <a:rPr lang="en-US" altLang="zh-CN" sz="2800" b="0" i="0" u="none" strike="noStrike" kern="1200" cap="none" spc="0" baseline="0">
                <a:solidFill>
                  <a:srgbClr val="FF0000"/>
                </a:solidFill>
                <a:latin typeface="Calibri" pitchFamily="34" charset="0"/>
                <a:ea typeface="MS PGothic" pitchFamily="34" charset="-128"/>
                <a:cs typeface="Calibri" pitchFamily="34" charset="0"/>
              </a:rPr>
              <a:t> distribution tables:</a:t>
            </a:r>
            <a:endParaRPr lang="zh-CN" altLang="en-US" sz="2800" b="0" i="0" u="none" strike="noStrike" kern="1200" cap="none" spc="0" baseline="0">
              <a:solidFill>
                <a:srgbClr val="FF0000"/>
              </a:solidFill>
              <a:latin typeface="Calibri" pitchFamily="34" charset="0"/>
              <a:ea typeface="MS PGothic" pitchFamily="34" charset="-128"/>
              <a:cs typeface="Calibri" pitchFamily="34" charset="0"/>
            </a:endParaRPr>
          </a:p>
        </p:txBody>
      </p:sp>
      <p:pic>
        <p:nvPicPr>
          <p:cNvPr id="782" name="Images"/>
          <p:cNvPicPr>
            <a:picLocks noChangeAspect="1"/>
          </p:cNvPicPr>
          <p:nvPr/>
        </p:nvPicPr>
        <p:blipFill>
          <a:blip r:embed="rId1" cstate="print"/>
          <a:srcRect t="22438" b="48031" l="27020" r="28313"/>
          <a:stretch>
            <a:fillRect/>
          </a:stretch>
        </p:blipFill>
        <p:spPr>
          <a:xfrm rot="0">
            <a:off x="2056323" y="1735468"/>
            <a:ext cx="6127909" cy="2269595"/>
          </a:xfrm>
          <a:prstGeom prst="rect"/>
          <a:noFill/>
          <a:ln w="12700" cmpd="sng" cap="flat">
            <a:noFill/>
            <a:prstDash val="solid"/>
            <a:miter/>
          </a:ln>
        </p:spPr>
      </p:pic>
      <p:pic>
        <p:nvPicPr>
          <p:cNvPr id="783" name="Images"/>
          <p:cNvPicPr>
            <a:picLocks noChangeAspect="1"/>
          </p:cNvPicPr>
          <p:nvPr/>
        </p:nvPicPr>
        <p:blipFill>
          <a:blip r:embed="rId2" cstate="print"/>
          <a:srcRect t="12595" b="57875" l="26202" r="25095"/>
          <a:stretch>
            <a:fillRect/>
          </a:stretch>
        </p:blipFill>
        <p:spPr>
          <a:xfrm rot="0">
            <a:off x="1919536" y="4049252"/>
            <a:ext cx="6840760" cy="2332076"/>
          </a:xfrm>
          <a:prstGeom prst="rect"/>
          <a:noFill/>
          <a:ln w="12700" cmpd="sng" cap="flat">
            <a:noFill/>
            <a:prstDash val="solid"/>
            <a:miter/>
          </a:ln>
        </p:spPr>
      </p:pic>
      <p:sp>
        <p:nvSpPr>
          <p:cNvPr id="784" name="Rectangles"/>
          <p:cNvSpPr>
            <a:spLocks/>
          </p:cNvSpPr>
          <p:nvPr/>
        </p:nvSpPr>
        <p:spPr>
          <a:xfrm rot="0">
            <a:off x="4872019" y="1691281"/>
            <a:ext cx="3456228" cy="758190"/>
          </a:xfrm>
          <a:prstGeom prst="rect"/>
          <a:noFill/>
          <a:ln w="12700" cmpd="sng" cap="flat">
            <a:noFill/>
            <a:prstDash val="solid"/>
            <a:round/>
          </a:ln>
        </p:spPr>
        <p:txBody>
          <a:bodyPr vert="horz" wrap="square" lIns="91440" tIns="45720" rIns="91440" bIns="45720" anchor="t" anchorCtr="0">
            <a:prstTxWarp prst="textNoShape"/>
            <a:spAutoFit/>
          </a:bodyPr>
          <a:lstStyle/>
          <a:p>
            <a:pPr marL="0" indent="0" algn="l" eaLnBrk="1" hangingPunct="1">
              <a:lnSpc>
                <a:spcPct val="100000"/>
              </a:lnSpc>
              <a:spcBef>
                <a:spcPts val="0"/>
              </a:spcBef>
              <a:spcAft>
                <a:spcPts val="0"/>
              </a:spcAft>
              <a:buNone/>
            </a:pPr>
            <a:r>
              <a:rPr lang="en-US" altLang="zh-CN" sz="4400" b="0" i="0" u="none" strike="noStrike" kern="1200" cap="none" spc="0" baseline="0">
                <a:solidFill>
                  <a:srgbClr val="002060"/>
                </a:solidFill>
                <a:latin typeface="Calibri" pitchFamily="34" charset="0"/>
                <a:ea typeface="MS PGothic" pitchFamily="34" charset="-128"/>
                <a:cs typeface="Calibri" pitchFamily="34" charset="0"/>
              </a:rPr>
              <a:t>Full </a:t>
            </a:r>
            <a:r>
              <a:rPr lang="en-US" altLang="zh-CN" sz="4400" b="0" i="1" u="none" strike="noStrike" kern="1200" cap="none" spc="0" baseline="0">
                <a:solidFill>
                  <a:srgbClr val="002060"/>
                </a:solidFill>
                <a:latin typeface="Calibri" pitchFamily="34" charset="0"/>
                <a:ea typeface="MS PGothic" pitchFamily="34" charset="-128"/>
                <a:cs typeface="Calibri" pitchFamily="34" charset="0"/>
              </a:rPr>
              <a:t>Z</a:t>
            </a:r>
            <a:r>
              <a:rPr lang="en-US" altLang="zh-CN" sz="4400" b="0" i="0" u="none" strike="noStrike" kern="1200" cap="none" spc="0" baseline="0">
                <a:solidFill>
                  <a:srgbClr val="002060"/>
                </a:solidFill>
                <a:latin typeface="Calibri" pitchFamily="34" charset="0"/>
                <a:ea typeface="MS PGothic" pitchFamily="34" charset="-128"/>
                <a:cs typeface="Calibri" pitchFamily="34" charset="0"/>
              </a:rPr>
              <a:t> table</a:t>
            </a:r>
            <a:endParaRPr lang="zh-CN" altLang="en-US" sz="4400" b="0" i="0" u="none" strike="noStrike" kern="1200" cap="none" spc="0" baseline="0">
              <a:solidFill>
                <a:srgbClr val="002060"/>
              </a:solidFill>
              <a:latin typeface="Calibri" pitchFamily="34" charset="0"/>
              <a:ea typeface="MS PGothic" pitchFamily="34" charset="-128"/>
              <a:cs typeface="Calibri" pitchFamily="34" charset="0"/>
            </a:endParaRPr>
          </a:p>
        </p:txBody>
      </p:sp>
      <p:sp>
        <p:nvSpPr>
          <p:cNvPr id="785" name="Rectangles"/>
          <p:cNvSpPr>
            <a:spLocks/>
          </p:cNvSpPr>
          <p:nvPr/>
        </p:nvSpPr>
        <p:spPr>
          <a:xfrm rot="0">
            <a:off x="4872019" y="4293097"/>
            <a:ext cx="3888278" cy="758188"/>
          </a:xfrm>
          <a:prstGeom prst="rect"/>
          <a:noFill/>
          <a:ln w="12700" cmpd="sng" cap="flat">
            <a:noFill/>
            <a:prstDash val="solid"/>
            <a:round/>
          </a:ln>
        </p:spPr>
        <p:txBody>
          <a:bodyPr vert="horz" wrap="square" lIns="91440" tIns="45720" rIns="91440" bIns="45720" anchor="t" anchorCtr="0">
            <a:prstTxWarp prst="textNoShape"/>
            <a:spAutoFit/>
          </a:bodyPr>
          <a:lstStyle/>
          <a:p>
            <a:pPr marL="0" indent="0" algn="l" eaLnBrk="1" hangingPunct="1">
              <a:lnSpc>
                <a:spcPct val="100000"/>
              </a:lnSpc>
              <a:spcBef>
                <a:spcPts val="0"/>
              </a:spcBef>
              <a:spcAft>
                <a:spcPts val="0"/>
              </a:spcAft>
              <a:buNone/>
            </a:pPr>
            <a:r>
              <a:rPr lang="en-US" altLang="zh-CN" sz="4400" b="0" i="0" u="none" strike="noStrike" kern="1200" cap="none" spc="0" baseline="0">
                <a:solidFill>
                  <a:srgbClr val="953735"/>
                </a:solidFill>
                <a:latin typeface="Calibri" pitchFamily="34" charset="0"/>
                <a:ea typeface="MS PGothic" pitchFamily="34" charset="-128"/>
                <a:cs typeface="Calibri" pitchFamily="34" charset="0"/>
              </a:rPr>
              <a:t>Half </a:t>
            </a:r>
            <a:r>
              <a:rPr lang="en-US" altLang="zh-CN" sz="4400" b="0" i="1" u="none" strike="noStrike" kern="1200" cap="none" spc="0" baseline="0">
                <a:solidFill>
                  <a:srgbClr val="953735"/>
                </a:solidFill>
                <a:latin typeface="Calibri" pitchFamily="34" charset="0"/>
                <a:ea typeface="MS PGothic" pitchFamily="34" charset="-128"/>
                <a:cs typeface="Calibri" pitchFamily="34" charset="0"/>
              </a:rPr>
              <a:t>Z</a:t>
            </a:r>
            <a:r>
              <a:rPr lang="en-US" altLang="zh-CN" sz="4400" b="0" i="0" u="none" strike="noStrike" kern="1200" cap="none" spc="0" baseline="0">
                <a:solidFill>
                  <a:srgbClr val="953735"/>
                </a:solidFill>
                <a:latin typeface="Calibri" pitchFamily="34" charset="0"/>
                <a:ea typeface="MS PGothic" pitchFamily="34" charset="-128"/>
                <a:cs typeface="Calibri" pitchFamily="34" charset="0"/>
              </a:rPr>
              <a:t> table</a:t>
            </a:r>
            <a:endParaRPr lang="zh-CN" altLang="en-US" sz="4400" b="0" i="0" u="none" strike="noStrike" kern="1200" cap="none" spc="0" baseline="0">
              <a:solidFill>
                <a:srgbClr val="953735"/>
              </a:solidFill>
              <a:latin typeface="Calibri" pitchFamily="34" charset="0"/>
              <a:ea typeface="MS PGothic" pitchFamily="34" charset="-128"/>
              <a:cs typeface="Calibri" pitchFamily="34" charset="0"/>
            </a:endParaRPr>
          </a:p>
        </p:txBody>
      </p:sp>
      <p:sp>
        <p:nvSpPr>
          <p:cNvPr id="786" name="Rectangles"/>
          <p:cNvSpPr>
            <a:spLocks/>
          </p:cNvSpPr>
          <p:nvPr/>
        </p:nvSpPr>
        <p:spPr>
          <a:xfrm rot="0">
            <a:off x="8369966" y="1385159"/>
            <a:ext cx="2118523" cy="2263140"/>
          </a:xfrm>
          <a:prstGeom prst="rect"/>
          <a:noFill/>
          <a:ln w="12700" cmpd="sng" cap="flat">
            <a:noFill/>
            <a:prstDash val="solid"/>
            <a:round/>
          </a:ln>
        </p:spPr>
        <p:txBody>
          <a:bodyPr vert="horz" wrap="square" lIns="91440" tIns="45720" rIns="91440" bIns="45720" anchor="t" anchorCtr="0">
            <a:prstTxWarp prst="textNoShape"/>
            <a:spAutoFit/>
          </a:bodyPr>
          <a:lstStyle/>
          <a:p>
            <a:pPr marL="0" indent="0" algn="ctr" eaLnBrk="1" hangingPunct="1">
              <a:lnSpc>
                <a:spcPct val="100000"/>
              </a:lnSpc>
              <a:spcBef>
                <a:spcPts val="0"/>
              </a:spcBef>
              <a:spcAft>
                <a:spcPts val="0"/>
              </a:spcAft>
              <a:buNone/>
            </a:pPr>
            <a:r>
              <a:rPr lang="en-US" altLang="zh-CN" sz="2400" b="0" i="0" u="none" strike="noStrike" kern="1200" cap="none" spc="0" baseline="0">
                <a:solidFill>
                  <a:srgbClr val="002060"/>
                </a:solidFill>
                <a:latin typeface="Calibri" pitchFamily="34" charset="0"/>
                <a:ea typeface="MS PGothic" pitchFamily="34" charset="-128"/>
                <a:cs typeface="Calibri" pitchFamily="34" charset="0"/>
              </a:rPr>
              <a:t>The probability area is calculated from the very left area</a:t>
            </a:r>
            <a:endParaRPr lang="zh-CN" altLang="en-US" sz="2400" b="0" i="0" u="none" strike="noStrike" kern="1200" cap="none" spc="0" baseline="0">
              <a:solidFill>
                <a:srgbClr val="002060"/>
              </a:solidFill>
              <a:latin typeface="Calibri" pitchFamily="34" charset="0"/>
              <a:ea typeface="MS PGothic" pitchFamily="34" charset="-128"/>
              <a:cs typeface="Calibri" pitchFamily="34" charset="0"/>
            </a:endParaRPr>
          </a:p>
        </p:txBody>
      </p:sp>
      <p:sp>
        <p:nvSpPr>
          <p:cNvPr id="787" name="Rectangles"/>
          <p:cNvSpPr>
            <a:spLocks/>
          </p:cNvSpPr>
          <p:nvPr/>
        </p:nvSpPr>
        <p:spPr>
          <a:xfrm rot="0">
            <a:off x="8369965" y="3789040"/>
            <a:ext cx="2118521" cy="2263140"/>
          </a:xfrm>
          <a:prstGeom prst="rect"/>
          <a:noFill/>
          <a:ln w="12700" cmpd="sng" cap="flat">
            <a:noFill/>
            <a:prstDash val="solid"/>
            <a:round/>
          </a:ln>
        </p:spPr>
        <p:txBody>
          <a:bodyPr vert="horz" wrap="square" lIns="91440" tIns="45720" rIns="91440" bIns="45720" anchor="t" anchorCtr="0">
            <a:prstTxWarp prst="textNoShape"/>
            <a:spAutoFit/>
          </a:bodyPr>
          <a:lstStyle/>
          <a:p>
            <a:pPr marL="0" indent="0" algn="ctr" eaLnBrk="1" hangingPunct="1">
              <a:lnSpc>
                <a:spcPct val="100000"/>
              </a:lnSpc>
              <a:spcBef>
                <a:spcPts val="0"/>
              </a:spcBef>
              <a:spcAft>
                <a:spcPts val="0"/>
              </a:spcAft>
              <a:buNone/>
            </a:pPr>
            <a:r>
              <a:rPr lang="en-US" altLang="zh-CN" sz="2400" b="0" i="0" u="none" strike="noStrike" kern="1200" cap="none" spc="0" baseline="0">
                <a:solidFill>
                  <a:srgbClr val="953735"/>
                </a:solidFill>
                <a:latin typeface="Calibri" pitchFamily="34" charset="0"/>
                <a:ea typeface="MS PGothic" pitchFamily="34" charset="-128"/>
                <a:cs typeface="Calibri" pitchFamily="34" charset="0"/>
              </a:rPr>
              <a:t>The probability area is calculated from the center area</a:t>
            </a:r>
            <a:endParaRPr lang="zh-CN" altLang="en-US" sz="2400" b="0" i="0" u="none" strike="noStrike" kern="1200" cap="none" spc="0" baseline="0">
              <a:solidFill>
                <a:srgbClr val="953735"/>
              </a:solidFill>
              <a:latin typeface="Calibri" pitchFamily="34" charset="0"/>
              <a:ea typeface="MS PGothic" pitchFamily="34" charset="-128"/>
              <a:cs typeface="Calibri" pitchFamily="34" charset="0"/>
            </a:endParaRPr>
          </a:p>
        </p:txBody>
      </p:sp>
    </p:spTree>
    <p:extLst>
      <p:ext uri="{BB962C8B-B14F-4D97-AF65-F5344CB8AC3E}">
        <p14:creationId xmlns:p14="http://schemas.microsoft.com/office/powerpoint/2010/main" val="123245957"/>
      </p:ext>
    </p:extLst>
  </p:cSld>
  <p:clrMapOvr>
    <a:masterClrMapping/>
  </p:clrMapOvr>
  <p:transition>
    <p:wipe dir="r"/>
  </p:transition>
</p:sld>
</file>

<file path=ppt/slides/slide76.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791" name="Rectangles"/>
          <p:cNvSpPr>
            <a:spLocks/>
          </p:cNvSpPr>
          <p:nvPr/>
        </p:nvSpPr>
        <p:spPr>
          <a:xfrm rot="0">
            <a:off x="2087043" y="817753"/>
            <a:ext cx="8249171" cy="948690"/>
          </a:xfrm>
          <a:prstGeom prst="rect"/>
          <a:noFill/>
          <a:ln w="12700" cmpd="sng" cap="flat">
            <a:noFill/>
            <a:prstDash val="solid"/>
            <a:round/>
          </a:ln>
        </p:spPr>
        <p:txBody>
          <a:bodyPr vert="horz" wrap="square" lIns="91440" tIns="45720" rIns="91440" bIns="45720" anchor="t" anchorCtr="0">
            <a:prstTxWarp prst="textNoShape"/>
            <a:spAutoFit/>
          </a:bodyPr>
          <a:lstStyle/>
          <a:p>
            <a:pPr marL="0" indent="0" algn="l" eaLnBrk="1" hangingPunct="1">
              <a:lnSpc>
                <a:spcPct val="100000"/>
              </a:lnSpc>
              <a:spcBef>
                <a:spcPts val="0"/>
              </a:spcBef>
              <a:spcAft>
                <a:spcPts val="0"/>
              </a:spcAft>
              <a:buNone/>
            </a:pPr>
            <a:r>
              <a:rPr lang="en-US" altLang="zh-CN" sz="2800" b="0" i="0" u="none" strike="noStrike" kern="1200" cap="none" spc="0" baseline="0">
                <a:solidFill>
                  <a:srgbClr val="FF0000"/>
                </a:solidFill>
                <a:latin typeface="Calibri" pitchFamily="34" charset="0"/>
                <a:ea typeface="MS PGothic" pitchFamily="34" charset="-128"/>
                <a:cs typeface="Calibri" pitchFamily="34" charset="0"/>
              </a:rPr>
              <a:t>For full </a:t>
            </a:r>
            <a:r>
              <a:rPr lang="en-US" altLang="zh-CN" sz="2800" b="0" i="1" u="none" strike="noStrike" kern="1200" cap="none" spc="0" baseline="0">
                <a:solidFill>
                  <a:srgbClr val="FF0000"/>
                </a:solidFill>
                <a:latin typeface="Calibri" pitchFamily="34" charset="0"/>
                <a:ea typeface="MS PGothic" pitchFamily="34" charset="-128"/>
                <a:cs typeface="Calibri" pitchFamily="34" charset="0"/>
              </a:rPr>
              <a:t>Z</a:t>
            </a:r>
            <a:r>
              <a:rPr lang="en-US" altLang="zh-CN" sz="2800" b="0" i="0" u="none" strike="noStrike" kern="1200" cap="none" spc="0" baseline="0">
                <a:solidFill>
                  <a:srgbClr val="FF0000"/>
                </a:solidFill>
                <a:latin typeface="Calibri" pitchFamily="34" charset="0"/>
                <a:ea typeface="MS PGothic" pitchFamily="34" charset="-128"/>
                <a:cs typeface="Calibri" pitchFamily="34" charset="0"/>
              </a:rPr>
              <a:t> distribution tables, there are two different tables representing the area:</a:t>
            </a:r>
            <a:endParaRPr lang="zh-CN" altLang="en-US" sz="2800" b="0" i="0" u="none" strike="noStrike" kern="1200" cap="none" spc="0" baseline="0">
              <a:solidFill>
                <a:srgbClr val="FF0000"/>
              </a:solidFill>
              <a:latin typeface="Calibri" pitchFamily="34" charset="0"/>
              <a:ea typeface="MS PGothic" pitchFamily="34" charset="-128"/>
              <a:cs typeface="Calibri" pitchFamily="34" charset="0"/>
            </a:endParaRPr>
          </a:p>
        </p:txBody>
      </p:sp>
      <p:pic>
        <p:nvPicPr>
          <p:cNvPr id="792" name="Images"/>
          <p:cNvPicPr>
            <a:picLocks noChangeAspect="1"/>
          </p:cNvPicPr>
          <p:nvPr/>
        </p:nvPicPr>
        <p:blipFill>
          <a:blip r:embed="rId1" cstate="print"/>
          <a:srcRect t="22438" b="48031" l="27020" r="28313"/>
          <a:stretch>
            <a:fillRect/>
          </a:stretch>
        </p:blipFill>
        <p:spPr>
          <a:xfrm rot="0">
            <a:off x="3287689" y="1771859"/>
            <a:ext cx="6127909" cy="2269596"/>
          </a:xfrm>
          <a:prstGeom prst="rect"/>
          <a:noFill/>
          <a:ln w="12700" cmpd="sng" cap="flat">
            <a:noFill/>
            <a:prstDash val="solid"/>
            <a:miter/>
          </a:ln>
        </p:spPr>
      </p:pic>
      <p:pic>
        <p:nvPicPr>
          <p:cNvPr id="793" name="Images"/>
          <p:cNvPicPr>
            <a:picLocks noChangeAspect="1"/>
          </p:cNvPicPr>
          <p:nvPr/>
        </p:nvPicPr>
        <p:blipFill>
          <a:blip r:embed="rId2" cstate="print"/>
          <a:srcRect t="24406" b="45078" l="27310" r="29523"/>
          <a:stretch>
            <a:fillRect/>
          </a:stretch>
        </p:blipFill>
        <p:spPr>
          <a:xfrm rot="0">
            <a:off x="3425704" y="4149080"/>
            <a:ext cx="6033054" cy="2397752"/>
          </a:xfrm>
          <a:prstGeom prst="rect"/>
          <a:noFill/>
          <a:ln w="12700" cmpd="sng" cap="flat">
            <a:noFill/>
            <a:prstDash val="solid"/>
            <a:miter/>
          </a:ln>
        </p:spPr>
      </p:pic>
    </p:spTree>
    <p:extLst>
      <p:ext uri="{BB962C8B-B14F-4D97-AF65-F5344CB8AC3E}">
        <p14:creationId xmlns:p14="http://schemas.microsoft.com/office/powerpoint/2010/main" val="376024494"/>
      </p:ext>
    </p:extLst>
  </p:cSld>
  <p:clrMapOvr>
    <a:masterClrMapping/>
  </p:clrMapOvr>
  <p:transition>
    <p:wipe dir="r"/>
  </p:transition>
</p:sld>
</file>

<file path=ppt/slides/slide77.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797" name="Text box"/>
          <p:cNvSpPr>
            <a:spLocks noGrp="1"/>
          </p:cNvSpPr>
          <p:nvPr>
            <p:ph type="title"/>
          </p:nvPr>
        </p:nvSpPr>
        <p:spPr>
          <a:xfrm rot="0">
            <a:off x="2783633" y="260648"/>
            <a:ext cx="6557963" cy="792162"/>
          </a:xfrm>
          <a:prstGeom prst="rect"/>
          <a:noFill/>
          <a:ln w="25400" cmpd="sng" cap="flat">
            <a:noFill/>
            <a:prstDash val="solid"/>
            <a:round/>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en-US" altLang="zh-CN" sz="4000" b="1" i="0" u="none" strike="noStrike" kern="1200" cap="none" spc="0" baseline="0">
                <a:solidFill>
                  <a:schemeClr val="tx1"/>
                </a:solidFill>
                <a:latin typeface="Calibri" pitchFamily="34" charset="0"/>
                <a:ea typeface="宋体" pitchFamily="0" charset="0"/>
                <a:cs typeface="Calibri" pitchFamily="34" charset="0"/>
              </a:rPr>
              <a:t>Example</a:t>
            </a:r>
            <a:endParaRPr lang="zh-CN" altLang="en-US" sz="4000" b="1" i="0" u="none" strike="noStrike" kern="1200" cap="none" spc="0" baseline="0">
              <a:solidFill>
                <a:schemeClr val="tx1"/>
              </a:solidFill>
              <a:latin typeface="Calibri" pitchFamily="34" charset="0"/>
              <a:ea typeface="宋体" pitchFamily="0" charset="0"/>
              <a:cs typeface="Calibri" pitchFamily="34" charset="0"/>
            </a:endParaRPr>
          </a:p>
        </p:txBody>
      </p:sp>
      <p:graphicFrame>
        <p:nvGraphicFramePr>
          <p:cNvPr id="798" name="Object">
            <a:hlinkClick r:id="" action="ppaction://media"/>
          </p:cNvPr>
          <p:cNvGraphicFramePr>
            <a:graphicFrameLocks noChangeAspect="1"/>
          </p:cNvGraphicFramePr>
          <p:nvPr/>
        </p:nvGraphicFramePr>
        <p:xfrm>
          <a:off x="4079775" y="3356993"/>
          <a:ext cx="3937000" cy="2960686"/>
        </p:xfrm>
        <a:graphic>
          <a:graphicData uri="http://schemas.openxmlformats.org/presentationml/2006/ole">
            <mc:AlternateContent xmlns:mc="http://schemas.openxmlformats.org/markup-compatibility/2006">
              <mc:Choice xmlns:v="urn:schemas-microsoft-com:vml" Requires="v">
                <p:oleObj spid="" name="package" imgW="4762500" imgH="3073400" progId="package">
                  <p:embed/>
                </p:oleObj>
              </mc:Choice>
              <mc:Fallback>
                <p:oleObj name="package" imgW="4762500" imgH="3073400" progId="package">
                  <p:embed/>
                  <p:pic>
                    <p:nvPicPr>
                      <p:cNvPr id="798" name="Object">
                        <a:hlinkClick r:id="" action="ppaction://media"/>
                      </p:cNvPr>
                      <p:cNvPicPr>
                        <a:picLocks noChangeAspect="1"/>
                      </p:cNvPicPr>
                      <p:nvPr/>
                    </p:nvPicPr>
                    <p:blipFill>
                      <a:blip r:embed="rId1" cstate="print"/>
                      <a:stretch>
                        <a:fillRect/>
                      </a:stretch>
                    </p:blipFill>
                    <p:spPr>
                      <a:xfrm rot="0">
                        <a:off x="4079775" y="3356993"/>
                        <a:ext cx="3937000" cy="2960686"/>
                      </a:xfrm>
                      <a:prstGeom prst="rect"/>
                      <a:solidFill>
                        <a:schemeClr val="tx1"/>
                      </a:solidFill>
                      <a:ln cmpd="sng" cap="flat">
                        <a:noFill/>
                        <a:prstDash val="solid"/>
                        <a:round/>
                      </a:ln>
                      <a:effectLst>
                        <a:outerShdw sx="100000" sy="100000" algn="ctr" rotWithShape="0" blurRad="0" dist="35921" dir="2700000">
                          <a:srgbClr val="EEECE1">
                            <a:alpha val="99607"/>
                          </a:srgbClr>
                        </a:outerShdw>
                      </a:effectLst>
                    </p:spPr>
                  </p:pic>
                </p:oleObj>
              </mc:Fallback>
            </mc:AlternateContent>
          </a:graphicData>
        </a:graphic>
      </p:graphicFrame>
      <p:sp>
        <p:nvSpPr>
          <p:cNvPr id="799" name="Rectangles"/>
          <p:cNvSpPr>
            <a:spLocks noGrp="1"/>
          </p:cNvSpPr>
          <p:nvPr>
            <p:ph type="sldNum" idx="12"/>
          </p:nvPr>
        </p:nvSpPr>
        <p:spPr>
          <a:xfrm rot="0">
            <a:off x="1981200" y="6356351"/>
            <a:ext cx="2133600" cy="365125"/>
          </a:xfrm>
          <a:prstGeom prst="rect"/>
          <a:noFill/>
          <a:ln w="12700" cmpd="sng" cap="flat">
            <a:noFill/>
            <a:prstDash val="solid"/>
            <a:miter/>
          </a:ln>
        </p:spPr>
        <p:txBody>
          <a:bodyPr vert="horz" wrap="square" lIns="91440" tIns="45720" rIns="91440" bIns="45720" anchor="ctr" anchorCtr="0">
            <a:prstTxWarp prst="textNoShape"/>
          </a:bodyPr>
          <a:lstStyle/>
          <a:p>
            <a:pPr marL="0" indent="0" algn="l" eaLnBrk="1" hangingPunct="1">
              <a:lnSpc>
                <a:spcPct val="100000"/>
              </a:lnSpc>
              <a:spcBef>
                <a:spcPts val="0"/>
              </a:spcBef>
              <a:spcAft>
                <a:spcPts val="0"/>
              </a:spcAft>
              <a:buNone/>
            </a:pPr>
            <a:fld id="{CAD2D6BD-DE1B-4B5F-8B41-2702339687B9}" type="slidenum">
              <a:rPr lang="en-US" altLang="zh-CN" sz="1200" b="0" i="0" u="none" strike="noStrike" kern="1200" cap="none" spc="0" baseline="0">
                <a:solidFill>
                  <a:srgbClr val="898989"/>
                </a:solidFill>
                <a:latin typeface="Calibri" pitchFamily="34" charset="0"/>
                <a:ea typeface="MS PGothic" pitchFamily="34" charset="-128"/>
                <a:cs typeface="Arial" pitchFamily="34" charset="0"/>
              </a:rPr>
              <a:t>77</a:t>
            </a:fld>
            <a:endParaRPr lang="zh-CN" altLang="en-US" sz="1200" b="0" i="0" u="none" strike="noStrike" kern="1200" cap="none" spc="0" baseline="0">
              <a:solidFill>
                <a:srgbClr val="898989"/>
              </a:solidFill>
              <a:latin typeface="Calibri" pitchFamily="34" charset="0"/>
              <a:ea typeface="MS PGothic" pitchFamily="34" charset="-128"/>
              <a:cs typeface="Arial" pitchFamily="34" charset="0"/>
            </a:endParaRPr>
          </a:p>
        </p:txBody>
      </p:sp>
      <p:sp>
        <p:nvSpPr>
          <p:cNvPr id="800" name="Rectangles"/>
          <p:cNvSpPr>
            <a:spLocks/>
          </p:cNvSpPr>
          <p:nvPr/>
        </p:nvSpPr>
        <p:spPr>
          <a:xfrm rot="0">
            <a:off x="4079777" y="2764330"/>
            <a:ext cx="3889375" cy="520655"/>
          </a:xfrm>
          <a:prstGeom prst="rect"/>
          <a:noFill/>
          <a:ln w="12700" cmpd="sng" cap="flat">
            <a:noFill/>
            <a:prstDash val="solid"/>
            <a:miter/>
          </a:ln>
          <a:effectLst>
            <a:outerShdw sx="100000" sy="100000" algn="ctr" rotWithShape="0" blurRad="0" dist="35921" dir="2700000">
              <a:srgbClr val="EEECE1">
                <a:alpha val="99607"/>
              </a:srgbClr>
            </a:outerShdw>
          </a:effectLst>
        </p:spPr>
        <p:txBody>
          <a:bodyPr vert="horz" wrap="square" lIns="90488" tIns="44450" rIns="90488" bIns="44450" anchor="t" anchorCtr="0">
            <a:prstTxWarp prst="textNoShape"/>
            <a:spAutoFit/>
          </a:bodyPr>
          <a:lstStyle/>
          <a:p>
            <a:pPr marL="0" indent="0" algn="ctr" eaLnBrk="0" hangingPunct="0">
              <a:lnSpc>
                <a:spcPct val="100000"/>
              </a:lnSpc>
              <a:spcBef>
                <a:spcPct val="50000"/>
              </a:spcBef>
              <a:spcAft>
                <a:spcPts val="0"/>
              </a:spcAft>
              <a:buNone/>
            </a:pPr>
            <a:r>
              <a:rPr lang="en-US" altLang="zh-CN" sz="2800" b="0" i="0" u="none" strike="noStrike" kern="1200" cap="none" spc="0" baseline="0">
                <a:solidFill>
                  <a:schemeClr val="tx1"/>
                </a:solidFill>
                <a:latin typeface="Calibri" pitchFamily="34" charset="0"/>
                <a:ea typeface="ＭＳ Ｐゴシック" pitchFamily="0" charset="0"/>
                <a:cs typeface="Calibri" pitchFamily="34" charset="0"/>
              </a:rPr>
              <a:t>Normal  Distribution</a:t>
            </a:r>
            <a:endParaRPr lang="zh-CN" altLang="en-US" sz="2800" b="0" i="0" u="none" strike="noStrike" kern="1200" cap="none" spc="0" baseline="0">
              <a:solidFill>
                <a:schemeClr val="tx1"/>
              </a:solidFill>
              <a:latin typeface="Calibri" pitchFamily="34" charset="0"/>
              <a:ea typeface="ＭＳ Ｐゴシック" pitchFamily="0" charset="0"/>
              <a:cs typeface="Calibri" pitchFamily="34" charset="0"/>
            </a:endParaRPr>
          </a:p>
        </p:txBody>
      </p:sp>
      <p:sp>
        <p:nvSpPr>
          <p:cNvPr id="801" name="Rectangles"/>
          <p:cNvSpPr>
            <a:spLocks/>
          </p:cNvSpPr>
          <p:nvPr/>
        </p:nvSpPr>
        <p:spPr>
          <a:xfrm rot="0">
            <a:off x="1991545" y="1301751"/>
            <a:ext cx="8425631" cy="948690"/>
          </a:xfrm>
          <a:prstGeom prst="rect"/>
          <a:noFill/>
          <a:ln w="12700" cmpd="sng" cap="flat">
            <a:noFill/>
            <a:prstDash val="solid"/>
            <a:round/>
          </a:ln>
        </p:spPr>
        <p:txBody>
          <a:bodyPr vert="horz" wrap="square" lIns="91440" tIns="45720" rIns="91440" bIns="45720" anchor="t" anchorCtr="0">
            <a:prstTxWarp prst="textNoShape"/>
            <a:spAutoFit/>
          </a:bodyPr>
          <a:lstStyle/>
          <a:p>
            <a:pPr marL="0" indent="0" algn="just" eaLnBrk="1" hangingPunct="1">
              <a:lnSpc>
                <a:spcPct val="100000"/>
              </a:lnSpc>
              <a:spcBef>
                <a:spcPts val="0"/>
              </a:spcBef>
              <a:spcAft>
                <a:spcPts val="0"/>
              </a:spcAft>
              <a:buNone/>
            </a:pPr>
            <a:r>
              <a:rPr lang="en-US" altLang="zh-CN" sz="2800" b="0" i="0" u="none" strike="noStrike" kern="1200" cap="none" spc="0" baseline="0">
                <a:solidFill>
                  <a:schemeClr val="tx1"/>
                </a:solidFill>
                <a:latin typeface="Calibri" pitchFamily="34" charset="0"/>
                <a:ea typeface="MS PGothic" pitchFamily="34" charset="-128"/>
                <a:cs typeface="Calibri" pitchFamily="34" charset="0"/>
              </a:rPr>
              <a:t>What is the probability of P(X=6.2), given that the mean is 5 and std. deviation is 10?.</a:t>
            </a:r>
            <a:endParaRPr lang="zh-CN" altLang="en-US" sz="2800" b="0" i="0" u="none" strike="noStrike" kern="1200" cap="none" spc="0" baseline="0">
              <a:solidFill>
                <a:schemeClr val="tx1"/>
              </a:solidFill>
              <a:latin typeface="Calibri" pitchFamily="34" charset="0"/>
              <a:ea typeface="MS PGothic" pitchFamily="34" charset="-128"/>
              <a:cs typeface="Calibri" pitchFamily="34" charset="0"/>
            </a:endParaRPr>
          </a:p>
        </p:txBody>
      </p:sp>
    </p:spTree>
    <p:extLst>
      <p:ext uri="{BB962C8B-B14F-4D97-AF65-F5344CB8AC3E}">
        <p14:creationId xmlns:p14="http://schemas.microsoft.com/office/powerpoint/2010/main" val="1824241069"/>
      </p:ext>
    </p:extLst>
  </p:cSld>
  <p:clrMapOvr>
    <a:masterClrMapping/>
  </p:clrMapOvr>
  <p:transition spd="slow"/>
</p:sld>
</file>

<file path=ppt/slides/slide78.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805" name="Text box"/>
          <p:cNvSpPr>
            <a:spLocks noGrp="1"/>
          </p:cNvSpPr>
          <p:nvPr>
            <p:ph type="title"/>
          </p:nvPr>
        </p:nvSpPr>
        <p:spPr>
          <a:xfrm rot="0">
            <a:off x="2783633" y="260648"/>
            <a:ext cx="6557963" cy="792162"/>
          </a:xfrm>
          <a:prstGeom prst="rect"/>
          <a:noFill/>
          <a:ln w="25400" cmpd="sng" cap="flat">
            <a:noFill/>
            <a:prstDash val="solid"/>
            <a:round/>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en-US" altLang="zh-CN" sz="4000" b="1" i="0" u="none" strike="noStrike" kern="1200" cap="none" spc="0" baseline="0">
                <a:solidFill>
                  <a:schemeClr val="tx1"/>
                </a:solidFill>
                <a:latin typeface="Calibri" pitchFamily="34" charset="0"/>
                <a:ea typeface="宋体" pitchFamily="0" charset="0"/>
                <a:cs typeface="Calibri" pitchFamily="34" charset="0"/>
              </a:rPr>
              <a:t>Example -Solution</a:t>
            </a:r>
            <a:endParaRPr lang="zh-CN" altLang="en-US" sz="4000" b="1" i="0" u="none" strike="noStrike" kern="1200" cap="none" spc="0" baseline="0">
              <a:solidFill>
                <a:schemeClr val="tx1"/>
              </a:solidFill>
              <a:latin typeface="Calibri" pitchFamily="34" charset="0"/>
              <a:ea typeface="宋体" pitchFamily="0" charset="0"/>
              <a:cs typeface="Calibri" pitchFamily="34" charset="0"/>
            </a:endParaRPr>
          </a:p>
        </p:txBody>
      </p:sp>
      <p:graphicFrame>
        <p:nvGraphicFramePr>
          <p:cNvPr id="806" name="Object">
            <a:hlinkClick r:id="" action="ppaction://media"/>
          </p:cNvPr>
          <p:cNvGraphicFramePr>
            <a:graphicFrameLocks noChangeAspect="1"/>
          </p:cNvGraphicFramePr>
          <p:nvPr/>
        </p:nvGraphicFramePr>
        <p:xfrm>
          <a:off x="1793875" y="3357563"/>
          <a:ext cx="3937000" cy="2960686"/>
        </p:xfrm>
        <a:graphic>
          <a:graphicData uri="http://schemas.openxmlformats.org/presentationml/2006/ole">
            <mc:AlternateContent xmlns:mc="http://schemas.openxmlformats.org/markup-compatibility/2006">
              <mc:Choice xmlns:v="urn:schemas-microsoft-com:vml" Requires="v">
                <p:oleObj spid="" name="package" imgW="4762500" imgH="3073400" progId="package">
                  <p:embed/>
                </p:oleObj>
              </mc:Choice>
              <mc:Fallback>
                <p:oleObj name="package" imgW="4762500" imgH="3073400" progId="package">
                  <p:embed/>
                  <p:pic>
                    <p:nvPicPr>
                      <p:cNvPr id="806" name="Object">
                        <a:hlinkClick r:id="" action="ppaction://media"/>
                      </p:cNvPr>
                      <p:cNvPicPr>
                        <a:picLocks noChangeAspect="1"/>
                      </p:cNvPicPr>
                      <p:nvPr/>
                    </p:nvPicPr>
                    <p:blipFill>
                      <a:blip r:embed="rId1" cstate="print"/>
                      <a:stretch>
                        <a:fillRect/>
                      </a:stretch>
                    </p:blipFill>
                    <p:spPr>
                      <a:xfrm rot="0">
                        <a:off x="1793875" y="3357563"/>
                        <a:ext cx="3937000" cy="2960686"/>
                      </a:xfrm>
                      <a:prstGeom prst="rect"/>
                      <a:solidFill>
                        <a:schemeClr val="tx1"/>
                      </a:solidFill>
                      <a:ln cmpd="sng" cap="flat">
                        <a:noFill/>
                        <a:prstDash val="solid"/>
                        <a:round/>
                      </a:ln>
                      <a:effectLst>
                        <a:outerShdw sx="100000" sy="100000" algn="ctr" rotWithShape="0" blurRad="0" dist="35921" dir="2700000">
                          <a:srgbClr val="EEECE1">
                            <a:alpha val="99607"/>
                          </a:srgbClr>
                        </a:outerShdw>
                      </a:effectLst>
                    </p:spPr>
                  </p:pic>
                </p:oleObj>
              </mc:Fallback>
            </mc:AlternateContent>
          </a:graphicData>
        </a:graphic>
      </p:graphicFrame>
      <p:graphicFrame>
        <p:nvGraphicFramePr>
          <p:cNvPr id="807" name="Object">
            <a:hlinkClick r:id="" action="ppaction://media"/>
          </p:cNvPr>
          <p:cNvGraphicFramePr>
            <a:graphicFrameLocks noChangeAspect="1"/>
          </p:cNvGraphicFramePr>
          <p:nvPr/>
        </p:nvGraphicFramePr>
        <p:xfrm>
          <a:off x="1774824" y="1795464"/>
          <a:ext cx="3601093" cy="985837"/>
        </p:xfrm>
        <a:graphic>
          <a:graphicData uri="http://schemas.openxmlformats.org/presentationml/2006/ole">
            <mc:AlternateContent xmlns:mc="http://schemas.openxmlformats.org/markup-compatibility/2006">
              <mc:Choice xmlns:v="urn:schemas-microsoft-com:vml" Requires="v">
                <p:oleObj spid="" name="package" imgW="3708400" imgH="850900" progId="package">
                  <p:embed/>
                </p:oleObj>
              </mc:Choice>
              <mc:Fallback>
                <p:oleObj name="package" imgW="3708400" imgH="850900" progId="package">
                  <p:embed/>
                  <p:pic>
                    <p:nvPicPr>
                      <p:cNvPr id="807" name="Object">
                        <a:hlinkClick r:id="" action="ppaction://media"/>
                      </p:cNvPr>
                      <p:cNvPicPr>
                        <a:picLocks noChangeAspect="1"/>
                      </p:cNvPicPr>
                      <p:nvPr/>
                    </p:nvPicPr>
                    <p:blipFill>
                      <a:blip r:embed="rId2" cstate="print"/>
                      <a:stretch>
                        <a:fillRect/>
                      </a:stretch>
                    </p:blipFill>
                    <p:spPr>
                      <a:xfrm rot="0">
                        <a:off x="1774824" y="1795464"/>
                        <a:ext cx="3601093" cy="985837"/>
                      </a:xfrm>
                      <a:prstGeom prst="rect"/>
                      <a:noFill/>
                      <a:ln cmpd="sng" cap="flat">
                        <a:noFill/>
                        <a:prstDash val="solid"/>
                        <a:round/>
                      </a:ln>
                      <a:effectLst>
                        <a:outerShdw sx="100000" sy="100000" algn="ctr" rotWithShape="0" blurRad="0" dist="35921" dir="2700000">
                          <a:srgbClr val="EEECE1">
                            <a:alpha val="99607"/>
                          </a:srgbClr>
                        </a:outerShdw>
                      </a:effectLst>
                    </p:spPr>
                  </p:pic>
                </p:oleObj>
              </mc:Fallback>
            </mc:AlternateContent>
          </a:graphicData>
        </a:graphic>
      </p:graphicFrame>
      <p:graphicFrame>
        <p:nvGraphicFramePr>
          <p:cNvPr id="808" name="Object">
            <a:hlinkClick r:id="" action="ppaction://media"/>
          </p:cNvPr>
          <p:cNvGraphicFramePr>
            <a:graphicFrameLocks noChangeAspect="1"/>
          </p:cNvGraphicFramePr>
          <p:nvPr/>
        </p:nvGraphicFramePr>
        <p:xfrm>
          <a:off x="6472238" y="3284539"/>
          <a:ext cx="3937001" cy="2808287"/>
        </p:xfrm>
        <a:graphic>
          <a:graphicData uri="http://schemas.openxmlformats.org/presentationml/2006/ole">
            <mc:AlternateContent xmlns:mc="http://schemas.openxmlformats.org/markup-compatibility/2006">
              <mc:Choice xmlns:v="urn:schemas-microsoft-com:vml" Requires="v">
                <p:oleObj spid="" name="package" imgW="4762500" imgH="3073400" progId="package">
                  <p:embed/>
                </p:oleObj>
              </mc:Choice>
              <mc:Fallback>
                <p:oleObj name="package" imgW="4762500" imgH="3073400" progId="package">
                  <p:embed/>
                  <p:pic>
                    <p:nvPicPr>
                      <p:cNvPr id="808" name="Object">
                        <a:hlinkClick r:id="" action="ppaction://media"/>
                      </p:cNvPr>
                      <p:cNvPicPr>
                        <a:picLocks noChangeAspect="1"/>
                      </p:cNvPicPr>
                      <p:nvPr/>
                    </p:nvPicPr>
                    <p:blipFill>
                      <a:blip r:embed="rId3" cstate="print"/>
                      <a:stretch>
                        <a:fillRect/>
                      </a:stretch>
                    </p:blipFill>
                    <p:spPr>
                      <a:xfrm rot="0">
                        <a:off x="6472238" y="3284539"/>
                        <a:ext cx="3937001" cy="2808287"/>
                      </a:xfrm>
                      <a:prstGeom prst="rect"/>
                      <a:solidFill>
                        <a:srgbClr val="7F7F7F"/>
                      </a:solidFill>
                      <a:ln cmpd="sng" cap="flat">
                        <a:noFill/>
                        <a:prstDash val="solid"/>
                        <a:round/>
                      </a:ln>
                      <a:effectLst>
                        <a:outerShdw sx="100000" sy="100000" algn="ctr" rotWithShape="0" blurRad="0" dist="35921" dir="2700000">
                          <a:srgbClr val="EEECE1">
                            <a:alpha val="99607"/>
                          </a:srgbClr>
                        </a:outerShdw>
                      </a:effectLst>
                    </p:spPr>
                  </p:pic>
                </p:oleObj>
              </mc:Fallback>
            </mc:AlternateContent>
          </a:graphicData>
        </a:graphic>
      </p:graphicFrame>
      <p:grpSp>
        <p:nvGrpSpPr>
          <p:cNvPr id="811" name="Combination"/>
          <p:cNvGrpSpPr>
            <a:grpSpLocks/>
          </p:cNvGrpSpPr>
          <p:nvPr/>
        </p:nvGrpSpPr>
        <p:grpSpPr>
          <a:xfrm>
            <a:off x="4421188" y="3806825"/>
            <a:ext cx="2743200" cy="1258887"/>
            <a:chOff x="4421188" y="3806825"/>
            <a:chExt cx="2743200" cy="1258887"/>
          </a:xfrm>
        </p:grpSpPr>
        <p:sp>
          <p:nvSpPr>
            <p:cNvPr id="809" name="曲线"/>
            <p:cNvSpPr>
              <a:spLocks/>
            </p:cNvSpPr>
            <p:nvPr/>
          </p:nvSpPr>
          <p:spPr>
            <a:xfrm rot="0">
              <a:off x="4424363" y="3860799"/>
              <a:ext cx="2740025" cy="1204912"/>
            </a:xfrm>
            <a:custGeom>
              <a:gdLst>
                <a:gd name="T1" fmla="*/ 0 w 21600"/>
                <a:gd name="T2" fmla="*/ 0 h 21600"/>
                <a:gd name="T3" fmla="*/ 21600 w 21600"/>
                <a:gd name="T4" fmla="*/ 21600 h 21600"/>
              </a:gdLst>
              <a:rect l="T1" t="T2" r="T3" b="T4"/>
              <a:pathLst>
                <a:path w="21600" h="21600">
                  <a:moveTo>
                    <a:pt x="86" y="12093"/>
                  </a:moveTo>
                  <a:lnTo>
                    <a:pt x="0" y="10983"/>
                  </a:lnTo>
                  <a:lnTo>
                    <a:pt x="650" y="9105"/>
                  </a:lnTo>
                  <a:lnTo>
                    <a:pt x="1076" y="8024"/>
                  </a:lnTo>
                  <a:lnTo>
                    <a:pt x="1525" y="7255"/>
                  </a:lnTo>
                  <a:lnTo>
                    <a:pt x="1889" y="6459"/>
                  </a:lnTo>
                  <a:lnTo>
                    <a:pt x="2376" y="5690"/>
                  </a:lnTo>
                  <a:lnTo>
                    <a:pt x="2803" y="4980"/>
                  </a:lnTo>
                  <a:lnTo>
                    <a:pt x="3365" y="4353"/>
                  </a:lnTo>
                  <a:lnTo>
                    <a:pt x="3804" y="3812"/>
                  </a:lnTo>
                  <a:lnTo>
                    <a:pt x="4267" y="3214"/>
                  </a:lnTo>
                  <a:lnTo>
                    <a:pt x="4930" y="2646"/>
                  </a:lnTo>
                  <a:lnTo>
                    <a:pt x="5543" y="2134"/>
                  </a:lnTo>
                  <a:lnTo>
                    <a:pt x="6281" y="1621"/>
                  </a:lnTo>
                  <a:lnTo>
                    <a:pt x="7270" y="966"/>
                  </a:lnTo>
                  <a:lnTo>
                    <a:pt x="8083" y="569"/>
                  </a:lnTo>
                  <a:lnTo>
                    <a:pt x="8760" y="398"/>
                  </a:lnTo>
                  <a:lnTo>
                    <a:pt x="9736" y="169"/>
                  </a:lnTo>
                  <a:lnTo>
                    <a:pt x="10473" y="0"/>
                  </a:lnTo>
                  <a:lnTo>
                    <a:pt x="11212" y="56"/>
                  </a:lnTo>
                  <a:lnTo>
                    <a:pt x="11988" y="113"/>
                  </a:lnTo>
                  <a:lnTo>
                    <a:pt x="12777" y="398"/>
                  </a:lnTo>
                  <a:lnTo>
                    <a:pt x="13465" y="626"/>
                  </a:lnTo>
                  <a:lnTo>
                    <a:pt x="14166" y="1024"/>
                  </a:lnTo>
                  <a:lnTo>
                    <a:pt x="14829" y="1621"/>
                  </a:lnTo>
                  <a:lnTo>
                    <a:pt x="15467" y="2248"/>
                  </a:lnTo>
                  <a:lnTo>
                    <a:pt x="16142" y="3073"/>
                  </a:lnTo>
                  <a:lnTo>
                    <a:pt x="16793" y="4183"/>
                  </a:lnTo>
                  <a:lnTo>
                    <a:pt x="17295" y="5150"/>
                  </a:lnTo>
                  <a:lnTo>
                    <a:pt x="17845" y="6402"/>
                  </a:lnTo>
                  <a:lnTo>
                    <a:pt x="18233" y="7342"/>
                  </a:lnTo>
                  <a:lnTo>
                    <a:pt x="18421" y="7883"/>
                  </a:lnTo>
                  <a:lnTo>
                    <a:pt x="19796" y="1309"/>
                  </a:lnTo>
                  <a:lnTo>
                    <a:pt x="19948" y="2674"/>
                  </a:lnTo>
                  <a:lnTo>
                    <a:pt x="19948" y="4183"/>
                  </a:lnTo>
                  <a:lnTo>
                    <a:pt x="19972" y="5605"/>
                  </a:lnTo>
                  <a:lnTo>
                    <a:pt x="20023" y="7029"/>
                  </a:lnTo>
                  <a:lnTo>
                    <a:pt x="20085" y="8537"/>
                  </a:lnTo>
                  <a:lnTo>
                    <a:pt x="20210" y="10074"/>
                  </a:lnTo>
                  <a:lnTo>
                    <a:pt x="20323" y="11326"/>
                  </a:lnTo>
                  <a:lnTo>
                    <a:pt x="20486" y="12805"/>
                  </a:lnTo>
                  <a:lnTo>
                    <a:pt x="20661" y="14199"/>
                  </a:lnTo>
                  <a:lnTo>
                    <a:pt x="20911" y="15964"/>
                  </a:lnTo>
                  <a:lnTo>
                    <a:pt x="21349" y="17842"/>
                  </a:lnTo>
                  <a:lnTo>
                    <a:pt x="21587" y="19863"/>
                  </a:lnTo>
                  <a:lnTo>
                    <a:pt x="21085" y="19494"/>
                  </a:lnTo>
                  <a:lnTo>
                    <a:pt x="20598" y="19236"/>
                  </a:lnTo>
                  <a:lnTo>
                    <a:pt x="20035" y="18981"/>
                  </a:lnTo>
                  <a:lnTo>
                    <a:pt x="19510" y="18866"/>
                  </a:lnTo>
                  <a:lnTo>
                    <a:pt x="19197" y="18895"/>
                  </a:lnTo>
                  <a:lnTo>
                    <a:pt x="18858" y="18953"/>
                  </a:lnTo>
                  <a:lnTo>
                    <a:pt x="18382" y="19095"/>
                  </a:lnTo>
                  <a:lnTo>
                    <a:pt x="17945" y="19380"/>
                  </a:lnTo>
                  <a:lnTo>
                    <a:pt x="17557" y="19635"/>
                  </a:lnTo>
                  <a:lnTo>
                    <a:pt x="17107" y="20120"/>
                  </a:lnTo>
                  <a:lnTo>
                    <a:pt x="16644" y="20574"/>
                  </a:lnTo>
                  <a:lnTo>
                    <a:pt x="15979" y="21571"/>
                  </a:lnTo>
                  <a:lnTo>
                    <a:pt x="15754" y="19549"/>
                  </a:lnTo>
                  <a:lnTo>
                    <a:pt x="17043" y="14229"/>
                  </a:lnTo>
                  <a:lnTo>
                    <a:pt x="16831" y="13715"/>
                  </a:lnTo>
                  <a:lnTo>
                    <a:pt x="16093" y="12349"/>
                  </a:lnTo>
                  <a:lnTo>
                    <a:pt x="15479" y="11268"/>
                  </a:lnTo>
                  <a:lnTo>
                    <a:pt x="14666" y="9960"/>
                  </a:lnTo>
                  <a:lnTo>
                    <a:pt x="14153" y="9333"/>
                  </a:lnTo>
                  <a:lnTo>
                    <a:pt x="13665" y="8678"/>
                  </a:lnTo>
                  <a:lnTo>
                    <a:pt x="12965" y="7883"/>
                  </a:lnTo>
                  <a:lnTo>
                    <a:pt x="12289" y="7143"/>
                  </a:lnTo>
                  <a:lnTo>
                    <a:pt x="11524" y="6602"/>
                  </a:lnTo>
                  <a:lnTo>
                    <a:pt x="10861" y="6231"/>
                  </a:lnTo>
                  <a:lnTo>
                    <a:pt x="10148" y="5947"/>
                  </a:lnTo>
                  <a:lnTo>
                    <a:pt x="9423" y="5605"/>
                  </a:lnTo>
                  <a:lnTo>
                    <a:pt x="8846" y="5549"/>
                  </a:lnTo>
                  <a:lnTo>
                    <a:pt x="8095" y="5576"/>
                  </a:lnTo>
                  <a:lnTo>
                    <a:pt x="7345" y="5719"/>
                  </a:lnTo>
                  <a:lnTo>
                    <a:pt x="6645" y="5804"/>
                  </a:lnTo>
                  <a:lnTo>
                    <a:pt x="5881" y="6003"/>
                  </a:lnTo>
                  <a:lnTo>
                    <a:pt x="5018" y="6317"/>
                  </a:lnTo>
                  <a:lnTo>
                    <a:pt x="4178" y="6602"/>
                  </a:lnTo>
                  <a:lnTo>
                    <a:pt x="3416" y="7227"/>
                  </a:lnTo>
                  <a:lnTo>
                    <a:pt x="2889" y="7568"/>
                  </a:lnTo>
                  <a:lnTo>
                    <a:pt x="2365" y="8082"/>
                  </a:lnTo>
                  <a:lnTo>
                    <a:pt x="1977" y="8566"/>
                  </a:lnTo>
                  <a:lnTo>
                    <a:pt x="1576" y="9162"/>
                  </a:lnTo>
                  <a:lnTo>
                    <a:pt x="1212" y="9761"/>
                  </a:lnTo>
                  <a:lnTo>
                    <a:pt x="86" y="12093"/>
                  </a:lnTo>
                </a:path>
              </a:pathLst>
            </a:custGeom>
            <a:solidFill>
              <a:schemeClr val="folHlink"/>
            </a:solidFill>
            <a:ln w="12700" cmpd="sng" cap="rnd">
              <a:solidFill>
                <a:srgbClr val="000000"/>
              </a:solidFill>
              <a:prstDash val="solid"/>
              <a:round/>
            </a:ln>
            <a:effectLst>
              <a:outerShdw sx="100000" sy="100000" algn="ctr" rotWithShape="0" blurRad="0" dist="35921" dir="2700000">
                <a:srgbClr val="EEECE1">
                  <a:alpha val="99607"/>
                </a:srgbClr>
              </a:outerShdw>
            </a:effectLst>
          </p:spPr>
        </p:sp>
        <p:sp>
          <p:nvSpPr>
            <p:cNvPr id="810" name="曲线"/>
            <p:cNvSpPr>
              <a:spLocks/>
            </p:cNvSpPr>
            <p:nvPr/>
          </p:nvSpPr>
          <p:spPr>
            <a:xfrm rot="0">
              <a:off x="4421188" y="3806825"/>
              <a:ext cx="2711449" cy="1139825"/>
            </a:xfrm>
            <a:custGeom>
              <a:gdLst>
                <a:gd name="T1" fmla="*/ 0 w 21600"/>
                <a:gd name="T2" fmla="*/ 0 h 21600"/>
                <a:gd name="T3" fmla="*/ 21600 w 21600"/>
                <a:gd name="T4" fmla="*/ 21600 h 21600"/>
              </a:gdLst>
              <a:rect l="T1" t="T2" r="T3" b="T4"/>
              <a:pathLst>
                <a:path w="21600" h="21600">
                  <a:moveTo>
                    <a:pt x="0" y="12665"/>
                  </a:moveTo>
                  <a:lnTo>
                    <a:pt x="719" y="9806"/>
                  </a:lnTo>
                  <a:lnTo>
                    <a:pt x="1062" y="8903"/>
                  </a:lnTo>
                  <a:lnTo>
                    <a:pt x="1479" y="7942"/>
                  </a:lnTo>
                  <a:lnTo>
                    <a:pt x="1846" y="7189"/>
                  </a:lnTo>
                  <a:lnTo>
                    <a:pt x="2313" y="6317"/>
                  </a:lnTo>
                  <a:lnTo>
                    <a:pt x="2768" y="5504"/>
                  </a:lnTo>
                  <a:lnTo>
                    <a:pt x="3324" y="4692"/>
                  </a:lnTo>
                  <a:lnTo>
                    <a:pt x="3780" y="4120"/>
                  </a:lnTo>
                  <a:lnTo>
                    <a:pt x="4248" y="3519"/>
                  </a:lnTo>
                  <a:lnTo>
                    <a:pt x="4906" y="2856"/>
                  </a:lnTo>
                  <a:lnTo>
                    <a:pt x="5539" y="2376"/>
                  </a:lnTo>
                  <a:lnTo>
                    <a:pt x="6271" y="1834"/>
                  </a:lnTo>
                  <a:lnTo>
                    <a:pt x="7271" y="1113"/>
                  </a:lnTo>
                  <a:lnTo>
                    <a:pt x="8092" y="690"/>
                  </a:lnTo>
                  <a:lnTo>
                    <a:pt x="8775" y="481"/>
                  </a:lnTo>
                  <a:lnTo>
                    <a:pt x="9749" y="179"/>
                  </a:lnTo>
                  <a:lnTo>
                    <a:pt x="10508" y="0"/>
                  </a:lnTo>
                  <a:lnTo>
                    <a:pt x="11242" y="29"/>
                  </a:lnTo>
                  <a:lnTo>
                    <a:pt x="12026" y="60"/>
                  </a:lnTo>
                  <a:lnTo>
                    <a:pt x="12810" y="300"/>
                  </a:lnTo>
                  <a:lnTo>
                    <a:pt x="13517" y="511"/>
                  </a:lnTo>
                  <a:lnTo>
                    <a:pt x="14214" y="901"/>
                  </a:lnTo>
                  <a:lnTo>
                    <a:pt x="14872" y="1473"/>
                  </a:lnTo>
                  <a:lnTo>
                    <a:pt x="15528" y="2074"/>
                  </a:lnTo>
                  <a:lnTo>
                    <a:pt x="16187" y="2888"/>
                  </a:lnTo>
                  <a:lnTo>
                    <a:pt x="16843" y="3971"/>
                  </a:lnTo>
                  <a:lnTo>
                    <a:pt x="17337" y="4932"/>
                  </a:lnTo>
                  <a:lnTo>
                    <a:pt x="17880" y="6166"/>
                  </a:lnTo>
                  <a:lnTo>
                    <a:pt x="18274" y="7099"/>
                  </a:lnTo>
                  <a:lnTo>
                    <a:pt x="18817" y="8452"/>
                  </a:lnTo>
                  <a:lnTo>
                    <a:pt x="20019" y="2346"/>
                  </a:lnTo>
                  <a:lnTo>
                    <a:pt x="20005" y="3879"/>
                  </a:lnTo>
                  <a:lnTo>
                    <a:pt x="20019" y="5294"/>
                  </a:lnTo>
                  <a:lnTo>
                    <a:pt x="20069" y="6738"/>
                  </a:lnTo>
                  <a:lnTo>
                    <a:pt x="20132" y="8241"/>
                  </a:lnTo>
                  <a:lnTo>
                    <a:pt x="20246" y="9806"/>
                  </a:lnTo>
                  <a:lnTo>
                    <a:pt x="20348" y="11070"/>
                  </a:lnTo>
                  <a:lnTo>
                    <a:pt x="20511" y="12544"/>
                  </a:lnTo>
                  <a:lnTo>
                    <a:pt x="20675" y="13957"/>
                  </a:lnTo>
                  <a:lnTo>
                    <a:pt x="20929" y="15733"/>
                  </a:lnTo>
                  <a:lnTo>
                    <a:pt x="21170" y="17328"/>
                  </a:lnTo>
                  <a:lnTo>
                    <a:pt x="21359" y="18381"/>
                  </a:lnTo>
                  <a:lnTo>
                    <a:pt x="21587" y="19734"/>
                  </a:lnTo>
                  <a:lnTo>
                    <a:pt x="21094" y="19343"/>
                  </a:lnTo>
                  <a:lnTo>
                    <a:pt x="20587" y="19072"/>
                  </a:lnTo>
                  <a:lnTo>
                    <a:pt x="20019" y="18832"/>
                  </a:lnTo>
                  <a:lnTo>
                    <a:pt x="19500" y="18742"/>
                  </a:lnTo>
                  <a:lnTo>
                    <a:pt x="19170" y="18742"/>
                  </a:lnTo>
                  <a:lnTo>
                    <a:pt x="18854" y="18832"/>
                  </a:lnTo>
                  <a:lnTo>
                    <a:pt x="18361" y="19011"/>
                  </a:lnTo>
                  <a:lnTo>
                    <a:pt x="17919" y="19282"/>
                  </a:lnTo>
                  <a:lnTo>
                    <a:pt x="17526" y="19553"/>
                  </a:lnTo>
                  <a:lnTo>
                    <a:pt x="17071" y="20095"/>
                  </a:lnTo>
                  <a:lnTo>
                    <a:pt x="16604" y="20576"/>
                  </a:lnTo>
                  <a:lnTo>
                    <a:pt x="15934" y="21569"/>
                  </a:lnTo>
                  <a:lnTo>
                    <a:pt x="17464" y="14830"/>
                  </a:lnTo>
                  <a:lnTo>
                    <a:pt x="16843" y="13627"/>
                  </a:lnTo>
                  <a:lnTo>
                    <a:pt x="16110" y="12274"/>
                  </a:lnTo>
                  <a:lnTo>
                    <a:pt x="15479" y="11190"/>
                  </a:lnTo>
                  <a:lnTo>
                    <a:pt x="14669" y="9926"/>
                  </a:lnTo>
                  <a:lnTo>
                    <a:pt x="14150" y="9264"/>
                  </a:lnTo>
                  <a:lnTo>
                    <a:pt x="13669" y="8633"/>
                  </a:lnTo>
                  <a:lnTo>
                    <a:pt x="12975" y="7850"/>
                  </a:lnTo>
                  <a:lnTo>
                    <a:pt x="12292" y="7158"/>
                  </a:lnTo>
                  <a:lnTo>
                    <a:pt x="11519" y="6618"/>
                  </a:lnTo>
                  <a:lnTo>
                    <a:pt x="10863" y="6287"/>
                  </a:lnTo>
                  <a:lnTo>
                    <a:pt x="10141" y="6015"/>
                  </a:lnTo>
                  <a:lnTo>
                    <a:pt x="9408" y="5715"/>
                  </a:lnTo>
                  <a:lnTo>
                    <a:pt x="8839" y="5684"/>
                  </a:lnTo>
                  <a:lnTo>
                    <a:pt x="8092" y="5745"/>
                  </a:lnTo>
                  <a:lnTo>
                    <a:pt x="7322" y="5896"/>
                  </a:lnTo>
                  <a:lnTo>
                    <a:pt x="6613" y="6015"/>
                  </a:lnTo>
                  <a:lnTo>
                    <a:pt x="5841" y="6256"/>
                  </a:lnTo>
                  <a:lnTo>
                    <a:pt x="4970" y="6557"/>
                  </a:lnTo>
                  <a:lnTo>
                    <a:pt x="4134" y="6919"/>
                  </a:lnTo>
                  <a:lnTo>
                    <a:pt x="3376" y="7581"/>
                  </a:lnTo>
                  <a:lnTo>
                    <a:pt x="2831" y="7910"/>
                  </a:lnTo>
                  <a:lnTo>
                    <a:pt x="2300" y="8452"/>
                  </a:lnTo>
                  <a:lnTo>
                    <a:pt x="1870" y="8994"/>
                  </a:lnTo>
                  <a:lnTo>
                    <a:pt x="1479" y="9536"/>
                  </a:lnTo>
                  <a:lnTo>
                    <a:pt x="1150" y="10227"/>
                  </a:lnTo>
                  <a:lnTo>
                    <a:pt x="0" y="12665"/>
                  </a:lnTo>
                </a:path>
              </a:pathLst>
            </a:custGeom>
            <a:solidFill>
              <a:schemeClr val="folHlink"/>
            </a:solidFill>
            <a:ln w="12700" cmpd="sng" cap="rnd">
              <a:solidFill>
                <a:srgbClr val="000000"/>
              </a:solidFill>
              <a:prstDash val="solid"/>
              <a:round/>
            </a:ln>
            <a:effectLst>
              <a:outerShdw sx="100000" sy="100000" algn="ctr" rotWithShape="0" blurRad="0" dist="35921" dir="2700000">
                <a:srgbClr val="EEECE1">
                  <a:alpha val="99607"/>
                </a:srgbClr>
              </a:outerShdw>
            </a:effectLst>
          </p:spPr>
        </p:sp>
      </p:grpSp>
      <p:sp>
        <p:nvSpPr>
          <p:cNvPr id="812" name="Rectangles"/>
          <p:cNvSpPr>
            <a:spLocks noGrp="1"/>
          </p:cNvSpPr>
          <p:nvPr>
            <p:ph type="sldNum" idx="12"/>
          </p:nvPr>
        </p:nvSpPr>
        <p:spPr>
          <a:xfrm rot="0">
            <a:off x="1981200" y="6356351"/>
            <a:ext cx="2133600" cy="365125"/>
          </a:xfrm>
          <a:prstGeom prst="rect"/>
          <a:noFill/>
          <a:ln w="12700" cmpd="sng" cap="flat">
            <a:noFill/>
            <a:prstDash val="solid"/>
            <a:miter/>
          </a:ln>
        </p:spPr>
        <p:txBody>
          <a:bodyPr vert="horz" wrap="square" lIns="91440" tIns="45720" rIns="91440" bIns="45720" anchor="ctr" anchorCtr="0">
            <a:prstTxWarp prst="textNoShape"/>
          </a:bodyPr>
          <a:lstStyle/>
          <a:p>
            <a:pPr marL="0" indent="0" algn="l" eaLnBrk="1" hangingPunct="1">
              <a:lnSpc>
                <a:spcPct val="100000"/>
              </a:lnSpc>
              <a:spcBef>
                <a:spcPts val="0"/>
              </a:spcBef>
              <a:spcAft>
                <a:spcPts val="0"/>
              </a:spcAft>
              <a:buNone/>
            </a:pPr>
            <a:fld id="{CAD2D6BD-DE1B-4B5F-8B41-2702339687B9}" type="slidenum">
              <a:rPr lang="en-US" altLang="zh-CN" sz="1200" b="0" i="0" u="none" strike="noStrike" kern="1200" cap="none" spc="0" baseline="0">
                <a:solidFill>
                  <a:srgbClr val="898989"/>
                </a:solidFill>
                <a:latin typeface="Calibri" pitchFamily="34" charset="0"/>
                <a:ea typeface="MS PGothic" pitchFamily="34" charset="-128"/>
                <a:cs typeface="Arial" pitchFamily="34" charset="0"/>
              </a:rPr>
              <a:t>78</a:t>
            </a:fld>
            <a:endParaRPr lang="zh-CN" altLang="en-US" sz="1200" b="0" i="0" u="none" strike="noStrike" kern="1200" cap="none" spc="0" baseline="0">
              <a:solidFill>
                <a:srgbClr val="898989"/>
              </a:solidFill>
              <a:latin typeface="Calibri" pitchFamily="34" charset="0"/>
              <a:ea typeface="MS PGothic" pitchFamily="34" charset="-128"/>
              <a:cs typeface="Arial" pitchFamily="34" charset="0"/>
            </a:endParaRPr>
          </a:p>
        </p:txBody>
      </p:sp>
      <p:sp>
        <p:nvSpPr>
          <p:cNvPr id="813" name="Rectangles"/>
          <p:cNvSpPr>
            <a:spLocks/>
          </p:cNvSpPr>
          <p:nvPr/>
        </p:nvSpPr>
        <p:spPr>
          <a:xfrm rot="0">
            <a:off x="1774826" y="2852738"/>
            <a:ext cx="3889375" cy="384175"/>
          </a:xfrm>
          <a:prstGeom prst="rect"/>
          <a:noFill/>
          <a:ln w="12700" cmpd="sng" cap="flat">
            <a:noFill/>
            <a:prstDash val="solid"/>
            <a:miter/>
          </a:ln>
          <a:effectLst>
            <a:outerShdw sx="100000" sy="100000" algn="ctr" rotWithShape="0" blurRad="0" dist="35921" dir="2700000">
              <a:srgbClr val="EEECE1">
                <a:alpha val="99607"/>
              </a:srgbClr>
            </a:outerShdw>
          </a:effectLst>
        </p:spPr>
        <p:txBody>
          <a:bodyPr vert="horz" wrap="square" lIns="90488" tIns="44450" rIns="90488" bIns="44450" anchor="t" anchorCtr="0">
            <a:prstTxWarp prst="textNoShape"/>
            <a:spAutoFit/>
          </a:bodyPr>
          <a:lstStyle/>
          <a:p>
            <a:pPr marL="0" indent="0" algn="ctr" eaLnBrk="0" hangingPunct="0">
              <a:lnSpc>
                <a:spcPct val="100000"/>
              </a:lnSpc>
              <a:spcBef>
                <a:spcPct val="50000"/>
              </a:spcBef>
              <a:spcAft>
                <a:spcPts val="0"/>
              </a:spcAft>
              <a:buNone/>
            </a:pPr>
            <a:r>
              <a:rPr lang="en-US" altLang="zh-CN" sz="2000" b="0" i="0" u="none" strike="noStrike" kern="1200" cap="none" spc="0" baseline="0">
                <a:solidFill>
                  <a:srgbClr val="0000FF"/>
                </a:solidFill>
                <a:latin typeface="Calibri" pitchFamily="34" charset="0"/>
                <a:ea typeface="ＭＳ Ｐゴシック" pitchFamily="0" charset="0"/>
                <a:cs typeface="Calibri" pitchFamily="34" charset="0"/>
              </a:rPr>
              <a:t>Normal  Distribution</a:t>
            </a:r>
            <a:endParaRPr lang="zh-CN" altLang="en-US" sz="2000" b="0" i="0" u="none" strike="noStrike" kern="1200" cap="none" spc="0" baseline="0">
              <a:solidFill>
                <a:srgbClr val="0000FF"/>
              </a:solidFill>
              <a:latin typeface="Calibri" pitchFamily="34" charset="0"/>
              <a:ea typeface="ＭＳ Ｐゴシック" pitchFamily="0" charset="0"/>
              <a:cs typeface="Calibri" pitchFamily="34" charset="0"/>
            </a:endParaRPr>
          </a:p>
        </p:txBody>
      </p:sp>
      <p:sp>
        <p:nvSpPr>
          <p:cNvPr id="814" name="Rectangles"/>
          <p:cNvSpPr>
            <a:spLocks/>
          </p:cNvSpPr>
          <p:nvPr/>
        </p:nvSpPr>
        <p:spPr>
          <a:xfrm rot="0">
            <a:off x="6527106" y="2781301"/>
            <a:ext cx="3889373" cy="679449"/>
          </a:xfrm>
          <a:prstGeom prst="rect"/>
          <a:noFill/>
          <a:ln w="12700" cmpd="sng" cap="flat">
            <a:noFill/>
            <a:prstDash val="solid"/>
            <a:miter/>
          </a:ln>
          <a:effectLst>
            <a:outerShdw sx="100000" sy="100000" algn="ctr" rotWithShape="0" blurRad="0" dist="35921" dir="2700000">
              <a:srgbClr val="EEECE1">
                <a:alpha val="99607"/>
              </a:srgbClr>
            </a:outerShdw>
          </a:effectLst>
        </p:spPr>
        <p:txBody>
          <a:bodyPr vert="horz" wrap="square" lIns="90488" tIns="44450" rIns="90488" bIns="44450" anchor="t" anchorCtr="0">
            <a:prstTxWarp prst="textNoShape"/>
            <a:spAutoFit/>
          </a:bodyPr>
          <a:lstStyle/>
          <a:p>
            <a:pPr marL="0" indent="0" algn="ctr" eaLnBrk="0" hangingPunct="0">
              <a:lnSpc>
                <a:spcPct val="100000"/>
              </a:lnSpc>
              <a:spcBef>
                <a:spcPct val="50000"/>
              </a:spcBef>
              <a:spcAft>
                <a:spcPts val="0"/>
              </a:spcAft>
              <a:buNone/>
            </a:pPr>
            <a:r>
              <a:rPr lang="en-US" altLang="zh-CN" sz="2000" b="0" i="0" u="none" strike="noStrike" kern="1200" cap="none" spc="0" baseline="0">
                <a:solidFill>
                  <a:srgbClr val="008000"/>
                </a:solidFill>
                <a:latin typeface="Calibri" pitchFamily="34" charset="0"/>
                <a:ea typeface="ＭＳ Ｐゴシック" pitchFamily="0" charset="0"/>
                <a:cs typeface="Calibri" pitchFamily="34" charset="0"/>
              </a:rPr>
              <a:t>Standardize Normal  Distribution</a:t>
            </a:r>
            <a:endParaRPr lang="zh-CN" altLang="en-US" sz="2000" b="0" i="0" u="none" strike="noStrike" kern="1200" cap="none" spc="0" baseline="0">
              <a:solidFill>
                <a:srgbClr val="008000"/>
              </a:solidFill>
              <a:latin typeface="Calibri" pitchFamily="34" charset="0"/>
              <a:ea typeface="ＭＳ Ｐゴシック" pitchFamily="0" charset="0"/>
              <a:cs typeface="Calibri" pitchFamily="34" charset="0"/>
            </a:endParaRPr>
          </a:p>
        </p:txBody>
      </p:sp>
      <p:sp>
        <p:nvSpPr>
          <p:cNvPr id="815" name="Rectangles"/>
          <p:cNvSpPr>
            <a:spLocks/>
          </p:cNvSpPr>
          <p:nvPr/>
        </p:nvSpPr>
        <p:spPr>
          <a:xfrm rot="0">
            <a:off x="7319964" y="6186488"/>
            <a:ext cx="2916236" cy="567689"/>
          </a:xfrm>
          <a:prstGeom prst="rect"/>
          <a:noFill/>
          <a:ln w="12700" cmpd="sng" cap="flat">
            <a:noFill/>
            <a:prstDash val="solid"/>
            <a:round/>
          </a:ln>
        </p:spPr>
        <p:txBody>
          <a:bodyPr vert="horz" wrap="square" lIns="91440" tIns="45720" rIns="91440" bIns="45720" anchor="t" anchorCtr="0">
            <a:prstTxWarp prst="textNoShape"/>
            <a:spAutoFit/>
          </a:bodyPr>
          <a:lstStyle/>
          <a:p>
            <a:pPr marL="0" indent="0" algn="l" eaLnBrk="1" hangingPunct="1">
              <a:lnSpc>
                <a:spcPct val="100000"/>
              </a:lnSpc>
              <a:spcBef>
                <a:spcPts val="0"/>
              </a:spcBef>
              <a:spcAft>
                <a:spcPts val="0"/>
              </a:spcAft>
              <a:buNone/>
            </a:pPr>
            <a:r>
              <a:rPr lang="en-US" altLang="zh-CN" sz="1600" b="1" i="0" u="none" strike="noStrike" kern="1200" cap="none" spc="0" baseline="0">
                <a:solidFill>
                  <a:schemeClr val="tx1"/>
                </a:solidFill>
                <a:latin typeface="Calibri" pitchFamily="34" charset="0"/>
                <a:ea typeface="MS PGothic" pitchFamily="34" charset="-128"/>
                <a:cs typeface="Calibri" pitchFamily="34" charset="0"/>
              </a:rPr>
              <a:t>Note:</a:t>
            </a:r>
            <a:r>
              <a:rPr lang="en-US" altLang="zh-CN" sz="1600" b="0" i="0" u="none" strike="noStrike" kern="1200" cap="none" spc="0" baseline="0">
                <a:solidFill>
                  <a:srgbClr val="0000FF"/>
                </a:solidFill>
                <a:latin typeface="Calibri" pitchFamily="34" charset="0"/>
                <a:ea typeface="MS PGothic" pitchFamily="34" charset="-128"/>
                <a:cs typeface="Calibri" pitchFamily="34" charset="0"/>
              </a:rPr>
              <a:t> Shaded area exaggerated.</a:t>
            </a:r>
            <a:endParaRPr lang="zh-CN" altLang="en-US" sz="1600" b="0" i="0" u="none" strike="noStrike" kern="1200" cap="none" spc="0" baseline="0">
              <a:solidFill>
                <a:srgbClr val="0000FF"/>
              </a:solidFill>
              <a:latin typeface="Calibri" pitchFamily="34" charset="0"/>
              <a:ea typeface="MS PGothic" pitchFamily="34" charset="-128"/>
              <a:cs typeface="Calibri" pitchFamily="34" charset="0"/>
            </a:endParaRPr>
          </a:p>
        </p:txBody>
      </p:sp>
      <p:sp>
        <p:nvSpPr>
          <p:cNvPr id="816" name="Rectangles"/>
          <p:cNvSpPr>
            <a:spLocks/>
          </p:cNvSpPr>
          <p:nvPr/>
        </p:nvSpPr>
        <p:spPr>
          <a:xfrm rot="0">
            <a:off x="1703389" y="1196975"/>
            <a:ext cx="4118227" cy="520065"/>
          </a:xfrm>
          <a:prstGeom prst="rect"/>
          <a:noFill/>
          <a:ln w="12700" cmpd="sng" cap="flat">
            <a:noFill/>
            <a:prstDash val="solid"/>
            <a:round/>
          </a:ln>
        </p:spPr>
        <p:txBody>
          <a:bodyPr vert="horz" wrap="none" lIns="91440" tIns="45720" rIns="91440" bIns="45720" anchor="t" anchorCtr="0">
            <a:prstTxWarp prst="textNoShape"/>
            <a:spAutoFit/>
          </a:bodyPr>
          <a:lstStyle/>
          <a:p>
            <a:pPr marL="0" indent="0" algn="l" eaLnBrk="1" hangingPunct="1">
              <a:lnSpc>
                <a:spcPct val="100000"/>
              </a:lnSpc>
              <a:spcBef>
                <a:spcPts val="0"/>
              </a:spcBef>
              <a:spcAft>
                <a:spcPts val="0"/>
              </a:spcAft>
              <a:buNone/>
            </a:pPr>
            <a:r>
              <a:rPr lang="en-US" altLang="zh-CN" sz="2800" b="0" i="0" u="none" strike="noStrike" kern="1200" cap="none" spc="0" baseline="0">
                <a:solidFill>
                  <a:srgbClr val="FF0000"/>
                </a:solidFill>
                <a:latin typeface="Calibri" pitchFamily="34" charset="0"/>
                <a:ea typeface="MS PGothic" pitchFamily="34" charset="-128"/>
                <a:cs typeface="Calibri" pitchFamily="34" charset="0"/>
              </a:rPr>
              <a:t>Step 1: </a:t>
            </a:r>
            <a:r>
              <a:rPr lang="en-US" altLang="zh-CN" sz="2800" b="0" i="0" u="none" strike="noStrike" kern="1200" cap="none" spc="0" baseline="0">
                <a:solidFill>
                  <a:srgbClr val="0000FF"/>
                </a:solidFill>
                <a:latin typeface="Calibri" pitchFamily="34" charset="0"/>
                <a:ea typeface="MS PGothic" pitchFamily="34" charset="-128"/>
                <a:cs typeface="Calibri" pitchFamily="34" charset="0"/>
              </a:rPr>
              <a:t>Find the Z value. </a:t>
            </a:r>
            <a:endParaRPr lang="zh-CN" altLang="en-US" sz="2800" b="0" i="0" u="none" strike="noStrike" kern="1200" cap="none" spc="0" baseline="0">
              <a:solidFill>
                <a:srgbClr val="0000FF"/>
              </a:solidFill>
              <a:latin typeface="Calibri" pitchFamily="34" charset="0"/>
              <a:ea typeface="MS PGothic" pitchFamily="34" charset="-128"/>
              <a:cs typeface="Calibri" pitchFamily="34" charset="0"/>
            </a:endParaRPr>
          </a:p>
        </p:txBody>
      </p:sp>
    </p:spTree>
    <p:extLst>
      <p:ext uri="{BB962C8B-B14F-4D97-AF65-F5344CB8AC3E}">
        <p14:creationId xmlns:p14="http://schemas.microsoft.com/office/powerpoint/2010/main" val="960335668"/>
      </p:ext>
    </p:extLst>
  </p:cSld>
  <p:clrMapOvr>
    <a:masterClrMapping/>
  </p:clrMapOvr>
  <p:transition spd="slow"/>
</p:sld>
</file>

<file path=ppt/slides/slide79.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pic>
        <p:nvPicPr>
          <p:cNvPr id="820" name="Images"/>
          <p:cNvPicPr>
            <a:picLocks noChangeAspect="1"/>
          </p:cNvPicPr>
          <p:nvPr/>
        </p:nvPicPr>
        <p:blipFill>
          <a:blip r:embed="rId1" cstate="print"/>
          <a:srcRect t="41140" b="43110" l="27286" r="48937"/>
          <a:stretch>
            <a:fillRect/>
          </a:stretch>
        </p:blipFill>
        <p:spPr>
          <a:xfrm rot="0">
            <a:off x="1697397" y="4097375"/>
            <a:ext cx="4418733" cy="1644179"/>
          </a:xfrm>
          <a:prstGeom prst="rect"/>
          <a:noFill/>
          <a:ln w="12700" cmpd="sng" cap="flat">
            <a:noFill/>
            <a:prstDash val="solid"/>
            <a:miter/>
          </a:ln>
        </p:spPr>
      </p:pic>
      <p:graphicFrame>
        <p:nvGraphicFramePr>
          <p:cNvPr id="821" name="Object">
            <a:hlinkClick r:id="" action="ppaction://media"/>
          </p:cNvPr>
          <p:cNvGraphicFramePr>
            <a:graphicFrameLocks noChangeAspect="1"/>
          </p:cNvGraphicFramePr>
          <p:nvPr/>
        </p:nvGraphicFramePr>
        <p:xfrm>
          <a:off x="6205291" y="1626933"/>
          <a:ext cx="3528765" cy="2089570"/>
        </p:xfrm>
        <a:graphic>
          <a:graphicData uri="http://schemas.openxmlformats.org/presentationml/2006/ole">
            <mc:AlternateContent xmlns:mc="http://schemas.openxmlformats.org/markup-compatibility/2006">
              <mc:Choice xmlns:v="urn:schemas-microsoft-com:vml" Requires="v">
                <p:oleObj spid="" name="package" imgW="4762500" imgH="3073400" progId="package">
                  <p:embed/>
                </p:oleObj>
              </mc:Choice>
              <mc:Fallback>
                <p:oleObj name="package" imgW="4762500" imgH="3073400" progId="package">
                  <p:embed/>
                  <p:pic>
                    <p:nvPicPr>
                      <p:cNvPr id="821" name="Object">
                        <a:hlinkClick r:id="" action="ppaction://media"/>
                      </p:cNvPr>
                      <p:cNvPicPr>
                        <a:picLocks noChangeAspect="1"/>
                      </p:cNvPicPr>
                      <p:nvPr/>
                    </p:nvPicPr>
                    <p:blipFill>
                      <a:blip r:embed="rId2" cstate="print"/>
                      <a:stretch>
                        <a:fillRect/>
                      </a:stretch>
                    </p:blipFill>
                    <p:spPr>
                      <a:xfrm rot="0">
                        <a:off x="6205291" y="1626933"/>
                        <a:ext cx="3528765" cy="2089570"/>
                      </a:xfrm>
                      <a:prstGeom prst="rect"/>
                      <a:solidFill>
                        <a:srgbClr val="7F7F7F"/>
                      </a:solidFill>
                      <a:ln cmpd="sng" cap="flat">
                        <a:noFill/>
                        <a:prstDash val="solid"/>
                        <a:round/>
                      </a:ln>
                      <a:effectLst>
                        <a:outerShdw sx="100000" sy="100000" algn="ctr" rotWithShape="0" blurRad="0" dist="35921" dir="2700000">
                          <a:srgbClr val="EEECE1">
                            <a:alpha val="99607"/>
                          </a:srgbClr>
                        </a:outerShdw>
                      </a:effectLst>
                    </p:spPr>
                  </p:pic>
                </p:oleObj>
              </mc:Fallback>
            </mc:AlternateContent>
          </a:graphicData>
        </a:graphic>
      </p:graphicFrame>
      <p:grpSp>
        <p:nvGrpSpPr>
          <p:cNvPr id="824" name="Combination"/>
          <p:cNvGrpSpPr>
            <a:grpSpLocks/>
          </p:cNvGrpSpPr>
          <p:nvPr/>
        </p:nvGrpSpPr>
        <p:grpSpPr>
          <a:xfrm>
            <a:off x="8299109" y="1964189"/>
            <a:ext cx="2194932" cy="833826"/>
            <a:chOff x="8299109" y="1964189"/>
            <a:chExt cx="2194932" cy="833826"/>
          </a:xfrm>
        </p:grpSpPr>
        <p:sp>
          <p:nvSpPr>
            <p:cNvPr id="822" name="Rectangles"/>
            <p:cNvSpPr>
              <a:spLocks/>
            </p:cNvSpPr>
            <p:nvPr/>
          </p:nvSpPr>
          <p:spPr>
            <a:xfrm rot="0">
              <a:off x="8846217" y="1964189"/>
              <a:ext cx="1647824" cy="450848"/>
            </a:xfrm>
            <a:prstGeom prst="rect"/>
            <a:noFill/>
            <a:ln w="12700" cmpd="sng" cap="flat">
              <a:noFill/>
              <a:prstDash val="solid"/>
              <a:miter/>
            </a:ln>
            <a:effectLst>
              <a:outerShdw sx="100000" sy="100000" algn="ctr" rotWithShape="0" blurRad="0" dist="35921" dir="2700000">
                <a:srgbClr val="EEECE1">
                  <a:alpha val="99607"/>
                </a:srgbClr>
              </a:outerShdw>
            </a:effectLst>
          </p:spPr>
          <p:txBody>
            <a:bodyPr vert="horz" wrap="square" lIns="90488" tIns="44450" rIns="90488" bIns="44450" anchor="t" anchorCtr="0">
              <a:prstTxWarp prst="textNoShape"/>
              <a:spAutoFit/>
            </a:bodyPr>
            <a:lstStyle/>
            <a:p>
              <a:pPr marL="0" indent="0" algn="ctr" eaLnBrk="0" hangingPunct="0">
                <a:lnSpc>
                  <a:spcPct val="100000"/>
                </a:lnSpc>
                <a:spcBef>
                  <a:spcPct val="50000"/>
                </a:spcBef>
                <a:spcAft>
                  <a:spcPts val="0"/>
                </a:spcAft>
                <a:buNone/>
              </a:pPr>
              <a:r>
                <a:rPr lang="en-US" altLang="zh-CN" sz="2400" b="1" i="0" u="none" strike="noStrike" kern="1200" cap="none" spc="0" baseline="0">
                  <a:solidFill>
                    <a:schemeClr val="accent2"/>
                  </a:solidFill>
                  <a:effectLst>
                    <a:outerShdw sx="100000" sy="100000" blurRad="38100" dir="2700000" dist="38100" algn="tl">
                      <a:srgbClr val="C0C0C0"/>
                    </a:outerShdw>
                  </a:effectLst>
                  <a:latin typeface="Arial" pitchFamily="34" charset="0"/>
                  <a:ea typeface="MS PGothic" pitchFamily="34" charset="-128"/>
                  <a:cs typeface="Calibri" pitchFamily="34" charset="0"/>
                </a:rPr>
                <a:t>0.0478</a:t>
              </a:r>
              <a:endParaRPr lang="zh-CN" altLang="en-US" sz="2400" b="1" i="0" u="none" strike="noStrike" kern="1200" cap="none" spc="0" baseline="0">
                <a:solidFill>
                  <a:schemeClr val="accent2"/>
                </a:solidFill>
                <a:effectLst>
                  <a:outerShdw sx="100000" sy="100000" blurRad="38100" dir="2700000" dist="38100" algn="tl">
                    <a:srgbClr val="C0C0C0"/>
                  </a:outerShdw>
                </a:effectLst>
                <a:latin typeface="Arial" pitchFamily="34" charset="0"/>
                <a:ea typeface="MS PGothic" pitchFamily="34" charset="-128"/>
                <a:cs typeface="Calibri" pitchFamily="34" charset="0"/>
              </a:endParaRPr>
            </a:p>
          </p:txBody>
        </p:sp>
        <p:sp>
          <p:nvSpPr>
            <p:cNvPr id="823" name="Straight line"/>
            <p:cNvSpPr>
              <a:spLocks/>
            </p:cNvSpPr>
            <p:nvPr/>
          </p:nvSpPr>
          <p:spPr>
            <a:xfrm flipH="1" rot="0">
              <a:off x="8299109" y="2201116"/>
              <a:ext cx="774699" cy="596899"/>
            </a:xfrm>
            <a:prstGeom prst="line"/>
            <a:noFill/>
            <a:ln w="12700" cmpd="sng" cap="flat">
              <a:solidFill>
                <a:srgbClr val="C0504D"/>
              </a:solidFill>
              <a:prstDash val="solid"/>
              <a:round/>
              <a:tailEnd type="triangle" w="med" len="med"/>
            </a:ln>
            <a:effectLst>
              <a:outerShdw sx="100000" sy="100000" algn="ctr" rotWithShape="0" blurRad="0" dist="35921" dir="2700000">
                <a:srgbClr val="EEECE1">
                  <a:alpha val="99607"/>
                </a:srgbClr>
              </a:outerShdw>
            </a:effectLst>
          </p:spPr>
        </p:sp>
      </p:grpSp>
      <p:sp>
        <p:nvSpPr>
          <p:cNvPr id="825" name="Rectangles"/>
          <p:cNvSpPr>
            <a:spLocks/>
          </p:cNvSpPr>
          <p:nvPr/>
        </p:nvSpPr>
        <p:spPr>
          <a:xfrm rot="0">
            <a:off x="1577528" y="2385650"/>
            <a:ext cx="4086424" cy="812800"/>
          </a:xfrm>
          <a:prstGeom prst="rect"/>
          <a:noFill/>
          <a:ln w="12700" cmpd="sng" cap="flat">
            <a:noFill/>
            <a:prstDash val="solid"/>
            <a:miter/>
          </a:ln>
          <a:effectLst>
            <a:outerShdw sx="100000" sy="100000" algn="ctr" rotWithShape="0" blurRad="0" dist="35921" dir="2700000">
              <a:srgbClr val="EEECE1">
                <a:alpha val="99607"/>
              </a:srgbClr>
            </a:outerShdw>
          </a:effectLst>
        </p:spPr>
        <p:txBody>
          <a:bodyPr vert="horz" wrap="square" lIns="90488" tIns="44450" rIns="90488" bIns="44450" anchor="t" anchorCtr="0">
            <a:prstTxWarp prst="textNoShape"/>
            <a:spAutoFit/>
          </a:bodyPr>
          <a:lstStyle/>
          <a:p>
            <a:pPr marL="0" indent="0" algn="ctr" eaLnBrk="0" hangingPunct="0">
              <a:lnSpc>
                <a:spcPct val="100000"/>
              </a:lnSpc>
              <a:spcBef>
                <a:spcPct val="50000"/>
              </a:spcBef>
              <a:spcAft>
                <a:spcPts val="0"/>
              </a:spcAft>
              <a:buNone/>
            </a:pPr>
            <a:r>
              <a:rPr lang="en-US" altLang="zh-CN" sz="2400" b="0" i="0" u="none" strike="noStrike" kern="1200" cap="none" spc="0" baseline="0">
                <a:solidFill>
                  <a:schemeClr val="accent1"/>
                </a:solidFill>
                <a:latin typeface="Calibri" pitchFamily="34" charset="0"/>
                <a:ea typeface="MS PGothic" pitchFamily="34" charset="-128"/>
                <a:cs typeface="Calibri" pitchFamily="34" charset="0"/>
              </a:rPr>
              <a:t>Standardized Normal Probability Table </a:t>
            </a:r>
            <a:r>
              <a:rPr lang="en-US" altLang="zh-CN" sz="2400" b="0" i="0" u="none" strike="noStrike" kern="1200" cap="none" spc="0" baseline="0">
                <a:solidFill>
                  <a:schemeClr val="tx1"/>
                </a:solidFill>
                <a:latin typeface="Calibri" pitchFamily="34" charset="0"/>
                <a:ea typeface="MS PGothic" pitchFamily="34" charset="-128"/>
                <a:cs typeface="Calibri" pitchFamily="34" charset="0"/>
              </a:rPr>
              <a:t>(</a:t>
            </a:r>
            <a:r>
              <a:rPr lang="en-US" altLang="zh-CN" sz="2400" b="0" i="0" u="none" strike="noStrike" kern="1200" cap="none" spc="0" baseline="0">
                <a:solidFill>
                  <a:schemeClr val="accent1"/>
                </a:solidFill>
                <a:latin typeface="Calibri" pitchFamily="34" charset="0"/>
                <a:ea typeface="MS PGothic" pitchFamily="34" charset="-128"/>
                <a:cs typeface="Calibri" pitchFamily="34" charset="0"/>
              </a:rPr>
              <a:t>Portion</a:t>
            </a:r>
            <a:r>
              <a:rPr lang="en-US" altLang="zh-CN" sz="2400" b="0" i="0" u="none" strike="noStrike" kern="1200" cap="none" spc="0" baseline="0">
                <a:solidFill>
                  <a:schemeClr val="tx2"/>
                </a:solidFill>
                <a:effectLst>
                  <a:outerShdw sx="100000" sy="100000" blurRad="38100" dir="2700000" dist="38100" algn="tl">
                    <a:srgbClr val="C0C0C0"/>
                  </a:outerShdw>
                </a:effectLst>
                <a:latin typeface="Calibri" pitchFamily="34" charset="0"/>
                <a:ea typeface="MS PGothic" pitchFamily="34" charset="-128"/>
                <a:cs typeface="Calibri" pitchFamily="34" charset="0"/>
              </a:rPr>
              <a:t>)</a:t>
            </a:r>
            <a:endParaRPr lang="zh-CN" altLang="en-US" sz="2400" b="0" i="0" u="none" strike="noStrike" kern="1200" cap="none" spc="0" baseline="0">
              <a:solidFill>
                <a:schemeClr val="tx2"/>
              </a:solidFill>
              <a:effectLst>
                <a:outerShdw sx="100000" sy="100000" blurRad="38100" dir="2700000" dist="38100" algn="tl">
                  <a:srgbClr val="C0C0C0"/>
                </a:outerShdw>
              </a:effectLst>
              <a:latin typeface="Calibri" pitchFamily="34" charset="0"/>
              <a:ea typeface="MS PGothic" pitchFamily="34" charset="-128"/>
              <a:cs typeface="Calibri" pitchFamily="34" charset="0"/>
            </a:endParaRPr>
          </a:p>
        </p:txBody>
      </p:sp>
      <p:sp>
        <p:nvSpPr>
          <p:cNvPr id="826" name="下箭头"/>
          <p:cNvSpPr>
            <a:spLocks/>
          </p:cNvSpPr>
          <p:nvPr/>
        </p:nvSpPr>
        <p:spPr>
          <a:xfrm rot="0">
            <a:off x="3287714" y="3212735"/>
            <a:ext cx="484186" cy="792327"/>
          </a:xfrm>
          <a:prstGeom prst="downArrow">
            <a:avLst>
              <a:gd name="adj1" fmla="val 50000"/>
              <a:gd name="adj2" fmla="val 49986"/>
            </a:avLst>
          </a:prstGeom>
          <a:solidFill>
            <a:srgbClr val="FFFF00"/>
          </a:solidFill>
          <a:ln w="9525" cmpd="sng" cap="flat">
            <a:solidFill>
              <a:srgbClr val="4A7EBB"/>
            </a:solidFill>
            <a:prstDash val="solid"/>
            <a:miter/>
          </a:ln>
          <a:effectLst>
            <a:outerShdw sx="100000" sy="100000" algn="b" rotWithShape="0" blurRad="0" dist="23000" dir="5400000">
              <a:srgbClr val="808080">
                <a:alpha val="34509"/>
              </a:srgbClr>
            </a:outerShdw>
          </a:effectLst>
        </p:spPr>
      </p:sp>
      <p:sp>
        <p:nvSpPr>
          <p:cNvPr id="827" name="Rectangles"/>
          <p:cNvSpPr>
            <a:spLocks/>
          </p:cNvSpPr>
          <p:nvPr/>
        </p:nvSpPr>
        <p:spPr>
          <a:xfrm rot="0">
            <a:off x="1991545" y="5998506"/>
            <a:ext cx="4953381" cy="453389"/>
          </a:xfrm>
          <a:prstGeom prst="rect"/>
          <a:noFill/>
          <a:ln w="12700" cmpd="sng" cap="flat">
            <a:noFill/>
            <a:prstDash val="solid"/>
            <a:round/>
          </a:ln>
        </p:spPr>
        <p:txBody>
          <a:bodyPr vert="horz" wrap="none" lIns="91440" tIns="45720" rIns="91440" bIns="45720" anchor="t" anchorCtr="0">
            <a:prstTxWarp prst="textNoShape"/>
            <a:spAutoFit/>
          </a:bodyPr>
          <a:lstStyle/>
          <a:p>
            <a:pPr marL="0" indent="0" algn="l" eaLnBrk="1" hangingPunct="1">
              <a:lnSpc>
                <a:spcPct val="100000"/>
              </a:lnSpc>
              <a:spcBef>
                <a:spcPts val="0"/>
              </a:spcBef>
              <a:spcAft>
                <a:spcPts val="0"/>
              </a:spcAft>
              <a:buNone/>
            </a:pPr>
            <a:r>
              <a:rPr lang="en-US" altLang="zh-CN" sz="2400" b="0" i="0" u="none" strike="noStrike" kern="1200" cap="none" spc="0" baseline="0">
                <a:solidFill>
                  <a:schemeClr val="tx1"/>
                </a:solidFill>
                <a:latin typeface="Calibri" pitchFamily="34" charset="0"/>
                <a:ea typeface="MS PGothic" pitchFamily="34" charset="-128"/>
                <a:cs typeface="Calibri" pitchFamily="34" charset="0"/>
              </a:rPr>
              <a:t>P(Z = 0.12) = 0.5478 - 0.5 = 0.0478</a:t>
            </a:r>
            <a:endParaRPr lang="zh-CN" altLang="en-US" sz="2400" b="0" i="0" u="none" strike="noStrike" kern="1200" cap="none" spc="0" baseline="0">
              <a:solidFill>
                <a:schemeClr val="tx1"/>
              </a:solidFill>
              <a:latin typeface="Calibri" pitchFamily="34" charset="0"/>
              <a:ea typeface="MS PGothic" pitchFamily="34" charset="-128"/>
              <a:cs typeface="Calibri" pitchFamily="34" charset="0"/>
            </a:endParaRPr>
          </a:p>
        </p:txBody>
      </p:sp>
      <p:sp>
        <p:nvSpPr>
          <p:cNvPr id="828" name="Rectangles"/>
          <p:cNvSpPr>
            <a:spLocks/>
          </p:cNvSpPr>
          <p:nvPr/>
        </p:nvSpPr>
        <p:spPr>
          <a:xfrm rot="0">
            <a:off x="1991545" y="1125539"/>
            <a:ext cx="8249170" cy="948690"/>
          </a:xfrm>
          <a:prstGeom prst="rect"/>
          <a:noFill/>
          <a:ln w="12700" cmpd="sng" cap="flat">
            <a:noFill/>
            <a:prstDash val="solid"/>
            <a:round/>
          </a:ln>
        </p:spPr>
        <p:txBody>
          <a:bodyPr vert="horz" wrap="square" lIns="91440" tIns="45720" rIns="91440" bIns="45720" anchor="t" anchorCtr="0">
            <a:prstTxWarp prst="textNoShape"/>
            <a:spAutoFit/>
          </a:bodyPr>
          <a:lstStyle/>
          <a:p>
            <a:pPr marL="0" indent="0" algn="l" eaLnBrk="1" hangingPunct="1">
              <a:lnSpc>
                <a:spcPct val="100000"/>
              </a:lnSpc>
              <a:spcBef>
                <a:spcPts val="0"/>
              </a:spcBef>
              <a:spcAft>
                <a:spcPts val="0"/>
              </a:spcAft>
              <a:buNone/>
            </a:pPr>
            <a:r>
              <a:rPr lang="en-US" altLang="zh-CN" sz="2800" b="0" i="0" u="none" strike="noStrike" kern="1200" cap="none" spc="0" baseline="0">
                <a:solidFill>
                  <a:srgbClr val="FF0000"/>
                </a:solidFill>
                <a:latin typeface="Calibri" pitchFamily="34" charset="0"/>
                <a:ea typeface="MS PGothic" pitchFamily="34" charset="-128"/>
                <a:cs typeface="Calibri" pitchFamily="34" charset="0"/>
              </a:rPr>
              <a:t>Step 2: </a:t>
            </a:r>
            <a:r>
              <a:rPr lang="en-US" altLang="zh-CN" sz="2800" b="0" i="0" u="none" strike="noStrike" kern="1200" cap="none" spc="0" baseline="0">
                <a:solidFill>
                  <a:srgbClr val="0000FF"/>
                </a:solidFill>
                <a:latin typeface="Calibri" pitchFamily="34" charset="0"/>
                <a:ea typeface="MS PGothic" pitchFamily="34" charset="-128"/>
                <a:cs typeface="Calibri" pitchFamily="34" charset="0"/>
              </a:rPr>
              <a:t>Refer to standard Normal Dist. Table to locate the Z value. </a:t>
            </a:r>
            <a:endParaRPr lang="zh-CN" altLang="en-US" sz="2800" b="0" i="0" u="none" strike="noStrike" kern="1200" cap="none" spc="0" baseline="0">
              <a:solidFill>
                <a:srgbClr val="0000FF"/>
              </a:solidFill>
              <a:latin typeface="Calibri" pitchFamily="34" charset="0"/>
              <a:ea typeface="MS PGothic" pitchFamily="34" charset="-128"/>
              <a:cs typeface="Calibri" pitchFamily="34" charset="0"/>
            </a:endParaRPr>
          </a:p>
        </p:txBody>
      </p:sp>
      <p:grpSp>
        <p:nvGrpSpPr>
          <p:cNvPr id="832" name="Combination"/>
          <p:cNvGrpSpPr>
            <a:grpSpLocks/>
          </p:cNvGrpSpPr>
          <p:nvPr/>
        </p:nvGrpSpPr>
        <p:grpSpPr>
          <a:xfrm>
            <a:off x="1588234" y="4397454"/>
            <a:ext cx="2987204" cy="719135"/>
            <a:chOff x="1588234" y="4397454"/>
            <a:chExt cx="2987204" cy="719135"/>
          </a:xfrm>
        </p:grpSpPr>
        <p:sp>
          <p:nvSpPr>
            <p:cNvPr id="829" name="Oval"/>
            <p:cNvSpPr>
              <a:spLocks/>
            </p:cNvSpPr>
            <p:nvPr/>
          </p:nvSpPr>
          <p:spPr>
            <a:xfrm rot="0">
              <a:off x="3796790" y="4757816"/>
              <a:ext cx="778647" cy="358773"/>
            </a:xfrm>
            <a:prstGeom prst="ellipse"/>
            <a:noFill/>
            <a:ln w="22225" cmpd="sng" cap="flat">
              <a:solidFill>
                <a:srgbClr val="FF0000"/>
              </a:solidFill>
              <a:prstDash val="solid"/>
              <a:round/>
            </a:ln>
          </p:spPr>
        </p:sp>
        <p:cxnSp>
          <p:nvCxnSpPr>
            <p:cNvPr id="830" name="直线连接线"/>
            <p:cNvCxnSpPr>
              <a:cxnSpLocks/>
            </p:cNvCxnSpPr>
            <p:nvPr/>
          </p:nvCxnSpPr>
          <p:spPr>
            <a:xfrm rot="0">
              <a:off x="1588234" y="4900691"/>
              <a:ext cx="2142714" cy="1587"/>
            </a:xfrm>
            <a:prstGeom prst="straightConnector1"/>
            <a:noFill/>
            <a:ln w="25400" cmpd="sng" cap="flat">
              <a:solidFill>
                <a:srgbClr val="FF0000"/>
              </a:solidFill>
              <a:prstDash val="dash"/>
              <a:round/>
              <a:tailEnd type="arrow" w="med" len="med"/>
            </a:ln>
          </p:spPr>
        </p:cxnSp>
        <p:cxnSp>
          <p:nvCxnSpPr>
            <p:cNvPr id="831" name="直线连接线"/>
            <p:cNvCxnSpPr>
              <a:cxnSpLocks/>
            </p:cNvCxnSpPr>
            <p:nvPr/>
          </p:nvCxnSpPr>
          <p:spPr>
            <a:xfrm rot="0">
              <a:off x="4186114" y="4397454"/>
              <a:ext cx="1587" cy="287337"/>
            </a:xfrm>
            <a:prstGeom prst="straightConnector1"/>
            <a:noFill/>
            <a:ln w="25400" cmpd="sng" cap="flat">
              <a:solidFill>
                <a:srgbClr val="FF0000"/>
              </a:solidFill>
              <a:prstDash val="dash"/>
              <a:round/>
              <a:tailEnd type="arrow" w="med" len="med"/>
            </a:ln>
          </p:spPr>
        </p:cxnSp>
      </p:grpSp>
      <p:pic>
        <p:nvPicPr>
          <p:cNvPr id="833" name="Images"/>
          <p:cNvPicPr>
            <a:picLocks noChangeAspect="1"/>
          </p:cNvPicPr>
          <p:nvPr/>
        </p:nvPicPr>
        <p:blipFill>
          <a:blip r:embed="rId3" cstate="print"/>
          <a:srcRect t="31297" b="53938" l="26203" r="51107"/>
          <a:stretch>
            <a:fillRect/>
          </a:stretch>
        </p:blipFill>
        <p:spPr>
          <a:xfrm rot="0">
            <a:off x="6205290" y="4053760"/>
            <a:ext cx="4393801" cy="1607487"/>
          </a:xfrm>
          <a:prstGeom prst="rect"/>
          <a:noFill/>
          <a:ln w="12700" cmpd="sng" cap="flat">
            <a:noFill/>
            <a:prstDash val="solid"/>
            <a:miter/>
          </a:ln>
        </p:spPr>
      </p:pic>
      <p:grpSp>
        <p:nvGrpSpPr>
          <p:cNvPr id="837" name="Combination"/>
          <p:cNvGrpSpPr>
            <a:grpSpLocks/>
          </p:cNvGrpSpPr>
          <p:nvPr/>
        </p:nvGrpSpPr>
        <p:grpSpPr>
          <a:xfrm>
            <a:off x="6746851" y="4379716"/>
            <a:ext cx="2987204" cy="719135"/>
            <a:chOff x="6746851" y="4379716"/>
            <a:chExt cx="2987204" cy="719135"/>
          </a:xfrm>
        </p:grpSpPr>
        <p:sp>
          <p:nvSpPr>
            <p:cNvPr id="834" name="Oval"/>
            <p:cNvSpPr>
              <a:spLocks/>
            </p:cNvSpPr>
            <p:nvPr/>
          </p:nvSpPr>
          <p:spPr>
            <a:xfrm rot="0">
              <a:off x="8955407" y="4740078"/>
              <a:ext cx="778648" cy="358774"/>
            </a:xfrm>
            <a:prstGeom prst="ellipse"/>
            <a:noFill/>
            <a:ln w="22225" cmpd="sng" cap="flat">
              <a:solidFill>
                <a:srgbClr val="FF0000"/>
              </a:solidFill>
              <a:prstDash val="solid"/>
              <a:round/>
            </a:ln>
          </p:spPr>
        </p:sp>
        <p:cxnSp>
          <p:nvCxnSpPr>
            <p:cNvPr id="835" name="直线连接线"/>
            <p:cNvCxnSpPr>
              <a:cxnSpLocks/>
            </p:cNvCxnSpPr>
            <p:nvPr/>
          </p:nvCxnSpPr>
          <p:spPr>
            <a:xfrm rot="0">
              <a:off x="6746851" y="4882953"/>
              <a:ext cx="2142714" cy="1587"/>
            </a:xfrm>
            <a:prstGeom prst="straightConnector1"/>
            <a:noFill/>
            <a:ln w="25400" cmpd="sng" cap="flat">
              <a:solidFill>
                <a:srgbClr val="FF0000"/>
              </a:solidFill>
              <a:prstDash val="dash"/>
              <a:round/>
              <a:tailEnd type="arrow" w="med" len="med"/>
            </a:ln>
          </p:spPr>
        </p:cxnSp>
        <p:cxnSp>
          <p:nvCxnSpPr>
            <p:cNvPr id="836" name="直线连接线"/>
            <p:cNvCxnSpPr>
              <a:cxnSpLocks/>
            </p:cNvCxnSpPr>
            <p:nvPr/>
          </p:nvCxnSpPr>
          <p:spPr>
            <a:xfrm rot="0">
              <a:off x="9344732" y="4379716"/>
              <a:ext cx="1587" cy="287337"/>
            </a:xfrm>
            <a:prstGeom prst="straightConnector1"/>
            <a:noFill/>
            <a:ln w="25400" cmpd="sng" cap="flat">
              <a:solidFill>
                <a:srgbClr val="FF0000"/>
              </a:solidFill>
              <a:prstDash val="dash"/>
              <a:round/>
              <a:tailEnd type="arrow" w="med" len="med"/>
            </a:ln>
          </p:spPr>
        </p:cxnSp>
      </p:grpSp>
      <p:sp>
        <p:nvSpPr>
          <p:cNvPr id="838" name="Rectangles"/>
          <p:cNvSpPr>
            <a:spLocks/>
          </p:cNvSpPr>
          <p:nvPr/>
        </p:nvSpPr>
        <p:spPr>
          <a:xfrm rot="0">
            <a:off x="5000222" y="3884483"/>
            <a:ext cx="1281557" cy="329564"/>
          </a:xfrm>
          <a:prstGeom prst="rect"/>
          <a:noFill/>
          <a:ln w="12700" cmpd="sng" cap="flat">
            <a:noFill/>
            <a:prstDash val="solid"/>
            <a:round/>
          </a:ln>
        </p:spPr>
        <p:txBody>
          <a:bodyPr vert="horz" wrap="none" lIns="91440" tIns="45720" rIns="91440" bIns="45720" anchor="t" anchorCtr="0">
            <a:prstTxWarp prst="textNoShape"/>
            <a:spAutoFit/>
          </a:bodyPr>
          <a:lstStyle/>
          <a:p>
            <a:pPr marL="0" indent="0" algn="l" eaLnBrk="1" hangingPunct="1">
              <a:lnSpc>
                <a:spcPct val="100000"/>
              </a:lnSpc>
              <a:spcBef>
                <a:spcPts val="0"/>
              </a:spcBef>
              <a:spcAft>
                <a:spcPts val="0"/>
              </a:spcAft>
              <a:buNone/>
            </a:pPr>
            <a:r>
              <a:rPr lang="en-US" altLang="zh-CN" sz="1600" b="1" i="0" u="none" strike="noStrike" kern="1200" cap="none" spc="0" baseline="0">
                <a:solidFill>
                  <a:srgbClr val="FF0000"/>
                </a:solidFill>
                <a:latin typeface="Calibri" pitchFamily="34" charset="0"/>
                <a:ea typeface="MS PGothic" pitchFamily="34" charset="-128"/>
                <a:cs typeface="Calibri" pitchFamily="34" charset="0"/>
              </a:rPr>
              <a:t>Full </a:t>
            </a:r>
            <a:r>
              <a:rPr lang="en-US" altLang="zh-CN" sz="1600" b="1" i="1" u="none" strike="noStrike" kern="1200" cap="none" spc="0" baseline="0">
                <a:solidFill>
                  <a:srgbClr val="FF0000"/>
                </a:solidFill>
                <a:latin typeface="Calibri" pitchFamily="34" charset="0"/>
                <a:ea typeface="MS PGothic" pitchFamily="34" charset="-128"/>
                <a:cs typeface="Calibri" pitchFamily="34" charset="0"/>
              </a:rPr>
              <a:t>Z</a:t>
            </a:r>
            <a:r>
              <a:rPr lang="en-US" altLang="zh-CN" sz="1600" b="1" i="0" u="none" strike="noStrike" kern="1200" cap="none" spc="0" baseline="0">
                <a:solidFill>
                  <a:srgbClr val="FF0000"/>
                </a:solidFill>
                <a:latin typeface="Calibri" pitchFamily="34" charset="0"/>
                <a:ea typeface="MS PGothic" pitchFamily="34" charset="-128"/>
                <a:cs typeface="Calibri" pitchFamily="34" charset="0"/>
              </a:rPr>
              <a:t> Table</a:t>
            </a:r>
            <a:endParaRPr lang="zh-CN" altLang="en-US" sz="1600" b="1" i="0" u="none" strike="noStrike" kern="1200" cap="none" spc="0" baseline="0">
              <a:solidFill>
                <a:srgbClr val="FF0000"/>
              </a:solidFill>
              <a:latin typeface="Calibri" pitchFamily="34" charset="0"/>
              <a:ea typeface="MS PGothic" pitchFamily="34" charset="-128"/>
              <a:cs typeface="Calibri" pitchFamily="34" charset="0"/>
            </a:endParaRPr>
          </a:p>
        </p:txBody>
      </p:sp>
      <p:sp>
        <p:nvSpPr>
          <p:cNvPr id="839" name="Rectangles"/>
          <p:cNvSpPr>
            <a:spLocks/>
          </p:cNvSpPr>
          <p:nvPr/>
        </p:nvSpPr>
        <p:spPr>
          <a:xfrm rot="0">
            <a:off x="9344730" y="3879178"/>
            <a:ext cx="1322195" cy="329564"/>
          </a:xfrm>
          <a:prstGeom prst="rect"/>
          <a:noFill/>
          <a:ln w="12700" cmpd="sng" cap="flat">
            <a:noFill/>
            <a:prstDash val="solid"/>
            <a:round/>
          </a:ln>
        </p:spPr>
        <p:txBody>
          <a:bodyPr vert="horz" wrap="none" lIns="91440" tIns="45720" rIns="91440" bIns="45720" anchor="t" anchorCtr="0">
            <a:prstTxWarp prst="textNoShape"/>
            <a:spAutoFit/>
          </a:bodyPr>
          <a:lstStyle/>
          <a:p>
            <a:pPr marL="0" indent="0" algn="l" eaLnBrk="1" hangingPunct="1">
              <a:lnSpc>
                <a:spcPct val="100000"/>
              </a:lnSpc>
              <a:spcBef>
                <a:spcPts val="0"/>
              </a:spcBef>
              <a:spcAft>
                <a:spcPts val="0"/>
              </a:spcAft>
              <a:buNone/>
            </a:pPr>
            <a:r>
              <a:rPr lang="en-US" altLang="zh-CN" sz="1600" b="1" i="0" u="none" strike="noStrike" kern="1200" cap="none" spc="0" baseline="0">
                <a:solidFill>
                  <a:srgbClr val="FF0000"/>
                </a:solidFill>
                <a:latin typeface="Calibri" pitchFamily="34" charset="0"/>
                <a:ea typeface="MS PGothic" pitchFamily="34" charset="-128"/>
                <a:cs typeface="Calibri" pitchFamily="34" charset="0"/>
              </a:rPr>
              <a:t>Half </a:t>
            </a:r>
            <a:r>
              <a:rPr lang="en-US" altLang="zh-CN" sz="1600" b="1" i="1" u="none" strike="noStrike" kern="1200" cap="none" spc="0" baseline="0">
                <a:solidFill>
                  <a:srgbClr val="FF0000"/>
                </a:solidFill>
                <a:latin typeface="Calibri" pitchFamily="34" charset="0"/>
                <a:ea typeface="MS PGothic" pitchFamily="34" charset="-128"/>
                <a:cs typeface="Calibri" pitchFamily="34" charset="0"/>
              </a:rPr>
              <a:t>Z</a:t>
            </a:r>
            <a:r>
              <a:rPr lang="en-US" altLang="zh-CN" sz="1600" b="1" i="0" u="none" strike="noStrike" kern="1200" cap="none" spc="0" baseline="0">
                <a:solidFill>
                  <a:srgbClr val="FF0000"/>
                </a:solidFill>
                <a:latin typeface="Calibri" pitchFamily="34" charset="0"/>
                <a:ea typeface="MS PGothic" pitchFamily="34" charset="-128"/>
                <a:cs typeface="Calibri" pitchFamily="34" charset="0"/>
              </a:rPr>
              <a:t> Table</a:t>
            </a:r>
            <a:endParaRPr lang="zh-CN" altLang="en-US" sz="1600" b="1" i="0" u="none" strike="noStrike" kern="1200" cap="none" spc="0" baseline="0">
              <a:solidFill>
                <a:srgbClr val="FF0000"/>
              </a:solidFill>
              <a:latin typeface="Calibri" pitchFamily="34" charset="0"/>
              <a:ea typeface="MS PGothic" pitchFamily="34" charset="-128"/>
              <a:cs typeface="Calibri" pitchFamily="34" charset="0"/>
            </a:endParaRPr>
          </a:p>
        </p:txBody>
      </p:sp>
    </p:spTree>
    <p:extLst>
      <p:ext uri="{BB962C8B-B14F-4D97-AF65-F5344CB8AC3E}">
        <p14:creationId xmlns:p14="http://schemas.microsoft.com/office/powerpoint/2010/main" val="1266025451"/>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832"/>
                                        </p:tgtEl>
                                        <p:attrNameLst>
                                          <p:attrName>style.visibility</p:attrName>
                                        </p:attrNameLst>
                                      </p:cBhvr>
                                      <p:to>
                                        <p:strVal val="visible"/>
                                      </p:to>
                                    </p:set>
                                    <p:animEffect transition="in" filter="dissolve">
                                      <p:cBhvr>
                                        <p:cTn id="7" dur="500"/>
                                        <p:tgtEl>
                                          <p:spTgt spid="83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827"/>
                                        </p:tgtEl>
                                        <p:attrNameLst>
                                          <p:attrName>style.visibility</p:attrName>
                                        </p:attrNameLst>
                                      </p:cBhvr>
                                      <p:to>
                                        <p:strVal val="visible"/>
                                      </p:to>
                                    </p:set>
                                    <p:animEffect transition="in" filter="checkerboard(across)">
                                      <p:cBhvr>
                                        <p:cTn id="12" dur="500"/>
                                        <p:tgtEl>
                                          <p:spTgt spid="82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824"/>
                                        </p:tgtEl>
                                        <p:attrNameLst>
                                          <p:attrName>style.visibility</p:attrName>
                                        </p:attrNameLst>
                                      </p:cBhvr>
                                      <p:to>
                                        <p:strVal val="visible"/>
                                      </p:to>
                                    </p:set>
                                    <p:animEffect transition="in" filter="dissolve">
                                      <p:cBhvr>
                                        <p:cTn id="17" dur="500"/>
                                        <p:tgtEl>
                                          <p:spTgt spid="82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837"/>
                                        </p:tgtEl>
                                        <p:attrNameLst>
                                          <p:attrName>style.visibility</p:attrName>
                                        </p:attrNameLst>
                                      </p:cBhvr>
                                      <p:to>
                                        <p:strVal val="visible"/>
                                      </p:to>
                                    </p:set>
                                    <p:animEffect transition="in" filter="dissolve">
                                      <p:cBhvr>
                                        <p:cTn id="22" dur="500"/>
                                        <p:tgtEl>
                                          <p:spTgt spid="837"/>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838"/>
                                        </p:tgtEl>
                                        <p:attrNameLst>
                                          <p:attrName>style.visibility</p:attrName>
                                        </p:attrNameLst>
                                      </p:cBhvr>
                                      <p:to>
                                        <p:strVal val="visible"/>
                                      </p:to>
                                    </p:set>
                                    <p:animEffect transition="in" filter="checkerboard(across)">
                                      <p:cBhvr>
                                        <p:cTn id="27" dur="500"/>
                                        <p:tgtEl>
                                          <p:spTgt spid="838"/>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839"/>
                                        </p:tgtEl>
                                        <p:attrNameLst>
                                          <p:attrName>style.visibility</p:attrName>
                                        </p:attrNameLst>
                                      </p:cBhvr>
                                      <p:to>
                                        <p:strVal val="visible"/>
                                      </p:to>
                                    </p:set>
                                    <p:animEffect transition="in" filter="checkerboard(across)">
                                      <p:cBhvr>
                                        <p:cTn id="32" dur="500"/>
                                        <p:tgtEl>
                                          <p:spTgt spid="8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2" grpId="0" animBg="1"/>
      <p:bldP spid="827" grpId="0" animBg="1"/>
      <p:bldP spid="824" grpId="0" animBg="1"/>
      <p:bldP spid="837" grpId="0" animBg="1"/>
      <p:bldP spid="838" grpId="0" animBg="1"/>
      <p:bldP spid="839" grpId="0" animBg="1"/>
    </p:bldLst>
  </p:timing>
</p:sld>
</file>

<file path=ppt/slides/slide80.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graphicFrame>
        <p:nvGraphicFramePr>
          <p:cNvPr id="843" name="Object">
            <a:hlinkClick r:id="" action="ppaction://media"/>
          </p:cNvPr>
          <p:cNvGraphicFramePr>
            <a:graphicFrameLocks noChangeAspect="1"/>
          </p:cNvGraphicFramePr>
          <p:nvPr/>
        </p:nvGraphicFramePr>
        <p:xfrm>
          <a:off x="6527800" y="1196975"/>
          <a:ext cx="3455987" cy="2255837"/>
        </p:xfrm>
        <a:graphic>
          <a:graphicData uri="http://schemas.openxmlformats.org/presentationml/2006/ole">
            <mc:AlternateContent xmlns:mc="http://schemas.openxmlformats.org/markup-compatibility/2006">
              <mc:Choice xmlns:v="urn:schemas-microsoft-com:vml" Requires="v">
                <p:oleObj spid="" name="package" imgW="4749800" imgH="3060700" progId="package">
                  <p:embed/>
                </p:oleObj>
              </mc:Choice>
              <mc:Fallback>
                <p:oleObj name="package" imgW="4749800" imgH="3060700" progId="package">
                  <p:embed/>
                  <p:pic>
                    <p:nvPicPr>
                      <p:cNvPr id="843" name="Object">
                        <a:hlinkClick r:id="" action="ppaction://media"/>
                      </p:cNvPr>
                      <p:cNvPicPr>
                        <a:picLocks noChangeAspect="1"/>
                      </p:cNvPicPr>
                      <p:nvPr/>
                    </p:nvPicPr>
                    <p:blipFill>
                      <a:blip r:embed="rId1" cstate="print"/>
                      <a:stretch>
                        <a:fillRect/>
                      </a:stretch>
                    </p:blipFill>
                    <p:spPr>
                      <a:xfrm rot="0">
                        <a:off x="6527800" y="1196975"/>
                        <a:ext cx="3455987" cy="2255837"/>
                      </a:xfrm>
                      <a:prstGeom prst="rect"/>
                      <a:solidFill>
                        <a:srgbClr val="595959"/>
                      </a:solidFill>
                      <a:ln cmpd="sng" cap="flat">
                        <a:noFill/>
                        <a:prstDash val="solid"/>
                        <a:round/>
                      </a:ln>
                      <a:effectLst>
                        <a:outerShdw sx="100000" sy="100000" algn="ctr" rotWithShape="0" blurRad="0" dist="35921" dir="2700000">
                          <a:srgbClr val="EEECE1">
                            <a:alpha val="99607"/>
                          </a:srgbClr>
                        </a:outerShdw>
                      </a:effectLst>
                    </p:spPr>
                  </p:pic>
                </p:oleObj>
              </mc:Fallback>
            </mc:AlternateContent>
          </a:graphicData>
        </a:graphic>
      </p:graphicFrame>
      <p:sp>
        <p:nvSpPr>
          <p:cNvPr id="844" name="Text box"/>
          <p:cNvSpPr>
            <a:spLocks noGrp="1"/>
          </p:cNvSpPr>
          <p:nvPr>
            <p:ph type="title"/>
          </p:nvPr>
        </p:nvSpPr>
        <p:spPr>
          <a:xfrm rot="0">
            <a:off x="4152082" y="260351"/>
            <a:ext cx="6048375" cy="504825"/>
          </a:xfrm>
          <a:prstGeom prst="rect"/>
          <a:noFill/>
          <a:ln w="25400" cmpd="sng" cap="flat">
            <a:noFill/>
            <a:prstDash val="solid"/>
            <a:round/>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en-US" altLang="zh-CN" sz="3600" b="1" i="0" u="none" strike="noStrike" kern="1200" cap="none" spc="0" baseline="0">
                <a:solidFill>
                  <a:srgbClr val="000000"/>
                </a:solidFill>
                <a:latin typeface="Calibri" pitchFamily="34" charset="0"/>
                <a:ea typeface="宋体" pitchFamily="0" charset="0"/>
                <a:cs typeface="Calibri" pitchFamily="34" charset="0"/>
              </a:rPr>
              <a:t>Example: Find P(3.8 </a:t>
            </a:r>
            <a:r>
              <a:rPr lang="en-US" altLang="zh-CN" sz="3600" b="1" i="0" u="none" strike="noStrike" kern="1200" cap="none" spc="0" baseline="0">
                <a:solidFill>
                  <a:srgbClr val="000000"/>
                </a:solidFill>
                <a:latin typeface="Symbol" pitchFamily="18" charset="2"/>
                <a:ea typeface="宋体" pitchFamily="0" charset="0"/>
                <a:cs typeface="Calibri" pitchFamily="34" charset="0"/>
              </a:rPr>
              <a:t></a:t>
            </a:r>
            <a:r>
              <a:rPr lang="en-US" altLang="zh-CN" sz="3600" b="1" i="0" u="none" strike="noStrike" kern="1200" cap="none" spc="0" baseline="0">
                <a:solidFill>
                  <a:srgbClr val="000000"/>
                </a:solidFill>
                <a:latin typeface="Calibri" pitchFamily="34" charset="0"/>
                <a:ea typeface="宋体" pitchFamily="0" charset="0"/>
                <a:cs typeface="Calibri" pitchFamily="34" charset="0"/>
              </a:rPr>
              <a:t> </a:t>
            </a:r>
            <a:r>
              <a:rPr lang="en-US" altLang="zh-CN" sz="3600" b="1" i="1" u="none" strike="noStrike" kern="1200" cap="none" spc="0" baseline="0">
                <a:solidFill>
                  <a:srgbClr val="000000"/>
                </a:solidFill>
                <a:latin typeface="Times New Roman" pitchFamily="18" charset="0"/>
                <a:ea typeface="宋体" pitchFamily="0" charset="0"/>
                <a:cs typeface="Times New Roman" pitchFamily="18" charset="0"/>
              </a:rPr>
              <a:t>X</a:t>
            </a:r>
            <a:r>
              <a:rPr lang="en-US" altLang="zh-CN" sz="3600" b="1" i="0" u="none" strike="noStrike" kern="1200" cap="none" spc="0" baseline="0">
                <a:solidFill>
                  <a:srgbClr val="000000"/>
                </a:solidFill>
                <a:latin typeface="Calibri" pitchFamily="34" charset="0"/>
                <a:ea typeface="宋体" pitchFamily="0" charset="0"/>
                <a:cs typeface="Calibri" pitchFamily="34" charset="0"/>
              </a:rPr>
              <a:t> </a:t>
            </a:r>
            <a:r>
              <a:rPr lang="en-US" altLang="zh-CN" sz="3600" b="1" i="0" u="none" strike="noStrike" kern="1200" cap="none" spc="0" baseline="0">
                <a:solidFill>
                  <a:srgbClr val="000000"/>
                </a:solidFill>
                <a:latin typeface="Symbol" pitchFamily="18" charset="2"/>
                <a:ea typeface="宋体" pitchFamily="0" charset="0"/>
                <a:cs typeface="Calibri" pitchFamily="34" charset="0"/>
              </a:rPr>
              <a:t></a:t>
            </a:r>
            <a:r>
              <a:rPr lang="en-US" altLang="zh-CN" sz="3600" b="1" i="0" u="none" strike="noStrike" kern="1200" cap="none" spc="0" baseline="0">
                <a:solidFill>
                  <a:srgbClr val="000000"/>
                </a:solidFill>
                <a:latin typeface="Calibri" pitchFamily="34" charset="0"/>
                <a:ea typeface="宋体" pitchFamily="0" charset="0"/>
                <a:cs typeface="Calibri" pitchFamily="34" charset="0"/>
              </a:rPr>
              <a:t> 5)</a:t>
            </a:r>
            <a:endParaRPr lang="zh-CN" altLang="en-US" sz="3600" b="1" i="0" u="none" strike="noStrike" kern="1200" cap="none" spc="0" baseline="0">
              <a:solidFill>
                <a:srgbClr val="000000"/>
              </a:solidFill>
              <a:latin typeface="Calibri" pitchFamily="34" charset="0"/>
              <a:ea typeface="宋体" pitchFamily="0" charset="0"/>
              <a:cs typeface="Calibri" pitchFamily="34" charset="0"/>
            </a:endParaRPr>
          </a:p>
        </p:txBody>
      </p:sp>
      <p:sp>
        <p:nvSpPr>
          <p:cNvPr id="845" name="Rectangles"/>
          <p:cNvSpPr>
            <a:spLocks/>
          </p:cNvSpPr>
          <p:nvPr/>
        </p:nvSpPr>
        <p:spPr>
          <a:xfrm rot="0">
            <a:off x="6311082" y="799208"/>
            <a:ext cx="3889373" cy="384175"/>
          </a:xfrm>
          <a:prstGeom prst="rect"/>
          <a:noFill/>
          <a:ln w="12700" cmpd="sng" cap="flat">
            <a:noFill/>
            <a:prstDash val="solid"/>
            <a:miter/>
          </a:ln>
          <a:effectLst>
            <a:outerShdw sx="100000" sy="100000" algn="ctr" rotWithShape="0" blurRad="0" dist="35921" dir="2700000">
              <a:srgbClr val="EEECE1">
                <a:alpha val="99607"/>
              </a:srgbClr>
            </a:outerShdw>
          </a:effectLst>
        </p:spPr>
        <p:txBody>
          <a:bodyPr vert="horz" wrap="square" lIns="90488" tIns="44450" rIns="90488" bIns="44450" anchor="t" anchorCtr="0">
            <a:prstTxWarp prst="textNoShape"/>
            <a:spAutoFit/>
          </a:bodyPr>
          <a:lstStyle/>
          <a:p>
            <a:pPr marL="0" indent="0" algn="ctr" eaLnBrk="0" hangingPunct="0">
              <a:lnSpc>
                <a:spcPct val="100000"/>
              </a:lnSpc>
              <a:spcBef>
                <a:spcPct val="50000"/>
              </a:spcBef>
              <a:spcAft>
                <a:spcPts val="0"/>
              </a:spcAft>
              <a:buNone/>
            </a:pPr>
            <a:r>
              <a:rPr lang="en-US" altLang="zh-CN" sz="2000" b="0" i="0" u="none" strike="noStrike" kern="1200" cap="none" spc="0" baseline="0">
                <a:solidFill>
                  <a:srgbClr val="000000"/>
                </a:solidFill>
                <a:latin typeface="Calibri" pitchFamily="34" charset="0"/>
                <a:ea typeface="ＭＳ Ｐゴシック" pitchFamily="0" charset="0"/>
                <a:cs typeface="Calibri" pitchFamily="34" charset="0"/>
              </a:rPr>
              <a:t>Normal  Distribution</a:t>
            </a:r>
            <a:endParaRPr lang="zh-CN" altLang="en-US" sz="2000" b="0" i="0" u="none" strike="noStrike" kern="1200" cap="none" spc="0" baseline="0">
              <a:solidFill>
                <a:srgbClr val="000000"/>
              </a:solidFill>
              <a:latin typeface="Calibri" pitchFamily="34" charset="0"/>
              <a:ea typeface="ＭＳ Ｐゴシック" pitchFamily="0" charset="0"/>
              <a:cs typeface="Calibri" pitchFamily="34" charset="0"/>
            </a:endParaRPr>
          </a:p>
        </p:txBody>
      </p:sp>
      <p:graphicFrame>
        <p:nvGraphicFramePr>
          <p:cNvPr id="846" name="Object">
            <a:hlinkClick r:id="" action="ppaction://media"/>
          </p:cNvPr>
          <p:cNvGraphicFramePr>
            <a:graphicFrameLocks noChangeAspect="1"/>
          </p:cNvGraphicFramePr>
          <p:nvPr/>
        </p:nvGraphicFramePr>
        <p:xfrm>
          <a:off x="6442075" y="4076700"/>
          <a:ext cx="3686175" cy="2376486"/>
        </p:xfrm>
        <a:graphic>
          <a:graphicData uri="http://schemas.openxmlformats.org/presentationml/2006/ole">
            <mc:AlternateContent xmlns:mc="http://schemas.openxmlformats.org/markup-compatibility/2006">
              <mc:Choice xmlns:v="urn:schemas-microsoft-com:vml" Requires="v">
                <p:oleObj spid="" name="package" imgW="4762500" imgH="3073400" progId="package">
                  <p:embed/>
                </p:oleObj>
              </mc:Choice>
              <mc:Fallback>
                <p:oleObj name="package" imgW="4762500" imgH="3073400" progId="package">
                  <p:embed/>
                  <p:pic>
                    <p:nvPicPr>
                      <p:cNvPr id="846" name="Object">
                        <a:hlinkClick r:id="" action="ppaction://media"/>
                      </p:cNvPr>
                      <p:cNvPicPr>
                        <a:picLocks noChangeAspect="1"/>
                      </p:cNvPicPr>
                      <p:nvPr/>
                    </p:nvPicPr>
                    <p:blipFill>
                      <a:blip r:embed="rId2" cstate="print"/>
                      <a:stretch>
                        <a:fillRect/>
                      </a:stretch>
                    </p:blipFill>
                    <p:spPr>
                      <a:xfrm rot="0">
                        <a:off x="6442075" y="4076700"/>
                        <a:ext cx="3686175" cy="2376486"/>
                      </a:xfrm>
                      <a:prstGeom prst="rect"/>
                      <a:solidFill>
                        <a:srgbClr val="7F7F7F"/>
                      </a:solidFill>
                      <a:ln cmpd="sng" cap="flat">
                        <a:noFill/>
                        <a:prstDash val="solid"/>
                        <a:round/>
                      </a:ln>
                      <a:effectLst>
                        <a:outerShdw sx="100000" sy="100000" algn="ctr" rotWithShape="0" blurRad="0" dist="35921" dir="2700000">
                          <a:srgbClr val="EEECE1">
                            <a:alpha val="99607"/>
                          </a:srgbClr>
                        </a:outerShdw>
                      </a:effectLst>
                    </p:spPr>
                  </p:pic>
                </p:oleObj>
              </mc:Fallback>
            </mc:AlternateContent>
          </a:graphicData>
        </a:graphic>
      </p:graphicFrame>
      <p:grpSp>
        <p:nvGrpSpPr>
          <p:cNvPr id="849" name="Combination"/>
          <p:cNvGrpSpPr>
            <a:grpSpLocks/>
          </p:cNvGrpSpPr>
          <p:nvPr/>
        </p:nvGrpSpPr>
        <p:grpSpPr>
          <a:xfrm>
            <a:off x="7967662" y="4365626"/>
            <a:ext cx="2360611" cy="1008061"/>
            <a:chOff x="7967662" y="4365626"/>
            <a:chExt cx="2360611" cy="1008061"/>
          </a:xfrm>
        </p:grpSpPr>
        <p:sp>
          <p:nvSpPr>
            <p:cNvPr id="847" name="Rectangles"/>
            <p:cNvSpPr>
              <a:spLocks/>
            </p:cNvSpPr>
            <p:nvPr/>
          </p:nvSpPr>
          <p:spPr>
            <a:xfrm rot="0">
              <a:off x="8832849" y="4365626"/>
              <a:ext cx="1495424" cy="450849"/>
            </a:xfrm>
            <a:prstGeom prst="rect"/>
            <a:noFill/>
            <a:ln w="12700" cmpd="sng" cap="flat">
              <a:noFill/>
              <a:prstDash val="solid"/>
              <a:miter/>
            </a:ln>
            <a:effectLst>
              <a:outerShdw sx="100000" sy="100000" algn="ctr" rotWithShape="0" blurRad="0" dist="35921" dir="2700000">
                <a:srgbClr val="EEECE1">
                  <a:alpha val="99607"/>
                </a:srgbClr>
              </a:outerShdw>
            </a:effectLst>
          </p:spPr>
          <p:txBody>
            <a:bodyPr vert="horz" wrap="square" lIns="90488" tIns="44450" rIns="90488" bIns="44450" anchor="t" anchorCtr="0">
              <a:prstTxWarp prst="textNoShape"/>
              <a:spAutoFit/>
            </a:bodyPr>
            <a:lstStyle/>
            <a:p>
              <a:pPr marL="0" indent="0" algn="ctr" eaLnBrk="0" hangingPunct="0">
                <a:lnSpc>
                  <a:spcPct val="100000"/>
                </a:lnSpc>
                <a:spcBef>
                  <a:spcPct val="50000"/>
                </a:spcBef>
                <a:spcAft>
                  <a:spcPts val="0"/>
                </a:spcAft>
                <a:buNone/>
              </a:pPr>
              <a:r>
                <a:rPr lang="en-US" altLang="zh-CN" sz="2400" b="1" i="0" u="none" strike="noStrike" kern="1200" cap="none" spc="0" baseline="0">
                  <a:solidFill>
                    <a:schemeClr val="accent2"/>
                  </a:solidFill>
                  <a:latin typeface="Arial" pitchFamily="34" charset="0"/>
                  <a:ea typeface="ＭＳ Ｐゴシック" pitchFamily="0" charset="0"/>
                  <a:cs typeface="Calibri" pitchFamily="34" charset="0"/>
                </a:rPr>
                <a:t>0.04776</a:t>
              </a:r>
              <a:endParaRPr lang="zh-CN" altLang="en-US" sz="2400" b="1" i="0" u="none" strike="noStrike" kern="1200" cap="none" spc="0" baseline="0">
                <a:solidFill>
                  <a:schemeClr val="accent2"/>
                </a:solidFill>
                <a:latin typeface="Arial" pitchFamily="34" charset="0"/>
                <a:ea typeface="ＭＳ Ｐゴシック" pitchFamily="0" charset="0"/>
                <a:cs typeface="Calibri" pitchFamily="34" charset="0"/>
              </a:endParaRPr>
            </a:p>
          </p:txBody>
        </p:sp>
        <p:sp>
          <p:nvSpPr>
            <p:cNvPr id="848" name="Straight line"/>
            <p:cNvSpPr>
              <a:spLocks/>
            </p:cNvSpPr>
            <p:nvPr/>
          </p:nvSpPr>
          <p:spPr>
            <a:xfrm flipH="1" rot="0">
              <a:off x="7967662" y="4670426"/>
              <a:ext cx="1035050" cy="703261"/>
            </a:xfrm>
            <a:prstGeom prst="line"/>
            <a:noFill/>
            <a:ln w="12700" cmpd="sng" cap="flat">
              <a:solidFill>
                <a:srgbClr val="800080"/>
              </a:solidFill>
              <a:prstDash val="solid"/>
              <a:round/>
              <a:tailEnd type="triangle" w="med" len="med"/>
            </a:ln>
            <a:effectLst>
              <a:outerShdw sx="100000" sy="100000" algn="ctr" rotWithShape="0" blurRad="0" dist="35921" dir="2700000">
                <a:srgbClr val="EEECE1">
                  <a:alpha val="99607"/>
                </a:srgbClr>
              </a:outerShdw>
            </a:effectLst>
          </p:spPr>
        </p:sp>
      </p:grpSp>
      <p:graphicFrame>
        <p:nvGraphicFramePr>
          <p:cNvPr id="850" name="Object"/>
          <p:cNvGraphicFramePr>
            <a:graphicFrameLocks noChangeAspect="1"/>
          </p:cNvGraphicFramePr>
          <p:nvPr/>
        </p:nvGraphicFramePr>
        <p:xfrm>
          <a:off x="1984715" y="908721"/>
          <a:ext cx="2664098" cy="811128"/>
        </p:xfrm>
        <a:graphic>
          <a:graphicData uri="http://schemas.openxmlformats.org/presentationml/2006/ole">
            <mc:AlternateContent xmlns:mc="http://schemas.openxmlformats.org/markup-compatibility/2006">
              <mc:Choice xmlns:v="urn:schemas-microsoft-com:vml" Requires="v">
                <p:oleObj spid="" name="package" imgW="3683000" imgH="850900" progId="package">
                  <p:embed/>
                </p:oleObj>
              </mc:Choice>
              <mc:Fallback>
                <p:oleObj name="package" imgW="3683000" imgH="850900" progId="package">
                  <p:embed/>
                  <p:pic>
                    <p:nvPicPr>
                      <p:cNvPr id="850" name="Object"/>
                      <p:cNvPicPr>
                        <a:picLocks noChangeAspect="1"/>
                      </p:cNvPicPr>
                      <p:nvPr/>
                    </p:nvPicPr>
                    <p:blipFill>
                      <a:blip r:embed="rId3" cstate="print"/>
                      <a:stretch>
                        <a:fillRect/>
                      </a:stretch>
                    </p:blipFill>
                    <p:spPr>
                      <a:xfrm rot="0">
                        <a:off x="1984715" y="908721"/>
                        <a:ext cx="2664098" cy="811128"/>
                      </a:xfrm>
                      <a:prstGeom prst="rect"/>
                      <a:solidFill>
                        <a:schemeClr val="bg1"/>
                      </a:solidFill>
                      <a:ln cmpd="sng" cap="flat">
                        <a:noFill/>
                        <a:prstDash val="solid"/>
                        <a:round/>
                      </a:ln>
                    </p:spPr>
                  </p:pic>
                </p:oleObj>
              </mc:Fallback>
            </mc:AlternateContent>
          </a:graphicData>
        </a:graphic>
      </p:graphicFrame>
      <p:sp>
        <p:nvSpPr>
          <p:cNvPr id="851" name="Rectangles"/>
          <p:cNvSpPr>
            <a:spLocks noGrp="1"/>
          </p:cNvSpPr>
          <p:nvPr>
            <p:ph type="sldNum" idx="12"/>
          </p:nvPr>
        </p:nvSpPr>
        <p:spPr>
          <a:xfrm rot="0">
            <a:off x="1981200" y="6356351"/>
            <a:ext cx="2133600" cy="365125"/>
          </a:xfrm>
          <a:prstGeom prst="rect"/>
          <a:noFill/>
          <a:ln w="12700" cmpd="sng" cap="flat">
            <a:noFill/>
            <a:prstDash val="solid"/>
            <a:miter/>
          </a:ln>
        </p:spPr>
        <p:txBody>
          <a:bodyPr vert="horz" wrap="square" lIns="91440" tIns="45720" rIns="91440" bIns="45720" anchor="ctr" anchorCtr="0">
            <a:prstTxWarp prst="textNoShape"/>
          </a:bodyPr>
          <a:lstStyle/>
          <a:p>
            <a:pPr marL="0" indent="0" algn="l" eaLnBrk="1" hangingPunct="1">
              <a:lnSpc>
                <a:spcPct val="100000"/>
              </a:lnSpc>
              <a:spcBef>
                <a:spcPts val="0"/>
              </a:spcBef>
              <a:spcAft>
                <a:spcPts val="0"/>
              </a:spcAft>
              <a:buNone/>
            </a:pPr>
            <a:fld id="{CAD2D6BD-DE1B-4B5F-8B41-2702339687B9}" type="slidenum">
              <a:rPr lang="en-US" altLang="zh-CN" sz="1200" b="0" i="0" u="none" strike="noStrike" kern="1200" cap="none" spc="0" baseline="0">
                <a:solidFill>
                  <a:srgbClr val="898989"/>
                </a:solidFill>
                <a:latin typeface="Calibri" pitchFamily="34" charset="0"/>
                <a:ea typeface="MS PGothic" pitchFamily="34" charset="-128"/>
                <a:cs typeface="Arial" pitchFamily="34" charset="0"/>
              </a:rPr>
              <a:t>80</a:t>
            </a:fld>
            <a:endParaRPr lang="zh-CN" altLang="en-US" sz="1200" b="0" i="0" u="none" strike="noStrike" kern="1200" cap="none" spc="0" baseline="0">
              <a:solidFill>
                <a:srgbClr val="898989"/>
              </a:solidFill>
              <a:latin typeface="Calibri" pitchFamily="34" charset="0"/>
              <a:ea typeface="MS PGothic" pitchFamily="34" charset="-128"/>
              <a:cs typeface="Arial" pitchFamily="34" charset="0"/>
            </a:endParaRPr>
          </a:p>
        </p:txBody>
      </p:sp>
      <p:sp>
        <p:nvSpPr>
          <p:cNvPr id="852" name="Rectangles"/>
          <p:cNvSpPr>
            <a:spLocks/>
          </p:cNvSpPr>
          <p:nvPr/>
        </p:nvSpPr>
        <p:spPr>
          <a:xfrm rot="0">
            <a:off x="6384032" y="3679528"/>
            <a:ext cx="4032696" cy="384175"/>
          </a:xfrm>
          <a:prstGeom prst="rect"/>
          <a:noFill/>
          <a:ln w="12700" cmpd="sng" cap="flat">
            <a:noFill/>
            <a:prstDash val="solid"/>
            <a:miter/>
          </a:ln>
          <a:effectLst>
            <a:outerShdw sx="100000" sy="100000" algn="ctr" rotWithShape="0" blurRad="0" dist="35921" dir="2700000">
              <a:srgbClr val="EEECE1">
                <a:alpha val="99607"/>
              </a:srgbClr>
            </a:outerShdw>
          </a:effectLst>
        </p:spPr>
        <p:txBody>
          <a:bodyPr vert="horz" wrap="square" lIns="90488" tIns="44450" rIns="90488" bIns="44450" anchor="t" anchorCtr="0">
            <a:prstTxWarp prst="textNoShape"/>
            <a:spAutoFit/>
          </a:bodyPr>
          <a:lstStyle/>
          <a:p>
            <a:pPr marL="0" indent="0" algn="ctr" eaLnBrk="0" hangingPunct="0">
              <a:lnSpc>
                <a:spcPct val="100000"/>
              </a:lnSpc>
              <a:spcBef>
                <a:spcPct val="50000"/>
              </a:spcBef>
              <a:spcAft>
                <a:spcPts val="0"/>
              </a:spcAft>
              <a:buNone/>
            </a:pPr>
            <a:r>
              <a:rPr lang="en-US" altLang="zh-CN" sz="2000" b="0" i="0" u="none" strike="noStrike" kern="1200" cap="none" spc="0" baseline="0">
                <a:solidFill>
                  <a:srgbClr val="000000"/>
                </a:solidFill>
                <a:latin typeface="Calibri" pitchFamily="34" charset="0"/>
                <a:ea typeface="ＭＳ Ｐゴシック" pitchFamily="0" charset="0"/>
                <a:cs typeface="Calibri" pitchFamily="34" charset="0"/>
              </a:rPr>
              <a:t>Standardize Normal  Distribution</a:t>
            </a:r>
            <a:endParaRPr lang="zh-CN" altLang="en-US" sz="2000" b="0" i="0" u="none" strike="noStrike" kern="1200" cap="none" spc="0" baseline="0">
              <a:solidFill>
                <a:srgbClr val="000000"/>
              </a:solidFill>
              <a:latin typeface="Calibri" pitchFamily="34" charset="0"/>
              <a:ea typeface="ＭＳ Ｐゴシック" pitchFamily="0" charset="0"/>
              <a:cs typeface="Calibri" pitchFamily="34" charset="0"/>
            </a:endParaRPr>
          </a:p>
        </p:txBody>
      </p:sp>
      <p:sp>
        <p:nvSpPr>
          <p:cNvPr id="853" name="Rectangles"/>
          <p:cNvSpPr>
            <a:spLocks/>
          </p:cNvSpPr>
          <p:nvPr/>
        </p:nvSpPr>
        <p:spPr>
          <a:xfrm rot="0">
            <a:off x="1723616" y="3717033"/>
            <a:ext cx="4082667" cy="948690"/>
          </a:xfrm>
          <a:prstGeom prst="rect"/>
          <a:noFill/>
          <a:ln w="12700" cmpd="sng" cap="flat">
            <a:noFill/>
            <a:prstDash val="solid"/>
            <a:round/>
          </a:ln>
        </p:spPr>
        <p:txBody>
          <a:bodyPr vert="horz" wrap="none" lIns="91440" tIns="45720" rIns="91440" bIns="45720" anchor="t" anchorCtr="0">
            <a:prstTxWarp prst="textNoShape"/>
            <a:spAutoFit/>
          </a:bodyPr>
          <a:lstStyle/>
          <a:p>
            <a:pPr marL="0" indent="0" algn="l" eaLnBrk="1" hangingPunct="1">
              <a:lnSpc>
                <a:spcPct val="100000"/>
              </a:lnSpc>
              <a:spcBef>
                <a:spcPts val="0"/>
              </a:spcBef>
              <a:spcAft>
                <a:spcPts val="0"/>
              </a:spcAft>
              <a:buNone/>
            </a:pPr>
            <a:r>
              <a:rPr lang="en-US" altLang="zh-CN" sz="2800" b="0" i="0" u="none" strike="noStrike" kern="1200" cap="none" spc="0" baseline="0">
                <a:solidFill>
                  <a:schemeClr val="tx1"/>
                </a:solidFill>
                <a:latin typeface="Calibri" pitchFamily="34" charset="0"/>
                <a:ea typeface="MS PGothic" pitchFamily="34" charset="-128"/>
                <a:cs typeface="Calibri" pitchFamily="34" charset="0"/>
              </a:rPr>
              <a:t>P(Z=0.12) = 0.5 – 0.4522 </a:t>
            </a:r>
            <a:endParaRPr lang="en-US" altLang="zh-CN" sz="2800" b="0" i="0" u="none" strike="noStrike" kern="1200" cap="none" spc="0" baseline="0">
              <a:solidFill>
                <a:schemeClr val="tx1"/>
              </a:solidFill>
              <a:latin typeface="Calibri" pitchFamily="34" charset="0"/>
              <a:ea typeface="MS PGothic" pitchFamily="34" charset="-128"/>
              <a:cs typeface="Calibri" pitchFamily="34" charset="0"/>
            </a:endParaRPr>
          </a:p>
          <a:p>
            <a:pPr marL="0" indent="0" algn="l" eaLnBrk="1" hangingPunct="1">
              <a:lnSpc>
                <a:spcPct val="100000"/>
              </a:lnSpc>
              <a:spcBef>
                <a:spcPts val="0"/>
              </a:spcBef>
              <a:spcAft>
                <a:spcPts val="0"/>
              </a:spcAft>
              <a:buNone/>
            </a:pPr>
            <a:r>
              <a:rPr lang="en-US" altLang="zh-CN" sz="2800" b="0" i="0" u="none" strike="noStrike" kern="1200" cap="none" spc="0" baseline="0">
                <a:solidFill>
                  <a:schemeClr val="tx1"/>
                </a:solidFill>
                <a:latin typeface="Calibri" pitchFamily="34" charset="0"/>
                <a:ea typeface="MS PGothic" pitchFamily="34" charset="-128"/>
                <a:cs typeface="Calibri" pitchFamily="34" charset="0"/>
              </a:rPr>
              <a:t>                  = 0.0478</a:t>
            </a:r>
            <a:endParaRPr lang="zh-CN" altLang="en-US" sz="2800" b="0" i="0" u="none" strike="noStrike" kern="1200" cap="none" spc="0" baseline="0">
              <a:solidFill>
                <a:schemeClr val="tx1"/>
              </a:solidFill>
              <a:latin typeface="Calibri" pitchFamily="34" charset="0"/>
              <a:ea typeface="MS PGothic" pitchFamily="34" charset="-128"/>
              <a:cs typeface="Calibri" pitchFamily="34" charset="0"/>
            </a:endParaRPr>
          </a:p>
        </p:txBody>
      </p:sp>
      <p:grpSp>
        <p:nvGrpSpPr>
          <p:cNvPr id="857" name="Combination"/>
          <p:cNvGrpSpPr>
            <a:grpSpLocks/>
          </p:cNvGrpSpPr>
          <p:nvPr/>
        </p:nvGrpSpPr>
        <p:grpSpPr>
          <a:xfrm>
            <a:off x="1945718" y="1778705"/>
            <a:ext cx="3862250" cy="1746766"/>
            <a:chOff x="1945718" y="1778705"/>
            <a:chExt cx="3862250" cy="1746766"/>
          </a:xfrm>
        </p:grpSpPr>
        <p:pic>
          <p:nvPicPr>
            <p:cNvPr id="854" name="Images"/>
            <p:cNvPicPr>
              <a:picLocks noChangeAspect="1"/>
            </p:cNvPicPr>
            <p:nvPr/>
          </p:nvPicPr>
          <p:blipFill>
            <a:blip r:embed="rId4" cstate="print"/>
            <a:srcRect t="19485" b="72720" l="27862" r="53571"/>
            <a:stretch>
              <a:fillRect/>
            </a:stretch>
          </p:blipFill>
          <p:spPr>
            <a:xfrm rot="0">
              <a:off x="1952053" y="1778705"/>
              <a:ext cx="3804706" cy="798837"/>
            </a:xfrm>
            <a:prstGeom prst="rect"/>
            <a:noFill/>
            <a:ln w="12700" cmpd="sng" cap="flat">
              <a:noFill/>
              <a:prstDash val="solid"/>
              <a:miter/>
            </a:ln>
          </p:spPr>
        </p:pic>
        <p:sp>
          <p:nvSpPr>
            <p:cNvPr id="855" name="Rectangles"/>
            <p:cNvSpPr>
              <a:spLocks/>
            </p:cNvSpPr>
            <p:nvPr/>
          </p:nvSpPr>
          <p:spPr>
            <a:xfrm rot="0">
              <a:off x="1952051" y="2479501"/>
              <a:ext cx="3855917" cy="358140"/>
            </a:xfrm>
            <a:prstGeom prst="rect"/>
            <a:noFill/>
            <a:ln w="12700" cmpd="sng" cap="flat">
              <a:noFill/>
              <a:prstDash val="solid"/>
              <a:miter/>
            </a:ln>
          </p:spPr>
          <p:txBody>
            <a:bodyPr vert="horz" wrap="square" lIns="91440" tIns="45720" rIns="91440" bIns="45720" anchor="t" anchorCtr="0">
              <a:prstTxWarp prst="textNoShape"/>
              <a:spAutoFit/>
            </a:bodyPr>
            <a:lstStyle/>
            <a:p>
              <a:pPr marL="0" indent="0" algn="l">
                <a:lnSpc>
                  <a:spcPct val="100000"/>
                </a:lnSpc>
                <a:spcBef>
                  <a:spcPts val="0"/>
                </a:spcBef>
                <a:spcAft>
                  <a:spcPts val="0"/>
                </a:spcAft>
                <a:buNone/>
              </a:pPr>
              <a:r>
                <a:rPr lang="en-US" altLang="zh-CN" sz="1800" b="0" i="0" u="none" strike="noStrike" kern="1200" cap="none" spc="0" baseline="0">
                  <a:solidFill>
                    <a:schemeClr val="tx1"/>
                  </a:solidFill>
                  <a:latin typeface="Calibri" pitchFamily="34" charset="0"/>
                  <a:ea typeface="MS PGothic" pitchFamily="34" charset="-128"/>
                  <a:cs typeface="Calibri" pitchFamily="34" charset="0"/>
                </a:rPr>
                <a:t>…            …             …          …               …</a:t>
              </a:r>
              <a:endParaRPr lang="zh-CN" altLang="en-US" sz="1800" b="0" i="0" u="none" strike="noStrike" kern="1200" cap="none" spc="0" baseline="0">
                <a:solidFill>
                  <a:schemeClr val="tx1"/>
                </a:solidFill>
                <a:latin typeface="Calibri" pitchFamily="34" charset="0"/>
                <a:ea typeface="MS PGothic" pitchFamily="34" charset="-128"/>
                <a:cs typeface="Calibri" pitchFamily="34" charset="0"/>
              </a:endParaRPr>
            </a:p>
          </p:txBody>
        </p:sp>
        <p:pic>
          <p:nvPicPr>
            <p:cNvPr id="856" name="Images"/>
            <p:cNvPicPr>
              <a:picLocks noChangeAspect="1"/>
            </p:cNvPicPr>
            <p:nvPr/>
          </p:nvPicPr>
          <p:blipFill>
            <a:blip r:embed="rId5" cstate="print"/>
            <a:srcRect t="67718" b="26376" l="27862" r="53321"/>
            <a:stretch>
              <a:fillRect/>
            </a:stretch>
          </p:blipFill>
          <p:spPr>
            <a:xfrm rot="0">
              <a:off x="1945718" y="2852936"/>
              <a:ext cx="3811041" cy="672535"/>
            </a:xfrm>
            <a:prstGeom prst="rect"/>
            <a:noFill/>
            <a:ln w="12700" cmpd="sng" cap="flat">
              <a:noFill/>
              <a:prstDash val="solid"/>
              <a:miter/>
            </a:ln>
          </p:spPr>
        </p:pic>
      </p:grpSp>
      <p:grpSp>
        <p:nvGrpSpPr>
          <p:cNvPr id="861" name="Combination"/>
          <p:cNvGrpSpPr>
            <a:grpSpLocks/>
          </p:cNvGrpSpPr>
          <p:nvPr/>
        </p:nvGrpSpPr>
        <p:grpSpPr>
          <a:xfrm>
            <a:off x="1894510" y="1719849"/>
            <a:ext cx="2925196" cy="1659294"/>
            <a:chOff x="1894510" y="1719849"/>
            <a:chExt cx="2925196" cy="1659294"/>
          </a:xfrm>
        </p:grpSpPr>
        <p:sp>
          <p:nvSpPr>
            <p:cNvPr id="858" name="Oval"/>
            <p:cNvSpPr>
              <a:spLocks/>
            </p:cNvSpPr>
            <p:nvPr/>
          </p:nvSpPr>
          <p:spPr>
            <a:xfrm rot="0">
              <a:off x="4145138" y="3046992"/>
              <a:ext cx="674568" cy="332151"/>
            </a:xfrm>
            <a:prstGeom prst="ellipse"/>
            <a:noFill/>
            <a:ln w="22225" cmpd="sng" cap="flat">
              <a:solidFill>
                <a:srgbClr val="FF0000"/>
              </a:solidFill>
              <a:prstDash val="solid"/>
              <a:round/>
            </a:ln>
          </p:spPr>
        </p:sp>
        <p:cxnSp>
          <p:nvCxnSpPr>
            <p:cNvPr id="859" name="直线连接线"/>
            <p:cNvCxnSpPr>
              <a:cxnSpLocks/>
            </p:cNvCxnSpPr>
            <p:nvPr/>
          </p:nvCxnSpPr>
          <p:spPr>
            <a:xfrm rot="0">
              <a:off x="1894510" y="3180144"/>
              <a:ext cx="2193586" cy="1587"/>
            </a:xfrm>
            <a:prstGeom prst="straightConnector1"/>
            <a:noFill/>
            <a:ln w="25400" cmpd="sng" cap="flat">
              <a:solidFill>
                <a:srgbClr val="FF0000"/>
              </a:solidFill>
              <a:prstDash val="dash"/>
              <a:round/>
              <a:tailEnd type="arrow" w="med" len="med"/>
            </a:ln>
          </p:spPr>
        </p:cxnSp>
        <p:cxnSp>
          <p:nvCxnSpPr>
            <p:cNvPr id="860" name="直线连接线"/>
            <p:cNvCxnSpPr>
              <a:cxnSpLocks/>
            </p:cNvCxnSpPr>
            <p:nvPr/>
          </p:nvCxnSpPr>
          <p:spPr>
            <a:xfrm rot="0">
              <a:off x="4482422" y="1719849"/>
              <a:ext cx="1587" cy="1261296"/>
            </a:xfrm>
            <a:prstGeom prst="straightConnector1"/>
            <a:noFill/>
            <a:ln w="25400" cmpd="sng" cap="flat">
              <a:solidFill>
                <a:srgbClr val="FF0000"/>
              </a:solidFill>
              <a:prstDash val="dash"/>
              <a:round/>
              <a:tailEnd type="arrow" w="med" len="med"/>
            </a:ln>
          </p:spPr>
        </p:cxnSp>
      </p:grpSp>
      <p:pic>
        <p:nvPicPr>
          <p:cNvPr id="862" name="Images"/>
          <p:cNvPicPr>
            <a:picLocks noChangeAspect="1"/>
          </p:cNvPicPr>
          <p:nvPr/>
        </p:nvPicPr>
        <p:blipFill>
          <a:blip r:embed="rId6" cstate="print"/>
          <a:srcRect t="31297" b="53938" l="26203" r="51107"/>
          <a:stretch>
            <a:fillRect/>
          </a:stretch>
        </p:blipFill>
        <p:spPr>
          <a:xfrm rot="0">
            <a:off x="1615680" y="4748862"/>
            <a:ext cx="4393802" cy="1607488"/>
          </a:xfrm>
          <a:prstGeom prst="rect"/>
          <a:noFill/>
          <a:ln w="12700" cmpd="sng" cap="flat">
            <a:noFill/>
            <a:prstDash val="solid"/>
            <a:miter/>
          </a:ln>
        </p:spPr>
      </p:pic>
      <p:grpSp>
        <p:nvGrpSpPr>
          <p:cNvPr id="866" name="Combination"/>
          <p:cNvGrpSpPr>
            <a:grpSpLocks/>
          </p:cNvGrpSpPr>
          <p:nvPr/>
        </p:nvGrpSpPr>
        <p:grpSpPr>
          <a:xfrm>
            <a:off x="2157241" y="5074818"/>
            <a:ext cx="2987204" cy="719135"/>
            <a:chOff x="2157241" y="5074818"/>
            <a:chExt cx="2987204" cy="719135"/>
          </a:xfrm>
        </p:grpSpPr>
        <p:sp>
          <p:nvSpPr>
            <p:cNvPr id="863" name="Oval"/>
            <p:cNvSpPr>
              <a:spLocks/>
            </p:cNvSpPr>
            <p:nvPr/>
          </p:nvSpPr>
          <p:spPr>
            <a:xfrm rot="0">
              <a:off x="4365797" y="5435180"/>
              <a:ext cx="778648" cy="358773"/>
            </a:xfrm>
            <a:prstGeom prst="ellipse"/>
            <a:noFill/>
            <a:ln w="22225" cmpd="sng" cap="flat">
              <a:solidFill>
                <a:srgbClr val="FF0000"/>
              </a:solidFill>
              <a:prstDash val="solid"/>
              <a:round/>
            </a:ln>
          </p:spPr>
        </p:sp>
        <p:cxnSp>
          <p:nvCxnSpPr>
            <p:cNvPr id="864" name="直线连接线"/>
            <p:cNvCxnSpPr>
              <a:cxnSpLocks/>
            </p:cNvCxnSpPr>
            <p:nvPr/>
          </p:nvCxnSpPr>
          <p:spPr>
            <a:xfrm rot="0">
              <a:off x="2157241" y="5578054"/>
              <a:ext cx="2142714" cy="1587"/>
            </a:xfrm>
            <a:prstGeom prst="straightConnector1"/>
            <a:noFill/>
            <a:ln w="25400" cmpd="sng" cap="flat">
              <a:solidFill>
                <a:srgbClr val="FF0000"/>
              </a:solidFill>
              <a:prstDash val="dash"/>
              <a:round/>
              <a:tailEnd type="arrow" w="med" len="med"/>
            </a:ln>
          </p:spPr>
        </p:cxnSp>
        <p:cxnSp>
          <p:nvCxnSpPr>
            <p:cNvPr id="865" name="直线连接线"/>
            <p:cNvCxnSpPr>
              <a:cxnSpLocks/>
            </p:cNvCxnSpPr>
            <p:nvPr/>
          </p:nvCxnSpPr>
          <p:spPr>
            <a:xfrm rot="0">
              <a:off x="4755121" y="5074818"/>
              <a:ext cx="1587" cy="287336"/>
            </a:xfrm>
            <a:prstGeom prst="straightConnector1"/>
            <a:noFill/>
            <a:ln w="25400" cmpd="sng" cap="flat">
              <a:solidFill>
                <a:srgbClr val="FF0000"/>
              </a:solidFill>
              <a:prstDash val="dash"/>
              <a:round/>
              <a:tailEnd type="arrow" w="med" len="med"/>
            </a:ln>
          </p:spPr>
        </p:cxnSp>
      </p:grpSp>
      <p:sp>
        <p:nvSpPr>
          <p:cNvPr id="867" name="Rectangles"/>
          <p:cNvSpPr>
            <a:spLocks/>
          </p:cNvSpPr>
          <p:nvPr/>
        </p:nvSpPr>
        <p:spPr>
          <a:xfrm rot="0">
            <a:off x="4755120" y="4574280"/>
            <a:ext cx="1322195" cy="329563"/>
          </a:xfrm>
          <a:prstGeom prst="rect"/>
          <a:noFill/>
          <a:ln w="12700" cmpd="sng" cap="flat">
            <a:noFill/>
            <a:prstDash val="solid"/>
            <a:round/>
          </a:ln>
        </p:spPr>
        <p:txBody>
          <a:bodyPr vert="horz" wrap="none" lIns="91440" tIns="45720" rIns="91440" bIns="45720" anchor="t" anchorCtr="0">
            <a:prstTxWarp prst="textNoShape"/>
            <a:spAutoFit/>
          </a:bodyPr>
          <a:lstStyle/>
          <a:p>
            <a:pPr marL="0" indent="0" algn="l" eaLnBrk="1" hangingPunct="1">
              <a:lnSpc>
                <a:spcPct val="100000"/>
              </a:lnSpc>
              <a:spcBef>
                <a:spcPts val="0"/>
              </a:spcBef>
              <a:spcAft>
                <a:spcPts val="0"/>
              </a:spcAft>
              <a:buNone/>
            </a:pPr>
            <a:r>
              <a:rPr lang="en-US" altLang="zh-CN" sz="1600" b="1" i="0" u="none" strike="noStrike" kern="1200" cap="none" spc="0" baseline="0">
                <a:solidFill>
                  <a:srgbClr val="FF0000"/>
                </a:solidFill>
                <a:latin typeface="Calibri" pitchFamily="34" charset="0"/>
                <a:ea typeface="MS PGothic" pitchFamily="34" charset="-128"/>
                <a:cs typeface="Calibri" pitchFamily="34" charset="0"/>
              </a:rPr>
              <a:t>Half </a:t>
            </a:r>
            <a:r>
              <a:rPr lang="en-US" altLang="zh-CN" sz="1600" b="1" i="1" u="none" strike="noStrike" kern="1200" cap="none" spc="0" baseline="0">
                <a:solidFill>
                  <a:srgbClr val="FF0000"/>
                </a:solidFill>
                <a:latin typeface="Calibri" pitchFamily="34" charset="0"/>
                <a:ea typeface="MS PGothic" pitchFamily="34" charset="-128"/>
                <a:cs typeface="Calibri" pitchFamily="34" charset="0"/>
              </a:rPr>
              <a:t>Z</a:t>
            </a:r>
            <a:r>
              <a:rPr lang="en-US" altLang="zh-CN" sz="1600" b="1" i="0" u="none" strike="noStrike" kern="1200" cap="none" spc="0" baseline="0">
                <a:solidFill>
                  <a:srgbClr val="FF0000"/>
                </a:solidFill>
                <a:latin typeface="Calibri" pitchFamily="34" charset="0"/>
                <a:ea typeface="MS PGothic" pitchFamily="34" charset="-128"/>
                <a:cs typeface="Calibri" pitchFamily="34" charset="0"/>
              </a:rPr>
              <a:t> Table</a:t>
            </a:r>
            <a:endParaRPr lang="zh-CN" altLang="en-US" sz="1600" b="1" i="0" u="none" strike="noStrike" kern="1200" cap="none" spc="0" baseline="0">
              <a:solidFill>
                <a:srgbClr val="FF0000"/>
              </a:solidFill>
              <a:latin typeface="Calibri" pitchFamily="34" charset="0"/>
              <a:ea typeface="MS PGothic" pitchFamily="34" charset="-128"/>
              <a:cs typeface="Calibri" pitchFamily="34" charset="0"/>
            </a:endParaRPr>
          </a:p>
        </p:txBody>
      </p:sp>
      <p:sp>
        <p:nvSpPr>
          <p:cNvPr id="868" name="Rectangles"/>
          <p:cNvSpPr>
            <a:spLocks/>
          </p:cNvSpPr>
          <p:nvPr/>
        </p:nvSpPr>
        <p:spPr>
          <a:xfrm rot="0">
            <a:off x="4678620" y="1447140"/>
            <a:ext cx="1281557" cy="329563"/>
          </a:xfrm>
          <a:prstGeom prst="rect"/>
          <a:noFill/>
          <a:ln w="12700" cmpd="sng" cap="flat">
            <a:noFill/>
            <a:prstDash val="solid"/>
            <a:round/>
          </a:ln>
        </p:spPr>
        <p:txBody>
          <a:bodyPr vert="horz" wrap="none" lIns="91440" tIns="45720" rIns="91440" bIns="45720" anchor="t" anchorCtr="0">
            <a:prstTxWarp prst="textNoShape"/>
            <a:spAutoFit/>
          </a:bodyPr>
          <a:lstStyle/>
          <a:p>
            <a:pPr marL="0" indent="0" algn="l" eaLnBrk="1" hangingPunct="1">
              <a:lnSpc>
                <a:spcPct val="100000"/>
              </a:lnSpc>
              <a:spcBef>
                <a:spcPts val="0"/>
              </a:spcBef>
              <a:spcAft>
                <a:spcPts val="0"/>
              </a:spcAft>
              <a:buNone/>
            </a:pPr>
            <a:r>
              <a:rPr lang="en-US" altLang="zh-CN" sz="1600" b="1" i="0" u="none" strike="noStrike" kern="1200" cap="none" spc="0" baseline="0">
                <a:solidFill>
                  <a:srgbClr val="FF0000"/>
                </a:solidFill>
                <a:latin typeface="Calibri" pitchFamily="34" charset="0"/>
                <a:ea typeface="MS PGothic" pitchFamily="34" charset="-128"/>
                <a:cs typeface="Calibri" pitchFamily="34" charset="0"/>
              </a:rPr>
              <a:t>Full </a:t>
            </a:r>
            <a:r>
              <a:rPr lang="en-US" altLang="zh-CN" sz="1600" b="1" i="1" u="none" strike="noStrike" kern="1200" cap="none" spc="0" baseline="0">
                <a:solidFill>
                  <a:srgbClr val="FF0000"/>
                </a:solidFill>
                <a:latin typeface="Calibri" pitchFamily="34" charset="0"/>
                <a:ea typeface="MS PGothic" pitchFamily="34" charset="-128"/>
                <a:cs typeface="Calibri" pitchFamily="34" charset="0"/>
              </a:rPr>
              <a:t>Z</a:t>
            </a:r>
            <a:r>
              <a:rPr lang="en-US" altLang="zh-CN" sz="1600" b="1" i="0" u="none" strike="noStrike" kern="1200" cap="none" spc="0" baseline="0">
                <a:solidFill>
                  <a:srgbClr val="FF0000"/>
                </a:solidFill>
                <a:latin typeface="Calibri" pitchFamily="34" charset="0"/>
                <a:ea typeface="MS PGothic" pitchFamily="34" charset="-128"/>
                <a:cs typeface="Calibri" pitchFamily="34" charset="0"/>
              </a:rPr>
              <a:t> Table</a:t>
            </a:r>
            <a:endParaRPr lang="zh-CN" altLang="en-US" sz="1600" b="1" i="0" u="none" strike="noStrike" kern="1200" cap="none" spc="0" baseline="0">
              <a:solidFill>
                <a:srgbClr val="FF0000"/>
              </a:solidFill>
              <a:latin typeface="Calibri" pitchFamily="34" charset="0"/>
              <a:ea typeface="MS PGothic" pitchFamily="34" charset="-128"/>
              <a:cs typeface="Calibri" pitchFamily="34" charset="0"/>
            </a:endParaRPr>
          </a:p>
        </p:txBody>
      </p:sp>
    </p:spTree>
    <p:extLst>
      <p:ext uri="{BB962C8B-B14F-4D97-AF65-F5344CB8AC3E}">
        <p14:creationId xmlns:p14="http://schemas.microsoft.com/office/powerpoint/2010/main" val="667731736"/>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861"/>
                                        </p:tgtEl>
                                        <p:attrNameLst>
                                          <p:attrName>style.visibility</p:attrName>
                                        </p:attrNameLst>
                                      </p:cBhvr>
                                      <p:to>
                                        <p:strVal val="visible"/>
                                      </p:to>
                                    </p:set>
                                    <p:animEffect transition="in" filter="dissolve">
                                      <p:cBhvr>
                                        <p:cTn id="7" dur="500"/>
                                        <p:tgtEl>
                                          <p:spTgt spid="861"/>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853"/>
                                        </p:tgtEl>
                                        <p:attrNameLst>
                                          <p:attrName>style.visibility</p:attrName>
                                        </p:attrNameLst>
                                      </p:cBhvr>
                                      <p:to>
                                        <p:strVal val="visible"/>
                                      </p:to>
                                    </p:set>
                                    <p:animEffect transition="in" filter="checkerboard(across)">
                                      <p:cBhvr>
                                        <p:cTn id="12" dur="500"/>
                                        <p:tgtEl>
                                          <p:spTgt spid="85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849"/>
                                        </p:tgtEl>
                                        <p:attrNameLst>
                                          <p:attrName>style.visibility</p:attrName>
                                        </p:attrNameLst>
                                      </p:cBhvr>
                                      <p:to>
                                        <p:strVal val="visible"/>
                                      </p:to>
                                    </p:set>
                                    <p:animEffect transition="in" filter="dissolve">
                                      <p:cBhvr>
                                        <p:cTn id="17" dur="500"/>
                                        <p:tgtEl>
                                          <p:spTgt spid="84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866"/>
                                        </p:tgtEl>
                                        <p:attrNameLst>
                                          <p:attrName>style.visibility</p:attrName>
                                        </p:attrNameLst>
                                      </p:cBhvr>
                                      <p:to>
                                        <p:strVal val="visible"/>
                                      </p:to>
                                    </p:set>
                                    <p:animEffect transition="in" filter="dissolve">
                                      <p:cBhvr>
                                        <p:cTn id="22" dur="500"/>
                                        <p:tgtEl>
                                          <p:spTgt spid="866"/>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867"/>
                                        </p:tgtEl>
                                        <p:attrNameLst>
                                          <p:attrName>style.visibility</p:attrName>
                                        </p:attrNameLst>
                                      </p:cBhvr>
                                      <p:to>
                                        <p:strVal val="visible"/>
                                      </p:to>
                                    </p:set>
                                    <p:animEffect transition="in" filter="checkerboard(across)">
                                      <p:cBhvr>
                                        <p:cTn id="27" dur="500"/>
                                        <p:tgtEl>
                                          <p:spTgt spid="867"/>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868"/>
                                        </p:tgtEl>
                                        <p:attrNameLst>
                                          <p:attrName>style.visibility</p:attrName>
                                        </p:attrNameLst>
                                      </p:cBhvr>
                                      <p:to>
                                        <p:strVal val="visible"/>
                                      </p:to>
                                    </p:set>
                                    <p:animEffect transition="in" filter="checkerboard(across)">
                                      <p:cBhvr>
                                        <p:cTn id="32" dur="500"/>
                                        <p:tgtEl>
                                          <p:spTgt spid="8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1" grpId="0" animBg="1"/>
      <p:bldP spid="853" grpId="0" animBg="1"/>
      <p:bldP spid="849" grpId="0" animBg="1"/>
      <p:bldP spid="866" grpId="0" animBg="1"/>
      <p:bldP spid="867" grpId="0" animBg="1"/>
      <p:bldP spid="868" grpId="0" animBg="1"/>
    </p:bldLst>
  </p:timing>
</p:sld>
</file>

<file path=ppt/slides/slide81.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872" name="Text box"/>
          <p:cNvSpPr>
            <a:spLocks noGrp="1"/>
          </p:cNvSpPr>
          <p:nvPr>
            <p:ph type="title"/>
          </p:nvPr>
        </p:nvSpPr>
        <p:spPr>
          <a:xfrm rot="0">
            <a:off x="3863753" y="260351"/>
            <a:ext cx="6551613" cy="576263"/>
          </a:xfrm>
          <a:prstGeom prst="rect"/>
          <a:noFill/>
          <a:ln w="25400" cmpd="sng" cap="flat">
            <a:noFill/>
            <a:prstDash val="solid"/>
            <a:round/>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en-US" altLang="zh-CN" sz="3600" b="1" i="0" u="none" strike="noStrike" kern="1200" cap="none" spc="0" baseline="0">
                <a:solidFill>
                  <a:schemeClr val="tx1"/>
                </a:solidFill>
                <a:latin typeface="Calibri" pitchFamily="34" charset="0"/>
                <a:ea typeface="宋体" pitchFamily="0" charset="0"/>
                <a:cs typeface="Calibri" pitchFamily="34" charset="0"/>
              </a:rPr>
              <a:t>Example: Find   P(2.9 </a:t>
            </a:r>
            <a:r>
              <a:rPr lang="en-US" altLang="zh-CN" sz="3600" b="1" i="0" u="none" strike="noStrike" kern="1200" cap="none" spc="0" baseline="0">
                <a:solidFill>
                  <a:schemeClr val="tx1"/>
                </a:solidFill>
                <a:latin typeface="Symbol" pitchFamily="18" charset="2"/>
                <a:ea typeface="宋体" pitchFamily="0" charset="0"/>
                <a:cs typeface="Calibri" pitchFamily="34" charset="0"/>
              </a:rPr>
              <a:t></a:t>
            </a:r>
            <a:r>
              <a:rPr lang="en-US" altLang="zh-CN" sz="3600" b="1" i="0" u="none" strike="noStrike" kern="1200" cap="none" spc="0" baseline="0">
                <a:solidFill>
                  <a:schemeClr val="tx1"/>
                </a:solidFill>
                <a:latin typeface="Calibri" pitchFamily="34" charset="0"/>
                <a:ea typeface="宋体" pitchFamily="0" charset="0"/>
                <a:cs typeface="Calibri" pitchFamily="34" charset="0"/>
              </a:rPr>
              <a:t> </a:t>
            </a:r>
            <a:r>
              <a:rPr lang="en-US" altLang="zh-CN" sz="3600" b="1" i="1" u="none" strike="noStrike" kern="1200" cap="none" spc="0" baseline="0">
                <a:solidFill>
                  <a:schemeClr val="tx1"/>
                </a:solidFill>
                <a:latin typeface="Calibri" pitchFamily="34" charset="0"/>
                <a:ea typeface="宋体" pitchFamily="0" charset="0"/>
                <a:cs typeface="Calibri" pitchFamily="34" charset="0"/>
              </a:rPr>
              <a:t>X</a:t>
            </a:r>
            <a:r>
              <a:rPr lang="en-US" altLang="zh-CN" sz="3600" b="1" i="0" u="none" strike="noStrike" kern="1200" cap="none" spc="0" baseline="0">
                <a:solidFill>
                  <a:schemeClr val="tx1"/>
                </a:solidFill>
                <a:latin typeface="Calibri" pitchFamily="34" charset="0"/>
                <a:ea typeface="宋体" pitchFamily="0" charset="0"/>
                <a:cs typeface="Calibri" pitchFamily="34" charset="0"/>
              </a:rPr>
              <a:t> </a:t>
            </a:r>
            <a:r>
              <a:rPr lang="en-US" altLang="zh-CN" sz="3600" b="1" i="0" u="none" strike="noStrike" kern="1200" cap="none" spc="0" baseline="0">
                <a:solidFill>
                  <a:schemeClr val="tx1"/>
                </a:solidFill>
                <a:latin typeface="Symbol" pitchFamily="18" charset="2"/>
                <a:ea typeface="宋体" pitchFamily="0" charset="0"/>
                <a:cs typeface="Calibri" pitchFamily="34" charset="0"/>
              </a:rPr>
              <a:t></a:t>
            </a:r>
            <a:r>
              <a:rPr lang="en-US" altLang="zh-CN" sz="3600" b="1" i="0" u="none" strike="noStrike" kern="1200" cap="none" spc="0" baseline="0">
                <a:solidFill>
                  <a:schemeClr val="tx1"/>
                </a:solidFill>
                <a:latin typeface="Calibri" pitchFamily="34" charset="0"/>
                <a:ea typeface="宋体" pitchFamily="0" charset="0"/>
                <a:cs typeface="Calibri" pitchFamily="34" charset="0"/>
              </a:rPr>
              <a:t> 7.1) </a:t>
            </a:r>
            <a:endParaRPr lang="zh-CN" altLang="en-US" sz="3600" b="1" i="0" u="none" strike="noStrike" kern="1200" cap="none" spc="0" baseline="0">
              <a:solidFill>
                <a:schemeClr val="tx1"/>
              </a:solidFill>
              <a:latin typeface="Calibri" pitchFamily="34" charset="0"/>
              <a:ea typeface="宋体" pitchFamily="0" charset="0"/>
              <a:cs typeface="Calibri" pitchFamily="34" charset="0"/>
            </a:endParaRPr>
          </a:p>
        </p:txBody>
      </p:sp>
      <p:graphicFrame>
        <p:nvGraphicFramePr>
          <p:cNvPr id="873" name="Object">
            <a:hlinkClick r:id="" action="ppaction://media"/>
          </p:cNvPr>
          <p:cNvGraphicFramePr>
            <a:graphicFrameLocks noChangeAspect="1"/>
          </p:cNvGraphicFramePr>
          <p:nvPr/>
        </p:nvGraphicFramePr>
        <p:xfrm>
          <a:off x="2035943" y="2612429"/>
          <a:ext cx="3937000" cy="2544761"/>
        </p:xfrm>
        <a:graphic>
          <a:graphicData uri="http://schemas.openxmlformats.org/presentationml/2006/ole">
            <mc:AlternateContent xmlns:mc="http://schemas.openxmlformats.org/markup-compatibility/2006">
              <mc:Choice xmlns:v="urn:schemas-microsoft-com:vml" Requires="v">
                <p:oleObj spid="" name="package" imgW="4762500" imgH="3073400" progId="package">
                  <p:embed/>
                </p:oleObj>
              </mc:Choice>
              <mc:Fallback>
                <p:oleObj name="package" imgW="4762500" imgH="3073400" progId="package">
                  <p:embed/>
                  <p:pic>
                    <p:nvPicPr>
                      <p:cNvPr id="873" name="Object">
                        <a:hlinkClick r:id="" action="ppaction://media"/>
                      </p:cNvPr>
                      <p:cNvPicPr>
                        <a:picLocks noChangeAspect="1"/>
                      </p:cNvPicPr>
                      <p:nvPr/>
                    </p:nvPicPr>
                    <p:blipFill>
                      <a:blip r:embed="rId1" cstate="print"/>
                      <a:stretch>
                        <a:fillRect/>
                      </a:stretch>
                    </p:blipFill>
                    <p:spPr>
                      <a:xfrm rot="0">
                        <a:off x="2035943" y="2612429"/>
                        <a:ext cx="3937000" cy="2544761"/>
                      </a:xfrm>
                      <a:prstGeom prst="rect"/>
                      <a:solidFill>
                        <a:srgbClr val="7F7F7F"/>
                      </a:solidFill>
                      <a:ln cmpd="sng" cap="flat">
                        <a:noFill/>
                        <a:prstDash val="solid"/>
                        <a:round/>
                      </a:ln>
                      <a:effectLst>
                        <a:outerShdw sx="100000" sy="100000" algn="ctr" rotWithShape="0" blurRad="0" dist="35921" dir="2700000">
                          <a:srgbClr val="EEECE1">
                            <a:alpha val="99607"/>
                          </a:srgbClr>
                        </a:outerShdw>
                      </a:effectLst>
                    </p:spPr>
                  </p:pic>
                </p:oleObj>
              </mc:Fallback>
            </mc:AlternateContent>
          </a:graphicData>
        </a:graphic>
      </p:graphicFrame>
      <p:graphicFrame>
        <p:nvGraphicFramePr>
          <p:cNvPr id="874" name="Object"/>
          <p:cNvGraphicFramePr>
            <a:graphicFrameLocks noChangeAspect="1"/>
          </p:cNvGraphicFramePr>
          <p:nvPr/>
        </p:nvGraphicFramePr>
        <p:xfrm>
          <a:off x="6266632" y="2852142"/>
          <a:ext cx="3933825" cy="1785936"/>
        </p:xfrm>
        <a:graphic>
          <a:graphicData uri="http://schemas.openxmlformats.org/presentationml/2006/ole">
            <mc:AlternateContent xmlns:mc="http://schemas.openxmlformats.org/markup-compatibility/2006">
              <mc:Choice xmlns:v="urn:schemas-microsoft-com:vml" Requires="v">
                <p:oleObj spid="" name="package" imgW="57302400" imgH="26009600" progId="package">
                  <p:embed/>
                </p:oleObj>
              </mc:Choice>
              <mc:Fallback>
                <p:oleObj name="package" imgW="57302400" imgH="26009600" progId="package">
                  <p:embed/>
                  <p:pic>
                    <p:nvPicPr>
                      <p:cNvPr id="874" name="Object"/>
                      <p:cNvPicPr>
                        <a:picLocks noChangeAspect="1"/>
                      </p:cNvPicPr>
                      <p:nvPr/>
                    </p:nvPicPr>
                    <p:blipFill>
                      <a:blip r:embed="rId2" cstate="print"/>
                      <a:stretch>
                        <a:fillRect/>
                      </a:stretch>
                    </p:blipFill>
                    <p:spPr>
                      <a:xfrm rot="0">
                        <a:off x="6266632" y="2852142"/>
                        <a:ext cx="3933825" cy="1785936"/>
                      </a:xfrm>
                      <a:prstGeom prst="rect"/>
                      <a:solidFill>
                        <a:schemeClr val="bg1"/>
                      </a:solidFill>
                      <a:ln cmpd="sng" cap="flat">
                        <a:noFill/>
                        <a:prstDash val="solid"/>
                        <a:round/>
                      </a:ln>
                    </p:spPr>
                  </p:pic>
                </p:oleObj>
              </mc:Fallback>
            </mc:AlternateContent>
          </a:graphicData>
        </a:graphic>
      </p:graphicFrame>
      <p:sp>
        <p:nvSpPr>
          <p:cNvPr id="875" name="Rectangles"/>
          <p:cNvSpPr>
            <a:spLocks noGrp="1"/>
          </p:cNvSpPr>
          <p:nvPr>
            <p:ph type="sldNum" idx="12"/>
          </p:nvPr>
        </p:nvSpPr>
        <p:spPr>
          <a:xfrm rot="0">
            <a:off x="1981200" y="6356351"/>
            <a:ext cx="2133600" cy="365125"/>
          </a:xfrm>
          <a:prstGeom prst="rect"/>
          <a:noFill/>
          <a:ln w="12700" cmpd="sng" cap="flat">
            <a:noFill/>
            <a:prstDash val="solid"/>
            <a:miter/>
          </a:ln>
        </p:spPr>
        <p:txBody>
          <a:bodyPr vert="horz" wrap="square" lIns="91440" tIns="45720" rIns="91440" bIns="45720" anchor="ctr" anchorCtr="0">
            <a:prstTxWarp prst="textNoShape"/>
          </a:bodyPr>
          <a:lstStyle/>
          <a:p>
            <a:pPr marL="0" indent="0" algn="l" eaLnBrk="1" hangingPunct="1">
              <a:lnSpc>
                <a:spcPct val="100000"/>
              </a:lnSpc>
              <a:spcBef>
                <a:spcPts val="0"/>
              </a:spcBef>
              <a:spcAft>
                <a:spcPts val="0"/>
              </a:spcAft>
              <a:buNone/>
            </a:pPr>
            <a:fld id="{CAD2D6BD-DE1B-4B5F-8B41-2702339687B9}" type="slidenum">
              <a:rPr lang="en-US" altLang="zh-CN" sz="1200" b="0" i="0" u="none" strike="noStrike" kern="1200" cap="none" spc="0" baseline="0">
                <a:solidFill>
                  <a:srgbClr val="898989"/>
                </a:solidFill>
                <a:latin typeface="Calibri" pitchFamily="34" charset="0"/>
                <a:ea typeface="MS PGothic" pitchFamily="34" charset="-128"/>
                <a:cs typeface="Arial" pitchFamily="34" charset="0"/>
              </a:rPr>
              <a:t>81</a:t>
            </a:fld>
            <a:endParaRPr lang="zh-CN" altLang="en-US" sz="1200" b="0" i="0" u="none" strike="noStrike" kern="1200" cap="none" spc="0" baseline="0">
              <a:solidFill>
                <a:srgbClr val="898989"/>
              </a:solidFill>
              <a:latin typeface="Calibri" pitchFamily="34" charset="0"/>
              <a:ea typeface="MS PGothic" pitchFamily="34" charset="-128"/>
              <a:cs typeface="Arial" pitchFamily="34" charset="0"/>
            </a:endParaRPr>
          </a:p>
        </p:txBody>
      </p:sp>
      <p:sp>
        <p:nvSpPr>
          <p:cNvPr id="876" name="Rectangles"/>
          <p:cNvSpPr>
            <a:spLocks/>
          </p:cNvSpPr>
          <p:nvPr/>
        </p:nvSpPr>
        <p:spPr>
          <a:xfrm rot="0">
            <a:off x="2089597" y="2029818"/>
            <a:ext cx="3889373" cy="520654"/>
          </a:xfrm>
          <a:prstGeom prst="rect"/>
          <a:noFill/>
          <a:ln w="12700" cmpd="sng" cap="flat">
            <a:noFill/>
            <a:prstDash val="solid"/>
            <a:miter/>
          </a:ln>
          <a:effectLst>
            <a:outerShdw sx="100000" sy="100000" algn="ctr" rotWithShape="0" blurRad="0" dist="35921" dir="2700000">
              <a:srgbClr val="EEECE1">
                <a:alpha val="99607"/>
              </a:srgbClr>
            </a:outerShdw>
          </a:effectLst>
        </p:spPr>
        <p:txBody>
          <a:bodyPr vert="horz" wrap="square" lIns="90488" tIns="44450" rIns="90488" bIns="44450" anchor="t" anchorCtr="0">
            <a:prstTxWarp prst="textNoShape"/>
            <a:spAutoFit/>
          </a:bodyPr>
          <a:lstStyle/>
          <a:p>
            <a:pPr marL="0" indent="0" algn="ctr" eaLnBrk="0" hangingPunct="0">
              <a:lnSpc>
                <a:spcPct val="100000"/>
              </a:lnSpc>
              <a:spcBef>
                <a:spcPct val="50000"/>
              </a:spcBef>
              <a:spcAft>
                <a:spcPts val="0"/>
              </a:spcAft>
              <a:buNone/>
            </a:pPr>
            <a:r>
              <a:rPr lang="en-US" altLang="zh-CN" sz="2800" b="0" i="0" u="none" strike="noStrike" kern="1200" cap="none" spc="0" baseline="0">
                <a:solidFill>
                  <a:srgbClr val="000000"/>
                </a:solidFill>
                <a:latin typeface="Calibri" pitchFamily="34" charset="0"/>
                <a:ea typeface="ＭＳ Ｐゴシック" pitchFamily="0" charset="0"/>
                <a:cs typeface="Calibri" pitchFamily="34" charset="0"/>
              </a:rPr>
              <a:t>Normal  Distribution</a:t>
            </a:r>
            <a:endParaRPr lang="zh-CN" altLang="en-US" sz="2800" b="0" i="0" u="none" strike="noStrike" kern="1200" cap="none" spc="0" baseline="0">
              <a:solidFill>
                <a:srgbClr val="000000"/>
              </a:solidFill>
              <a:latin typeface="Calibri" pitchFamily="34" charset="0"/>
              <a:ea typeface="ＭＳ Ｐゴシック" pitchFamily="0" charset="0"/>
              <a:cs typeface="Calibri" pitchFamily="34" charset="0"/>
            </a:endParaRPr>
          </a:p>
        </p:txBody>
      </p:sp>
    </p:spTree>
    <p:extLst>
      <p:ext uri="{BB962C8B-B14F-4D97-AF65-F5344CB8AC3E}">
        <p14:creationId xmlns:p14="http://schemas.microsoft.com/office/powerpoint/2010/main" val="367083823"/>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874"/>
                                        </p:tgtEl>
                                        <p:attrNameLst>
                                          <p:attrName>style.visibility</p:attrName>
                                        </p:attrNameLst>
                                      </p:cBhvr>
                                      <p:to>
                                        <p:strVal val="visible"/>
                                      </p:to>
                                    </p:set>
                                    <p:animEffect transition="in" filter="checkerboard(across)">
                                      <p:cBhvr>
                                        <p:cTn id="7" dur="500"/>
                                        <p:tgtEl>
                                          <p:spTgt spid="8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880" name="Text box"/>
          <p:cNvSpPr>
            <a:spLocks noGrp="1"/>
          </p:cNvSpPr>
          <p:nvPr>
            <p:ph type="title"/>
          </p:nvPr>
        </p:nvSpPr>
        <p:spPr>
          <a:xfrm rot="0">
            <a:off x="4224338" y="260351"/>
            <a:ext cx="5976116" cy="576263"/>
          </a:xfrm>
          <a:prstGeom prst="rect"/>
          <a:noFill/>
          <a:ln w="25400" cmpd="sng" cap="flat">
            <a:noFill/>
            <a:prstDash val="solid"/>
            <a:round/>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en-US" altLang="zh-CN" sz="4000" b="1" i="0" u="none" strike="noStrike" kern="1200" cap="none" spc="0" baseline="0">
                <a:solidFill>
                  <a:schemeClr val="tx1"/>
                </a:solidFill>
                <a:latin typeface="Calibri" pitchFamily="34" charset="0"/>
                <a:ea typeface="宋体" pitchFamily="0" charset="0"/>
                <a:cs typeface="Calibri" pitchFamily="34" charset="0"/>
              </a:rPr>
              <a:t>Example  P(2.9 </a:t>
            </a:r>
            <a:r>
              <a:rPr lang="en-US" altLang="zh-CN" sz="4000" b="1" i="0" u="none" strike="noStrike" kern="1200" cap="none" spc="0" baseline="0">
                <a:solidFill>
                  <a:schemeClr val="tx1"/>
                </a:solidFill>
                <a:latin typeface="Calibri" pitchFamily="34" charset="0"/>
                <a:ea typeface="宋体" pitchFamily="0" charset="0"/>
                <a:cs typeface="Times New Roman" pitchFamily="18" charset="0"/>
              </a:rPr>
              <a:t>≤ </a:t>
            </a:r>
            <a:r>
              <a:rPr lang="en-US" altLang="zh-CN" sz="4000" b="1" i="1" u="none" strike="noStrike" kern="1200" cap="none" spc="0" baseline="0">
                <a:solidFill>
                  <a:schemeClr val="tx1"/>
                </a:solidFill>
                <a:latin typeface="Calibri" pitchFamily="34" charset="0"/>
                <a:ea typeface="宋体" pitchFamily="0" charset="0"/>
                <a:cs typeface="Calibri" pitchFamily="34" charset="0"/>
              </a:rPr>
              <a:t>X</a:t>
            </a:r>
            <a:r>
              <a:rPr lang="en-US" altLang="zh-CN" sz="4000" b="1" i="0" u="none" strike="noStrike" kern="1200" cap="none" spc="0" baseline="0">
                <a:solidFill>
                  <a:schemeClr val="tx1"/>
                </a:solidFill>
                <a:latin typeface="Calibri" pitchFamily="34" charset="0"/>
                <a:ea typeface="宋体" pitchFamily="0" charset="0"/>
                <a:cs typeface="Calibri" pitchFamily="34" charset="0"/>
              </a:rPr>
              <a:t> </a:t>
            </a:r>
            <a:r>
              <a:rPr lang="en-US" altLang="zh-CN" sz="4000" b="1" i="0" u="none" strike="noStrike" kern="1200" cap="none" spc="0" baseline="0">
                <a:solidFill>
                  <a:schemeClr val="tx1"/>
                </a:solidFill>
                <a:latin typeface="Calibri" pitchFamily="34" charset="0"/>
                <a:ea typeface="宋体" pitchFamily="0" charset="0"/>
                <a:cs typeface="Times New Roman" pitchFamily="18" charset="0"/>
              </a:rPr>
              <a:t>≤</a:t>
            </a:r>
            <a:r>
              <a:rPr lang="en-US" altLang="zh-CN" sz="4000" b="1" i="0" u="none" strike="noStrike" kern="1200" cap="none" spc="0" baseline="0">
                <a:solidFill>
                  <a:schemeClr val="tx1"/>
                </a:solidFill>
                <a:latin typeface="Calibri" pitchFamily="34" charset="0"/>
                <a:ea typeface="宋体" pitchFamily="0" charset="0"/>
                <a:cs typeface="Calibri" pitchFamily="34" charset="0"/>
              </a:rPr>
              <a:t>7.1) </a:t>
            </a:r>
            <a:endParaRPr lang="zh-CN" altLang="en-US" sz="4000" b="1" i="0" u="none" strike="noStrike" kern="1200" cap="none" spc="0" baseline="0">
              <a:solidFill>
                <a:schemeClr val="tx1"/>
              </a:solidFill>
              <a:latin typeface="Calibri" pitchFamily="34" charset="0"/>
              <a:ea typeface="宋体" pitchFamily="0" charset="0"/>
              <a:cs typeface="Calibri" pitchFamily="34" charset="0"/>
            </a:endParaRPr>
          </a:p>
        </p:txBody>
      </p:sp>
      <p:sp>
        <p:nvSpPr>
          <p:cNvPr id="881" name="Rectangles"/>
          <p:cNvSpPr>
            <a:spLocks noGrp="1"/>
          </p:cNvSpPr>
          <p:nvPr>
            <p:ph type="sldNum" idx="12"/>
          </p:nvPr>
        </p:nvSpPr>
        <p:spPr>
          <a:xfrm rot="0">
            <a:off x="1981200" y="6356351"/>
            <a:ext cx="2133600" cy="365125"/>
          </a:xfrm>
          <a:prstGeom prst="rect"/>
          <a:noFill/>
          <a:ln w="12700" cmpd="sng" cap="flat">
            <a:noFill/>
            <a:prstDash val="solid"/>
            <a:miter/>
          </a:ln>
        </p:spPr>
        <p:txBody>
          <a:bodyPr vert="horz" wrap="square" lIns="91440" tIns="45720" rIns="91440" bIns="45720" anchor="ctr" anchorCtr="0">
            <a:prstTxWarp prst="textNoShape"/>
          </a:bodyPr>
          <a:lstStyle/>
          <a:p>
            <a:pPr marL="0" indent="0" algn="l" eaLnBrk="1" hangingPunct="1">
              <a:lnSpc>
                <a:spcPct val="100000"/>
              </a:lnSpc>
              <a:spcBef>
                <a:spcPts val="0"/>
              </a:spcBef>
              <a:spcAft>
                <a:spcPts val="0"/>
              </a:spcAft>
              <a:buNone/>
            </a:pPr>
            <a:fld id="{CAD2D6BD-DE1B-4B5F-8B41-2702339687B9}" type="slidenum">
              <a:rPr lang="en-US" altLang="zh-CN" sz="1200" b="0" i="0" u="none" strike="noStrike" kern="1200" cap="none" spc="0" baseline="0">
                <a:solidFill>
                  <a:srgbClr val="898989"/>
                </a:solidFill>
                <a:latin typeface="Calibri" pitchFamily="34" charset="0"/>
                <a:ea typeface="MS PGothic" pitchFamily="34" charset="-128"/>
                <a:cs typeface="Arial" pitchFamily="34" charset="0"/>
              </a:rPr>
              <a:t>82</a:t>
            </a:fld>
            <a:endParaRPr lang="zh-CN" altLang="en-US" sz="1200" b="0" i="0" u="none" strike="noStrike" kern="1200" cap="none" spc="0" baseline="0">
              <a:solidFill>
                <a:srgbClr val="898989"/>
              </a:solidFill>
              <a:latin typeface="Calibri" pitchFamily="34" charset="0"/>
              <a:ea typeface="MS PGothic" pitchFamily="34" charset="-128"/>
              <a:cs typeface="Arial" pitchFamily="34" charset="0"/>
            </a:endParaRPr>
          </a:p>
        </p:txBody>
      </p:sp>
      <p:graphicFrame>
        <p:nvGraphicFramePr>
          <p:cNvPr id="882" name="Object"/>
          <p:cNvGraphicFramePr>
            <a:graphicFrameLocks noChangeAspect="1"/>
          </p:cNvGraphicFramePr>
          <p:nvPr/>
        </p:nvGraphicFramePr>
        <p:xfrm>
          <a:off x="1958382" y="836713"/>
          <a:ext cx="3133744" cy="790772"/>
        </p:xfrm>
        <a:graphic>
          <a:graphicData uri="http://schemas.openxmlformats.org/presentationml/2006/ole">
            <mc:AlternateContent xmlns:mc="http://schemas.openxmlformats.org/markup-compatibility/2006">
              <mc:Choice xmlns:v="urn:schemas-microsoft-com:vml" Requires="v">
                <p:oleObj spid="" name="package" imgW="2451100" imgH="533400" progId="package">
                  <p:embed/>
                </p:oleObj>
              </mc:Choice>
              <mc:Fallback>
                <p:oleObj name="package" imgW="2451100" imgH="533400" progId="package">
                  <p:embed/>
                  <p:pic>
                    <p:nvPicPr>
                      <p:cNvPr id="882" name="Object"/>
                      <p:cNvPicPr>
                        <a:picLocks noChangeAspect="1"/>
                      </p:cNvPicPr>
                      <p:nvPr/>
                    </p:nvPicPr>
                    <p:blipFill>
                      <a:blip r:embed="rId1" cstate="print"/>
                      <a:stretch>
                        <a:fillRect/>
                      </a:stretch>
                    </p:blipFill>
                    <p:spPr>
                      <a:xfrm rot="0">
                        <a:off x="1958382" y="836713"/>
                        <a:ext cx="3133744" cy="790772"/>
                      </a:xfrm>
                      <a:prstGeom prst="rect"/>
                      <a:solidFill>
                        <a:schemeClr val="bg1"/>
                      </a:solidFill>
                      <a:ln cmpd="sng" cap="flat">
                        <a:noFill/>
                        <a:prstDash val="solid"/>
                        <a:round/>
                      </a:ln>
                    </p:spPr>
                  </p:pic>
                </p:oleObj>
              </mc:Fallback>
            </mc:AlternateContent>
          </a:graphicData>
        </a:graphic>
      </p:graphicFrame>
      <p:graphicFrame>
        <p:nvGraphicFramePr>
          <p:cNvPr id="883" name="Object"/>
          <p:cNvGraphicFramePr>
            <a:graphicFrameLocks noChangeAspect="1"/>
          </p:cNvGraphicFramePr>
          <p:nvPr/>
        </p:nvGraphicFramePr>
        <p:xfrm>
          <a:off x="6563558" y="935832"/>
          <a:ext cx="2447090" cy="720230"/>
        </p:xfrm>
        <a:graphic>
          <a:graphicData uri="http://schemas.openxmlformats.org/presentationml/2006/ole">
            <mc:AlternateContent xmlns:mc="http://schemas.openxmlformats.org/markup-compatibility/2006">
              <mc:Choice xmlns:v="urn:schemas-microsoft-com:vml" Requires="v">
                <p:oleObj spid="" name="package" imgW="2260600" imgH="533400" progId="package">
                  <p:embed/>
                </p:oleObj>
              </mc:Choice>
              <mc:Fallback>
                <p:oleObj name="package" imgW="2260600" imgH="533400" progId="package">
                  <p:embed/>
                  <p:pic>
                    <p:nvPicPr>
                      <p:cNvPr id="883" name="Object"/>
                      <p:cNvPicPr>
                        <a:picLocks noChangeAspect="1"/>
                      </p:cNvPicPr>
                      <p:nvPr/>
                    </p:nvPicPr>
                    <p:blipFill>
                      <a:blip r:embed="rId2" cstate="print"/>
                      <a:stretch>
                        <a:fillRect/>
                      </a:stretch>
                    </p:blipFill>
                    <p:spPr>
                      <a:xfrm rot="0">
                        <a:off x="6563558" y="935832"/>
                        <a:ext cx="2447090" cy="720230"/>
                      </a:xfrm>
                      <a:prstGeom prst="rect"/>
                      <a:solidFill>
                        <a:schemeClr val="bg1"/>
                      </a:solidFill>
                      <a:ln cmpd="sng" cap="flat">
                        <a:noFill/>
                        <a:prstDash val="solid"/>
                        <a:round/>
                      </a:ln>
                    </p:spPr>
                  </p:pic>
                </p:oleObj>
              </mc:Fallback>
            </mc:AlternateContent>
          </a:graphicData>
        </a:graphic>
      </p:graphicFrame>
      <p:grpSp>
        <p:nvGrpSpPr>
          <p:cNvPr id="887" name="Combination"/>
          <p:cNvGrpSpPr>
            <a:grpSpLocks/>
          </p:cNvGrpSpPr>
          <p:nvPr/>
        </p:nvGrpSpPr>
        <p:grpSpPr>
          <a:xfrm>
            <a:off x="1703512" y="4016251"/>
            <a:ext cx="3864248" cy="2374898"/>
            <a:chOff x="1703512" y="4016251"/>
            <a:chExt cx="3864248" cy="2374898"/>
          </a:xfrm>
        </p:grpSpPr>
        <p:graphicFrame>
          <p:nvGraphicFramePr>
            <p:cNvPr id="884" name="Object">
              <a:hlinkClick r:id="" action="ppaction://media"/>
            </p:cNvPr>
            <p:cNvGraphicFramePr>
              <a:graphicFrameLocks noChangeAspect="1"/>
            </p:cNvGraphicFramePr>
            <p:nvPr/>
          </p:nvGraphicFramePr>
          <p:xfrm>
            <a:off x="1703512" y="4016251"/>
            <a:ext cx="3864248" cy="2374898"/>
          </p:xfrm>
          <a:graphic>
            <a:graphicData uri="http://schemas.openxmlformats.org/presentationml/2006/ole">
              <mc:AlternateContent xmlns:mc="http://schemas.openxmlformats.org/markup-compatibility/2006">
                <mc:Choice xmlns:v="urn:schemas-microsoft-com:vml" Requires="v">
                  <p:oleObj spid="" name="package" imgW="4762500" imgH="3073400" progId="package">
                    <p:embed/>
                  </p:oleObj>
                </mc:Choice>
                <mc:Fallback>
                  <p:oleObj name="package" imgW="4762500" imgH="3073400" progId="package">
                    <p:embed/>
                    <p:pic>
                      <p:nvPicPr>
                        <p:cNvPr id="884" name="Object">
                          <a:hlinkClick r:id="" action="ppaction://media"/>
                        </p:cNvPr>
                        <p:cNvPicPr>
                          <a:picLocks noChangeAspect="1"/>
                        </p:cNvPicPr>
                        <p:nvPr/>
                      </p:nvPicPr>
                      <p:blipFill>
                        <a:blip r:embed="rId3" cstate="print"/>
                        <a:stretch>
                          <a:fillRect/>
                        </a:stretch>
                      </p:blipFill>
                      <p:spPr>
                        <a:xfrm rot="0">
                          <a:off x="1703512" y="4016251"/>
                          <a:ext cx="3864248" cy="2374898"/>
                        </a:xfrm>
                        <a:prstGeom prst="rect"/>
                        <a:solidFill>
                          <a:srgbClr val="7F7F7F"/>
                        </a:solidFill>
                        <a:ln cmpd="sng" cap="flat">
                          <a:noFill/>
                          <a:prstDash val="solid"/>
                          <a:round/>
                        </a:ln>
                        <a:effectLst>
                          <a:outerShdw sx="100000" sy="100000" algn="ctr" rotWithShape="0" blurRad="0" dist="35921" dir="2700000">
                            <a:srgbClr val="EEECE1">
                              <a:alpha val="99607"/>
                            </a:srgbClr>
                          </a:outerShdw>
                        </a:effectLst>
                      </p:spPr>
                    </p:pic>
                  </p:oleObj>
                </mc:Fallback>
              </mc:AlternateContent>
            </a:graphicData>
          </a:graphic>
        </p:graphicFrame>
        <p:sp>
          <p:nvSpPr>
            <p:cNvPr id="885" name="Rectangles"/>
            <p:cNvSpPr>
              <a:spLocks/>
            </p:cNvSpPr>
            <p:nvPr/>
          </p:nvSpPr>
          <p:spPr>
            <a:xfrm rot="0">
              <a:off x="2686111" y="5377734"/>
              <a:ext cx="1216025" cy="298448"/>
            </a:xfrm>
            <a:prstGeom prst="rect"/>
            <a:noFill/>
            <a:ln w="12700" cmpd="sng" cap="flat">
              <a:noFill/>
              <a:prstDash val="solid"/>
              <a:miter/>
            </a:ln>
          </p:spPr>
          <p:txBody>
            <a:bodyPr vert="horz" wrap="square" lIns="90488" tIns="44450" rIns="90488" bIns="44450" anchor="t" anchorCtr="0">
              <a:prstTxWarp prst="textNoShape"/>
              <a:spAutoFit/>
            </a:bodyPr>
            <a:lstStyle/>
            <a:p>
              <a:pPr marL="0" indent="0" algn="ctr" eaLnBrk="0" hangingPunct="0">
                <a:lnSpc>
                  <a:spcPct val="100000"/>
                </a:lnSpc>
                <a:spcBef>
                  <a:spcPct val="50000"/>
                </a:spcBef>
                <a:spcAft>
                  <a:spcPts val="0"/>
                </a:spcAft>
                <a:buNone/>
              </a:pPr>
              <a:r>
                <a:rPr lang="en-US" altLang="zh-CN" sz="1400" b="1" i="0" u="none" strike="noStrike" kern="1200" cap="none" spc="0" baseline="0">
                  <a:solidFill>
                    <a:srgbClr val="000000"/>
                  </a:solidFill>
                  <a:effectLst>
                    <a:outerShdw sx="100000" sy="100000" blurRad="38100" dir="2700000" dist="38100" algn="tl">
                      <a:srgbClr val="C0C0C0"/>
                    </a:outerShdw>
                  </a:effectLst>
                  <a:latin typeface="Arial" pitchFamily="34" charset="0"/>
                  <a:ea typeface="MS PGothic" pitchFamily="34" charset="-128"/>
                  <a:cs typeface="Calibri" pitchFamily="34" charset="0"/>
                </a:rPr>
                <a:t>0.0832</a:t>
              </a:r>
              <a:endParaRPr lang="zh-CN" altLang="en-US" sz="1400" b="1" i="0" u="none" strike="noStrike" kern="1200" cap="none" spc="0" baseline="0">
                <a:solidFill>
                  <a:srgbClr val="000000"/>
                </a:solidFill>
                <a:effectLst>
                  <a:outerShdw sx="100000" sy="100000" blurRad="38100" dir="2700000" dist="38100" algn="tl">
                    <a:srgbClr val="C0C0C0"/>
                  </a:outerShdw>
                </a:effectLst>
                <a:latin typeface="Arial" pitchFamily="34" charset="0"/>
                <a:ea typeface="MS PGothic" pitchFamily="34" charset="-128"/>
                <a:cs typeface="Calibri" pitchFamily="34" charset="0"/>
              </a:endParaRPr>
            </a:p>
          </p:txBody>
        </p:sp>
        <p:sp>
          <p:nvSpPr>
            <p:cNvPr id="886" name="Rectangles"/>
            <p:cNvSpPr>
              <a:spLocks/>
            </p:cNvSpPr>
            <p:nvPr/>
          </p:nvSpPr>
          <p:spPr>
            <a:xfrm rot="0">
              <a:off x="3334183" y="5157191"/>
              <a:ext cx="1216025" cy="298448"/>
            </a:xfrm>
            <a:prstGeom prst="rect"/>
            <a:noFill/>
            <a:ln w="12700" cmpd="sng" cap="flat">
              <a:noFill/>
              <a:prstDash val="solid"/>
              <a:miter/>
            </a:ln>
          </p:spPr>
          <p:txBody>
            <a:bodyPr vert="horz" wrap="square" lIns="90488" tIns="44450" rIns="90488" bIns="44450" anchor="t" anchorCtr="0">
              <a:prstTxWarp prst="textNoShape"/>
              <a:spAutoFit/>
            </a:bodyPr>
            <a:lstStyle/>
            <a:p>
              <a:pPr marL="0" indent="0" algn="ctr" eaLnBrk="0" hangingPunct="0">
                <a:lnSpc>
                  <a:spcPct val="100000"/>
                </a:lnSpc>
                <a:spcBef>
                  <a:spcPct val="50000"/>
                </a:spcBef>
                <a:spcAft>
                  <a:spcPts val="0"/>
                </a:spcAft>
                <a:buNone/>
              </a:pPr>
              <a:r>
                <a:rPr lang="en-US" altLang="zh-CN" sz="1400" b="1" i="0" u="none" strike="noStrike" kern="1200" cap="none" spc="0" baseline="0">
                  <a:solidFill>
                    <a:srgbClr val="000000"/>
                  </a:solidFill>
                  <a:effectLst>
                    <a:outerShdw sx="100000" sy="100000" blurRad="38100" dir="2700000" dist="38100" algn="tl">
                      <a:srgbClr val="C0C0C0"/>
                    </a:outerShdw>
                  </a:effectLst>
                  <a:latin typeface="Arial" pitchFamily="34" charset="0"/>
                  <a:ea typeface="MS PGothic" pitchFamily="34" charset="-128"/>
                  <a:cs typeface="Calibri" pitchFamily="34" charset="0"/>
                </a:rPr>
                <a:t>0.0832</a:t>
              </a:r>
              <a:endParaRPr lang="zh-CN" altLang="en-US" sz="1400" b="1" i="0" u="none" strike="noStrike" kern="1200" cap="none" spc="0" baseline="0">
                <a:solidFill>
                  <a:srgbClr val="000000"/>
                </a:solidFill>
                <a:effectLst>
                  <a:outerShdw sx="100000" sy="100000" blurRad="38100" dir="2700000" dist="38100" algn="tl">
                    <a:srgbClr val="C0C0C0"/>
                  </a:outerShdw>
                </a:effectLst>
                <a:latin typeface="Arial" pitchFamily="34" charset="0"/>
                <a:ea typeface="MS PGothic" pitchFamily="34" charset="-128"/>
                <a:cs typeface="Calibri" pitchFamily="34" charset="0"/>
              </a:endParaRPr>
            </a:p>
          </p:txBody>
        </p:sp>
      </p:grpSp>
      <p:grpSp>
        <p:nvGrpSpPr>
          <p:cNvPr id="904" name="Combination"/>
          <p:cNvGrpSpPr>
            <a:grpSpLocks/>
          </p:cNvGrpSpPr>
          <p:nvPr/>
        </p:nvGrpSpPr>
        <p:grpSpPr>
          <a:xfrm>
            <a:off x="1798601" y="1447140"/>
            <a:ext cx="8819083" cy="2730092"/>
            <a:chOff x="1798601" y="1447140"/>
            <a:chExt cx="8819083" cy="2730092"/>
          </a:xfrm>
        </p:grpSpPr>
        <p:sp>
          <p:nvSpPr>
            <p:cNvPr id="888" name="Rectangles"/>
            <p:cNvSpPr>
              <a:spLocks/>
            </p:cNvSpPr>
            <p:nvPr/>
          </p:nvSpPr>
          <p:spPr>
            <a:xfrm rot="0">
              <a:off x="1798601" y="3495243"/>
              <a:ext cx="4105274" cy="681990"/>
            </a:xfrm>
            <a:prstGeom prst="rect"/>
            <a:noFill/>
            <a:ln w="12700" cmpd="sng" cap="flat">
              <a:noFill/>
              <a:prstDash val="solid"/>
              <a:round/>
            </a:ln>
          </p:spPr>
          <p:txBody>
            <a:bodyPr vert="horz" wrap="square" lIns="91440" tIns="45720" rIns="91440" bIns="45720" anchor="t" anchorCtr="0">
              <a:prstTxWarp prst="textNoShape"/>
              <a:spAutoFit/>
            </a:bodyPr>
            <a:lstStyle/>
            <a:p>
              <a:pPr marL="0" indent="0" algn="l" eaLnBrk="1" hangingPunct="1">
                <a:lnSpc>
                  <a:spcPct val="100000"/>
                </a:lnSpc>
                <a:spcBef>
                  <a:spcPts val="0"/>
                </a:spcBef>
                <a:spcAft>
                  <a:spcPts val="0"/>
                </a:spcAft>
                <a:buNone/>
              </a:pPr>
              <a:r>
                <a:rPr lang="en-US" altLang="zh-CN" sz="2000" b="0" i="0" u="none" strike="noStrike" kern="1200" cap="none" spc="0" baseline="0">
                  <a:solidFill>
                    <a:srgbClr val="0000FF"/>
                  </a:solidFill>
                  <a:latin typeface="Calibri" pitchFamily="34" charset="0"/>
                  <a:ea typeface="MS PGothic" pitchFamily="34" charset="-128"/>
                  <a:cs typeface="Calibri" pitchFamily="34" charset="0"/>
                </a:rPr>
                <a:t>P(Z = - 0.21) = 0.5 – 0.4168 = 0.0832</a:t>
              </a:r>
              <a:endParaRPr lang="zh-CN" altLang="en-US" sz="2000" b="0" i="0" u="none" strike="noStrike" kern="1200" cap="none" spc="0" baseline="0">
                <a:solidFill>
                  <a:srgbClr val="0000FF"/>
                </a:solidFill>
                <a:latin typeface="Calibri" pitchFamily="34" charset="0"/>
                <a:ea typeface="MS PGothic" pitchFamily="34" charset="-128"/>
                <a:cs typeface="Calibri" pitchFamily="34" charset="0"/>
              </a:endParaRPr>
            </a:p>
          </p:txBody>
        </p:sp>
        <p:sp>
          <p:nvSpPr>
            <p:cNvPr id="889" name="Rectangles"/>
            <p:cNvSpPr>
              <a:spLocks/>
            </p:cNvSpPr>
            <p:nvPr/>
          </p:nvSpPr>
          <p:spPr>
            <a:xfrm rot="0">
              <a:off x="6052978" y="3529936"/>
              <a:ext cx="4392611" cy="386715"/>
            </a:xfrm>
            <a:prstGeom prst="rect"/>
            <a:noFill/>
            <a:ln w="12700" cmpd="sng" cap="flat">
              <a:noFill/>
              <a:prstDash val="solid"/>
              <a:round/>
            </a:ln>
          </p:spPr>
          <p:txBody>
            <a:bodyPr vert="horz" wrap="square" lIns="91440" tIns="45720" rIns="91440" bIns="45720" anchor="t" anchorCtr="0">
              <a:prstTxWarp prst="textNoShape"/>
              <a:spAutoFit/>
            </a:bodyPr>
            <a:lstStyle/>
            <a:p>
              <a:pPr marL="0" indent="0" algn="l" eaLnBrk="1" hangingPunct="1">
                <a:lnSpc>
                  <a:spcPct val="100000"/>
                </a:lnSpc>
                <a:spcBef>
                  <a:spcPts val="0"/>
                </a:spcBef>
                <a:spcAft>
                  <a:spcPts val="0"/>
                </a:spcAft>
                <a:buNone/>
              </a:pPr>
              <a:r>
                <a:rPr lang="en-US" altLang="zh-CN" sz="2000" b="0" i="0" u="none" strike="noStrike" kern="1200" cap="none" spc="0" baseline="0">
                  <a:solidFill>
                    <a:srgbClr val="0000FF"/>
                  </a:solidFill>
                  <a:latin typeface="Calibri" pitchFamily="34" charset="0"/>
                  <a:ea typeface="MS PGothic" pitchFamily="34" charset="-128"/>
                  <a:cs typeface="Calibri" pitchFamily="34" charset="0"/>
                </a:rPr>
                <a:t>P(Z = 0.21) = 0.5832 – 0.5= 0.0832</a:t>
              </a:r>
              <a:endParaRPr lang="zh-CN" altLang="en-US" sz="2000" b="0" i="0" u="none" strike="noStrike" kern="1200" cap="none" spc="0" baseline="0">
                <a:solidFill>
                  <a:srgbClr val="0000FF"/>
                </a:solidFill>
                <a:latin typeface="Calibri" pitchFamily="34" charset="0"/>
                <a:ea typeface="MS PGothic" pitchFamily="34" charset="-128"/>
                <a:cs typeface="Calibri" pitchFamily="34" charset="0"/>
              </a:endParaRPr>
            </a:p>
          </p:txBody>
        </p:sp>
        <p:grpSp>
          <p:nvGrpSpPr>
            <p:cNvPr id="897" name="Combination"/>
            <p:cNvGrpSpPr>
              <a:grpSpLocks/>
            </p:cNvGrpSpPr>
            <p:nvPr/>
          </p:nvGrpSpPr>
          <p:grpSpPr>
            <a:xfrm>
              <a:off x="1847529" y="1628800"/>
              <a:ext cx="3960439" cy="1896670"/>
              <a:chOff x="1847529" y="1628800"/>
              <a:chExt cx="3960439" cy="1896670"/>
            </a:xfrm>
          </p:grpSpPr>
          <p:grpSp>
            <p:nvGrpSpPr>
              <p:cNvPr id="893" name="Combination"/>
              <p:cNvGrpSpPr>
                <a:grpSpLocks/>
              </p:cNvGrpSpPr>
              <p:nvPr/>
            </p:nvGrpSpPr>
            <p:grpSpPr>
              <a:xfrm>
                <a:off x="1945719" y="1778705"/>
                <a:ext cx="3862249" cy="1746766"/>
                <a:chOff x="1945719" y="1778705"/>
                <a:chExt cx="3862249" cy="1746766"/>
              </a:xfrm>
            </p:grpSpPr>
            <p:pic>
              <p:nvPicPr>
                <p:cNvPr id="890" name="Images"/>
                <p:cNvPicPr>
                  <a:picLocks noChangeAspect="1"/>
                </p:cNvPicPr>
                <p:nvPr/>
              </p:nvPicPr>
              <p:blipFill>
                <a:blip r:embed="rId4" cstate="print"/>
                <a:srcRect t="19485" b="72720" l="27862" r="53571"/>
                <a:stretch>
                  <a:fillRect/>
                </a:stretch>
              </p:blipFill>
              <p:spPr>
                <a:xfrm rot="0">
                  <a:off x="1952054" y="1778705"/>
                  <a:ext cx="3804706" cy="798837"/>
                </a:xfrm>
                <a:prstGeom prst="rect"/>
                <a:noFill/>
                <a:ln w="12700" cmpd="sng" cap="flat">
                  <a:noFill/>
                  <a:prstDash val="solid"/>
                  <a:miter/>
                </a:ln>
              </p:spPr>
            </p:pic>
            <p:sp>
              <p:nvSpPr>
                <p:cNvPr id="891" name="Rectangles"/>
                <p:cNvSpPr>
                  <a:spLocks/>
                </p:cNvSpPr>
                <p:nvPr/>
              </p:nvSpPr>
              <p:spPr>
                <a:xfrm rot="0">
                  <a:off x="1952052" y="2479501"/>
                  <a:ext cx="3855916" cy="358140"/>
                </a:xfrm>
                <a:prstGeom prst="rect"/>
                <a:noFill/>
                <a:ln w="12700" cmpd="sng" cap="flat">
                  <a:noFill/>
                  <a:prstDash val="solid"/>
                  <a:miter/>
                </a:ln>
              </p:spPr>
              <p:txBody>
                <a:bodyPr vert="horz" wrap="square" lIns="91440" tIns="45720" rIns="91440" bIns="45720" anchor="t" anchorCtr="0">
                  <a:prstTxWarp prst="textNoShape"/>
                  <a:spAutoFit/>
                </a:bodyPr>
                <a:lstStyle/>
                <a:p>
                  <a:pPr marL="0" indent="0" algn="l">
                    <a:lnSpc>
                      <a:spcPct val="100000"/>
                    </a:lnSpc>
                    <a:spcBef>
                      <a:spcPts val="0"/>
                    </a:spcBef>
                    <a:spcAft>
                      <a:spcPts val="0"/>
                    </a:spcAft>
                    <a:buNone/>
                  </a:pPr>
                  <a:r>
                    <a:rPr lang="en-US" altLang="zh-CN" sz="1800" b="0" i="0" u="none" strike="noStrike" kern="1200" cap="none" spc="0" baseline="0">
                      <a:solidFill>
                        <a:schemeClr val="tx1"/>
                      </a:solidFill>
                      <a:latin typeface="Calibri" pitchFamily="34" charset="0"/>
                      <a:ea typeface="MS PGothic" pitchFamily="34" charset="-128"/>
                      <a:cs typeface="Calibri" pitchFamily="34" charset="0"/>
                    </a:rPr>
                    <a:t>…            …             …          …               …</a:t>
                  </a:r>
                  <a:endParaRPr lang="zh-CN" altLang="en-US" sz="1800" b="0" i="0" u="none" strike="noStrike" kern="1200" cap="none" spc="0" baseline="0">
                    <a:solidFill>
                      <a:schemeClr val="tx1"/>
                    </a:solidFill>
                    <a:latin typeface="Calibri" pitchFamily="34" charset="0"/>
                    <a:ea typeface="MS PGothic" pitchFamily="34" charset="-128"/>
                    <a:cs typeface="Calibri" pitchFamily="34" charset="0"/>
                  </a:endParaRPr>
                </a:p>
              </p:txBody>
            </p:sp>
            <p:pic>
              <p:nvPicPr>
                <p:cNvPr id="892" name="Images"/>
                <p:cNvPicPr>
                  <a:picLocks noChangeAspect="1"/>
                </p:cNvPicPr>
                <p:nvPr/>
              </p:nvPicPr>
              <p:blipFill>
                <a:blip r:embed="rId5" cstate="print"/>
                <a:srcRect t="67718" b="26376" l="27862" r="53321"/>
                <a:stretch>
                  <a:fillRect/>
                </a:stretch>
              </p:blipFill>
              <p:spPr>
                <a:xfrm rot="0">
                  <a:off x="1945719" y="2852936"/>
                  <a:ext cx="3811039" cy="672535"/>
                </a:xfrm>
                <a:prstGeom prst="rect"/>
                <a:noFill/>
                <a:ln w="12700" cmpd="sng" cap="flat">
                  <a:noFill/>
                  <a:prstDash val="solid"/>
                  <a:miter/>
                </a:ln>
              </p:spPr>
            </p:pic>
          </p:grpSp>
          <p:sp>
            <p:nvSpPr>
              <p:cNvPr id="894" name="Oval"/>
              <p:cNvSpPr>
                <a:spLocks/>
              </p:cNvSpPr>
              <p:nvPr/>
            </p:nvSpPr>
            <p:spPr>
              <a:xfrm rot="0">
                <a:off x="3440988" y="2818674"/>
                <a:ext cx="563927" cy="297795"/>
              </a:xfrm>
              <a:prstGeom prst="ellipse"/>
              <a:noFill/>
              <a:ln w="22225" cmpd="sng" cap="flat">
                <a:solidFill>
                  <a:srgbClr val="FF0000"/>
                </a:solidFill>
                <a:prstDash val="solid"/>
                <a:round/>
              </a:ln>
            </p:spPr>
          </p:sp>
          <p:cxnSp>
            <p:nvCxnSpPr>
              <p:cNvPr id="895" name="直线连接线"/>
              <p:cNvCxnSpPr>
                <a:cxnSpLocks/>
              </p:cNvCxnSpPr>
              <p:nvPr/>
            </p:nvCxnSpPr>
            <p:spPr>
              <a:xfrm rot="0">
                <a:off x="1847529" y="2924944"/>
                <a:ext cx="1542249" cy="1587"/>
              </a:xfrm>
              <a:prstGeom prst="straightConnector1"/>
              <a:noFill/>
              <a:ln w="25400" cmpd="sng" cap="flat">
                <a:solidFill>
                  <a:srgbClr val="FF0000"/>
                </a:solidFill>
                <a:prstDash val="dash"/>
                <a:round/>
                <a:tailEnd type="arrow" w="med" len="med"/>
              </a:ln>
            </p:spPr>
          </p:cxnSp>
          <p:cxnSp>
            <p:nvCxnSpPr>
              <p:cNvPr id="896" name="直线连接线"/>
              <p:cNvCxnSpPr>
                <a:cxnSpLocks/>
              </p:cNvCxnSpPr>
              <p:nvPr/>
            </p:nvCxnSpPr>
            <p:spPr>
              <a:xfrm flipH="1" rot="21600000">
                <a:off x="3722950" y="1628800"/>
                <a:ext cx="1587" cy="1130838"/>
              </a:xfrm>
              <a:prstGeom prst="straightConnector1"/>
              <a:noFill/>
              <a:ln w="25400" cmpd="sng" cap="flat">
                <a:solidFill>
                  <a:srgbClr val="FF0000"/>
                </a:solidFill>
                <a:prstDash val="dash"/>
                <a:round/>
                <a:tailEnd type="arrow" w="med" len="med"/>
              </a:ln>
            </p:spPr>
          </p:cxnSp>
        </p:grpSp>
        <p:sp>
          <p:nvSpPr>
            <p:cNvPr id="898" name="Rectangles"/>
            <p:cNvSpPr>
              <a:spLocks/>
            </p:cNvSpPr>
            <p:nvPr/>
          </p:nvSpPr>
          <p:spPr>
            <a:xfrm rot="0">
              <a:off x="4678621" y="1447140"/>
              <a:ext cx="1281557" cy="329563"/>
            </a:xfrm>
            <a:prstGeom prst="rect"/>
            <a:noFill/>
            <a:ln w="12700" cmpd="sng" cap="flat">
              <a:noFill/>
              <a:prstDash val="solid"/>
              <a:round/>
            </a:ln>
          </p:spPr>
          <p:txBody>
            <a:bodyPr vert="horz" wrap="none" lIns="91440" tIns="45720" rIns="91440" bIns="45720" anchor="t" anchorCtr="0">
              <a:prstTxWarp prst="textNoShape"/>
              <a:spAutoFit/>
            </a:bodyPr>
            <a:lstStyle/>
            <a:p>
              <a:pPr marL="0" indent="0" algn="l" eaLnBrk="1" hangingPunct="1">
                <a:lnSpc>
                  <a:spcPct val="100000"/>
                </a:lnSpc>
                <a:spcBef>
                  <a:spcPts val="0"/>
                </a:spcBef>
                <a:spcAft>
                  <a:spcPts val="0"/>
                </a:spcAft>
                <a:buNone/>
              </a:pPr>
              <a:r>
                <a:rPr lang="en-US" altLang="zh-CN" sz="1600" b="1" i="0" u="none" strike="noStrike" kern="1200" cap="none" spc="0" baseline="0">
                  <a:solidFill>
                    <a:srgbClr val="FF0000"/>
                  </a:solidFill>
                  <a:latin typeface="Calibri" pitchFamily="34" charset="0"/>
                  <a:ea typeface="MS PGothic" pitchFamily="34" charset="-128"/>
                  <a:cs typeface="Calibri" pitchFamily="34" charset="0"/>
                </a:rPr>
                <a:t>Full </a:t>
              </a:r>
              <a:r>
                <a:rPr lang="en-US" altLang="zh-CN" sz="1600" b="1" i="1" u="none" strike="noStrike" kern="1200" cap="none" spc="0" baseline="0">
                  <a:solidFill>
                    <a:srgbClr val="FF0000"/>
                  </a:solidFill>
                  <a:latin typeface="Calibri" pitchFamily="34" charset="0"/>
                  <a:ea typeface="MS PGothic" pitchFamily="34" charset="-128"/>
                  <a:cs typeface="Calibri" pitchFamily="34" charset="0"/>
                </a:rPr>
                <a:t>Z</a:t>
              </a:r>
              <a:r>
                <a:rPr lang="en-US" altLang="zh-CN" sz="1600" b="1" i="0" u="none" strike="noStrike" kern="1200" cap="none" spc="0" baseline="0">
                  <a:solidFill>
                    <a:srgbClr val="FF0000"/>
                  </a:solidFill>
                  <a:latin typeface="Calibri" pitchFamily="34" charset="0"/>
                  <a:ea typeface="MS PGothic" pitchFamily="34" charset="-128"/>
                  <a:cs typeface="Calibri" pitchFamily="34" charset="0"/>
                </a:rPr>
                <a:t> Table</a:t>
              </a:r>
              <a:endParaRPr lang="zh-CN" altLang="en-US" sz="1600" b="1" i="0" u="none" strike="noStrike" kern="1200" cap="none" spc="0" baseline="0">
                <a:solidFill>
                  <a:srgbClr val="FF0000"/>
                </a:solidFill>
                <a:latin typeface="Calibri" pitchFamily="34" charset="0"/>
                <a:ea typeface="MS PGothic" pitchFamily="34" charset="-128"/>
                <a:cs typeface="Calibri" pitchFamily="34" charset="0"/>
              </a:endParaRPr>
            </a:p>
          </p:txBody>
        </p:sp>
        <p:pic>
          <p:nvPicPr>
            <p:cNvPr id="899" name="Images"/>
            <p:cNvPicPr>
              <a:picLocks noChangeAspect="1"/>
            </p:cNvPicPr>
            <p:nvPr/>
          </p:nvPicPr>
          <p:blipFill>
            <a:blip r:embed="rId6" cstate="print"/>
            <a:srcRect t="41140" b="43110" l="27286" r="48937"/>
            <a:stretch>
              <a:fillRect/>
            </a:stretch>
          </p:blipFill>
          <p:spPr>
            <a:xfrm rot="0">
              <a:off x="5880881" y="1602832"/>
              <a:ext cx="4736803" cy="1762529"/>
            </a:xfrm>
            <a:prstGeom prst="rect"/>
            <a:noFill/>
            <a:ln w="12700" cmpd="sng" cap="flat">
              <a:noFill/>
              <a:prstDash val="solid"/>
              <a:miter/>
            </a:ln>
          </p:spPr>
        </p:pic>
        <p:sp>
          <p:nvSpPr>
            <p:cNvPr id="900" name="Oval"/>
            <p:cNvSpPr>
              <a:spLocks/>
            </p:cNvSpPr>
            <p:nvPr/>
          </p:nvSpPr>
          <p:spPr>
            <a:xfrm rot="0">
              <a:off x="7371037" y="2538134"/>
              <a:ext cx="778648" cy="358774"/>
            </a:xfrm>
            <a:prstGeom prst="ellipse"/>
            <a:noFill/>
            <a:ln w="22225" cmpd="sng" cap="flat">
              <a:solidFill>
                <a:srgbClr val="FF0000"/>
              </a:solidFill>
              <a:prstDash val="solid"/>
              <a:round/>
            </a:ln>
          </p:spPr>
        </p:sp>
        <p:cxnSp>
          <p:nvCxnSpPr>
            <p:cNvPr id="901" name="直线连接线"/>
            <p:cNvCxnSpPr>
              <a:cxnSpLocks/>
            </p:cNvCxnSpPr>
            <p:nvPr/>
          </p:nvCxnSpPr>
          <p:spPr>
            <a:xfrm flipV="1" rot="21600000">
              <a:off x="5953126" y="2708920"/>
              <a:ext cx="1352067" cy="8601"/>
            </a:xfrm>
            <a:prstGeom prst="straightConnector1"/>
            <a:noFill/>
            <a:ln w="25400" cmpd="sng" cap="flat">
              <a:solidFill>
                <a:srgbClr val="FF0000"/>
              </a:solidFill>
              <a:prstDash val="dash"/>
              <a:round/>
              <a:tailEnd type="arrow" w="med" len="med"/>
            </a:ln>
          </p:spPr>
        </p:cxnSp>
        <p:cxnSp>
          <p:nvCxnSpPr>
            <p:cNvPr id="902" name="直线连接线"/>
            <p:cNvCxnSpPr>
              <a:cxnSpLocks/>
            </p:cNvCxnSpPr>
            <p:nvPr/>
          </p:nvCxnSpPr>
          <p:spPr>
            <a:xfrm rot="0">
              <a:off x="7760362" y="1689098"/>
              <a:ext cx="1587" cy="776011"/>
            </a:xfrm>
            <a:prstGeom prst="straightConnector1"/>
            <a:noFill/>
            <a:ln w="25400" cmpd="sng" cap="flat">
              <a:solidFill>
                <a:srgbClr val="FF0000"/>
              </a:solidFill>
              <a:prstDash val="dash"/>
              <a:round/>
              <a:tailEnd type="arrow" w="med" len="med"/>
            </a:ln>
          </p:spPr>
        </p:cxnSp>
        <p:sp>
          <p:nvSpPr>
            <p:cNvPr id="903" name="Rectangles"/>
            <p:cNvSpPr>
              <a:spLocks/>
            </p:cNvSpPr>
            <p:nvPr/>
          </p:nvSpPr>
          <p:spPr>
            <a:xfrm rot="0">
              <a:off x="9313479" y="1519821"/>
              <a:ext cx="1281557" cy="329563"/>
            </a:xfrm>
            <a:prstGeom prst="rect"/>
            <a:noFill/>
            <a:ln w="12700" cmpd="sng" cap="flat">
              <a:noFill/>
              <a:prstDash val="solid"/>
              <a:round/>
            </a:ln>
          </p:spPr>
          <p:txBody>
            <a:bodyPr vert="horz" wrap="none" lIns="91440" tIns="45720" rIns="91440" bIns="45720" anchor="t" anchorCtr="0">
              <a:prstTxWarp prst="textNoShape"/>
              <a:spAutoFit/>
            </a:bodyPr>
            <a:lstStyle/>
            <a:p>
              <a:pPr marL="0" indent="0" algn="l" eaLnBrk="1" hangingPunct="1">
                <a:lnSpc>
                  <a:spcPct val="100000"/>
                </a:lnSpc>
                <a:spcBef>
                  <a:spcPts val="0"/>
                </a:spcBef>
                <a:spcAft>
                  <a:spcPts val="0"/>
                </a:spcAft>
                <a:buNone/>
              </a:pPr>
              <a:r>
                <a:rPr lang="en-US" altLang="zh-CN" sz="1600" b="1" i="0" u="none" strike="noStrike" kern="1200" cap="none" spc="0" baseline="0">
                  <a:solidFill>
                    <a:srgbClr val="FF0000"/>
                  </a:solidFill>
                  <a:latin typeface="Calibri" pitchFamily="34" charset="0"/>
                  <a:ea typeface="MS PGothic" pitchFamily="34" charset="-128"/>
                  <a:cs typeface="Calibri" pitchFamily="34" charset="0"/>
                </a:rPr>
                <a:t>Full </a:t>
              </a:r>
              <a:r>
                <a:rPr lang="en-US" altLang="zh-CN" sz="1600" b="1" i="1" u="none" strike="noStrike" kern="1200" cap="none" spc="0" baseline="0">
                  <a:solidFill>
                    <a:srgbClr val="FF0000"/>
                  </a:solidFill>
                  <a:latin typeface="Calibri" pitchFamily="34" charset="0"/>
                  <a:ea typeface="MS PGothic" pitchFamily="34" charset="-128"/>
                  <a:cs typeface="Calibri" pitchFamily="34" charset="0"/>
                </a:rPr>
                <a:t>Z</a:t>
              </a:r>
              <a:r>
                <a:rPr lang="en-US" altLang="zh-CN" sz="1600" b="1" i="0" u="none" strike="noStrike" kern="1200" cap="none" spc="0" baseline="0">
                  <a:solidFill>
                    <a:srgbClr val="FF0000"/>
                  </a:solidFill>
                  <a:latin typeface="Calibri" pitchFamily="34" charset="0"/>
                  <a:ea typeface="MS PGothic" pitchFamily="34" charset="-128"/>
                  <a:cs typeface="Calibri" pitchFamily="34" charset="0"/>
                </a:rPr>
                <a:t> Table</a:t>
              </a:r>
              <a:endParaRPr lang="zh-CN" altLang="en-US" sz="1600" b="1" i="0" u="none" strike="noStrike" kern="1200" cap="none" spc="0" baseline="0">
                <a:solidFill>
                  <a:srgbClr val="FF0000"/>
                </a:solidFill>
                <a:latin typeface="Calibri" pitchFamily="34" charset="0"/>
                <a:ea typeface="MS PGothic" pitchFamily="34" charset="-128"/>
                <a:cs typeface="Calibri" pitchFamily="34" charset="0"/>
              </a:endParaRPr>
            </a:p>
          </p:txBody>
        </p:sp>
      </p:grpSp>
      <p:grpSp>
        <p:nvGrpSpPr>
          <p:cNvPr id="911" name="Combination"/>
          <p:cNvGrpSpPr>
            <a:grpSpLocks/>
          </p:cNvGrpSpPr>
          <p:nvPr/>
        </p:nvGrpSpPr>
        <p:grpSpPr>
          <a:xfrm>
            <a:off x="5848319" y="3930130"/>
            <a:ext cx="4622955" cy="1834387"/>
            <a:chOff x="5848319" y="3930130"/>
            <a:chExt cx="4622955" cy="1834387"/>
          </a:xfrm>
        </p:grpSpPr>
        <p:grpSp>
          <p:nvGrpSpPr>
            <p:cNvPr id="909" name="Combination"/>
            <p:cNvGrpSpPr>
              <a:grpSpLocks/>
            </p:cNvGrpSpPr>
            <p:nvPr/>
          </p:nvGrpSpPr>
          <p:grpSpPr>
            <a:xfrm>
              <a:off x="5848319" y="4157030"/>
              <a:ext cx="4393802" cy="1607487"/>
              <a:chOff x="5848319" y="4157030"/>
              <a:chExt cx="4393802" cy="1607487"/>
            </a:xfrm>
          </p:grpSpPr>
          <p:pic>
            <p:nvPicPr>
              <p:cNvPr id="905" name="Images"/>
              <p:cNvPicPr>
                <a:picLocks noChangeAspect="1"/>
              </p:cNvPicPr>
              <p:nvPr/>
            </p:nvPicPr>
            <p:blipFill>
              <a:blip r:embed="rId7" cstate="print"/>
              <a:srcRect t="31297" b="53938" l="26203" r="51107"/>
              <a:stretch>
                <a:fillRect/>
              </a:stretch>
            </p:blipFill>
            <p:spPr>
              <a:xfrm rot="0">
                <a:off x="5848319" y="4157030"/>
                <a:ext cx="4393802" cy="1607487"/>
              </a:xfrm>
              <a:prstGeom prst="rect"/>
              <a:noFill/>
              <a:ln w="12700" cmpd="sng" cap="flat">
                <a:noFill/>
                <a:prstDash val="solid"/>
                <a:miter/>
              </a:ln>
            </p:spPr>
          </p:pic>
          <p:sp>
            <p:nvSpPr>
              <p:cNvPr id="906" name="Oval"/>
              <p:cNvSpPr>
                <a:spLocks/>
              </p:cNvSpPr>
              <p:nvPr/>
            </p:nvSpPr>
            <p:spPr>
              <a:xfrm rot="0">
                <a:off x="7798574" y="5017376"/>
                <a:ext cx="778648" cy="358773"/>
              </a:xfrm>
              <a:prstGeom prst="ellipse"/>
              <a:noFill/>
              <a:ln w="22225" cmpd="sng" cap="flat">
                <a:solidFill>
                  <a:srgbClr val="FF0000"/>
                </a:solidFill>
                <a:prstDash val="solid"/>
                <a:round/>
              </a:ln>
            </p:spPr>
          </p:sp>
          <p:cxnSp>
            <p:nvCxnSpPr>
              <p:cNvPr id="907" name="直线连接线"/>
              <p:cNvCxnSpPr>
                <a:cxnSpLocks/>
              </p:cNvCxnSpPr>
              <p:nvPr/>
            </p:nvCxnSpPr>
            <p:spPr>
              <a:xfrm flipV="1" rot="21600000">
                <a:off x="6052978" y="5160251"/>
                <a:ext cx="1679753" cy="36511"/>
              </a:xfrm>
              <a:prstGeom prst="straightConnector1"/>
              <a:noFill/>
              <a:ln w="25400" cmpd="sng" cap="flat">
                <a:solidFill>
                  <a:srgbClr val="FF0000"/>
                </a:solidFill>
                <a:prstDash val="dash"/>
                <a:round/>
                <a:tailEnd type="arrow" w="med" len="med"/>
              </a:ln>
            </p:spPr>
          </p:cxnSp>
          <p:cxnSp>
            <p:nvCxnSpPr>
              <p:cNvPr id="908" name="直线连接线"/>
              <p:cNvCxnSpPr>
                <a:cxnSpLocks/>
              </p:cNvCxnSpPr>
              <p:nvPr/>
            </p:nvCxnSpPr>
            <p:spPr>
              <a:xfrm rot="0">
                <a:off x="8187898" y="4268684"/>
                <a:ext cx="1587" cy="675666"/>
              </a:xfrm>
              <a:prstGeom prst="straightConnector1"/>
              <a:noFill/>
              <a:ln w="25400" cmpd="sng" cap="flat">
                <a:solidFill>
                  <a:srgbClr val="FF0000"/>
                </a:solidFill>
                <a:prstDash val="dash"/>
                <a:round/>
                <a:tailEnd type="arrow" w="med" len="med"/>
              </a:ln>
            </p:spPr>
          </p:cxnSp>
        </p:grpSp>
        <p:sp>
          <p:nvSpPr>
            <p:cNvPr id="910" name="Rectangles"/>
            <p:cNvSpPr>
              <a:spLocks/>
            </p:cNvSpPr>
            <p:nvPr/>
          </p:nvSpPr>
          <p:spPr>
            <a:xfrm rot="0">
              <a:off x="9149078" y="3930130"/>
              <a:ext cx="1322196" cy="329564"/>
            </a:xfrm>
            <a:prstGeom prst="rect"/>
            <a:noFill/>
            <a:ln w="12700" cmpd="sng" cap="flat">
              <a:noFill/>
              <a:prstDash val="solid"/>
              <a:round/>
            </a:ln>
          </p:spPr>
          <p:txBody>
            <a:bodyPr vert="horz" wrap="none" lIns="91440" tIns="45720" rIns="91440" bIns="45720" anchor="t" anchorCtr="0">
              <a:prstTxWarp prst="textNoShape"/>
              <a:spAutoFit/>
            </a:bodyPr>
            <a:lstStyle/>
            <a:p>
              <a:pPr marL="0" indent="0" algn="l" eaLnBrk="1" hangingPunct="1">
                <a:lnSpc>
                  <a:spcPct val="100000"/>
                </a:lnSpc>
                <a:spcBef>
                  <a:spcPts val="0"/>
                </a:spcBef>
                <a:spcAft>
                  <a:spcPts val="0"/>
                </a:spcAft>
                <a:buNone/>
              </a:pPr>
              <a:r>
                <a:rPr lang="en-US" altLang="zh-CN" sz="1600" b="1" i="0" u="none" strike="noStrike" kern="1200" cap="none" spc="0" baseline="0">
                  <a:solidFill>
                    <a:srgbClr val="FF0000"/>
                  </a:solidFill>
                  <a:latin typeface="Calibri" pitchFamily="34" charset="0"/>
                  <a:ea typeface="MS PGothic" pitchFamily="34" charset="-128"/>
                  <a:cs typeface="Calibri" pitchFamily="34" charset="0"/>
                </a:rPr>
                <a:t>Half </a:t>
              </a:r>
              <a:r>
                <a:rPr lang="en-US" altLang="zh-CN" sz="1600" b="1" i="1" u="none" strike="noStrike" kern="1200" cap="none" spc="0" baseline="0">
                  <a:solidFill>
                    <a:srgbClr val="FF0000"/>
                  </a:solidFill>
                  <a:latin typeface="Calibri" pitchFamily="34" charset="0"/>
                  <a:ea typeface="MS PGothic" pitchFamily="34" charset="-128"/>
                  <a:cs typeface="Calibri" pitchFamily="34" charset="0"/>
                </a:rPr>
                <a:t>Z</a:t>
              </a:r>
              <a:r>
                <a:rPr lang="en-US" altLang="zh-CN" sz="1600" b="1" i="0" u="none" strike="noStrike" kern="1200" cap="none" spc="0" baseline="0">
                  <a:solidFill>
                    <a:srgbClr val="FF0000"/>
                  </a:solidFill>
                  <a:latin typeface="Calibri" pitchFamily="34" charset="0"/>
                  <a:ea typeface="MS PGothic" pitchFamily="34" charset="-128"/>
                  <a:cs typeface="Calibri" pitchFamily="34" charset="0"/>
                </a:rPr>
                <a:t> Table</a:t>
              </a:r>
              <a:endParaRPr lang="zh-CN" altLang="en-US" sz="1600" b="1" i="0" u="none" strike="noStrike" kern="1200" cap="none" spc="0" baseline="0">
                <a:solidFill>
                  <a:srgbClr val="FF0000"/>
                </a:solidFill>
                <a:latin typeface="Calibri" pitchFamily="34" charset="0"/>
                <a:ea typeface="MS PGothic" pitchFamily="34" charset="-128"/>
                <a:cs typeface="Calibri" pitchFamily="34" charset="0"/>
              </a:endParaRPr>
            </a:p>
          </p:txBody>
        </p:sp>
      </p:grpSp>
      <p:sp>
        <p:nvSpPr>
          <p:cNvPr id="912" name="Rectangles"/>
          <p:cNvSpPr>
            <a:spLocks/>
          </p:cNvSpPr>
          <p:nvPr/>
        </p:nvSpPr>
        <p:spPr>
          <a:xfrm rot="0">
            <a:off x="5673503" y="5970803"/>
            <a:ext cx="4769323" cy="1062989"/>
          </a:xfrm>
          <a:prstGeom prst="rect"/>
          <a:noFill/>
          <a:ln w="12700" cmpd="sng" cap="flat">
            <a:noFill/>
            <a:prstDash val="solid"/>
            <a:miter/>
          </a:ln>
        </p:spPr>
        <p:txBody>
          <a:bodyPr vert="horz" wrap="square" lIns="91440" tIns="45720" rIns="91440" bIns="45720" anchor="t" anchorCtr="0">
            <a:prstTxWarp prst="textNoShape"/>
            <a:spAutoFit/>
          </a:bodyPr>
          <a:lstStyle/>
          <a:p>
            <a:pPr marL="0" indent="0" algn="l" eaLnBrk="1" hangingPunct="1">
              <a:lnSpc>
                <a:spcPct val="100000"/>
              </a:lnSpc>
              <a:spcBef>
                <a:spcPts val="0"/>
              </a:spcBef>
              <a:spcAft>
                <a:spcPts val="0"/>
              </a:spcAft>
              <a:buNone/>
            </a:pPr>
            <a:r>
              <a:rPr lang="en-US" altLang="zh-CN" sz="3200" b="0" i="0" u="none" strike="noStrike" kern="1200" cap="none" spc="0" baseline="0">
                <a:solidFill>
                  <a:srgbClr val="FF0000"/>
                </a:solidFill>
                <a:latin typeface="Calibri" pitchFamily="34" charset="0"/>
                <a:ea typeface="MS PGothic" pitchFamily="34" charset="-128"/>
                <a:cs typeface="Calibri" pitchFamily="34" charset="0"/>
              </a:rPr>
              <a:t>0.0832 + 0.0832 = 0.1664</a:t>
            </a:r>
            <a:endParaRPr lang="zh-CN" altLang="en-US" sz="3200" b="0" i="0" u="none" strike="noStrike" kern="1200" cap="none" spc="0" baseline="0">
              <a:solidFill>
                <a:srgbClr val="FF0000"/>
              </a:solidFill>
              <a:latin typeface="Calibri" pitchFamily="34" charset="0"/>
              <a:ea typeface="MS PGothic" pitchFamily="34" charset="-128"/>
              <a:cs typeface="Calibri" pitchFamily="34" charset="0"/>
            </a:endParaRPr>
          </a:p>
        </p:txBody>
      </p:sp>
      <p:cxnSp>
        <p:nvCxnSpPr>
          <p:cNvPr id="913" name="直线连接线"/>
          <p:cNvCxnSpPr>
            <a:cxnSpLocks/>
            <a:stCxn id="912" idx="1"/>
          </p:cNvCxnSpPr>
          <p:nvPr/>
        </p:nvCxnSpPr>
        <p:spPr>
          <a:xfrm flipH="1" flipV="1" rot="0">
            <a:off x="4004916" y="5456568"/>
            <a:ext cx="1668587" cy="806622"/>
          </a:xfrm>
          <a:prstGeom prst="straightConnector1"/>
          <a:noFill/>
          <a:ln w="38100" cmpd="sng" cap="flat">
            <a:solidFill>
              <a:srgbClr val="FF0000"/>
            </a:solidFill>
            <a:prstDash val="solid"/>
            <a:round/>
            <a:tailEnd type="triangle" w="med" len="med"/>
          </a:ln>
        </p:spPr>
      </p:cxnSp>
      <p:cxnSp>
        <p:nvCxnSpPr>
          <p:cNvPr id="914" name="直线连接线"/>
          <p:cNvCxnSpPr>
            <a:cxnSpLocks/>
            <a:stCxn id="912" idx="1"/>
          </p:cNvCxnSpPr>
          <p:nvPr/>
        </p:nvCxnSpPr>
        <p:spPr>
          <a:xfrm flipH="1" flipV="1" rot="0">
            <a:off x="3389780" y="5682948"/>
            <a:ext cx="2283723" cy="580241"/>
          </a:xfrm>
          <a:prstGeom prst="straightConnector1"/>
          <a:noFill/>
          <a:ln w="38100" cmpd="sng" cap="flat">
            <a:solidFill>
              <a:srgbClr val="FF0000"/>
            </a:solidFill>
            <a:prstDash val="solid"/>
            <a:round/>
            <a:tailEnd type="triangle" w="med" len="med"/>
          </a:ln>
        </p:spPr>
      </p:cxnSp>
    </p:spTree>
    <p:extLst>
      <p:ext uri="{BB962C8B-B14F-4D97-AF65-F5344CB8AC3E}">
        <p14:creationId xmlns:p14="http://schemas.microsoft.com/office/powerpoint/2010/main" val="1085333545"/>
      </p:ext>
    </p:extLst>
  </p:cSld>
  <p:clrMapOvr>
    <a:masterClrMapping/>
  </p:clrMapOvr>
  <p:transition spd="slow"/>
</p:sld>
</file>

<file path=ppt/slides/slide83.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918" name="Text box"/>
          <p:cNvSpPr>
            <a:spLocks noGrp="1"/>
          </p:cNvSpPr>
          <p:nvPr>
            <p:ph type="title"/>
          </p:nvPr>
        </p:nvSpPr>
        <p:spPr>
          <a:xfrm rot="0">
            <a:off x="4152082" y="260351"/>
            <a:ext cx="6048375" cy="576263"/>
          </a:xfrm>
          <a:prstGeom prst="rect"/>
          <a:noFill/>
          <a:ln w="25400" cmpd="sng" cap="flat">
            <a:noFill/>
            <a:prstDash val="solid"/>
            <a:round/>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en-US" altLang="zh-CN" sz="4000" b="1" i="0" u="none" strike="noStrike" kern="1200" cap="none" spc="0" baseline="0">
                <a:solidFill>
                  <a:schemeClr val="tx1"/>
                </a:solidFill>
                <a:latin typeface="Calibri" pitchFamily="34" charset="0"/>
                <a:ea typeface="宋体" pitchFamily="0" charset="0"/>
                <a:cs typeface="Calibri" pitchFamily="34" charset="0"/>
              </a:rPr>
              <a:t>Example: Find P(</a:t>
            </a:r>
            <a:r>
              <a:rPr lang="en-US" altLang="zh-CN" sz="4000" b="1" i="1" u="none" strike="noStrike" kern="1200" cap="none" spc="0" baseline="0">
                <a:solidFill>
                  <a:schemeClr val="tx1"/>
                </a:solidFill>
                <a:latin typeface="Calibri" pitchFamily="34" charset="0"/>
                <a:ea typeface="宋体" pitchFamily="0" charset="0"/>
                <a:cs typeface="Calibri" pitchFamily="34" charset="0"/>
              </a:rPr>
              <a:t>X</a:t>
            </a:r>
            <a:r>
              <a:rPr lang="en-US" altLang="zh-CN" sz="4000" b="1" i="0" u="none" strike="noStrike" kern="1200" cap="none" spc="0" baseline="0">
                <a:solidFill>
                  <a:schemeClr val="tx1"/>
                </a:solidFill>
                <a:latin typeface="Calibri" pitchFamily="34" charset="0"/>
                <a:ea typeface="宋体" pitchFamily="0" charset="0"/>
                <a:cs typeface="Calibri" pitchFamily="34" charset="0"/>
              </a:rPr>
              <a:t> ≥ 8)</a:t>
            </a:r>
            <a:endParaRPr lang="zh-CN" altLang="en-US" sz="4000" b="1" i="0" u="none" strike="noStrike" kern="1200" cap="none" spc="0" baseline="0">
              <a:solidFill>
                <a:schemeClr val="tx1"/>
              </a:solidFill>
              <a:latin typeface="Calibri" pitchFamily="34" charset="0"/>
              <a:ea typeface="宋体" pitchFamily="0" charset="0"/>
              <a:cs typeface="Calibri" pitchFamily="34" charset="0"/>
            </a:endParaRPr>
          </a:p>
        </p:txBody>
      </p:sp>
      <p:sp>
        <p:nvSpPr>
          <p:cNvPr id="919" name="Rectangles"/>
          <p:cNvSpPr>
            <a:spLocks noGrp="1"/>
          </p:cNvSpPr>
          <p:nvPr>
            <p:ph type="sldNum" idx="12"/>
          </p:nvPr>
        </p:nvSpPr>
        <p:spPr>
          <a:xfrm rot="0">
            <a:off x="1981200" y="6356351"/>
            <a:ext cx="2133600" cy="365125"/>
          </a:xfrm>
          <a:prstGeom prst="rect"/>
          <a:noFill/>
          <a:ln w="12700" cmpd="sng" cap="flat">
            <a:noFill/>
            <a:prstDash val="solid"/>
            <a:miter/>
          </a:ln>
        </p:spPr>
        <p:txBody>
          <a:bodyPr vert="horz" wrap="square" lIns="91440" tIns="45720" rIns="91440" bIns="45720" anchor="ctr" anchorCtr="0">
            <a:prstTxWarp prst="textNoShape"/>
          </a:bodyPr>
          <a:lstStyle/>
          <a:p>
            <a:pPr marL="0" indent="0" algn="l" eaLnBrk="1" hangingPunct="1">
              <a:lnSpc>
                <a:spcPct val="100000"/>
              </a:lnSpc>
              <a:spcBef>
                <a:spcPts val="0"/>
              </a:spcBef>
              <a:spcAft>
                <a:spcPts val="0"/>
              </a:spcAft>
              <a:buNone/>
            </a:pPr>
            <a:fld id="{CAD2D6BD-DE1B-4B5F-8B41-2702339687B9}" type="slidenum">
              <a:rPr lang="en-US" altLang="zh-CN" sz="1200" b="0" i="0" u="none" strike="noStrike" kern="1200" cap="none" spc="0" baseline="0">
                <a:solidFill>
                  <a:srgbClr val="898989"/>
                </a:solidFill>
                <a:latin typeface="Calibri" pitchFamily="34" charset="0"/>
                <a:ea typeface="MS PGothic" pitchFamily="34" charset="-128"/>
                <a:cs typeface="Arial" pitchFamily="34" charset="0"/>
              </a:rPr>
              <a:t>83</a:t>
            </a:fld>
            <a:endParaRPr lang="zh-CN" altLang="en-US" sz="1200" b="0" i="0" u="none" strike="noStrike" kern="1200" cap="none" spc="0" baseline="0">
              <a:solidFill>
                <a:srgbClr val="898989"/>
              </a:solidFill>
              <a:latin typeface="Calibri" pitchFamily="34" charset="0"/>
              <a:ea typeface="MS PGothic" pitchFamily="34" charset="-128"/>
              <a:cs typeface="Arial" pitchFamily="34" charset="0"/>
            </a:endParaRPr>
          </a:p>
        </p:txBody>
      </p:sp>
      <p:grpSp>
        <p:nvGrpSpPr>
          <p:cNvPr id="929" name="Combination"/>
          <p:cNvGrpSpPr>
            <a:grpSpLocks/>
          </p:cNvGrpSpPr>
          <p:nvPr/>
        </p:nvGrpSpPr>
        <p:grpSpPr>
          <a:xfrm>
            <a:off x="2100065" y="3897314"/>
            <a:ext cx="8736576" cy="2584451"/>
            <a:chOff x="2100065" y="3897314"/>
            <a:chExt cx="8736576" cy="2584451"/>
          </a:xfrm>
        </p:grpSpPr>
        <p:graphicFrame>
          <p:nvGraphicFramePr>
            <p:cNvPr id="920" name="Object">
              <a:hlinkClick r:id="" action="ppaction://media"/>
            </p:cNvPr>
            <p:cNvGraphicFramePr>
              <a:graphicFrameLocks noChangeAspect="1"/>
            </p:cNvGraphicFramePr>
            <p:nvPr/>
          </p:nvGraphicFramePr>
          <p:xfrm>
            <a:off x="2139107" y="4380916"/>
            <a:ext cx="3586035" cy="2100848"/>
          </p:xfrm>
          <a:graphic>
            <a:graphicData uri="http://schemas.openxmlformats.org/presentationml/2006/ole">
              <mc:AlternateContent xmlns:mc="http://schemas.openxmlformats.org/markup-compatibility/2006">
                <mc:Choice xmlns:v="urn:schemas-microsoft-com:vml" Requires="v">
                  <p:oleObj spid="" name="package" imgW="4762500" imgH="3073400" progId="package">
                    <p:embed/>
                  </p:oleObj>
                </mc:Choice>
                <mc:Fallback>
                  <p:oleObj name="package" imgW="4762500" imgH="3073400" progId="package">
                    <p:embed/>
                    <p:pic>
                      <p:nvPicPr>
                        <p:cNvPr id="920" name="Object">
                          <a:hlinkClick r:id="" action="ppaction://media"/>
                        </p:cNvPr>
                        <p:cNvPicPr>
                          <a:picLocks noChangeAspect="1"/>
                        </p:cNvPicPr>
                        <p:nvPr/>
                      </p:nvPicPr>
                      <p:blipFill>
                        <a:blip r:embed="rId1" cstate="print"/>
                        <a:stretch>
                          <a:fillRect/>
                        </a:stretch>
                      </p:blipFill>
                      <p:spPr>
                        <a:xfrm rot="0">
                          <a:off x="2139107" y="4380916"/>
                          <a:ext cx="3586035" cy="2100848"/>
                        </a:xfrm>
                        <a:prstGeom prst="rect"/>
                        <a:solidFill>
                          <a:srgbClr val="7F7F7F"/>
                        </a:solidFill>
                        <a:ln cmpd="sng" cap="flat">
                          <a:noFill/>
                          <a:prstDash val="solid"/>
                          <a:round/>
                        </a:ln>
                        <a:effectLst>
                          <a:outerShdw sx="100000" sy="100000" algn="ctr" rotWithShape="0" blurRad="0" dist="35921" dir="2700000">
                            <a:srgbClr val="EEECE1">
                              <a:alpha val="99607"/>
                            </a:srgbClr>
                          </a:outerShdw>
                        </a:effectLst>
                      </p:spPr>
                    </p:pic>
                  </p:oleObj>
                </mc:Fallback>
              </mc:AlternateContent>
            </a:graphicData>
          </a:graphic>
        </p:graphicFrame>
        <p:graphicFrame>
          <p:nvGraphicFramePr>
            <p:cNvPr id="921" name="Object">
              <a:hlinkClick r:id="" action="ppaction://media"/>
            </p:cNvPr>
            <p:cNvGraphicFramePr>
              <a:graphicFrameLocks noChangeAspect="1"/>
            </p:cNvGraphicFramePr>
            <p:nvPr/>
          </p:nvGraphicFramePr>
          <p:xfrm>
            <a:off x="6372943" y="4380916"/>
            <a:ext cx="3586036" cy="2100848"/>
          </p:xfrm>
          <a:graphic>
            <a:graphicData uri="http://schemas.openxmlformats.org/presentationml/2006/ole">
              <mc:AlternateContent xmlns:mc="http://schemas.openxmlformats.org/markup-compatibility/2006">
                <mc:Choice xmlns:v="urn:schemas-microsoft-com:vml" Requires="v">
                  <p:oleObj spid="" name="package" imgW="4762500" imgH="3073400" progId="package">
                    <p:embed/>
                  </p:oleObj>
                </mc:Choice>
                <mc:Fallback>
                  <p:oleObj name="package" imgW="4762500" imgH="3073400" progId="package">
                    <p:embed/>
                    <p:pic>
                      <p:nvPicPr>
                        <p:cNvPr id="921" name="Object">
                          <a:hlinkClick r:id="" action="ppaction://media"/>
                        </p:cNvPr>
                        <p:cNvPicPr>
                          <a:picLocks noChangeAspect="1"/>
                        </p:cNvPicPr>
                        <p:nvPr/>
                      </p:nvPicPr>
                      <p:blipFill>
                        <a:blip r:embed="rId2" cstate="print"/>
                        <a:stretch>
                          <a:fillRect/>
                        </a:stretch>
                      </p:blipFill>
                      <p:spPr>
                        <a:xfrm rot="0">
                          <a:off x="6372943" y="4380916"/>
                          <a:ext cx="3586036" cy="2100848"/>
                        </a:xfrm>
                        <a:prstGeom prst="rect"/>
                        <a:solidFill>
                          <a:srgbClr val="7F7F7F"/>
                        </a:solidFill>
                        <a:ln cmpd="sng" cap="flat">
                          <a:noFill/>
                          <a:prstDash val="solid"/>
                          <a:round/>
                        </a:ln>
                        <a:effectLst>
                          <a:outerShdw sx="100000" sy="100000" algn="ctr" rotWithShape="0" blurRad="0" dist="35921" dir="2700000">
                            <a:srgbClr val="EEECE1">
                              <a:alpha val="99607"/>
                            </a:srgbClr>
                          </a:outerShdw>
                        </a:effectLst>
                      </p:spPr>
                    </p:pic>
                  </p:oleObj>
                </mc:Fallback>
              </mc:AlternateContent>
            </a:graphicData>
          </a:graphic>
        </p:graphicFrame>
        <p:grpSp>
          <p:nvGrpSpPr>
            <p:cNvPr id="924" name="Combination"/>
            <p:cNvGrpSpPr>
              <a:grpSpLocks/>
            </p:cNvGrpSpPr>
            <p:nvPr/>
          </p:nvGrpSpPr>
          <p:grpSpPr>
            <a:xfrm>
              <a:off x="4532207" y="4408437"/>
              <a:ext cx="2498658" cy="1039285"/>
              <a:chOff x="4532207" y="4408437"/>
              <a:chExt cx="2498658" cy="1039285"/>
            </a:xfrm>
          </p:grpSpPr>
          <p:sp>
            <p:nvSpPr>
              <p:cNvPr id="922" name="曲线"/>
              <p:cNvSpPr>
                <a:spLocks/>
              </p:cNvSpPr>
              <p:nvPr/>
            </p:nvSpPr>
            <p:spPr>
              <a:xfrm rot="0">
                <a:off x="4535099" y="4452997"/>
                <a:ext cx="2495765" cy="994725"/>
              </a:xfrm>
              <a:custGeom>
                <a:gdLst>
                  <a:gd name="T1" fmla="*/ 0 w 21600"/>
                  <a:gd name="T2" fmla="*/ 0 h 21600"/>
                  <a:gd name="T3" fmla="*/ 21600 w 21600"/>
                  <a:gd name="T4" fmla="*/ 21600 h 21600"/>
                </a:gdLst>
                <a:rect l="T1" t="T2" r="T3" b="T4"/>
                <a:pathLst>
                  <a:path w="21600" h="21600">
                    <a:moveTo>
                      <a:pt x="87" y="12093"/>
                    </a:moveTo>
                    <a:lnTo>
                      <a:pt x="0" y="10984"/>
                    </a:lnTo>
                    <a:lnTo>
                      <a:pt x="649" y="9106"/>
                    </a:lnTo>
                    <a:lnTo>
                      <a:pt x="1075" y="8025"/>
                    </a:lnTo>
                    <a:lnTo>
                      <a:pt x="1525" y="7255"/>
                    </a:lnTo>
                    <a:lnTo>
                      <a:pt x="1888" y="6460"/>
                    </a:lnTo>
                    <a:lnTo>
                      <a:pt x="2377" y="5691"/>
                    </a:lnTo>
                    <a:lnTo>
                      <a:pt x="2803" y="4980"/>
                    </a:lnTo>
                    <a:lnTo>
                      <a:pt x="3366" y="4354"/>
                    </a:lnTo>
                    <a:lnTo>
                      <a:pt x="3803" y="3812"/>
                    </a:lnTo>
                    <a:lnTo>
                      <a:pt x="4267" y="3215"/>
                    </a:lnTo>
                    <a:lnTo>
                      <a:pt x="4929" y="2646"/>
                    </a:lnTo>
                    <a:lnTo>
                      <a:pt x="5542" y="2133"/>
                    </a:lnTo>
                    <a:lnTo>
                      <a:pt x="6282" y="1622"/>
                    </a:lnTo>
                    <a:lnTo>
                      <a:pt x="7270" y="966"/>
                    </a:lnTo>
                    <a:lnTo>
                      <a:pt x="8083" y="568"/>
                    </a:lnTo>
                    <a:lnTo>
                      <a:pt x="8760" y="397"/>
                    </a:lnTo>
                    <a:lnTo>
                      <a:pt x="9736" y="170"/>
                    </a:lnTo>
                    <a:lnTo>
                      <a:pt x="10474" y="0"/>
                    </a:lnTo>
                    <a:lnTo>
                      <a:pt x="11212" y="55"/>
                    </a:lnTo>
                    <a:lnTo>
                      <a:pt x="11987" y="113"/>
                    </a:lnTo>
                    <a:lnTo>
                      <a:pt x="12777" y="397"/>
                    </a:lnTo>
                    <a:lnTo>
                      <a:pt x="13465" y="626"/>
                    </a:lnTo>
                    <a:lnTo>
                      <a:pt x="14165" y="1024"/>
                    </a:lnTo>
                    <a:lnTo>
                      <a:pt x="14829" y="1622"/>
                    </a:lnTo>
                    <a:lnTo>
                      <a:pt x="15466" y="2247"/>
                    </a:lnTo>
                    <a:lnTo>
                      <a:pt x="16143" y="3072"/>
                    </a:lnTo>
                    <a:lnTo>
                      <a:pt x="16794" y="4183"/>
                    </a:lnTo>
                    <a:lnTo>
                      <a:pt x="17294" y="5149"/>
                    </a:lnTo>
                    <a:lnTo>
                      <a:pt x="17845" y="6402"/>
                    </a:lnTo>
                    <a:lnTo>
                      <a:pt x="18233" y="7342"/>
                    </a:lnTo>
                    <a:lnTo>
                      <a:pt x="18421" y="7882"/>
                    </a:lnTo>
                    <a:lnTo>
                      <a:pt x="19797" y="1308"/>
                    </a:lnTo>
                    <a:lnTo>
                      <a:pt x="19947" y="2675"/>
                    </a:lnTo>
                    <a:lnTo>
                      <a:pt x="19947" y="4183"/>
                    </a:lnTo>
                    <a:lnTo>
                      <a:pt x="19973" y="5606"/>
                    </a:lnTo>
                    <a:lnTo>
                      <a:pt x="20023" y="7028"/>
                    </a:lnTo>
                    <a:lnTo>
                      <a:pt x="20085" y="8536"/>
                    </a:lnTo>
                    <a:lnTo>
                      <a:pt x="20210" y="10073"/>
                    </a:lnTo>
                    <a:lnTo>
                      <a:pt x="20323" y="11326"/>
                    </a:lnTo>
                    <a:lnTo>
                      <a:pt x="20485" y="12806"/>
                    </a:lnTo>
                    <a:lnTo>
                      <a:pt x="20661" y="14199"/>
                    </a:lnTo>
                    <a:lnTo>
                      <a:pt x="20911" y="15965"/>
                    </a:lnTo>
                    <a:lnTo>
                      <a:pt x="21349" y="17843"/>
                    </a:lnTo>
                    <a:lnTo>
                      <a:pt x="21587" y="19864"/>
                    </a:lnTo>
                    <a:lnTo>
                      <a:pt x="21085" y="19494"/>
                    </a:lnTo>
                    <a:lnTo>
                      <a:pt x="20597" y="19237"/>
                    </a:lnTo>
                    <a:lnTo>
                      <a:pt x="20034" y="18980"/>
                    </a:lnTo>
                    <a:lnTo>
                      <a:pt x="19509" y="18866"/>
                    </a:lnTo>
                    <a:lnTo>
                      <a:pt x="19197" y="18896"/>
                    </a:lnTo>
                    <a:lnTo>
                      <a:pt x="18859" y="18952"/>
                    </a:lnTo>
                    <a:lnTo>
                      <a:pt x="18382" y="19095"/>
                    </a:lnTo>
                    <a:lnTo>
                      <a:pt x="17945" y="19379"/>
                    </a:lnTo>
                    <a:lnTo>
                      <a:pt x="17556" y="19635"/>
                    </a:lnTo>
                    <a:lnTo>
                      <a:pt x="17107" y="20120"/>
                    </a:lnTo>
                    <a:lnTo>
                      <a:pt x="16644" y="20575"/>
                    </a:lnTo>
                    <a:lnTo>
                      <a:pt x="15980" y="21571"/>
                    </a:lnTo>
                    <a:lnTo>
                      <a:pt x="15754" y="19550"/>
                    </a:lnTo>
                    <a:lnTo>
                      <a:pt x="17044" y="14228"/>
                    </a:lnTo>
                    <a:lnTo>
                      <a:pt x="16830" y="13715"/>
                    </a:lnTo>
                    <a:lnTo>
                      <a:pt x="16092" y="12349"/>
                    </a:lnTo>
                    <a:lnTo>
                      <a:pt x="15480" y="11268"/>
                    </a:lnTo>
                    <a:lnTo>
                      <a:pt x="14665" y="9959"/>
                    </a:lnTo>
                    <a:lnTo>
                      <a:pt x="14153" y="9333"/>
                    </a:lnTo>
                    <a:lnTo>
                      <a:pt x="13664" y="8679"/>
                    </a:lnTo>
                    <a:lnTo>
                      <a:pt x="12965" y="7882"/>
                    </a:lnTo>
                    <a:lnTo>
                      <a:pt x="12288" y="7142"/>
                    </a:lnTo>
                    <a:lnTo>
                      <a:pt x="11525" y="6602"/>
                    </a:lnTo>
                    <a:lnTo>
                      <a:pt x="10862" y="6231"/>
                    </a:lnTo>
                    <a:lnTo>
                      <a:pt x="10148" y="5946"/>
                    </a:lnTo>
                    <a:lnTo>
                      <a:pt x="9422" y="5606"/>
                    </a:lnTo>
                    <a:lnTo>
                      <a:pt x="8847" y="5549"/>
                    </a:lnTo>
                    <a:lnTo>
                      <a:pt x="8095" y="5576"/>
                    </a:lnTo>
                    <a:lnTo>
                      <a:pt x="7345" y="5720"/>
                    </a:lnTo>
                    <a:lnTo>
                      <a:pt x="6645" y="5805"/>
                    </a:lnTo>
                    <a:lnTo>
                      <a:pt x="5880" y="6003"/>
                    </a:lnTo>
                    <a:lnTo>
                      <a:pt x="5017" y="6316"/>
                    </a:lnTo>
                    <a:lnTo>
                      <a:pt x="4179" y="6602"/>
                    </a:lnTo>
                    <a:lnTo>
                      <a:pt x="3416" y="7227"/>
                    </a:lnTo>
                    <a:lnTo>
                      <a:pt x="2890" y="7568"/>
                    </a:lnTo>
                    <a:lnTo>
                      <a:pt x="2365" y="8082"/>
                    </a:lnTo>
                    <a:lnTo>
                      <a:pt x="1977" y="8565"/>
                    </a:lnTo>
                    <a:lnTo>
                      <a:pt x="1576" y="9162"/>
                    </a:lnTo>
                    <a:lnTo>
                      <a:pt x="1212" y="9760"/>
                    </a:lnTo>
                    <a:lnTo>
                      <a:pt x="87" y="12093"/>
                    </a:lnTo>
                  </a:path>
                </a:pathLst>
              </a:custGeom>
              <a:solidFill>
                <a:schemeClr val="folHlink"/>
              </a:solidFill>
              <a:ln w="12700" cmpd="sng" cap="rnd">
                <a:solidFill>
                  <a:srgbClr val="000000"/>
                </a:solidFill>
                <a:prstDash val="solid"/>
                <a:round/>
              </a:ln>
              <a:effectLst>
                <a:outerShdw sx="100000" sy="100000" algn="ctr" rotWithShape="0" blurRad="0" dist="35921" dir="2700000">
                  <a:srgbClr val="EEECE1">
                    <a:alpha val="99607"/>
                  </a:srgbClr>
                </a:outerShdw>
              </a:effectLst>
            </p:spPr>
          </p:sp>
          <p:sp>
            <p:nvSpPr>
              <p:cNvPr id="923" name="曲线"/>
              <p:cNvSpPr>
                <a:spLocks/>
              </p:cNvSpPr>
              <p:nvPr/>
            </p:nvSpPr>
            <p:spPr>
              <a:xfrm rot="0">
                <a:off x="4532207" y="4408437"/>
                <a:ext cx="2469738" cy="940992"/>
              </a:xfrm>
              <a:custGeom>
                <a:gdLst>
                  <a:gd name="T1" fmla="*/ 0 w 21600"/>
                  <a:gd name="T2" fmla="*/ 0 h 21600"/>
                  <a:gd name="T3" fmla="*/ 21600 w 21600"/>
                  <a:gd name="T4" fmla="*/ 21600 h 21600"/>
                </a:gdLst>
                <a:rect l="T1" t="T2" r="T3" b="T4"/>
                <a:pathLst>
                  <a:path w="21600" h="21600">
                    <a:moveTo>
                      <a:pt x="0" y="12664"/>
                    </a:moveTo>
                    <a:lnTo>
                      <a:pt x="719" y="9807"/>
                    </a:lnTo>
                    <a:lnTo>
                      <a:pt x="1062" y="8904"/>
                    </a:lnTo>
                    <a:lnTo>
                      <a:pt x="1479" y="7942"/>
                    </a:lnTo>
                    <a:lnTo>
                      <a:pt x="1845" y="7189"/>
                    </a:lnTo>
                    <a:lnTo>
                      <a:pt x="2314" y="6316"/>
                    </a:lnTo>
                    <a:lnTo>
                      <a:pt x="2768" y="5505"/>
                    </a:lnTo>
                    <a:lnTo>
                      <a:pt x="3324" y="4693"/>
                    </a:lnTo>
                    <a:lnTo>
                      <a:pt x="3780" y="4120"/>
                    </a:lnTo>
                    <a:lnTo>
                      <a:pt x="4249" y="3519"/>
                    </a:lnTo>
                    <a:lnTo>
                      <a:pt x="4905" y="2856"/>
                    </a:lnTo>
                    <a:lnTo>
                      <a:pt x="5538" y="2375"/>
                    </a:lnTo>
                    <a:lnTo>
                      <a:pt x="6271" y="1835"/>
                    </a:lnTo>
                    <a:lnTo>
                      <a:pt x="7271" y="1112"/>
                    </a:lnTo>
                    <a:lnTo>
                      <a:pt x="8093" y="690"/>
                    </a:lnTo>
                    <a:lnTo>
                      <a:pt x="8775" y="481"/>
                    </a:lnTo>
                    <a:lnTo>
                      <a:pt x="9750" y="179"/>
                    </a:lnTo>
                    <a:lnTo>
                      <a:pt x="10508" y="0"/>
                    </a:lnTo>
                    <a:lnTo>
                      <a:pt x="11241" y="29"/>
                    </a:lnTo>
                    <a:lnTo>
                      <a:pt x="12026" y="60"/>
                    </a:lnTo>
                    <a:lnTo>
                      <a:pt x="12810" y="300"/>
                    </a:lnTo>
                    <a:lnTo>
                      <a:pt x="13518" y="510"/>
                    </a:lnTo>
                    <a:lnTo>
                      <a:pt x="14214" y="901"/>
                    </a:lnTo>
                    <a:lnTo>
                      <a:pt x="14872" y="1473"/>
                    </a:lnTo>
                    <a:lnTo>
                      <a:pt x="15529" y="2074"/>
                    </a:lnTo>
                    <a:lnTo>
                      <a:pt x="16187" y="2887"/>
                    </a:lnTo>
                    <a:lnTo>
                      <a:pt x="16844" y="3971"/>
                    </a:lnTo>
                    <a:lnTo>
                      <a:pt x="17338" y="4933"/>
                    </a:lnTo>
                    <a:lnTo>
                      <a:pt x="17881" y="6167"/>
                    </a:lnTo>
                    <a:lnTo>
                      <a:pt x="18273" y="7099"/>
                    </a:lnTo>
                    <a:lnTo>
                      <a:pt x="18816" y="8453"/>
                    </a:lnTo>
                    <a:lnTo>
                      <a:pt x="20019" y="2345"/>
                    </a:lnTo>
                    <a:lnTo>
                      <a:pt x="20006" y="3880"/>
                    </a:lnTo>
                    <a:lnTo>
                      <a:pt x="20019" y="5293"/>
                    </a:lnTo>
                    <a:lnTo>
                      <a:pt x="20069" y="6737"/>
                    </a:lnTo>
                    <a:lnTo>
                      <a:pt x="20132" y="8241"/>
                    </a:lnTo>
                    <a:lnTo>
                      <a:pt x="20246" y="9807"/>
                    </a:lnTo>
                    <a:lnTo>
                      <a:pt x="20347" y="11070"/>
                    </a:lnTo>
                    <a:lnTo>
                      <a:pt x="20512" y="12544"/>
                    </a:lnTo>
                    <a:lnTo>
                      <a:pt x="20675" y="13958"/>
                    </a:lnTo>
                    <a:lnTo>
                      <a:pt x="20928" y="15732"/>
                    </a:lnTo>
                    <a:lnTo>
                      <a:pt x="21170" y="17328"/>
                    </a:lnTo>
                    <a:lnTo>
                      <a:pt x="21358" y="18380"/>
                    </a:lnTo>
                    <a:lnTo>
                      <a:pt x="21586" y="19734"/>
                    </a:lnTo>
                    <a:lnTo>
                      <a:pt x="21093" y="19342"/>
                    </a:lnTo>
                    <a:lnTo>
                      <a:pt x="20587" y="19071"/>
                    </a:lnTo>
                    <a:lnTo>
                      <a:pt x="20019" y="18831"/>
                    </a:lnTo>
                    <a:lnTo>
                      <a:pt x="19499" y="18742"/>
                    </a:lnTo>
                    <a:lnTo>
                      <a:pt x="19171" y="18742"/>
                    </a:lnTo>
                    <a:lnTo>
                      <a:pt x="18854" y="18831"/>
                    </a:lnTo>
                    <a:lnTo>
                      <a:pt x="18361" y="19011"/>
                    </a:lnTo>
                    <a:lnTo>
                      <a:pt x="17918" y="19283"/>
                    </a:lnTo>
                    <a:lnTo>
                      <a:pt x="17527" y="19554"/>
                    </a:lnTo>
                    <a:lnTo>
                      <a:pt x="17072" y="20094"/>
                    </a:lnTo>
                    <a:lnTo>
                      <a:pt x="16604" y="20577"/>
                    </a:lnTo>
                    <a:lnTo>
                      <a:pt x="15934" y="21569"/>
                    </a:lnTo>
                    <a:lnTo>
                      <a:pt x="17464" y="14831"/>
                    </a:lnTo>
                    <a:lnTo>
                      <a:pt x="16844" y="13626"/>
                    </a:lnTo>
                    <a:lnTo>
                      <a:pt x="16111" y="12274"/>
                    </a:lnTo>
                    <a:lnTo>
                      <a:pt x="15479" y="11190"/>
                    </a:lnTo>
                    <a:lnTo>
                      <a:pt x="14669" y="9927"/>
                    </a:lnTo>
                    <a:lnTo>
                      <a:pt x="14151" y="9264"/>
                    </a:lnTo>
                    <a:lnTo>
                      <a:pt x="13670" y="8633"/>
                    </a:lnTo>
                    <a:lnTo>
                      <a:pt x="12975" y="7850"/>
                    </a:lnTo>
                    <a:lnTo>
                      <a:pt x="12292" y="7159"/>
                    </a:lnTo>
                    <a:lnTo>
                      <a:pt x="11519" y="6618"/>
                    </a:lnTo>
                    <a:lnTo>
                      <a:pt x="10863" y="6286"/>
                    </a:lnTo>
                    <a:lnTo>
                      <a:pt x="10141" y="6015"/>
                    </a:lnTo>
                    <a:lnTo>
                      <a:pt x="9407" y="5715"/>
                    </a:lnTo>
                    <a:lnTo>
                      <a:pt x="8839" y="5685"/>
                    </a:lnTo>
                    <a:lnTo>
                      <a:pt x="8093" y="5744"/>
                    </a:lnTo>
                    <a:lnTo>
                      <a:pt x="7322" y="5895"/>
                    </a:lnTo>
                    <a:lnTo>
                      <a:pt x="6614" y="6015"/>
                    </a:lnTo>
                    <a:lnTo>
                      <a:pt x="5841" y="6256"/>
                    </a:lnTo>
                    <a:lnTo>
                      <a:pt x="4970" y="6557"/>
                    </a:lnTo>
                    <a:lnTo>
                      <a:pt x="4134" y="6919"/>
                    </a:lnTo>
                    <a:lnTo>
                      <a:pt x="3376" y="7580"/>
                    </a:lnTo>
                    <a:lnTo>
                      <a:pt x="2831" y="7911"/>
                    </a:lnTo>
                    <a:lnTo>
                      <a:pt x="2300" y="8453"/>
                    </a:lnTo>
                    <a:lnTo>
                      <a:pt x="1870" y="8993"/>
                    </a:lnTo>
                    <a:lnTo>
                      <a:pt x="1479" y="9535"/>
                    </a:lnTo>
                    <a:lnTo>
                      <a:pt x="1149" y="10227"/>
                    </a:lnTo>
                    <a:lnTo>
                      <a:pt x="0" y="12664"/>
                    </a:lnTo>
                  </a:path>
                </a:pathLst>
              </a:custGeom>
              <a:solidFill>
                <a:schemeClr val="folHlink"/>
              </a:solidFill>
              <a:ln w="12700" cmpd="sng" cap="rnd">
                <a:solidFill>
                  <a:srgbClr val="000000"/>
                </a:solidFill>
                <a:prstDash val="solid"/>
                <a:round/>
              </a:ln>
              <a:effectLst>
                <a:outerShdw sx="100000" sy="100000" algn="ctr" rotWithShape="0" blurRad="0" dist="35921" dir="2700000">
                  <a:srgbClr val="EEECE1">
                    <a:alpha val="99607"/>
                  </a:srgbClr>
                </a:outerShdw>
              </a:effectLst>
            </p:spPr>
          </p:sp>
        </p:grpSp>
        <p:sp>
          <p:nvSpPr>
            <p:cNvPr id="925" name="Straight line"/>
            <p:cNvSpPr>
              <a:spLocks/>
            </p:cNvSpPr>
            <p:nvPr/>
          </p:nvSpPr>
          <p:spPr>
            <a:xfrm flipH="1" rot="0">
              <a:off x="9036442" y="5561743"/>
              <a:ext cx="358604" cy="366959"/>
            </a:xfrm>
            <a:prstGeom prst="line"/>
            <a:noFill/>
            <a:ln w="12700" cmpd="sng" cap="flat">
              <a:solidFill>
                <a:srgbClr val="800080"/>
              </a:solidFill>
              <a:prstDash val="solid"/>
              <a:round/>
              <a:tailEnd type="triangle" w="med" len="med"/>
            </a:ln>
            <a:effectLst>
              <a:outerShdw sx="100000" sy="100000" algn="ctr" rotWithShape="0" blurRad="0" dist="35921" dir="2700000">
                <a:srgbClr val="EEECE1">
                  <a:alpha val="99607"/>
                </a:srgbClr>
              </a:outerShdw>
            </a:effectLst>
          </p:spPr>
        </p:sp>
        <p:sp>
          <p:nvSpPr>
            <p:cNvPr id="926" name="Rectangles"/>
            <p:cNvSpPr>
              <a:spLocks/>
            </p:cNvSpPr>
            <p:nvPr/>
          </p:nvSpPr>
          <p:spPr>
            <a:xfrm rot="0">
              <a:off x="9036442" y="5089102"/>
              <a:ext cx="1800198" cy="520655"/>
            </a:xfrm>
            <a:prstGeom prst="rect"/>
            <a:noFill/>
            <a:ln w="12700" cmpd="sng" cap="flat">
              <a:noFill/>
              <a:prstDash val="solid"/>
              <a:miter/>
            </a:ln>
            <a:effectLst>
              <a:outerShdw sx="100000" sy="100000" algn="ctr" rotWithShape="0" blurRad="0" dist="35921" dir="2700000">
                <a:srgbClr val="EEECE1">
                  <a:alpha val="99607"/>
                </a:srgbClr>
              </a:outerShdw>
            </a:effectLst>
          </p:spPr>
          <p:txBody>
            <a:bodyPr vert="horz" wrap="square" lIns="90488" tIns="44450" rIns="90488" bIns="44450" anchor="t" anchorCtr="0">
              <a:prstTxWarp prst="textNoShape"/>
              <a:spAutoFit/>
            </a:bodyPr>
            <a:lstStyle/>
            <a:p>
              <a:pPr marL="0" indent="0" algn="l" eaLnBrk="0" hangingPunct="0">
                <a:lnSpc>
                  <a:spcPct val="100000"/>
                </a:lnSpc>
                <a:spcBef>
                  <a:spcPct val="50000"/>
                </a:spcBef>
                <a:spcAft>
                  <a:spcPts val="0"/>
                </a:spcAft>
                <a:buNone/>
                <a:tabLst>
                  <a:tab pos="285750" algn="l"/>
                </a:tabLst>
              </a:pPr>
              <a:r>
                <a:rPr lang="en-US" altLang="zh-CN" sz="2800" b="1" i="0" u="none" strike="noStrike" kern="1200" cap="none" spc="0" baseline="0">
                  <a:solidFill>
                    <a:schemeClr val="accent2"/>
                  </a:solidFill>
                  <a:effectLst>
                    <a:outerShdw sx="100000" sy="100000" blurRad="38100" dir="2700000" dist="38100" algn="tl">
                      <a:srgbClr val="C0C0C0"/>
                    </a:outerShdw>
                  </a:effectLst>
                  <a:latin typeface="Arial" pitchFamily="34" charset="0"/>
                  <a:ea typeface="MS PGothic" pitchFamily="34" charset="-128"/>
                  <a:cs typeface="Calibri" pitchFamily="34" charset="0"/>
                </a:rPr>
                <a:t>  	0.3821</a:t>
              </a:r>
              <a:endParaRPr lang="zh-CN" altLang="en-US" sz="2800" b="1" i="0" u="none" strike="noStrike" kern="1200" cap="none" spc="0" baseline="0">
                <a:solidFill>
                  <a:schemeClr val="accent2"/>
                </a:solidFill>
                <a:effectLst>
                  <a:outerShdw sx="100000" sy="100000" blurRad="38100" dir="2700000" dist="38100" algn="tl">
                    <a:srgbClr val="C0C0C0"/>
                  </a:outerShdw>
                </a:effectLst>
                <a:latin typeface="Arial" pitchFamily="34" charset="0"/>
                <a:ea typeface="MS PGothic" pitchFamily="34" charset="-128"/>
                <a:cs typeface="Calibri" pitchFamily="34" charset="0"/>
              </a:endParaRPr>
            </a:p>
          </p:txBody>
        </p:sp>
        <p:sp>
          <p:nvSpPr>
            <p:cNvPr id="927" name="Rectangles"/>
            <p:cNvSpPr>
              <a:spLocks/>
            </p:cNvSpPr>
            <p:nvPr/>
          </p:nvSpPr>
          <p:spPr>
            <a:xfrm rot="0">
              <a:off x="2100065" y="3897314"/>
              <a:ext cx="3542656" cy="384175"/>
            </a:xfrm>
            <a:prstGeom prst="rect"/>
            <a:noFill/>
            <a:ln w="12700" cmpd="sng" cap="flat">
              <a:noFill/>
              <a:prstDash val="solid"/>
              <a:miter/>
            </a:ln>
            <a:effectLst>
              <a:outerShdw sx="100000" sy="100000" algn="ctr" rotWithShape="0" blurRad="0" dist="35921" dir="2700000">
                <a:srgbClr val="EEECE1">
                  <a:alpha val="99607"/>
                </a:srgbClr>
              </a:outerShdw>
            </a:effectLst>
          </p:spPr>
          <p:txBody>
            <a:bodyPr vert="horz" wrap="square" lIns="90488" tIns="44450" rIns="90488" bIns="44450" anchor="t" anchorCtr="0">
              <a:prstTxWarp prst="textNoShape"/>
              <a:spAutoFit/>
            </a:bodyPr>
            <a:lstStyle/>
            <a:p>
              <a:pPr marL="0" indent="0" algn="ctr" eaLnBrk="0" hangingPunct="0">
                <a:lnSpc>
                  <a:spcPct val="100000"/>
                </a:lnSpc>
                <a:spcBef>
                  <a:spcPct val="50000"/>
                </a:spcBef>
                <a:spcAft>
                  <a:spcPts val="0"/>
                </a:spcAft>
                <a:buNone/>
              </a:pPr>
              <a:r>
                <a:rPr lang="en-US" altLang="zh-CN" sz="2000" b="0" i="0" u="none" strike="noStrike" kern="1200" cap="none" spc="0" baseline="0">
                  <a:solidFill>
                    <a:schemeClr val="tx1"/>
                  </a:solidFill>
                  <a:latin typeface="Calibri" pitchFamily="34" charset="0"/>
                  <a:ea typeface="ＭＳ Ｐゴシック" pitchFamily="0" charset="0"/>
                  <a:cs typeface="Calibri" pitchFamily="34" charset="0"/>
                </a:rPr>
                <a:t>Normal  Distribution</a:t>
              </a:r>
              <a:endParaRPr lang="zh-CN" altLang="en-US" sz="2000" b="0" i="0" u="none" strike="noStrike" kern="1200" cap="none" spc="0" baseline="0">
                <a:solidFill>
                  <a:schemeClr val="tx1"/>
                </a:solidFill>
                <a:latin typeface="Calibri" pitchFamily="34" charset="0"/>
                <a:ea typeface="ＭＳ Ｐゴシック" pitchFamily="0" charset="0"/>
                <a:cs typeface="Calibri" pitchFamily="34" charset="0"/>
              </a:endParaRPr>
            </a:p>
          </p:txBody>
        </p:sp>
        <p:sp>
          <p:nvSpPr>
            <p:cNvPr id="928" name="Rectangles"/>
            <p:cNvSpPr>
              <a:spLocks/>
            </p:cNvSpPr>
            <p:nvPr/>
          </p:nvSpPr>
          <p:spPr>
            <a:xfrm rot="0">
              <a:off x="6297751" y="3928768"/>
              <a:ext cx="3902704" cy="679449"/>
            </a:xfrm>
            <a:prstGeom prst="rect"/>
            <a:noFill/>
            <a:ln w="12700" cmpd="sng" cap="flat">
              <a:noFill/>
              <a:prstDash val="solid"/>
              <a:miter/>
            </a:ln>
            <a:effectLst>
              <a:outerShdw sx="100000" sy="100000" algn="ctr" rotWithShape="0" blurRad="0" dist="35921" dir="2700000">
                <a:srgbClr val="EEECE1">
                  <a:alpha val="99607"/>
                </a:srgbClr>
              </a:outerShdw>
            </a:effectLst>
          </p:spPr>
          <p:txBody>
            <a:bodyPr vert="horz" wrap="square" lIns="90488" tIns="44450" rIns="90488" bIns="44450" anchor="t" anchorCtr="0">
              <a:prstTxWarp prst="textNoShape"/>
              <a:spAutoFit/>
            </a:bodyPr>
            <a:lstStyle/>
            <a:p>
              <a:pPr marL="0" indent="0" algn="ctr" eaLnBrk="0" hangingPunct="0">
                <a:lnSpc>
                  <a:spcPct val="100000"/>
                </a:lnSpc>
                <a:spcBef>
                  <a:spcPct val="50000"/>
                </a:spcBef>
                <a:spcAft>
                  <a:spcPts val="0"/>
                </a:spcAft>
                <a:buNone/>
              </a:pPr>
              <a:r>
                <a:rPr lang="en-US" altLang="zh-CN" sz="2000" b="0" i="0" u="none" strike="noStrike" kern="1200" cap="none" spc="0" baseline="0">
                  <a:solidFill>
                    <a:schemeClr val="tx1"/>
                  </a:solidFill>
                  <a:latin typeface="Calibri" pitchFamily="34" charset="0"/>
                  <a:ea typeface="ＭＳ Ｐゴシック" pitchFamily="0" charset="0"/>
                  <a:cs typeface="Calibri" pitchFamily="34" charset="0"/>
                </a:rPr>
                <a:t>Standardize Normal  Distribution</a:t>
              </a:r>
              <a:endParaRPr lang="zh-CN" altLang="en-US" sz="2000" b="0" i="0" u="none" strike="noStrike" kern="1200" cap="none" spc="0" baseline="0">
                <a:solidFill>
                  <a:schemeClr val="tx1"/>
                </a:solidFill>
                <a:latin typeface="Calibri" pitchFamily="34" charset="0"/>
                <a:ea typeface="ＭＳ Ｐゴシック" pitchFamily="0" charset="0"/>
                <a:cs typeface="Calibri" pitchFamily="34" charset="0"/>
              </a:endParaRPr>
            </a:p>
          </p:txBody>
        </p:sp>
      </p:grpSp>
      <p:graphicFrame>
        <p:nvGraphicFramePr>
          <p:cNvPr id="930" name="Object"/>
          <p:cNvGraphicFramePr>
            <a:graphicFrameLocks noChangeAspect="1"/>
          </p:cNvGraphicFramePr>
          <p:nvPr/>
        </p:nvGraphicFramePr>
        <p:xfrm>
          <a:off x="4800007" y="854925"/>
          <a:ext cx="2904320" cy="768909"/>
        </p:xfrm>
        <a:graphic>
          <a:graphicData uri="http://schemas.openxmlformats.org/presentationml/2006/ole">
            <mc:AlternateContent xmlns:mc="http://schemas.openxmlformats.org/markup-compatibility/2006">
              <mc:Choice xmlns:v="urn:schemas-microsoft-com:vml" Requires="v">
                <p:oleObj spid="" name="package" imgW="47548800" imgH="12598400" progId="package">
                  <p:embed/>
                </p:oleObj>
              </mc:Choice>
              <mc:Fallback>
                <p:oleObj name="package" imgW="47548800" imgH="12598400" progId="package">
                  <p:embed/>
                  <p:pic>
                    <p:nvPicPr>
                      <p:cNvPr id="930" name="Object"/>
                      <p:cNvPicPr>
                        <a:picLocks noChangeAspect="1"/>
                      </p:cNvPicPr>
                      <p:nvPr/>
                    </p:nvPicPr>
                    <p:blipFill>
                      <a:blip r:embed="rId3" cstate="print"/>
                      <a:stretch>
                        <a:fillRect/>
                      </a:stretch>
                    </p:blipFill>
                    <p:spPr>
                      <a:xfrm rot="0">
                        <a:off x="4800007" y="854925"/>
                        <a:ext cx="2904320" cy="768909"/>
                      </a:xfrm>
                      <a:prstGeom prst="rect"/>
                      <a:solidFill>
                        <a:schemeClr val="bg1"/>
                      </a:solidFill>
                      <a:ln cmpd="sng" cap="flat">
                        <a:noFill/>
                        <a:prstDash val="solid"/>
                        <a:round/>
                      </a:ln>
                    </p:spPr>
                  </p:pic>
                </p:oleObj>
              </mc:Fallback>
            </mc:AlternateContent>
          </a:graphicData>
        </a:graphic>
      </p:graphicFrame>
      <p:grpSp>
        <p:nvGrpSpPr>
          <p:cNvPr id="944" name="Combination"/>
          <p:cNvGrpSpPr>
            <a:grpSpLocks/>
          </p:cNvGrpSpPr>
          <p:nvPr/>
        </p:nvGrpSpPr>
        <p:grpSpPr>
          <a:xfrm>
            <a:off x="1560945" y="1595297"/>
            <a:ext cx="9107054" cy="2359212"/>
            <a:chOff x="1560945" y="1595297"/>
            <a:chExt cx="9107054" cy="2359212"/>
          </a:xfrm>
        </p:grpSpPr>
        <p:sp>
          <p:nvSpPr>
            <p:cNvPr id="931" name="Rectangles"/>
            <p:cNvSpPr>
              <a:spLocks/>
            </p:cNvSpPr>
            <p:nvPr/>
          </p:nvSpPr>
          <p:spPr>
            <a:xfrm rot="0">
              <a:off x="1815593" y="3547479"/>
              <a:ext cx="4392611" cy="386715"/>
            </a:xfrm>
            <a:prstGeom prst="rect"/>
            <a:noFill/>
            <a:ln w="12700" cmpd="sng" cap="flat">
              <a:noFill/>
              <a:prstDash val="solid"/>
              <a:round/>
            </a:ln>
          </p:spPr>
          <p:txBody>
            <a:bodyPr vert="horz" wrap="square" lIns="91440" tIns="45720" rIns="91440" bIns="45720" anchor="t" anchorCtr="0">
              <a:prstTxWarp prst="textNoShape"/>
              <a:spAutoFit/>
            </a:bodyPr>
            <a:lstStyle/>
            <a:p>
              <a:pPr marL="0" indent="0" algn="l" eaLnBrk="1" hangingPunct="1">
                <a:lnSpc>
                  <a:spcPct val="100000"/>
                </a:lnSpc>
                <a:spcBef>
                  <a:spcPts val="0"/>
                </a:spcBef>
                <a:spcAft>
                  <a:spcPts val="0"/>
                </a:spcAft>
                <a:buNone/>
              </a:pPr>
              <a:r>
                <a:rPr lang="en-US" altLang="zh-CN" sz="2000" b="0" i="0" u="none" strike="noStrike" kern="1200" cap="none" spc="0" baseline="0">
                  <a:solidFill>
                    <a:srgbClr val="0000FF"/>
                  </a:solidFill>
                  <a:latin typeface="Calibri" pitchFamily="34" charset="0"/>
                  <a:ea typeface="MS PGothic" pitchFamily="34" charset="-128"/>
                  <a:cs typeface="Calibri" pitchFamily="34" charset="0"/>
                </a:rPr>
                <a:t>P(Z = 0.30) = 1 - 0.6179 = 0.3821</a:t>
              </a:r>
              <a:endParaRPr lang="zh-CN" altLang="en-US" sz="2000" b="0" i="0" u="none" strike="noStrike" kern="1200" cap="none" spc="0" baseline="0">
                <a:solidFill>
                  <a:srgbClr val="0000FF"/>
                </a:solidFill>
                <a:latin typeface="Calibri" pitchFamily="34" charset="0"/>
                <a:ea typeface="MS PGothic" pitchFamily="34" charset="-128"/>
                <a:cs typeface="Calibri" pitchFamily="34" charset="0"/>
              </a:endParaRPr>
            </a:p>
          </p:txBody>
        </p:sp>
        <p:grpSp>
          <p:nvGrpSpPr>
            <p:cNvPr id="937" name="Combination"/>
            <p:cNvGrpSpPr>
              <a:grpSpLocks/>
            </p:cNvGrpSpPr>
            <p:nvPr/>
          </p:nvGrpSpPr>
          <p:grpSpPr>
            <a:xfrm>
              <a:off x="1560945" y="1628801"/>
              <a:ext cx="4736802" cy="1913711"/>
              <a:chOff x="1560945" y="1628801"/>
              <a:chExt cx="4736802" cy="1913711"/>
            </a:xfrm>
          </p:grpSpPr>
          <p:pic>
            <p:nvPicPr>
              <p:cNvPr id="932" name="Images"/>
              <p:cNvPicPr>
                <a:picLocks noChangeAspect="1"/>
              </p:cNvPicPr>
              <p:nvPr/>
            </p:nvPicPr>
            <p:blipFill>
              <a:blip r:embed="rId4" cstate="print"/>
              <a:srcRect t="41140" b="43110" l="27286" r="48937"/>
              <a:stretch>
                <a:fillRect/>
              </a:stretch>
            </p:blipFill>
            <p:spPr>
              <a:xfrm rot="0">
                <a:off x="1560945" y="1779983"/>
                <a:ext cx="4736802" cy="1762530"/>
              </a:xfrm>
              <a:prstGeom prst="rect"/>
              <a:noFill/>
              <a:ln w="12700" cmpd="sng" cap="flat">
                <a:noFill/>
                <a:prstDash val="solid"/>
                <a:miter/>
              </a:ln>
            </p:spPr>
          </p:pic>
          <p:sp>
            <p:nvSpPr>
              <p:cNvPr id="933" name="Oval"/>
              <p:cNvSpPr>
                <a:spLocks/>
              </p:cNvSpPr>
              <p:nvPr/>
            </p:nvSpPr>
            <p:spPr>
              <a:xfrm rot="0">
                <a:off x="2244965" y="2994751"/>
                <a:ext cx="778649" cy="358774"/>
              </a:xfrm>
              <a:prstGeom prst="ellipse"/>
              <a:noFill/>
              <a:ln w="22225" cmpd="sng" cap="flat">
                <a:solidFill>
                  <a:srgbClr val="FF0000"/>
                </a:solidFill>
                <a:prstDash val="solid"/>
                <a:round/>
              </a:ln>
            </p:spPr>
          </p:sp>
          <p:cxnSp>
            <p:nvCxnSpPr>
              <p:cNvPr id="934" name="直线连接线"/>
              <p:cNvCxnSpPr>
                <a:cxnSpLocks/>
              </p:cNvCxnSpPr>
              <p:nvPr/>
            </p:nvCxnSpPr>
            <p:spPr>
              <a:xfrm rot="0">
                <a:off x="1560945" y="3174138"/>
                <a:ext cx="639088" cy="1587"/>
              </a:xfrm>
              <a:prstGeom prst="straightConnector1"/>
              <a:noFill/>
              <a:ln w="25400" cmpd="sng" cap="flat">
                <a:solidFill>
                  <a:srgbClr val="FF0000"/>
                </a:solidFill>
                <a:prstDash val="dash"/>
                <a:round/>
                <a:tailEnd type="arrow" w="med" len="med"/>
              </a:ln>
            </p:spPr>
          </p:cxnSp>
          <p:cxnSp>
            <p:nvCxnSpPr>
              <p:cNvPr id="935" name="直线连接线"/>
              <p:cNvCxnSpPr>
                <a:cxnSpLocks/>
              </p:cNvCxnSpPr>
              <p:nvPr/>
            </p:nvCxnSpPr>
            <p:spPr>
              <a:xfrm rot="0">
                <a:off x="2634289" y="1866249"/>
                <a:ext cx="1587" cy="1107697"/>
              </a:xfrm>
              <a:prstGeom prst="straightConnector1"/>
              <a:noFill/>
              <a:ln w="25400" cmpd="sng" cap="flat">
                <a:solidFill>
                  <a:srgbClr val="FF0000"/>
                </a:solidFill>
                <a:prstDash val="dash"/>
                <a:round/>
                <a:tailEnd type="arrow" w="med" len="med"/>
              </a:ln>
            </p:spPr>
          </p:cxnSp>
          <p:sp>
            <p:nvSpPr>
              <p:cNvPr id="936" name="Rectangles"/>
              <p:cNvSpPr>
                <a:spLocks/>
              </p:cNvSpPr>
              <p:nvPr/>
            </p:nvSpPr>
            <p:spPr>
              <a:xfrm rot="0">
                <a:off x="4993541" y="1628801"/>
                <a:ext cx="1281557" cy="329563"/>
              </a:xfrm>
              <a:prstGeom prst="rect"/>
              <a:noFill/>
              <a:ln w="12700" cmpd="sng" cap="flat">
                <a:noFill/>
                <a:prstDash val="solid"/>
                <a:round/>
              </a:ln>
            </p:spPr>
            <p:txBody>
              <a:bodyPr vert="horz" wrap="none" lIns="91440" tIns="45720" rIns="91440" bIns="45720" anchor="t" anchorCtr="0">
                <a:prstTxWarp prst="textNoShape"/>
                <a:spAutoFit/>
              </a:bodyPr>
              <a:lstStyle/>
              <a:p>
                <a:pPr marL="0" indent="0" algn="l" eaLnBrk="1" hangingPunct="1">
                  <a:lnSpc>
                    <a:spcPct val="100000"/>
                  </a:lnSpc>
                  <a:spcBef>
                    <a:spcPts val="0"/>
                  </a:spcBef>
                  <a:spcAft>
                    <a:spcPts val="0"/>
                  </a:spcAft>
                  <a:buNone/>
                </a:pPr>
                <a:r>
                  <a:rPr lang="en-US" altLang="zh-CN" sz="1600" b="1" i="0" u="none" strike="noStrike" kern="1200" cap="none" spc="0" baseline="0">
                    <a:solidFill>
                      <a:srgbClr val="FF0000"/>
                    </a:solidFill>
                    <a:latin typeface="Calibri" pitchFamily="34" charset="0"/>
                    <a:ea typeface="MS PGothic" pitchFamily="34" charset="-128"/>
                    <a:cs typeface="Calibri" pitchFamily="34" charset="0"/>
                  </a:rPr>
                  <a:t>Full </a:t>
                </a:r>
                <a:r>
                  <a:rPr lang="en-US" altLang="zh-CN" sz="1600" b="1" i="1" u="none" strike="noStrike" kern="1200" cap="none" spc="0" baseline="0">
                    <a:solidFill>
                      <a:srgbClr val="FF0000"/>
                    </a:solidFill>
                    <a:latin typeface="Calibri" pitchFamily="34" charset="0"/>
                    <a:ea typeface="MS PGothic" pitchFamily="34" charset="-128"/>
                    <a:cs typeface="Calibri" pitchFamily="34" charset="0"/>
                  </a:rPr>
                  <a:t>Z</a:t>
                </a:r>
                <a:r>
                  <a:rPr lang="en-US" altLang="zh-CN" sz="1600" b="1" i="0" u="none" strike="noStrike" kern="1200" cap="none" spc="0" baseline="0">
                    <a:solidFill>
                      <a:srgbClr val="FF0000"/>
                    </a:solidFill>
                    <a:latin typeface="Calibri" pitchFamily="34" charset="0"/>
                    <a:ea typeface="MS PGothic" pitchFamily="34" charset="-128"/>
                    <a:cs typeface="Calibri" pitchFamily="34" charset="0"/>
                  </a:rPr>
                  <a:t> Table</a:t>
                </a:r>
                <a:endParaRPr lang="zh-CN" altLang="en-US" sz="1600" b="1" i="0" u="none" strike="noStrike" kern="1200" cap="none" spc="0" baseline="0">
                  <a:solidFill>
                    <a:srgbClr val="FF0000"/>
                  </a:solidFill>
                  <a:latin typeface="Calibri" pitchFamily="34" charset="0"/>
                  <a:ea typeface="MS PGothic" pitchFamily="34" charset="-128"/>
                  <a:cs typeface="Calibri" pitchFamily="34" charset="0"/>
                </a:endParaRPr>
              </a:p>
            </p:txBody>
          </p:sp>
        </p:grpSp>
        <p:pic>
          <p:nvPicPr>
            <p:cNvPr id="938" name="Images"/>
            <p:cNvPicPr>
              <a:picLocks noChangeAspect="1"/>
            </p:cNvPicPr>
            <p:nvPr/>
          </p:nvPicPr>
          <p:blipFill>
            <a:blip r:embed="rId5" cstate="print"/>
            <a:srcRect t="31297" b="53938" l="26203" r="52007"/>
            <a:stretch>
              <a:fillRect/>
            </a:stretch>
          </p:blipFill>
          <p:spPr>
            <a:xfrm rot="0">
              <a:off x="6167577" y="1791875"/>
              <a:ext cx="4464926" cy="1700999"/>
            </a:xfrm>
            <a:prstGeom prst="rect"/>
            <a:noFill/>
            <a:ln w="12700" cmpd="sng" cap="flat">
              <a:noFill/>
              <a:prstDash val="solid"/>
              <a:miter/>
            </a:ln>
          </p:spPr>
        </p:pic>
        <p:sp>
          <p:nvSpPr>
            <p:cNvPr id="939" name="Oval"/>
            <p:cNvSpPr>
              <a:spLocks/>
            </p:cNvSpPr>
            <p:nvPr/>
          </p:nvSpPr>
          <p:spPr>
            <a:xfrm rot="0">
              <a:off x="7345779" y="2973947"/>
              <a:ext cx="778649" cy="358774"/>
            </a:xfrm>
            <a:prstGeom prst="ellipse"/>
            <a:noFill/>
            <a:ln w="22225" cmpd="sng" cap="flat">
              <a:solidFill>
                <a:srgbClr val="FF0000"/>
              </a:solidFill>
              <a:prstDash val="solid"/>
              <a:round/>
            </a:ln>
          </p:spPr>
        </p:sp>
        <p:cxnSp>
          <p:nvCxnSpPr>
            <p:cNvPr id="940" name="直线连接线"/>
            <p:cNvCxnSpPr>
              <a:cxnSpLocks/>
            </p:cNvCxnSpPr>
            <p:nvPr/>
          </p:nvCxnSpPr>
          <p:spPr>
            <a:xfrm flipV="1" rot="21600000">
              <a:off x="6556901" y="3147725"/>
              <a:ext cx="763952" cy="18254"/>
            </a:xfrm>
            <a:prstGeom prst="straightConnector1"/>
            <a:noFill/>
            <a:ln w="25400" cmpd="sng" cap="flat">
              <a:solidFill>
                <a:srgbClr val="FF0000"/>
              </a:solidFill>
              <a:prstDash val="dash"/>
              <a:round/>
              <a:tailEnd type="arrow" w="med" len="med"/>
            </a:ln>
          </p:spPr>
        </p:cxnSp>
        <p:cxnSp>
          <p:nvCxnSpPr>
            <p:cNvPr id="941" name="直线连接线"/>
            <p:cNvCxnSpPr>
              <a:cxnSpLocks/>
            </p:cNvCxnSpPr>
            <p:nvPr/>
          </p:nvCxnSpPr>
          <p:spPr>
            <a:xfrm rot="0">
              <a:off x="7735104" y="1866248"/>
              <a:ext cx="1587" cy="1020574"/>
            </a:xfrm>
            <a:prstGeom prst="straightConnector1"/>
            <a:noFill/>
            <a:ln w="25400" cmpd="sng" cap="flat">
              <a:solidFill>
                <a:srgbClr val="FF0000"/>
              </a:solidFill>
              <a:prstDash val="dash"/>
              <a:round/>
              <a:tailEnd type="arrow" w="med" len="med"/>
            </a:ln>
          </p:spPr>
        </p:cxnSp>
        <p:sp>
          <p:nvSpPr>
            <p:cNvPr id="942" name="Rectangles"/>
            <p:cNvSpPr>
              <a:spLocks/>
            </p:cNvSpPr>
            <p:nvPr/>
          </p:nvSpPr>
          <p:spPr>
            <a:xfrm rot="0">
              <a:off x="9341602" y="1595297"/>
              <a:ext cx="1322196" cy="329563"/>
            </a:xfrm>
            <a:prstGeom prst="rect"/>
            <a:noFill/>
            <a:ln w="12700" cmpd="sng" cap="flat">
              <a:noFill/>
              <a:prstDash val="solid"/>
              <a:round/>
            </a:ln>
          </p:spPr>
          <p:txBody>
            <a:bodyPr vert="horz" wrap="none" lIns="91440" tIns="45720" rIns="91440" bIns="45720" anchor="t" anchorCtr="0">
              <a:prstTxWarp prst="textNoShape"/>
              <a:spAutoFit/>
            </a:bodyPr>
            <a:lstStyle/>
            <a:p>
              <a:pPr marL="0" indent="0" algn="l" eaLnBrk="1" hangingPunct="1">
                <a:lnSpc>
                  <a:spcPct val="100000"/>
                </a:lnSpc>
                <a:spcBef>
                  <a:spcPts val="0"/>
                </a:spcBef>
                <a:spcAft>
                  <a:spcPts val="0"/>
                </a:spcAft>
                <a:buNone/>
              </a:pPr>
              <a:r>
                <a:rPr lang="en-US" altLang="zh-CN" sz="1600" b="1" i="0" u="none" strike="noStrike" kern="1200" cap="none" spc="0" baseline="0">
                  <a:solidFill>
                    <a:srgbClr val="FF0000"/>
                  </a:solidFill>
                  <a:latin typeface="Calibri" pitchFamily="34" charset="0"/>
                  <a:ea typeface="MS PGothic" pitchFamily="34" charset="-128"/>
                  <a:cs typeface="Calibri" pitchFamily="34" charset="0"/>
                </a:rPr>
                <a:t>Half </a:t>
              </a:r>
              <a:r>
                <a:rPr lang="en-US" altLang="zh-CN" sz="1600" b="1" i="1" u="none" strike="noStrike" kern="1200" cap="none" spc="0" baseline="0">
                  <a:solidFill>
                    <a:srgbClr val="FF0000"/>
                  </a:solidFill>
                  <a:latin typeface="Calibri" pitchFamily="34" charset="0"/>
                  <a:ea typeface="MS PGothic" pitchFamily="34" charset="-128"/>
                  <a:cs typeface="Calibri" pitchFamily="34" charset="0"/>
                </a:rPr>
                <a:t>Z</a:t>
              </a:r>
              <a:r>
                <a:rPr lang="en-US" altLang="zh-CN" sz="1600" b="1" i="0" u="none" strike="noStrike" kern="1200" cap="none" spc="0" baseline="0">
                  <a:solidFill>
                    <a:srgbClr val="FF0000"/>
                  </a:solidFill>
                  <a:latin typeface="Calibri" pitchFamily="34" charset="0"/>
                  <a:ea typeface="MS PGothic" pitchFamily="34" charset="-128"/>
                  <a:cs typeface="Calibri" pitchFamily="34" charset="0"/>
                </a:rPr>
                <a:t> Table</a:t>
              </a:r>
              <a:endParaRPr lang="zh-CN" altLang="en-US" sz="1600" b="1" i="0" u="none" strike="noStrike" kern="1200" cap="none" spc="0" baseline="0">
                <a:solidFill>
                  <a:srgbClr val="FF0000"/>
                </a:solidFill>
                <a:latin typeface="Calibri" pitchFamily="34" charset="0"/>
                <a:ea typeface="MS PGothic" pitchFamily="34" charset="-128"/>
                <a:cs typeface="Calibri" pitchFamily="34" charset="0"/>
              </a:endParaRPr>
            </a:p>
          </p:txBody>
        </p:sp>
        <p:sp>
          <p:nvSpPr>
            <p:cNvPr id="943" name="Rectangles"/>
            <p:cNvSpPr>
              <a:spLocks/>
            </p:cNvSpPr>
            <p:nvPr/>
          </p:nvSpPr>
          <p:spPr>
            <a:xfrm rot="0">
              <a:off x="6275387" y="3567794"/>
              <a:ext cx="4392613" cy="386715"/>
            </a:xfrm>
            <a:prstGeom prst="rect"/>
            <a:noFill/>
            <a:ln w="12700" cmpd="sng" cap="flat">
              <a:noFill/>
              <a:prstDash val="solid"/>
              <a:round/>
            </a:ln>
          </p:spPr>
          <p:txBody>
            <a:bodyPr vert="horz" wrap="square" lIns="91440" tIns="45720" rIns="91440" bIns="45720" anchor="t" anchorCtr="0">
              <a:prstTxWarp prst="textNoShape"/>
              <a:spAutoFit/>
            </a:bodyPr>
            <a:lstStyle/>
            <a:p>
              <a:pPr marL="0" indent="0" algn="l" eaLnBrk="1" hangingPunct="1">
                <a:lnSpc>
                  <a:spcPct val="100000"/>
                </a:lnSpc>
                <a:spcBef>
                  <a:spcPts val="0"/>
                </a:spcBef>
                <a:spcAft>
                  <a:spcPts val="0"/>
                </a:spcAft>
                <a:buNone/>
              </a:pPr>
              <a:r>
                <a:rPr lang="en-US" altLang="zh-CN" sz="2000" b="0" i="0" u="none" strike="noStrike" kern="1200" cap="none" spc="0" baseline="0">
                  <a:solidFill>
                    <a:srgbClr val="0000FF"/>
                  </a:solidFill>
                  <a:latin typeface="Calibri" pitchFamily="34" charset="0"/>
                  <a:ea typeface="MS PGothic" pitchFamily="34" charset="-128"/>
                  <a:cs typeface="Calibri" pitchFamily="34" charset="0"/>
                </a:rPr>
                <a:t>P(Z = 0.30) = 0.5 - 0.1179 = 0.3821</a:t>
              </a:r>
              <a:endParaRPr lang="zh-CN" altLang="en-US" sz="2000" b="0" i="0" u="none" strike="noStrike" kern="1200" cap="none" spc="0" baseline="0">
                <a:solidFill>
                  <a:srgbClr val="0000FF"/>
                </a:solidFill>
                <a:latin typeface="Calibri" pitchFamily="34" charset="0"/>
                <a:ea typeface="MS PGothic" pitchFamily="34" charset="-128"/>
                <a:cs typeface="Calibri" pitchFamily="34" charset="0"/>
              </a:endParaRPr>
            </a:p>
          </p:txBody>
        </p:sp>
      </p:grpSp>
    </p:spTree>
    <p:extLst>
      <p:ext uri="{BB962C8B-B14F-4D97-AF65-F5344CB8AC3E}">
        <p14:creationId xmlns:p14="http://schemas.microsoft.com/office/powerpoint/2010/main" val="741149980"/>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929"/>
                                        </p:tgtEl>
                                        <p:attrNameLst>
                                          <p:attrName>style.visibility</p:attrName>
                                        </p:attrNameLst>
                                      </p:cBhvr>
                                      <p:to>
                                        <p:strVal val="visible"/>
                                      </p:to>
                                    </p:set>
                                    <p:animEffect transition="in" filter="dissolve">
                                      <p:cBhvr>
                                        <p:cTn id="7" dur="500"/>
                                        <p:tgtEl>
                                          <p:spTgt spid="9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9" grpId="0" animBg="1"/>
    </p:bldLst>
  </p:timing>
</p:sld>
</file>

<file path=ppt/slides/slide84.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948" name="Text box"/>
          <p:cNvSpPr>
            <a:spLocks noGrp="1"/>
          </p:cNvSpPr>
          <p:nvPr>
            <p:ph type="title"/>
          </p:nvPr>
        </p:nvSpPr>
        <p:spPr>
          <a:xfrm rot="0">
            <a:off x="3792538" y="333375"/>
            <a:ext cx="6264276" cy="647699"/>
          </a:xfrm>
          <a:prstGeom prst="rect"/>
          <a:noFill/>
          <a:ln w="25400" cmpd="sng" cap="flat">
            <a:noFill/>
            <a:prstDash val="solid"/>
            <a:round/>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en-US" altLang="zh-CN" sz="4000" b="1" i="0" u="none" strike="noStrike" kern="1200" cap="none" spc="0" baseline="0">
                <a:solidFill>
                  <a:schemeClr val="tx1"/>
                </a:solidFill>
                <a:latin typeface="Calibri" pitchFamily="34" charset="0"/>
                <a:ea typeface="宋体" pitchFamily="0" charset="0"/>
                <a:cs typeface="Calibri" pitchFamily="34" charset="0"/>
              </a:rPr>
              <a:t>Example: Find P(7.1 </a:t>
            </a:r>
            <a:r>
              <a:rPr lang="en-US" altLang="zh-CN" sz="4000" b="1" i="0" u="none" strike="noStrike" kern="1200" cap="none" spc="0" baseline="0">
                <a:solidFill>
                  <a:schemeClr val="tx1"/>
                </a:solidFill>
                <a:latin typeface="Times New Roman" pitchFamily="18" charset="0"/>
                <a:ea typeface="宋体" pitchFamily="0" charset="0"/>
                <a:cs typeface="Times New Roman" pitchFamily="18" charset="0"/>
              </a:rPr>
              <a:t>≤ </a:t>
            </a:r>
            <a:r>
              <a:rPr lang="en-US" altLang="zh-CN" sz="4000" b="1" i="1" u="none" strike="noStrike" kern="1200" cap="none" spc="0" baseline="0">
                <a:solidFill>
                  <a:schemeClr val="tx1"/>
                </a:solidFill>
                <a:latin typeface="Calibri" pitchFamily="34" charset="0"/>
                <a:ea typeface="宋体" pitchFamily="0" charset="0"/>
                <a:cs typeface="Calibri" pitchFamily="34" charset="0"/>
              </a:rPr>
              <a:t>X</a:t>
            </a:r>
            <a:r>
              <a:rPr lang="en-US" altLang="zh-CN" sz="4000" b="1" i="0" u="none" strike="noStrike" kern="1200" cap="none" spc="0" baseline="0">
                <a:solidFill>
                  <a:schemeClr val="tx1"/>
                </a:solidFill>
                <a:latin typeface="Calibri" pitchFamily="34" charset="0"/>
                <a:ea typeface="宋体" pitchFamily="0" charset="0"/>
                <a:cs typeface="Calibri" pitchFamily="34" charset="0"/>
              </a:rPr>
              <a:t> </a:t>
            </a:r>
            <a:r>
              <a:rPr lang="en-US" altLang="zh-CN" sz="4000" b="1" i="0" u="none" strike="noStrike" kern="1200" cap="none" spc="0" baseline="0">
                <a:solidFill>
                  <a:schemeClr val="tx1"/>
                </a:solidFill>
                <a:latin typeface="Times New Roman" pitchFamily="18" charset="0"/>
                <a:ea typeface="宋体" pitchFamily="0" charset="0"/>
                <a:cs typeface="Times New Roman" pitchFamily="18" charset="0"/>
              </a:rPr>
              <a:t>≤</a:t>
            </a:r>
            <a:r>
              <a:rPr lang="en-US" altLang="zh-CN" sz="4000" b="1" i="0" u="none" strike="noStrike" kern="1200" cap="none" spc="0" baseline="0">
                <a:solidFill>
                  <a:schemeClr val="tx1"/>
                </a:solidFill>
                <a:latin typeface="Calibri" pitchFamily="34" charset="0"/>
                <a:ea typeface="宋体" pitchFamily="0" charset="0"/>
                <a:cs typeface="Calibri" pitchFamily="34" charset="0"/>
              </a:rPr>
              <a:t> 8)</a:t>
            </a:r>
            <a:endParaRPr lang="zh-CN" altLang="en-US" sz="4000" b="1" i="0" u="none" strike="noStrike" kern="1200" cap="none" spc="0" baseline="0">
              <a:solidFill>
                <a:schemeClr val="tx1"/>
              </a:solidFill>
              <a:latin typeface="Calibri" pitchFamily="34" charset="0"/>
              <a:ea typeface="宋体" pitchFamily="0" charset="0"/>
              <a:cs typeface="Calibri" pitchFamily="34" charset="0"/>
            </a:endParaRPr>
          </a:p>
        </p:txBody>
      </p:sp>
      <p:sp>
        <p:nvSpPr>
          <p:cNvPr id="949" name="Rectangles"/>
          <p:cNvSpPr>
            <a:spLocks noGrp="1"/>
          </p:cNvSpPr>
          <p:nvPr>
            <p:ph type="sldNum" idx="12"/>
          </p:nvPr>
        </p:nvSpPr>
        <p:spPr>
          <a:xfrm rot="0">
            <a:off x="1981200" y="6356351"/>
            <a:ext cx="2133600" cy="365125"/>
          </a:xfrm>
          <a:prstGeom prst="rect"/>
          <a:noFill/>
          <a:ln w="12700" cmpd="sng" cap="flat">
            <a:noFill/>
            <a:prstDash val="solid"/>
            <a:miter/>
          </a:ln>
        </p:spPr>
        <p:txBody>
          <a:bodyPr vert="horz" wrap="square" lIns="91440" tIns="45720" rIns="91440" bIns="45720" anchor="ctr" anchorCtr="0">
            <a:prstTxWarp prst="textNoShape"/>
          </a:bodyPr>
          <a:lstStyle/>
          <a:p>
            <a:pPr marL="0" indent="0" algn="l" eaLnBrk="1" hangingPunct="1">
              <a:lnSpc>
                <a:spcPct val="100000"/>
              </a:lnSpc>
              <a:spcBef>
                <a:spcPts val="0"/>
              </a:spcBef>
              <a:spcAft>
                <a:spcPts val="0"/>
              </a:spcAft>
              <a:buNone/>
            </a:pPr>
            <a:fld id="{CAD2D6BD-DE1B-4B5F-8B41-2702339687B9}" type="slidenum">
              <a:rPr lang="en-US" altLang="zh-CN" sz="1200" b="0" i="0" u="none" strike="noStrike" kern="1200" cap="none" spc="0" baseline="0">
                <a:solidFill>
                  <a:srgbClr val="898989"/>
                </a:solidFill>
                <a:latin typeface="Calibri" pitchFamily="34" charset="0"/>
                <a:ea typeface="MS PGothic" pitchFamily="34" charset="-128"/>
                <a:cs typeface="Arial" pitchFamily="34" charset="0"/>
              </a:rPr>
              <a:t>84</a:t>
            </a:fld>
            <a:endParaRPr lang="zh-CN" altLang="en-US" sz="1200" b="0" i="0" u="none" strike="noStrike" kern="1200" cap="none" spc="0" baseline="0">
              <a:solidFill>
                <a:srgbClr val="898989"/>
              </a:solidFill>
              <a:latin typeface="Calibri" pitchFamily="34" charset="0"/>
              <a:ea typeface="MS PGothic" pitchFamily="34" charset="-128"/>
              <a:cs typeface="Arial" pitchFamily="34" charset="0"/>
            </a:endParaRPr>
          </a:p>
        </p:txBody>
      </p:sp>
      <p:grpSp>
        <p:nvGrpSpPr>
          <p:cNvPr id="964" name="Combination"/>
          <p:cNvGrpSpPr>
            <a:grpSpLocks/>
          </p:cNvGrpSpPr>
          <p:nvPr/>
        </p:nvGrpSpPr>
        <p:grpSpPr>
          <a:xfrm>
            <a:off x="1775521" y="3390899"/>
            <a:ext cx="8928991" cy="2927350"/>
            <a:chOff x="1775521" y="3390899"/>
            <a:chExt cx="8928991" cy="2927350"/>
          </a:xfrm>
        </p:grpSpPr>
        <p:graphicFrame>
          <p:nvGraphicFramePr>
            <p:cNvPr id="950" name="Object">
              <a:hlinkClick r:id="" action="ppaction://media"/>
            </p:cNvPr>
            <p:cNvGraphicFramePr>
              <a:graphicFrameLocks noChangeAspect="1"/>
            </p:cNvGraphicFramePr>
            <p:nvPr/>
          </p:nvGraphicFramePr>
          <p:xfrm>
            <a:off x="1793875" y="3773769"/>
            <a:ext cx="3937000" cy="2544480"/>
          </p:xfrm>
          <a:graphic>
            <a:graphicData uri="http://schemas.openxmlformats.org/presentationml/2006/ole">
              <mc:AlternateContent xmlns:mc="http://schemas.openxmlformats.org/markup-compatibility/2006">
                <mc:Choice xmlns:v="urn:schemas-microsoft-com:vml" Requires="v">
                  <p:oleObj spid="" name="package" imgW="4762500" imgH="3073400" progId="package">
                    <p:embed/>
                  </p:oleObj>
                </mc:Choice>
                <mc:Fallback>
                  <p:oleObj name="package" imgW="4762500" imgH="3073400" progId="package">
                    <p:embed/>
                    <p:pic>
                      <p:nvPicPr>
                        <p:cNvPr id="950" name="Object">
                          <a:hlinkClick r:id="" action="ppaction://media"/>
                        </p:cNvPr>
                        <p:cNvPicPr>
                          <a:picLocks noChangeAspect="1"/>
                        </p:cNvPicPr>
                        <p:nvPr/>
                      </p:nvPicPr>
                      <p:blipFill>
                        <a:blip r:embed="rId1" cstate="print"/>
                        <a:stretch>
                          <a:fillRect/>
                        </a:stretch>
                      </p:blipFill>
                      <p:spPr>
                        <a:xfrm rot="0">
                          <a:off x="1793875" y="3773769"/>
                          <a:ext cx="3937000" cy="2544480"/>
                        </a:xfrm>
                        <a:prstGeom prst="rect"/>
                        <a:solidFill>
                          <a:srgbClr val="7F7F7F"/>
                        </a:solidFill>
                        <a:ln cmpd="sng" cap="flat">
                          <a:noFill/>
                          <a:prstDash val="solid"/>
                          <a:round/>
                        </a:ln>
                        <a:effectLst>
                          <a:outerShdw sx="100000" sy="100000" algn="ctr" rotWithShape="0" blurRad="0" dist="35921" dir="2700000">
                            <a:srgbClr val="EEECE1">
                              <a:alpha val="99607"/>
                            </a:srgbClr>
                          </a:outerShdw>
                        </a:effectLst>
                      </p:spPr>
                    </p:pic>
                  </p:oleObj>
                </mc:Fallback>
              </mc:AlternateContent>
            </a:graphicData>
          </a:graphic>
        </p:graphicFrame>
        <p:graphicFrame>
          <p:nvGraphicFramePr>
            <p:cNvPr id="951" name="Object">
              <a:hlinkClick r:id="" action="ppaction://media"/>
            </p:cNvPr>
            <p:cNvGraphicFramePr>
              <a:graphicFrameLocks noChangeAspect="1"/>
            </p:cNvGraphicFramePr>
            <p:nvPr/>
          </p:nvGraphicFramePr>
          <p:xfrm>
            <a:off x="6442075" y="3773769"/>
            <a:ext cx="3937000" cy="2544480"/>
          </p:xfrm>
          <a:graphic>
            <a:graphicData uri="http://schemas.openxmlformats.org/presentationml/2006/ole">
              <mc:AlternateContent xmlns:mc="http://schemas.openxmlformats.org/markup-compatibility/2006">
                <mc:Choice xmlns:v="urn:schemas-microsoft-com:vml" Requires="v">
                  <p:oleObj spid="" name="package" imgW="4762500" imgH="3073400" progId="package">
                    <p:embed/>
                  </p:oleObj>
                </mc:Choice>
                <mc:Fallback>
                  <p:oleObj name="package" imgW="4762500" imgH="3073400" progId="package">
                    <p:embed/>
                    <p:pic>
                      <p:nvPicPr>
                        <p:cNvPr id="951" name="Object">
                          <a:hlinkClick r:id="" action="ppaction://media"/>
                        </p:cNvPr>
                        <p:cNvPicPr>
                          <a:picLocks noChangeAspect="1"/>
                        </p:cNvPicPr>
                        <p:nvPr/>
                      </p:nvPicPr>
                      <p:blipFill>
                        <a:blip r:embed="rId2" cstate="print"/>
                        <a:stretch>
                          <a:fillRect/>
                        </a:stretch>
                      </p:blipFill>
                      <p:spPr>
                        <a:xfrm rot="0">
                          <a:off x="6442075" y="3773769"/>
                          <a:ext cx="3937000" cy="2544480"/>
                        </a:xfrm>
                        <a:prstGeom prst="rect"/>
                        <a:solidFill>
                          <a:srgbClr val="7F7F7F"/>
                        </a:solidFill>
                        <a:ln cmpd="sng" cap="flat">
                          <a:noFill/>
                          <a:prstDash val="solid"/>
                          <a:round/>
                        </a:ln>
                        <a:effectLst>
                          <a:outerShdw sx="100000" sy="100000" algn="ctr" rotWithShape="0" blurRad="0" dist="35921" dir="2700000">
                            <a:srgbClr val="EEECE1">
                              <a:alpha val="99607"/>
                            </a:srgbClr>
                          </a:outerShdw>
                        </a:effectLst>
                      </p:spPr>
                    </p:pic>
                  </p:oleObj>
                </mc:Fallback>
              </mc:AlternateContent>
            </a:graphicData>
          </a:graphic>
        </p:graphicFrame>
        <p:grpSp>
          <p:nvGrpSpPr>
            <p:cNvPr id="954" name="Combination"/>
            <p:cNvGrpSpPr>
              <a:grpSpLocks/>
            </p:cNvGrpSpPr>
            <p:nvPr/>
          </p:nvGrpSpPr>
          <p:grpSpPr>
            <a:xfrm>
              <a:off x="4421189" y="3807102"/>
              <a:ext cx="2743200" cy="1258748"/>
              <a:chOff x="4421189" y="3807102"/>
              <a:chExt cx="2743200" cy="1258748"/>
            </a:xfrm>
          </p:grpSpPr>
          <p:sp>
            <p:nvSpPr>
              <p:cNvPr id="952" name="曲线"/>
              <p:cNvSpPr>
                <a:spLocks/>
              </p:cNvSpPr>
              <p:nvPr/>
            </p:nvSpPr>
            <p:spPr>
              <a:xfrm rot="0">
                <a:off x="4424364" y="3861071"/>
                <a:ext cx="2740025" cy="1204779"/>
              </a:xfrm>
              <a:custGeom>
                <a:gdLst>
                  <a:gd name="T1" fmla="*/ 0 w 21600"/>
                  <a:gd name="T2" fmla="*/ 0 h 21600"/>
                  <a:gd name="T3" fmla="*/ 21600 w 21600"/>
                  <a:gd name="T4" fmla="*/ 21600 h 21600"/>
                </a:gdLst>
                <a:rect l="T1" t="T2" r="T3" b="T4"/>
                <a:pathLst>
                  <a:path w="21600" h="21600">
                    <a:moveTo>
                      <a:pt x="86" y="12093"/>
                    </a:moveTo>
                    <a:lnTo>
                      <a:pt x="0" y="10984"/>
                    </a:lnTo>
                    <a:lnTo>
                      <a:pt x="650" y="9106"/>
                    </a:lnTo>
                    <a:lnTo>
                      <a:pt x="1076" y="8024"/>
                    </a:lnTo>
                    <a:lnTo>
                      <a:pt x="1525" y="7256"/>
                    </a:lnTo>
                    <a:lnTo>
                      <a:pt x="1889" y="6460"/>
                    </a:lnTo>
                    <a:lnTo>
                      <a:pt x="2377" y="5691"/>
                    </a:lnTo>
                    <a:lnTo>
                      <a:pt x="2803" y="4979"/>
                    </a:lnTo>
                    <a:lnTo>
                      <a:pt x="3365" y="4354"/>
                    </a:lnTo>
                    <a:lnTo>
                      <a:pt x="3804" y="3812"/>
                    </a:lnTo>
                    <a:lnTo>
                      <a:pt x="4267" y="3214"/>
                    </a:lnTo>
                    <a:lnTo>
                      <a:pt x="4930" y="2646"/>
                    </a:lnTo>
                    <a:lnTo>
                      <a:pt x="5542" y="2134"/>
                    </a:lnTo>
                    <a:lnTo>
                      <a:pt x="6282" y="1622"/>
                    </a:lnTo>
                    <a:lnTo>
                      <a:pt x="7269" y="967"/>
                    </a:lnTo>
                    <a:lnTo>
                      <a:pt x="8083" y="569"/>
                    </a:lnTo>
                    <a:lnTo>
                      <a:pt x="8760" y="397"/>
                    </a:lnTo>
                    <a:lnTo>
                      <a:pt x="9736" y="170"/>
                    </a:lnTo>
                    <a:lnTo>
                      <a:pt x="10473" y="0"/>
                    </a:lnTo>
                    <a:lnTo>
                      <a:pt x="11212" y="56"/>
                    </a:lnTo>
                    <a:lnTo>
                      <a:pt x="11988" y="112"/>
                    </a:lnTo>
                    <a:lnTo>
                      <a:pt x="12777" y="397"/>
                    </a:lnTo>
                    <a:lnTo>
                      <a:pt x="13465" y="625"/>
                    </a:lnTo>
                    <a:lnTo>
                      <a:pt x="14166" y="1023"/>
                    </a:lnTo>
                    <a:lnTo>
                      <a:pt x="14829" y="1622"/>
                    </a:lnTo>
                    <a:lnTo>
                      <a:pt x="15466" y="2248"/>
                    </a:lnTo>
                    <a:lnTo>
                      <a:pt x="16142" y="3073"/>
                    </a:lnTo>
                    <a:lnTo>
                      <a:pt x="16793" y="4182"/>
                    </a:lnTo>
                    <a:lnTo>
                      <a:pt x="17295" y="5150"/>
                    </a:lnTo>
                    <a:lnTo>
                      <a:pt x="17845" y="6402"/>
                    </a:lnTo>
                    <a:lnTo>
                      <a:pt x="18233" y="7341"/>
                    </a:lnTo>
                    <a:lnTo>
                      <a:pt x="18421" y="7882"/>
                    </a:lnTo>
                    <a:lnTo>
                      <a:pt x="19796" y="1308"/>
                    </a:lnTo>
                    <a:lnTo>
                      <a:pt x="19947" y="2674"/>
                    </a:lnTo>
                    <a:lnTo>
                      <a:pt x="19947" y="4182"/>
                    </a:lnTo>
                    <a:lnTo>
                      <a:pt x="19972" y="5605"/>
                    </a:lnTo>
                    <a:lnTo>
                      <a:pt x="20023" y="7029"/>
                    </a:lnTo>
                    <a:lnTo>
                      <a:pt x="20085" y="8536"/>
                    </a:lnTo>
                    <a:lnTo>
                      <a:pt x="20210" y="10074"/>
                    </a:lnTo>
                    <a:lnTo>
                      <a:pt x="20323" y="11326"/>
                    </a:lnTo>
                    <a:lnTo>
                      <a:pt x="20486" y="12806"/>
                    </a:lnTo>
                    <a:lnTo>
                      <a:pt x="20660" y="14200"/>
                    </a:lnTo>
                    <a:lnTo>
                      <a:pt x="20911" y="15965"/>
                    </a:lnTo>
                    <a:lnTo>
                      <a:pt x="21349" y="17843"/>
                    </a:lnTo>
                    <a:lnTo>
                      <a:pt x="21586" y="19864"/>
                    </a:lnTo>
                    <a:lnTo>
                      <a:pt x="21085" y="19494"/>
                    </a:lnTo>
                    <a:lnTo>
                      <a:pt x="20598" y="19237"/>
                    </a:lnTo>
                    <a:lnTo>
                      <a:pt x="20035" y="18981"/>
                    </a:lnTo>
                    <a:lnTo>
                      <a:pt x="19510" y="18867"/>
                    </a:lnTo>
                    <a:lnTo>
                      <a:pt x="19197" y="18896"/>
                    </a:lnTo>
                    <a:lnTo>
                      <a:pt x="18858" y="18952"/>
                    </a:lnTo>
                    <a:lnTo>
                      <a:pt x="18382" y="19095"/>
                    </a:lnTo>
                    <a:lnTo>
                      <a:pt x="17945" y="19380"/>
                    </a:lnTo>
                    <a:lnTo>
                      <a:pt x="17557" y="19636"/>
                    </a:lnTo>
                    <a:lnTo>
                      <a:pt x="17107" y="20120"/>
                    </a:lnTo>
                    <a:lnTo>
                      <a:pt x="16644" y="20575"/>
                    </a:lnTo>
                    <a:lnTo>
                      <a:pt x="15979" y="21571"/>
                    </a:lnTo>
                    <a:lnTo>
                      <a:pt x="15754" y="19550"/>
                    </a:lnTo>
                    <a:lnTo>
                      <a:pt x="17043" y="14229"/>
                    </a:lnTo>
                    <a:lnTo>
                      <a:pt x="16831" y="13716"/>
                    </a:lnTo>
                    <a:lnTo>
                      <a:pt x="16093" y="12349"/>
                    </a:lnTo>
                    <a:lnTo>
                      <a:pt x="15479" y="11269"/>
                    </a:lnTo>
                    <a:lnTo>
                      <a:pt x="14666" y="9960"/>
                    </a:lnTo>
                    <a:lnTo>
                      <a:pt x="14153" y="9334"/>
                    </a:lnTo>
                    <a:lnTo>
                      <a:pt x="13665" y="8679"/>
                    </a:lnTo>
                    <a:lnTo>
                      <a:pt x="12965" y="7882"/>
                    </a:lnTo>
                    <a:lnTo>
                      <a:pt x="12288" y="7143"/>
                    </a:lnTo>
                    <a:lnTo>
                      <a:pt x="11525" y="6602"/>
                    </a:lnTo>
                    <a:lnTo>
                      <a:pt x="10862" y="6232"/>
                    </a:lnTo>
                    <a:lnTo>
                      <a:pt x="10149" y="5947"/>
                    </a:lnTo>
                    <a:lnTo>
                      <a:pt x="9423" y="5605"/>
                    </a:lnTo>
                    <a:lnTo>
                      <a:pt x="8847" y="5549"/>
                    </a:lnTo>
                    <a:lnTo>
                      <a:pt x="8096" y="5577"/>
                    </a:lnTo>
                    <a:lnTo>
                      <a:pt x="7345" y="5719"/>
                    </a:lnTo>
                    <a:lnTo>
                      <a:pt x="6645" y="5805"/>
                    </a:lnTo>
                    <a:lnTo>
                      <a:pt x="5880" y="6003"/>
                    </a:lnTo>
                    <a:lnTo>
                      <a:pt x="5017" y="6317"/>
                    </a:lnTo>
                    <a:lnTo>
                      <a:pt x="4178" y="6602"/>
                    </a:lnTo>
                    <a:lnTo>
                      <a:pt x="3416" y="7227"/>
                    </a:lnTo>
                    <a:lnTo>
                      <a:pt x="2889" y="7569"/>
                    </a:lnTo>
                    <a:lnTo>
                      <a:pt x="2364" y="8082"/>
                    </a:lnTo>
                    <a:lnTo>
                      <a:pt x="1977" y="8566"/>
                    </a:lnTo>
                    <a:lnTo>
                      <a:pt x="1576" y="9163"/>
                    </a:lnTo>
                    <a:lnTo>
                      <a:pt x="1212" y="9761"/>
                    </a:lnTo>
                    <a:lnTo>
                      <a:pt x="86" y="12093"/>
                    </a:lnTo>
                  </a:path>
                </a:pathLst>
              </a:custGeom>
              <a:solidFill>
                <a:schemeClr val="tx2"/>
              </a:solidFill>
              <a:ln w="12700" cmpd="sng" cap="rnd">
                <a:solidFill>
                  <a:srgbClr val="000000"/>
                </a:solidFill>
                <a:prstDash val="solid"/>
                <a:round/>
              </a:ln>
              <a:effectLst>
                <a:outerShdw sx="100000" sy="100000" algn="ctr" rotWithShape="0" blurRad="0" dist="35921" dir="2700000">
                  <a:srgbClr val="EEECE1">
                    <a:alpha val="99607"/>
                  </a:srgbClr>
                </a:outerShdw>
              </a:effectLst>
            </p:spPr>
          </p:sp>
          <p:sp>
            <p:nvSpPr>
              <p:cNvPr id="953" name="曲线"/>
              <p:cNvSpPr>
                <a:spLocks/>
              </p:cNvSpPr>
              <p:nvPr/>
            </p:nvSpPr>
            <p:spPr>
              <a:xfrm rot="0">
                <a:off x="4421189" y="3807102"/>
                <a:ext cx="2711449" cy="1139699"/>
              </a:xfrm>
              <a:custGeom>
                <a:gdLst>
                  <a:gd name="T1" fmla="*/ 0 w 21600"/>
                  <a:gd name="T2" fmla="*/ 0 h 21600"/>
                  <a:gd name="T3" fmla="*/ 21600 w 21600"/>
                  <a:gd name="T4" fmla="*/ 21600 h 21600"/>
                </a:gdLst>
                <a:rect l="T1" t="T2" r="T3" b="T4"/>
                <a:pathLst>
                  <a:path w="21600" h="21600">
                    <a:moveTo>
                      <a:pt x="0" y="12664"/>
                    </a:moveTo>
                    <a:lnTo>
                      <a:pt x="719" y="9807"/>
                    </a:lnTo>
                    <a:lnTo>
                      <a:pt x="1062" y="8903"/>
                    </a:lnTo>
                    <a:lnTo>
                      <a:pt x="1479" y="7942"/>
                    </a:lnTo>
                    <a:lnTo>
                      <a:pt x="1846" y="7188"/>
                    </a:lnTo>
                    <a:lnTo>
                      <a:pt x="2313" y="6317"/>
                    </a:lnTo>
                    <a:lnTo>
                      <a:pt x="2769" y="5504"/>
                    </a:lnTo>
                    <a:lnTo>
                      <a:pt x="3324" y="4693"/>
                    </a:lnTo>
                    <a:lnTo>
                      <a:pt x="3781" y="4120"/>
                    </a:lnTo>
                    <a:lnTo>
                      <a:pt x="4249" y="3519"/>
                    </a:lnTo>
                    <a:lnTo>
                      <a:pt x="4905" y="2856"/>
                    </a:lnTo>
                    <a:lnTo>
                      <a:pt x="5538" y="2375"/>
                    </a:lnTo>
                    <a:lnTo>
                      <a:pt x="6271" y="1834"/>
                    </a:lnTo>
                    <a:lnTo>
                      <a:pt x="7271" y="1113"/>
                    </a:lnTo>
                    <a:lnTo>
                      <a:pt x="8093" y="690"/>
                    </a:lnTo>
                    <a:lnTo>
                      <a:pt x="8776" y="481"/>
                    </a:lnTo>
                    <a:lnTo>
                      <a:pt x="9750" y="180"/>
                    </a:lnTo>
                    <a:lnTo>
                      <a:pt x="10508" y="0"/>
                    </a:lnTo>
                    <a:lnTo>
                      <a:pt x="11242" y="30"/>
                    </a:lnTo>
                    <a:lnTo>
                      <a:pt x="12026" y="59"/>
                    </a:lnTo>
                    <a:lnTo>
                      <a:pt x="12809" y="300"/>
                    </a:lnTo>
                    <a:lnTo>
                      <a:pt x="13518" y="510"/>
                    </a:lnTo>
                    <a:lnTo>
                      <a:pt x="14213" y="901"/>
                    </a:lnTo>
                    <a:lnTo>
                      <a:pt x="14872" y="1474"/>
                    </a:lnTo>
                    <a:lnTo>
                      <a:pt x="15529" y="2074"/>
                    </a:lnTo>
                    <a:lnTo>
                      <a:pt x="16186" y="2887"/>
                    </a:lnTo>
                    <a:lnTo>
                      <a:pt x="16844" y="3970"/>
                    </a:lnTo>
                    <a:lnTo>
                      <a:pt x="17338" y="4933"/>
                    </a:lnTo>
                    <a:lnTo>
                      <a:pt x="17881" y="6167"/>
                    </a:lnTo>
                    <a:lnTo>
                      <a:pt x="18274" y="7098"/>
                    </a:lnTo>
                    <a:lnTo>
                      <a:pt x="18816" y="8452"/>
                    </a:lnTo>
                    <a:lnTo>
                      <a:pt x="20019" y="2345"/>
                    </a:lnTo>
                    <a:lnTo>
                      <a:pt x="20005" y="3880"/>
                    </a:lnTo>
                    <a:lnTo>
                      <a:pt x="20019" y="5293"/>
                    </a:lnTo>
                    <a:lnTo>
                      <a:pt x="20069" y="6737"/>
                    </a:lnTo>
                    <a:lnTo>
                      <a:pt x="20133" y="8242"/>
                    </a:lnTo>
                    <a:lnTo>
                      <a:pt x="20246" y="9807"/>
                    </a:lnTo>
                    <a:lnTo>
                      <a:pt x="20348" y="11070"/>
                    </a:lnTo>
                    <a:lnTo>
                      <a:pt x="20512" y="12543"/>
                    </a:lnTo>
                    <a:lnTo>
                      <a:pt x="20676" y="13958"/>
                    </a:lnTo>
                    <a:lnTo>
                      <a:pt x="20929" y="15733"/>
                    </a:lnTo>
                    <a:lnTo>
                      <a:pt x="21170" y="17327"/>
                    </a:lnTo>
                    <a:lnTo>
                      <a:pt x="21358" y="18381"/>
                    </a:lnTo>
                    <a:lnTo>
                      <a:pt x="21587" y="19733"/>
                    </a:lnTo>
                    <a:lnTo>
                      <a:pt x="21094" y="19343"/>
                    </a:lnTo>
                    <a:lnTo>
                      <a:pt x="20588" y="19072"/>
                    </a:lnTo>
                    <a:lnTo>
                      <a:pt x="20019" y="18831"/>
                    </a:lnTo>
                    <a:lnTo>
                      <a:pt x="19500" y="18742"/>
                    </a:lnTo>
                    <a:lnTo>
                      <a:pt x="19171" y="18742"/>
                    </a:lnTo>
                    <a:lnTo>
                      <a:pt x="18855" y="18831"/>
                    </a:lnTo>
                    <a:lnTo>
                      <a:pt x="18361" y="19011"/>
                    </a:lnTo>
                    <a:lnTo>
                      <a:pt x="17918" y="19282"/>
                    </a:lnTo>
                    <a:lnTo>
                      <a:pt x="17527" y="19553"/>
                    </a:lnTo>
                    <a:lnTo>
                      <a:pt x="17072" y="20095"/>
                    </a:lnTo>
                    <a:lnTo>
                      <a:pt x="16603" y="20577"/>
                    </a:lnTo>
                    <a:lnTo>
                      <a:pt x="15934" y="21569"/>
                    </a:lnTo>
                    <a:lnTo>
                      <a:pt x="17464" y="14830"/>
                    </a:lnTo>
                    <a:lnTo>
                      <a:pt x="16844" y="13626"/>
                    </a:lnTo>
                    <a:lnTo>
                      <a:pt x="16110" y="12274"/>
                    </a:lnTo>
                    <a:lnTo>
                      <a:pt x="15479" y="11190"/>
                    </a:lnTo>
                    <a:lnTo>
                      <a:pt x="14669" y="9926"/>
                    </a:lnTo>
                    <a:lnTo>
                      <a:pt x="14151" y="9265"/>
                    </a:lnTo>
                    <a:lnTo>
                      <a:pt x="13670" y="8632"/>
                    </a:lnTo>
                    <a:lnTo>
                      <a:pt x="12974" y="7851"/>
                    </a:lnTo>
                    <a:lnTo>
                      <a:pt x="12292" y="7159"/>
                    </a:lnTo>
                    <a:lnTo>
                      <a:pt x="11520" y="6618"/>
                    </a:lnTo>
                    <a:lnTo>
                      <a:pt x="10863" y="6286"/>
                    </a:lnTo>
                    <a:lnTo>
                      <a:pt x="10141" y="6016"/>
                    </a:lnTo>
                    <a:lnTo>
                      <a:pt x="9407" y="5715"/>
                    </a:lnTo>
                    <a:lnTo>
                      <a:pt x="8838" y="5684"/>
                    </a:lnTo>
                    <a:lnTo>
                      <a:pt x="8093" y="5744"/>
                    </a:lnTo>
                    <a:lnTo>
                      <a:pt x="7322" y="5896"/>
                    </a:lnTo>
                    <a:lnTo>
                      <a:pt x="6613" y="6016"/>
                    </a:lnTo>
                    <a:lnTo>
                      <a:pt x="5842" y="6257"/>
                    </a:lnTo>
                    <a:lnTo>
                      <a:pt x="4969" y="6557"/>
                    </a:lnTo>
                    <a:lnTo>
                      <a:pt x="4134" y="6918"/>
                    </a:lnTo>
                    <a:lnTo>
                      <a:pt x="3375" y="7581"/>
                    </a:lnTo>
                    <a:lnTo>
                      <a:pt x="2831" y="7910"/>
                    </a:lnTo>
                    <a:lnTo>
                      <a:pt x="2300" y="8452"/>
                    </a:lnTo>
                    <a:lnTo>
                      <a:pt x="1871" y="8993"/>
                    </a:lnTo>
                    <a:lnTo>
                      <a:pt x="1479" y="9536"/>
                    </a:lnTo>
                    <a:lnTo>
                      <a:pt x="1149" y="10227"/>
                    </a:lnTo>
                    <a:lnTo>
                      <a:pt x="0" y="12664"/>
                    </a:lnTo>
                  </a:path>
                </a:pathLst>
              </a:custGeom>
              <a:solidFill>
                <a:schemeClr val="tx2"/>
              </a:solidFill>
              <a:ln w="12700" cmpd="sng" cap="rnd">
                <a:solidFill>
                  <a:srgbClr val="000000"/>
                </a:solidFill>
                <a:prstDash val="solid"/>
                <a:round/>
              </a:ln>
              <a:effectLst>
                <a:outerShdw sx="100000" sy="100000" algn="ctr" rotWithShape="0" blurRad="0" dist="35921" dir="2700000">
                  <a:srgbClr val="EEECE1">
                    <a:alpha val="99607"/>
                  </a:srgbClr>
                </a:outerShdw>
              </a:effectLst>
            </p:spPr>
          </p:sp>
        </p:grpSp>
        <p:sp>
          <p:nvSpPr>
            <p:cNvPr id="955" name="Straight line"/>
            <p:cNvSpPr>
              <a:spLocks/>
            </p:cNvSpPr>
            <p:nvPr/>
          </p:nvSpPr>
          <p:spPr>
            <a:xfrm flipH="1" rot="0">
              <a:off x="9290051" y="5280024"/>
              <a:ext cx="622300" cy="368299"/>
            </a:xfrm>
            <a:prstGeom prst="line"/>
            <a:noFill/>
            <a:ln w="12700" cmpd="sng" cap="flat">
              <a:solidFill>
                <a:srgbClr val="800080"/>
              </a:solidFill>
              <a:prstDash val="solid"/>
              <a:round/>
              <a:tailEnd type="triangle" w="med" len="med"/>
            </a:ln>
            <a:effectLst>
              <a:outerShdw sx="100000" sy="100000" algn="ctr" rotWithShape="0" blurRad="0" dist="35921" dir="2700000">
                <a:srgbClr val="EEECE1">
                  <a:alpha val="99607"/>
                </a:srgbClr>
              </a:outerShdw>
            </a:effectLst>
          </p:spPr>
        </p:sp>
        <p:sp>
          <p:nvSpPr>
            <p:cNvPr id="956" name="Rectangles"/>
            <p:cNvSpPr>
              <a:spLocks/>
            </p:cNvSpPr>
            <p:nvPr/>
          </p:nvSpPr>
          <p:spPr>
            <a:xfrm rot="0">
              <a:off x="8154989" y="5199063"/>
              <a:ext cx="1216024" cy="384174"/>
            </a:xfrm>
            <a:prstGeom prst="rect"/>
            <a:noFill/>
            <a:ln w="12700" cmpd="sng" cap="flat">
              <a:noFill/>
              <a:prstDash val="solid"/>
              <a:miter/>
            </a:ln>
            <a:effectLst>
              <a:outerShdw sx="100000" sy="100000" algn="ctr" rotWithShape="0" blurRad="0" dist="35921" dir="2700000">
                <a:srgbClr val="EEECE1">
                  <a:alpha val="99607"/>
                </a:srgbClr>
              </a:outerShdw>
            </a:effectLst>
          </p:spPr>
          <p:txBody>
            <a:bodyPr vert="horz" wrap="square" lIns="90488" tIns="44450" rIns="90488" bIns="44450" anchor="t" anchorCtr="0">
              <a:prstTxWarp prst="textNoShape"/>
              <a:spAutoFit/>
            </a:bodyPr>
            <a:lstStyle/>
            <a:p>
              <a:pPr marL="0" indent="0" algn="ctr" eaLnBrk="0" hangingPunct="0">
                <a:lnSpc>
                  <a:spcPct val="100000"/>
                </a:lnSpc>
                <a:spcBef>
                  <a:spcPct val="50000"/>
                </a:spcBef>
                <a:spcAft>
                  <a:spcPts val="0"/>
                </a:spcAft>
                <a:buNone/>
              </a:pPr>
              <a:r>
                <a:rPr lang="en-US" altLang="zh-CN" sz="2000" b="1" i="0" u="none" strike="noStrike" kern="1200" cap="none" spc="0" baseline="0">
                  <a:solidFill>
                    <a:schemeClr val="tx1"/>
                  </a:solidFill>
                  <a:latin typeface="Arial" pitchFamily="34" charset="0"/>
                  <a:ea typeface="ＭＳ Ｐゴシック" pitchFamily="0" charset="0"/>
                  <a:cs typeface="Calibri" pitchFamily="34" charset="0"/>
                </a:rPr>
                <a:t>.0832</a:t>
              </a:r>
              <a:endParaRPr lang="zh-CN" altLang="en-US" sz="2000" b="1" i="0" u="none" strike="noStrike" kern="1200" cap="none" spc="0" baseline="0">
                <a:solidFill>
                  <a:schemeClr val="tx1"/>
                </a:solidFill>
                <a:latin typeface="Arial" pitchFamily="34" charset="0"/>
                <a:ea typeface="ＭＳ Ｐゴシック" pitchFamily="0" charset="0"/>
                <a:cs typeface="Calibri" pitchFamily="34" charset="0"/>
              </a:endParaRPr>
            </a:p>
          </p:txBody>
        </p:sp>
        <p:sp useBgFill="1">
          <p:nvSpPr>
            <p:cNvPr id="957" name="Rectangles"/>
            <p:cNvSpPr>
              <a:spLocks/>
            </p:cNvSpPr>
            <p:nvPr/>
          </p:nvSpPr>
          <p:spPr>
            <a:xfrm rot="0">
              <a:off x="8610601" y="4791075"/>
              <a:ext cx="762000" cy="295275"/>
            </a:xfrm>
            <a:prstGeom prst="rect"/>
            <a:ln w="12700" cmpd="sng" cap="flat">
              <a:noFill/>
              <a:prstDash val="solid"/>
              <a:miter/>
            </a:ln>
          </p:spPr>
          <p:txBody>
            <a:bodyPr vert="horz" wrap="none" lIns="46038" tIns="0" rIns="46038" bIns="0" anchor="ctr" anchorCtr="1">
              <a:prstTxWarp prst="textNoShape"/>
              <a:spAutoFit/>
            </a:bodyPr>
            <a:lstStyle/>
            <a:p>
              <a:pPr marL="0" indent="0" algn="ctr" eaLnBrk="0" hangingPunct="0">
                <a:lnSpc>
                  <a:spcPct val="100000"/>
                </a:lnSpc>
                <a:spcBef>
                  <a:spcPct val="50000"/>
                </a:spcBef>
                <a:spcAft>
                  <a:spcPts val="0"/>
                </a:spcAft>
                <a:buNone/>
              </a:pPr>
              <a:r>
                <a:rPr lang="en-US" altLang="zh-CN" sz="2000" b="1" i="0" u="none" strike="noStrike" kern="1200" cap="none" spc="0" baseline="0">
                  <a:solidFill>
                    <a:schemeClr val="tx1"/>
                  </a:solidFill>
                  <a:effectLst>
                    <a:outerShdw sx="100000" sy="100000" blurRad="38100" dir="2700000" dist="38100" algn="tl">
                      <a:srgbClr val="C0C0C0"/>
                    </a:outerShdw>
                  </a:effectLst>
                  <a:latin typeface="Arial" pitchFamily="34" charset="0"/>
                  <a:ea typeface="MS PGothic" pitchFamily="34" charset="-128"/>
                  <a:cs typeface="Calibri" pitchFamily="34" charset="0"/>
                </a:rPr>
                <a:t>.1179</a:t>
              </a:r>
              <a:endParaRPr lang="zh-CN" altLang="en-US" sz="2000" b="1" i="0" u="none" strike="noStrike" kern="1200" cap="none" spc="0" baseline="0">
                <a:solidFill>
                  <a:schemeClr val="tx1"/>
                </a:solidFill>
                <a:effectLst>
                  <a:outerShdw sx="100000" sy="100000" blurRad="38100" dir="2700000" dist="38100" algn="tl">
                    <a:srgbClr val="C0C0C0"/>
                  </a:outerShdw>
                </a:effectLst>
                <a:latin typeface="Arial" pitchFamily="34" charset="0"/>
                <a:ea typeface="MS PGothic" pitchFamily="34" charset="-128"/>
                <a:cs typeface="Calibri" pitchFamily="34" charset="0"/>
              </a:endParaRPr>
            </a:p>
          </p:txBody>
        </p:sp>
        <p:sp>
          <p:nvSpPr>
            <p:cNvPr id="958" name="Straight line"/>
            <p:cNvSpPr>
              <a:spLocks/>
            </p:cNvSpPr>
            <p:nvPr/>
          </p:nvSpPr>
          <p:spPr>
            <a:xfrm flipV="1" rot="0">
              <a:off x="9525001" y="4657725"/>
              <a:ext cx="0" cy="774699"/>
            </a:xfrm>
            <a:prstGeom prst="line"/>
            <a:noFill/>
            <a:ln w="12700" cmpd="sng" cap="flat">
              <a:solidFill>
                <a:srgbClr val="800080"/>
              </a:solidFill>
              <a:prstDash val="solid"/>
              <a:round/>
            </a:ln>
            <a:effectLst>
              <a:outerShdw sx="100000" sy="100000" algn="ctr" rotWithShape="0" blurRad="0" dist="35921" dir="2700000">
                <a:srgbClr val="EEECE1">
                  <a:alpha val="99607"/>
                </a:srgbClr>
              </a:outerShdw>
            </a:effectLst>
          </p:spPr>
        </p:sp>
        <p:sp>
          <p:nvSpPr>
            <p:cNvPr id="959" name="Straight line"/>
            <p:cNvSpPr>
              <a:spLocks/>
            </p:cNvSpPr>
            <p:nvPr/>
          </p:nvSpPr>
          <p:spPr>
            <a:xfrm rot="0">
              <a:off x="8464550" y="4740275"/>
              <a:ext cx="1054099" cy="0"/>
            </a:xfrm>
            <a:prstGeom prst="line"/>
            <a:noFill/>
            <a:ln w="12700" cmpd="sng" cap="flat">
              <a:solidFill>
                <a:srgbClr val="000000"/>
              </a:solidFill>
              <a:prstDash val="solid"/>
              <a:round/>
              <a:headEnd type="triangle" w="med" len="med"/>
              <a:tailEnd type="triangle" w="med" len="med"/>
            </a:ln>
            <a:effectLst>
              <a:outerShdw sx="100000" sy="100000" algn="ctr" rotWithShape="0" blurRad="0" dist="35921" dir="2700000">
                <a:srgbClr val="EEECE1">
                  <a:alpha val="99607"/>
                </a:srgbClr>
              </a:outerShdw>
            </a:effectLst>
          </p:spPr>
        </p:sp>
        <p:sp>
          <p:nvSpPr>
            <p:cNvPr id="960" name="Rectangles"/>
            <p:cNvSpPr>
              <a:spLocks/>
            </p:cNvSpPr>
            <p:nvPr/>
          </p:nvSpPr>
          <p:spPr>
            <a:xfrm rot="0">
              <a:off x="9259888" y="4903787"/>
              <a:ext cx="1444623" cy="384174"/>
            </a:xfrm>
            <a:prstGeom prst="rect"/>
            <a:noFill/>
            <a:ln w="12700" cmpd="sng" cap="flat">
              <a:noFill/>
              <a:prstDash val="solid"/>
              <a:miter/>
            </a:ln>
            <a:effectLst>
              <a:outerShdw sx="100000" sy="100000" algn="ctr" rotWithShape="0" blurRad="0" dist="35921" dir="2700000">
                <a:srgbClr val="EEECE1">
                  <a:alpha val="99607"/>
                </a:srgbClr>
              </a:outerShdw>
            </a:effectLst>
          </p:spPr>
          <p:txBody>
            <a:bodyPr vert="horz" wrap="square" lIns="90488" tIns="44450" rIns="90488" bIns="44450" anchor="t" anchorCtr="0">
              <a:prstTxWarp prst="textNoShape"/>
              <a:spAutoFit/>
            </a:bodyPr>
            <a:lstStyle/>
            <a:p>
              <a:pPr marL="0" indent="0" algn="r" eaLnBrk="0" hangingPunct="0">
                <a:lnSpc>
                  <a:spcPct val="100000"/>
                </a:lnSpc>
                <a:spcBef>
                  <a:spcPct val="50000"/>
                </a:spcBef>
                <a:spcAft>
                  <a:spcPts val="0"/>
                </a:spcAft>
                <a:buNone/>
                <a:tabLst>
                  <a:tab pos="285750" algn="l"/>
                </a:tabLst>
              </a:pPr>
              <a:r>
                <a:rPr lang="en-US" altLang="zh-CN" sz="2000" b="1" i="0" u="none" strike="noStrike" kern="1200" cap="none" spc="0" baseline="0">
                  <a:solidFill>
                    <a:schemeClr val="accent2"/>
                  </a:solidFill>
                  <a:effectLst>
                    <a:outerShdw sx="100000" sy="100000" blurRad="38100" dir="2700000" dist="38100" algn="tl">
                      <a:srgbClr val="C0C0C0"/>
                    </a:outerShdw>
                  </a:effectLst>
                  <a:latin typeface="Arial" pitchFamily="34" charset="0"/>
                  <a:ea typeface="MS PGothic" pitchFamily="34" charset="-128"/>
                  <a:cs typeface="Calibri" pitchFamily="34" charset="0"/>
                </a:rPr>
                <a:t>  	0.0347</a:t>
              </a:r>
              <a:endParaRPr lang="zh-CN" altLang="en-US" sz="2000" b="1" i="0" u="none" strike="noStrike" kern="1200" cap="none" spc="0" baseline="0">
                <a:solidFill>
                  <a:schemeClr val="accent2"/>
                </a:solidFill>
                <a:effectLst>
                  <a:outerShdw sx="100000" sy="100000" blurRad="38100" dir="2700000" dist="38100" algn="tl">
                    <a:srgbClr val="C0C0C0"/>
                  </a:outerShdw>
                </a:effectLst>
                <a:latin typeface="Arial" pitchFamily="34" charset="0"/>
                <a:ea typeface="MS PGothic" pitchFamily="34" charset="-128"/>
                <a:cs typeface="Calibri" pitchFamily="34" charset="0"/>
              </a:endParaRPr>
            </a:p>
          </p:txBody>
        </p:sp>
        <p:sp>
          <p:nvSpPr>
            <p:cNvPr id="961" name="Straight line"/>
            <p:cNvSpPr>
              <a:spLocks/>
            </p:cNvSpPr>
            <p:nvPr/>
          </p:nvSpPr>
          <p:spPr>
            <a:xfrm rot="0">
              <a:off x="8388351" y="5578474"/>
              <a:ext cx="673099" cy="0"/>
            </a:xfrm>
            <a:prstGeom prst="line"/>
            <a:noFill/>
            <a:ln w="12700" cmpd="sng" cap="flat">
              <a:solidFill>
                <a:srgbClr val="000000"/>
              </a:solidFill>
              <a:prstDash val="solid"/>
              <a:round/>
              <a:headEnd type="triangle" w="med" len="med"/>
              <a:tailEnd type="triangle" w="med" len="med"/>
            </a:ln>
            <a:effectLst>
              <a:outerShdw sx="100000" sy="100000" algn="ctr" rotWithShape="0" blurRad="0" dist="35921" dir="2700000">
                <a:srgbClr val="EEECE1">
                  <a:alpha val="99607"/>
                </a:srgbClr>
              </a:outerShdw>
            </a:effectLst>
          </p:spPr>
        </p:sp>
        <p:sp>
          <p:nvSpPr>
            <p:cNvPr id="962" name="Rectangles"/>
            <p:cNvSpPr>
              <a:spLocks/>
            </p:cNvSpPr>
            <p:nvPr/>
          </p:nvSpPr>
          <p:spPr>
            <a:xfrm rot="0">
              <a:off x="1775521" y="3390899"/>
              <a:ext cx="3889375" cy="384175"/>
            </a:xfrm>
            <a:prstGeom prst="rect"/>
            <a:noFill/>
            <a:ln w="12700" cmpd="sng" cap="flat">
              <a:noFill/>
              <a:prstDash val="solid"/>
              <a:miter/>
            </a:ln>
            <a:effectLst>
              <a:outerShdw sx="100000" sy="100000" algn="ctr" rotWithShape="0" blurRad="0" dist="35921" dir="2700000">
                <a:srgbClr val="EEECE1">
                  <a:alpha val="99607"/>
                </a:srgbClr>
              </a:outerShdw>
            </a:effectLst>
          </p:spPr>
          <p:txBody>
            <a:bodyPr vert="horz" wrap="square" lIns="90488" tIns="44450" rIns="90488" bIns="44450" anchor="t" anchorCtr="0">
              <a:prstTxWarp prst="textNoShape"/>
              <a:spAutoFit/>
            </a:bodyPr>
            <a:lstStyle/>
            <a:p>
              <a:pPr marL="0" indent="0" algn="ctr" eaLnBrk="0" hangingPunct="0">
                <a:lnSpc>
                  <a:spcPct val="100000"/>
                </a:lnSpc>
                <a:spcBef>
                  <a:spcPct val="50000"/>
                </a:spcBef>
                <a:spcAft>
                  <a:spcPts val="0"/>
                </a:spcAft>
                <a:buNone/>
              </a:pPr>
              <a:r>
                <a:rPr lang="en-US" altLang="zh-CN" sz="2000" b="0" i="0" u="none" strike="noStrike" kern="1200" cap="none" spc="0" baseline="0">
                  <a:solidFill>
                    <a:srgbClr val="000000"/>
                  </a:solidFill>
                  <a:latin typeface="Calibri" pitchFamily="34" charset="0"/>
                  <a:ea typeface="ＭＳ Ｐゴシック" pitchFamily="0" charset="0"/>
                  <a:cs typeface="Calibri" pitchFamily="34" charset="0"/>
                </a:rPr>
                <a:t>Normal  Distribution</a:t>
              </a:r>
              <a:endParaRPr lang="zh-CN" altLang="en-US" sz="2000" b="0" i="0" u="none" strike="noStrike" kern="1200" cap="none" spc="0" baseline="0">
                <a:solidFill>
                  <a:srgbClr val="000000"/>
                </a:solidFill>
                <a:latin typeface="Calibri" pitchFamily="34" charset="0"/>
                <a:ea typeface="ＭＳ Ｐゴシック" pitchFamily="0" charset="0"/>
                <a:cs typeface="Calibri" pitchFamily="34" charset="0"/>
              </a:endParaRPr>
            </a:p>
          </p:txBody>
        </p:sp>
        <p:sp>
          <p:nvSpPr>
            <p:cNvPr id="963" name="Rectangles"/>
            <p:cNvSpPr>
              <a:spLocks/>
            </p:cNvSpPr>
            <p:nvPr/>
          </p:nvSpPr>
          <p:spPr>
            <a:xfrm rot="0">
              <a:off x="6384034" y="3390899"/>
              <a:ext cx="3889374" cy="679449"/>
            </a:xfrm>
            <a:prstGeom prst="rect"/>
            <a:noFill/>
            <a:ln w="12700" cmpd="sng" cap="flat">
              <a:noFill/>
              <a:prstDash val="solid"/>
              <a:miter/>
            </a:ln>
            <a:effectLst>
              <a:outerShdw sx="100000" sy="100000" algn="ctr" rotWithShape="0" blurRad="0" dist="35921" dir="2700000">
                <a:srgbClr val="EEECE1">
                  <a:alpha val="99607"/>
                </a:srgbClr>
              </a:outerShdw>
            </a:effectLst>
          </p:spPr>
          <p:txBody>
            <a:bodyPr vert="horz" wrap="square" lIns="90488" tIns="44450" rIns="90488" bIns="44450" anchor="t" anchorCtr="0">
              <a:prstTxWarp prst="textNoShape"/>
              <a:spAutoFit/>
            </a:bodyPr>
            <a:lstStyle/>
            <a:p>
              <a:pPr marL="0" indent="0" algn="ctr" eaLnBrk="0" hangingPunct="0">
                <a:lnSpc>
                  <a:spcPct val="100000"/>
                </a:lnSpc>
                <a:spcBef>
                  <a:spcPct val="50000"/>
                </a:spcBef>
                <a:spcAft>
                  <a:spcPts val="0"/>
                </a:spcAft>
                <a:buNone/>
              </a:pPr>
              <a:r>
                <a:rPr lang="en-US" altLang="zh-CN" sz="2000" b="0" i="0" u="none" strike="noStrike" kern="1200" cap="none" spc="0" baseline="0">
                  <a:solidFill>
                    <a:srgbClr val="000000"/>
                  </a:solidFill>
                  <a:latin typeface="Calibri" pitchFamily="34" charset="0"/>
                  <a:ea typeface="ＭＳ Ｐゴシック" pitchFamily="0" charset="0"/>
                  <a:cs typeface="Calibri" pitchFamily="34" charset="0"/>
                </a:rPr>
                <a:t>Standardize Normal  Distribution</a:t>
              </a:r>
              <a:endParaRPr lang="zh-CN" altLang="en-US" sz="2000" b="0" i="0" u="none" strike="noStrike" kern="1200" cap="none" spc="0" baseline="0">
                <a:solidFill>
                  <a:srgbClr val="000000"/>
                </a:solidFill>
                <a:latin typeface="Calibri" pitchFamily="34" charset="0"/>
                <a:ea typeface="ＭＳ Ｐゴシック" pitchFamily="0" charset="0"/>
                <a:cs typeface="Calibri" pitchFamily="34" charset="0"/>
              </a:endParaRPr>
            </a:p>
          </p:txBody>
        </p:sp>
      </p:grpSp>
      <p:grpSp>
        <p:nvGrpSpPr>
          <p:cNvPr id="970" name="Combination"/>
          <p:cNvGrpSpPr>
            <a:grpSpLocks/>
          </p:cNvGrpSpPr>
          <p:nvPr/>
        </p:nvGrpSpPr>
        <p:grpSpPr>
          <a:xfrm>
            <a:off x="1919536" y="1141114"/>
            <a:ext cx="8424935" cy="1783831"/>
            <a:chOff x="1919536" y="1141114"/>
            <a:chExt cx="8424935" cy="1783831"/>
          </a:xfrm>
        </p:grpSpPr>
        <p:graphicFrame>
          <p:nvGraphicFramePr>
            <p:cNvPr id="965" name="Object"/>
            <p:cNvGraphicFramePr>
              <a:graphicFrameLocks noChangeAspect="1"/>
            </p:cNvGraphicFramePr>
            <p:nvPr/>
          </p:nvGraphicFramePr>
          <p:xfrm>
            <a:off x="1919536" y="1141114"/>
            <a:ext cx="2939181" cy="1783831"/>
          </p:xfrm>
          <a:graphic>
            <a:graphicData uri="http://schemas.openxmlformats.org/presentationml/2006/ole">
              <mc:AlternateContent xmlns:mc="http://schemas.openxmlformats.org/markup-compatibility/2006">
                <mc:Choice xmlns:v="urn:schemas-microsoft-com:vml" Requires="v">
                  <p:oleObj spid="" name="package" imgW="2324100" imgH="1092200" progId="package">
                    <p:embed/>
                  </p:oleObj>
                </mc:Choice>
                <mc:Fallback>
                  <p:oleObj name="package" imgW="2324100" imgH="1092200" progId="package">
                    <p:embed/>
                    <p:pic>
                      <p:nvPicPr>
                        <p:cNvPr id="965" name="Object"/>
                        <p:cNvPicPr>
                          <a:picLocks noChangeAspect="1"/>
                        </p:cNvPicPr>
                        <p:nvPr/>
                      </p:nvPicPr>
                      <p:blipFill>
                        <a:blip r:embed="rId3" cstate="print"/>
                        <a:stretch>
                          <a:fillRect/>
                        </a:stretch>
                      </p:blipFill>
                      <p:spPr>
                        <a:xfrm rot="0">
                          <a:off x="1919536" y="1141114"/>
                          <a:ext cx="2939181" cy="1783831"/>
                        </a:xfrm>
                        <a:prstGeom prst="rect"/>
                        <a:solidFill>
                          <a:schemeClr val="bg1"/>
                        </a:solidFill>
                        <a:ln cmpd="sng" cap="flat">
                          <a:noFill/>
                          <a:prstDash val="solid"/>
                          <a:round/>
                        </a:ln>
                      </p:spPr>
                    </p:pic>
                  </p:oleObj>
                </mc:Fallback>
              </mc:AlternateContent>
            </a:graphicData>
          </a:graphic>
        </p:graphicFrame>
        <p:sp>
          <p:nvSpPr>
            <p:cNvPr id="966" name="Rectangles"/>
            <p:cNvSpPr>
              <a:spLocks/>
            </p:cNvSpPr>
            <p:nvPr/>
          </p:nvSpPr>
          <p:spPr>
            <a:xfrm rot="0">
              <a:off x="5746726" y="1342144"/>
              <a:ext cx="4597745" cy="453390"/>
            </a:xfrm>
            <a:prstGeom prst="rect"/>
            <a:noFill/>
            <a:ln w="12700" cmpd="sng" cap="flat">
              <a:noFill/>
              <a:prstDash val="solid"/>
              <a:round/>
            </a:ln>
          </p:spPr>
          <p:txBody>
            <a:bodyPr vert="horz" wrap="square" lIns="91440" tIns="45720" rIns="91440" bIns="45720" anchor="t" anchorCtr="0">
              <a:prstTxWarp prst="textNoShape"/>
              <a:spAutoFit/>
            </a:bodyPr>
            <a:lstStyle/>
            <a:p>
              <a:pPr marL="0" indent="0" algn="l" eaLnBrk="1" hangingPunct="1">
                <a:lnSpc>
                  <a:spcPct val="100000"/>
                </a:lnSpc>
                <a:spcBef>
                  <a:spcPts val="0"/>
                </a:spcBef>
                <a:spcAft>
                  <a:spcPts val="0"/>
                </a:spcAft>
                <a:buNone/>
              </a:pPr>
              <a:r>
                <a:rPr lang="en-US" altLang="zh-CN" sz="2400" b="0" i="0" u="none" strike="noStrike" kern="1200" cap="none" spc="0" baseline="0">
                  <a:solidFill>
                    <a:srgbClr val="0000FF"/>
                  </a:solidFill>
                  <a:latin typeface="Calibri" pitchFamily="34" charset="0"/>
                  <a:ea typeface="MS PGothic" pitchFamily="34" charset="-128"/>
                  <a:cs typeface="Calibri" pitchFamily="34" charset="0"/>
                </a:rPr>
                <a:t>P(Z = 0.21) = 0.0832</a:t>
              </a:r>
              <a:endParaRPr lang="zh-CN" altLang="en-US" sz="2400" b="0" i="0" u="none" strike="noStrike" kern="1200" cap="none" spc="0" baseline="0">
                <a:solidFill>
                  <a:srgbClr val="0000FF"/>
                </a:solidFill>
                <a:latin typeface="Calibri" pitchFamily="34" charset="0"/>
                <a:ea typeface="MS PGothic" pitchFamily="34" charset="-128"/>
                <a:cs typeface="Calibri" pitchFamily="34" charset="0"/>
              </a:endParaRPr>
            </a:p>
          </p:txBody>
        </p:sp>
        <p:sp>
          <p:nvSpPr>
            <p:cNvPr id="967" name="右箭头"/>
            <p:cNvSpPr>
              <a:spLocks/>
            </p:cNvSpPr>
            <p:nvPr/>
          </p:nvSpPr>
          <p:spPr>
            <a:xfrm rot="0">
              <a:off x="4918029" y="1342208"/>
              <a:ext cx="752657" cy="484187"/>
            </a:xfrm>
            <a:prstGeom prst="rightArrow">
              <a:avLst>
                <a:gd name="adj1" fmla="val 50000"/>
                <a:gd name="adj2" fmla="val 52369"/>
              </a:avLst>
            </a:prstGeom>
            <a:gradFill rotWithShape="1">
              <a:gsLst>
                <a:gs pos="0">
                  <a:srgbClr val="3A7CCB">
                    <a:alpha val="100000"/>
                  </a:srgbClr>
                </a:gs>
                <a:gs pos="20000">
                  <a:srgbClr val="3C7BC7">
                    <a:alpha val="100000"/>
                  </a:srgbClr>
                </a:gs>
                <a:gs pos="100000">
                  <a:srgbClr val="2C5D98">
                    <a:alpha val="100000"/>
                  </a:srgbClr>
                </a:gs>
              </a:gsLst>
              <a:lin ang="5400000" scaled="1"/>
            </a:gradFill>
            <a:ln w="9525" cmpd="sng" cap="flat">
              <a:solidFill>
                <a:srgbClr val="4A7EBB"/>
              </a:solidFill>
              <a:prstDash val="solid"/>
              <a:miter/>
            </a:ln>
            <a:effectLst>
              <a:outerShdw sx="100000" sy="100000" algn="b" rotWithShape="0" blurRad="0" dist="23000" dir="5400000">
                <a:srgbClr val="808080">
                  <a:alpha val="34509"/>
                </a:srgbClr>
              </a:outerShdw>
            </a:effectLst>
          </p:spPr>
        </p:sp>
        <p:sp>
          <p:nvSpPr>
            <p:cNvPr id="968" name="右箭头"/>
            <p:cNvSpPr>
              <a:spLocks/>
            </p:cNvSpPr>
            <p:nvPr/>
          </p:nvSpPr>
          <p:spPr>
            <a:xfrm rot="0">
              <a:off x="4841599" y="2277244"/>
              <a:ext cx="754318" cy="484187"/>
            </a:xfrm>
            <a:prstGeom prst="rightArrow">
              <a:avLst>
                <a:gd name="adj1" fmla="val 50000"/>
                <a:gd name="adj2" fmla="val 52369"/>
              </a:avLst>
            </a:prstGeom>
            <a:gradFill rotWithShape="1">
              <a:gsLst>
                <a:gs pos="0">
                  <a:srgbClr val="3A7CCB">
                    <a:alpha val="100000"/>
                  </a:srgbClr>
                </a:gs>
                <a:gs pos="20000">
                  <a:srgbClr val="3C7BC7">
                    <a:alpha val="100000"/>
                  </a:srgbClr>
                </a:gs>
                <a:gs pos="100000">
                  <a:srgbClr val="2C5D98">
                    <a:alpha val="100000"/>
                  </a:srgbClr>
                </a:gs>
              </a:gsLst>
              <a:lin ang="5400000" scaled="1"/>
            </a:gradFill>
            <a:ln w="9525" cmpd="sng" cap="flat">
              <a:solidFill>
                <a:srgbClr val="4A7EBB"/>
              </a:solidFill>
              <a:prstDash val="solid"/>
              <a:miter/>
            </a:ln>
            <a:effectLst>
              <a:outerShdw sx="100000" sy="100000" algn="b" rotWithShape="0" blurRad="0" dist="23000" dir="5400000">
                <a:srgbClr val="808080">
                  <a:alpha val="34509"/>
                </a:srgbClr>
              </a:outerShdw>
            </a:effectLst>
          </p:spPr>
        </p:sp>
        <p:sp>
          <p:nvSpPr>
            <p:cNvPr id="969" name="Rectangles"/>
            <p:cNvSpPr>
              <a:spLocks/>
            </p:cNvSpPr>
            <p:nvPr/>
          </p:nvSpPr>
          <p:spPr>
            <a:xfrm rot="0">
              <a:off x="5746726" y="2277435"/>
              <a:ext cx="4597745" cy="453389"/>
            </a:xfrm>
            <a:prstGeom prst="rect"/>
            <a:noFill/>
            <a:ln w="12700" cmpd="sng" cap="flat">
              <a:noFill/>
              <a:prstDash val="solid"/>
              <a:round/>
            </a:ln>
          </p:spPr>
          <p:txBody>
            <a:bodyPr vert="horz" wrap="square" lIns="91440" tIns="45720" rIns="91440" bIns="45720" anchor="t" anchorCtr="0">
              <a:prstTxWarp prst="textNoShape"/>
              <a:spAutoFit/>
            </a:bodyPr>
            <a:lstStyle/>
            <a:p>
              <a:pPr marL="0" indent="0" algn="l" eaLnBrk="1" hangingPunct="1">
                <a:lnSpc>
                  <a:spcPct val="100000"/>
                </a:lnSpc>
                <a:spcBef>
                  <a:spcPts val="0"/>
                </a:spcBef>
                <a:spcAft>
                  <a:spcPts val="0"/>
                </a:spcAft>
                <a:buNone/>
              </a:pPr>
              <a:r>
                <a:rPr lang="en-US" altLang="zh-CN" sz="2400" b="0" i="0" u="none" strike="noStrike" kern="1200" cap="none" spc="0" baseline="0">
                  <a:solidFill>
                    <a:srgbClr val="0000FF"/>
                  </a:solidFill>
                  <a:latin typeface="Calibri" pitchFamily="34" charset="0"/>
                  <a:ea typeface="MS PGothic" pitchFamily="34" charset="-128"/>
                  <a:cs typeface="Calibri" pitchFamily="34" charset="0"/>
                </a:rPr>
                <a:t>P(Z = 0.30) = 0.1179</a:t>
              </a:r>
              <a:endParaRPr lang="zh-CN" altLang="en-US" sz="2400" b="0" i="0" u="none" strike="noStrike" kern="1200" cap="none" spc="0" baseline="0">
                <a:solidFill>
                  <a:srgbClr val="0000FF"/>
                </a:solidFill>
                <a:latin typeface="Calibri" pitchFamily="34" charset="0"/>
                <a:ea typeface="MS PGothic" pitchFamily="34" charset="-128"/>
                <a:cs typeface="Calibri" pitchFamily="34" charset="0"/>
              </a:endParaRPr>
            </a:p>
          </p:txBody>
        </p:sp>
      </p:grpSp>
      <p:sp>
        <p:nvSpPr>
          <p:cNvPr id="971" name="Rectangles"/>
          <p:cNvSpPr>
            <a:spLocks/>
          </p:cNvSpPr>
          <p:nvPr/>
        </p:nvSpPr>
        <p:spPr>
          <a:xfrm rot="0">
            <a:off x="2927350" y="2924176"/>
            <a:ext cx="6630797" cy="478789"/>
          </a:xfrm>
          <a:prstGeom prst="rect"/>
          <a:solidFill>
            <a:srgbClr val="FFFFFF"/>
          </a:solidFill>
          <a:ln w="25400" cmpd="sng" cap="flat">
            <a:solidFill>
              <a:srgbClr val="C0504D"/>
            </a:solidFill>
            <a:prstDash val="solid"/>
            <a:round/>
          </a:ln>
        </p:spPr>
        <p:txBody>
          <a:bodyPr vert="horz" wrap="none" lIns="91440" tIns="45720" rIns="91440" bIns="45720" anchor="t" anchorCtr="0">
            <a:prstTxWarp prst="textNoShape"/>
            <a:spAutoFit/>
          </a:bodyPr>
          <a:lstStyle/>
          <a:p>
            <a:pPr marL="0" indent="0" algn="l">
              <a:lnSpc>
                <a:spcPct val="100000"/>
              </a:lnSpc>
              <a:spcBef>
                <a:spcPts val="0"/>
              </a:spcBef>
              <a:spcAft>
                <a:spcPts val="0"/>
              </a:spcAft>
              <a:buNone/>
            </a:pPr>
            <a:r>
              <a:rPr lang="en-US" altLang="zh-CN" sz="2400" b="1" i="0" u="none" strike="noStrike" kern="1200" cap="none" spc="0" baseline="0">
                <a:solidFill>
                  <a:schemeClr val="tx1"/>
                </a:solidFill>
                <a:latin typeface="Calibri" pitchFamily="34" charset="0"/>
                <a:ea typeface="MS PGothic" pitchFamily="34" charset="-128"/>
                <a:cs typeface="Calibri" pitchFamily="34" charset="0"/>
              </a:rPr>
              <a:t>P(0.21 </a:t>
            </a:r>
            <a:r>
              <a:rPr lang="en-US" altLang="zh-CN" sz="2400" b="1" i="0" u="none" strike="noStrike" kern="1200" cap="none" spc="0" baseline="0">
                <a:solidFill>
                  <a:schemeClr val="tx1"/>
                </a:solidFill>
                <a:latin typeface="Symbol" pitchFamily="18" charset="2"/>
                <a:ea typeface="MS PGothic" pitchFamily="34" charset="-128"/>
                <a:cs typeface="Calibri" pitchFamily="34" charset="0"/>
              </a:rPr>
              <a:t></a:t>
            </a:r>
            <a:r>
              <a:rPr lang="en-US" altLang="zh-CN" sz="2400" b="1" i="0" u="none" strike="noStrike" kern="1200" cap="none" spc="0" baseline="0">
                <a:solidFill>
                  <a:schemeClr val="tx1"/>
                </a:solidFill>
                <a:latin typeface="Calibri" pitchFamily="34" charset="0"/>
                <a:ea typeface="MS PGothic" pitchFamily="34" charset="-128"/>
                <a:cs typeface="Calibri" pitchFamily="34" charset="0"/>
              </a:rPr>
              <a:t> </a:t>
            </a:r>
            <a:r>
              <a:rPr lang="en-US" altLang="zh-CN" sz="2400" b="1" i="1" u="none" strike="noStrike" kern="1200" cap="none" spc="0" baseline="0">
                <a:solidFill>
                  <a:srgbClr val="000000"/>
                </a:solidFill>
                <a:latin typeface="Calibri" pitchFamily="34" charset="0"/>
                <a:ea typeface="MS PGothic" pitchFamily="34" charset="-128"/>
                <a:cs typeface="Calibri" pitchFamily="34" charset="0"/>
              </a:rPr>
              <a:t>Z</a:t>
            </a:r>
            <a:r>
              <a:rPr lang="en-US" altLang="zh-CN" sz="2400" b="1" i="0" u="none" strike="noStrike" kern="1200" cap="none" spc="0" baseline="0">
                <a:solidFill>
                  <a:schemeClr val="tx1"/>
                </a:solidFill>
                <a:latin typeface="Calibri" pitchFamily="34" charset="0"/>
                <a:ea typeface="MS PGothic" pitchFamily="34" charset="-128"/>
                <a:cs typeface="Calibri" pitchFamily="34" charset="0"/>
              </a:rPr>
              <a:t> </a:t>
            </a:r>
            <a:r>
              <a:rPr lang="en-US" altLang="zh-CN" sz="2400" b="1" i="0" u="none" strike="noStrike" kern="1200" cap="none" spc="0" baseline="0">
                <a:solidFill>
                  <a:schemeClr val="tx1"/>
                </a:solidFill>
                <a:latin typeface="Symbol" pitchFamily="18" charset="2"/>
                <a:ea typeface="MS PGothic" pitchFamily="34" charset="-128"/>
                <a:cs typeface="Calibri" pitchFamily="34" charset="0"/>
              </a:rPr>
              <a:t></a:t>
            </a:r>
            <a:r>
              <a:rPr lang="en-US" altLang="zh-CN" sz="2400" b="1" i="0" u="none" strike="noStrike" kern="1200" cap="none" spc="0" baseline="0">
                <a:solidFill>
                  <a:schemeClr val="tx1"/>
                </a:solidFill>
                <a:latin typeface="Calibri" pitchFamily="34" charset="0"/>
                <a:ea typeface="MS PGothic" pitchFamily="34" charset="-128"/>
                <a:cs typeface="Calibri" pitchFamily="34" charset="0"/>
              </a:rPr>
              <a:t> 0.30) = 0.1179 – 0.0832 = 0.0347</a:t>
            </a:r>
            <a:endParaRPr lang="zh-CN" altLang="en-US" sz="2400" b="1" i="0" u="none" strike="noStrike" kern="1200" cap="none" spc="0" baseline="0">
              <a:solidFill>
                <a:srgbClr val="000000"/>
              </a:solidFill>
              <a:latin typeface="Calibri" pitchFamily="34" charset="0"/>
              <a:ea typeface="MS PGothic" pitchFamily="34" charset="-128"/>
              <a:cs typeface="Calibri" pitchFamily="34" charset="0"/>
            </a:endParaRPr>
          </a:p>
        </p:txBody>
      </p:sp>
    </p:spTree>
    <p:extLst>
      <p:ext uri="{BB962C8B-B14F-4D97-AF65-F5344CB8AC3E}">
        <p14:creationId xmlns:p14="http://schemas.microsoft.com/office/powerpoint/2010/main" val="2025908157"/>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970"/>
                                        </p:tgtEl>
                                        <p:attrNameLst>
                                          <p:attrName>style.visibility</p:attrName>
                                        </p:attrNameLst>
                                      </p:cBhvr>
                                      <p:to>
                                        <p:strVal val="visible"/>
                                      </p:to>
                                    </p:set>
                                    <p:animEffect transition="in" filter="checkerboard(across)">
                                      <p:cBhvr>
                                        <p:cTn id="7" dur="500"/>
                                        <p:tgtEl>
                                          <p:spTgt spid="97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971"/>
                                        </p:tgtEl>
                                        <p:attrNameLst>
                                          <p:attrName>style.visibility</p:attrName>
                                        </p:attrNameLst>
                                      </p:cBhvr>
                                      <p:to>
                                        <p:strVal val="visible"/>
                                      </p:to>
                                    </p:set>
                                    <p:animEffect transition="in" filter="dissolve">
                                      <p:cBhvr>
                                        <p:cTn id="12" dur="500"/>
                                        <p:tgtEl>
                                          <p:spTgt spid="97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964"/>
                                        </p:tgtEl>
                                        <p:attrNameLst>
                                          <p:attrName>style.visibility</p:attrName>
                                        </p:attrNameLst>
                                      </p:cBhvr>
                                      <p:to>
                                        <p:strVal val="visible"/>
                                      </p:to>
                                    </p:set>
                                    <p:animEffect transition="in" filter="dissolve">
                                      <p:cBhvr>
                                        <p:cTn id="17" dur="500"/>
                                        <p:tgtEl>
                                          <p:spTgt spid="9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0" grpId="0" animBg="1"/>
      <p:bldP spid="971" grpId="0" animBg="1"/>
      <p:bldP spid="964" grpId="0" animBg="1"/>
    </p:bldLst>
  </p:timing>
</p:sld>
</file>

<file path=ppt/slides/slide85.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graphicFrame>
        <p:nvGraphicFramePr>
          <p:cNvPr id="975" name="Object">
            <a:hlinkClick r:id="" action="ppaction://media"/>
          </p:cNvPr>
          <p:cNvGraphicFramePr>
            <a:graphicFrameLocks noChangeAspect="1"/>
          </p:cNvGraphicFramePr>
          <p:nvPr/>
        </p:nvGraphicFramePr>
        <p:xfrm>
          <a:off x="1582936" y="3044826"/>
          <a:ext cx="3937000" cy="2544761"/>
        </p:xfrm>
        <a:graphic>
          <a:graphicData uri="http://schemas.openxmlformats.org/presentationml/2006/ole">
            <mc:AlternateContent xmlns:mc="http://schemas.openxmlformats.org/markup-compatibility/2006">
              <mc:Choice xmlns:v="urn:schemas-microsoft-com:vml" Requires="v">
                <p:oleObj spid="" name="package" imgW="4762500" imgH="3073400" progId="package">
                  <p:embed/>
                </p:oleObj>
              </mc:Choice>
              <mc:Fallback>
                <p:oleObj name="package" imgW="4762500" imgH="3073400" progId="package">
                  <p:embed/>
                  <p:pic>
                    <p:nvPicPr>
                      <p:cNvPr id="975" name="Object">
                        <a:hlinkClick r:id="" action="ppaction://media"/>
                      </p:cNvPr>
                      <p:cNvPicPr>
                        <a:picLocks noChangeAspect="1"/>
                      </p:cNvPicPr>
                      <p:nvPr/>
                    </p:nvPicPr>
                    <p:blipFill>
                      <a:blip r:embed="rId1" cstate="print"/>
                      <a:stretch>
                        <a:fillRect/>
                      </a:stretch>
                    </p:blipFill>
                    <p:spPr>
                      <a:xfrm rot="0">
                        <a:off x="1582936" y="3044826"/>
                        <a:ext cx="3937000" cy="2544761"/>
                      </a:xfrm>
                      <a:prstGeom prst="rect"/>
                      <a:solidFill>
                        <a:srgbClr val="7F7F7F"/>
                      </a:solidFill>
                      <a:ln cmpd="sng" cap="flat">
                        <a:noFill/>
                        <a:prstDash val="solid"/>
                        <a:round/>
                      </a:ln>
                      <a:effectLst>
                        <a:outerShdw sx="100000" sy="100000" algn="ctr" rotWithShape="0" blurRad="0" dist="35921" dir="2700000">
                          <a:srgbClr val="EEECE1">
                            <a:alpha val="99607"/>
                          </a:srgbClr>
                        </a:outerShdw>
                      </a:effectLst>
                    </p:spPr>
                  </p:pic>
                </p:oleObj>
              </mc:Fallback>
            </mc:AlternateContent>
          </a:graphicData>
        </a:graphic>
      </p:graphicFrame>
      <p:sp>
        <p:nvSpPr>
          <p:cNvPr id="976" name="Text box"/>
          <p:cNvSpPr>
            <a:spLocks noGrp="1"/>
          </p:cNvSpPr>
          <p:nvPr>
            <p:ph type="title"/>
          </p:nvPr>
        </p:nvSpPr>
        <p:spPr>
          <a:xfrm rot="0">
            <a:off x="1922938" y="79376"/>
            <a:ext cx="8345938" cy="1405406"/>
          </a:xfrm>
          <a:prstGeom prst="rect"/>
          <a:noFill/>
          <a:ln w="25400" cmpd="sng" cap="flat">
            <a:solidFill>
              <a:srgbClr val="C0504D"/>
            </a:solidFill>
            <a:prstDash val="solid"/>
            <a:round/>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en-US" altLang="zh-CN" sz="4000" b="1" i="0" u="none" strike="noStrike" kern="1200" cap="none" spc="0" baseline="0">
                <a:solidFill>
                  <a:schemeClr val="tx1"/>
                </a:solidFill>
                <a:latin typeface="Calibri" pitchFamily="34" charset="0"/>
                <a:ea typeface="宋体" pitchFamily="0" charset="0"/>
                <a:cs typeface="Calibri" pitchFamily="34" charset="0"/>
              </a:rPr>
              <a:t>Finding Z Values  for </a:t>
            </a:r>
            <a:br>
              <a:rPr lang="zh-CN" altLang="en-US" sz="4000" b="1" i="0" u="none" strike="noStrike" kern="1200" cap="none" spc="0" baseline="0">
                <a:solidFill>
                  <a:schemeClr val="tx1"/>
                </a:solidFill>
                <a:latin typeface="Calibri" pitchFamily="34" charset="0"/>
                <a:ea typeface="宋体" pitchFamily="0" charset="0"/>
                <a:cs typeface="Calibri" pitchFamily="34" charset="0"/>
              </a:rPr>
            </a:br>
            <a:r>
              <a:rPr lang="en-US" altLang="zh-CN" sz="4000" b="1" i="0" u="none" strike="noStrike" kern="1200" cap="none" spc="0" baseline="0">
                <a:solidFill>
                  <a:schemeClr val="tx1"/>
                </a:solidFill>
                <a:latin typeface="Calibri" pitchFamily="34" charset="0"/>
                <a:ea typeface="宋体" pitchFamily="0" charset="0"/>
                <a:cs typeface="Calibri" pitchFamily="34" charset="0"/>
              </a:rPr>
              <a:t>Known Probabilities</a:t>
            </a:r>
            <a:endParaRPr lang="zh-CN" altLang="en-US" sz="4000" b="1" i="0" u="none" strike="noStrike" kern="1200" cap="none" spc="0" baseline="0">
              <a:solidFill>
                <a:schemeClr val="tx1"/>
              </a:solidFill>
              <a:latin typeface="Calibri" pitchFamily="34" charset="0"/>
              <a:ea typeface="宋体" pitchFamily="0" charset="0"/>
              <a:cs typeface="Calibri" pitchFamily="34" charset="0"/>
            </a:endParaRPr>
          </a:p>
        </p:txBody>
      </p:sp>
      <p:sp>
        <p:nvSpPr>
          <p:cNvPr id="977" name="Rectangles"/>
          <p:cNvSpPr>
            <a:spLocks/>
          </p:cNvSpPr>
          <p:nvPr/>
        </p:nvSpPr>
        <p:spPr>
          <a:xfrm rot="0">
            <a:off x="1919289" y="3068638"/>
            <a:ext cx="1216025" cy="450849"/>
          </a:xfrm>
          <a:prstGeom prst="rect"/>
          <a:noFill/>
          <a:ln w="12700" cmpd="sng" cap="flat">
            <a:noFill/>
            <a:prstDash val="solid"/>
            <a:miter/>
          </a:ln>
          <a:effectLst>
            <a:outerShdw sx="100000" sy="100000" algn="ctr" rotWithShape="0" blurRad="0" dist="35921" dir="2700000">
              <a:srgbClr val="EEECE1">
                <a:alpha val="99607"/>
              </a:srgbClr>
            </a:outerShdw>
          </a:effectLst>
        </p:spPr>
        <p:txBody>
          <a:bodyPr vert="horz" wrap="square" lIns="90488" tIns="44450" rIns="90488" bIns="44450" anchor="t" anchorCtr="0">
            <a:prstTxWarp prst="textNoShape"/>
            <a:spAutoFit/>
          </a:bodyPr>
          <a:lstStyle/>
          <a:p>
            <a:pPr marL="0" indent="0" algn="l" eaLnBrk="0" hangingPunct="0">
              <a:lnSpc>
                <a:spcPct val="100000"/>
              </a:lnSpc>
              <a:spcBef>
                <a:spcPct val="50000"/>
              </a:spcBef>
              <a:spcAft>
                <a:spcPts val="0"/>
              </a:spcAft>
              <a:buNone/>
            </a:pPr>
            <a:r>
              <a:rPr lang="en-US" altLang="zh-CN" sz="2400" b="1" i="0" u="none" strike="noStrike" kern="1200" cap="none" spc="0" baseline="0">
                <a:solidFill>
                  <a:schemeClr val="accent2"/>
                </a:solidFill>
                <a:effectLst>
                  <a:outerShdw sx="100000" sy="100000" blurRad="38100" dir="2700000" dist="38100" algn="tl">
                    <a:srgbClr val="C0C0C0"/>
                  </a:outerShdw>
                </a:effectLst>
                <a:latin typeface="Arial" pitchFamily="34" charset="0"/>
                <a:ea typeface="MS PGothic" pitchFamily="34" charset="-128"/>
                <a:cs typeface="Calibri" pitchFamily="34" charset="0"/>
              </a:rPr>
              <a:t>0.1217</a:t>
            </a:r>
            <a:endParaRPr lang="zh-CN" altLang="en-US" sz="2400" b="1" i="0" u="none" strike="noStrike" kern="1200" cap="none" spc="0" baseline="0">
              <a:solidFill>
                <a:schemeClr val="accent2"/>
              </a:solidFill>
              <a:effectLst>
                <a:outerShdw sx="100000" sy="100000" blurRad="38100" dir="2700000" dist="38100" algn="tl">
                  <a:srgbClr val="C0C0C0"/>
                </a:outerShdw>
              </a:effectLst>
              <a:latin typeface="Arial" pitchFamily="34" charset="0"/>
              <a:ea typeface="MS PGothic" pitchFamily="34" charset="-128"/>
              <a:cs typeface="Calibri" pitchFamily="34" charset="0"/>
            </a:endParaRPr>
          </a:p>
        </p:txBody>
      </p:sp>
      <p:sp>
        <p:nvSpPr>
          <p:cNvPr id="978" name="Straight line"/>
          <p:cNvSpPr>
            <a:spLocks/>
          </p:cNvSpPr>
          <p:nvPr/>
        </p:nvSpPr>
        <p:spPr>
          <a:xfrm rot="0">
            <a:off x="3060701" y="3425824"/>
            <a:ext cx="696807" cy="579409"/>
          </a:xfrm>
          <a:prstGeom prst="line"/>
          <a:noFill/>
          <a:ln w="25400" cmpd="sng" cap="flat">
            <a:solidFill>
              <a:srgbClr val="C0504D"/>
            </a:solidFill>
            <a:prstDash val="solid"/>
            <a:round/>
            <a:tailEnd type="triangle" w="med" len="med"/>
          </a:ln>
          <a:effectLst>
            <a:outerShdw sx="100000" sy="100000" algn="ctr" rotWithShape="0" blurRad="0" dist="35921" dir="2700000">
              <a:srgbClr val="EEECE1">
                <a:alpha val="99607"/>
              </a:srgbClr>
            </a:outerShdw>
          </a:effectLst>
        </p:spPr>
      </p:sp>
      <p:grpSp>
        <p:nvGrpSpPr>
          <p:cNvPr id="981" name="Combination"/>
          <p:cNvGrpSpPr>
            <a:grpSpLocks/>
          </p:cNvGrpSpPr>
          <p:nvPr/>
        </p:nvGrpSpPr>
        <p:grpSpPr>
          <a:xfrm rot="20667462">
            <a:off x="3994014" y="5421795"/>
            <a:ext cx="2070697" cy="590954"/>
            <a:chOff x="3994014" y="5421795"/>
            <a:chExt cx="2070697" cy="590954"/>
          </a:xfrm>
        </p:grpSpPr>
        <p:sp>
          <p:nvSpPr>
            <p:cNvPr id="979" name="曲线"/>
            <p:cNvSpPr>
              <a:spLocks/>
            </p:cNvSpPr>
            <p:nvPr/>
          </p:nvSpPr>
          <p:spPr>
            <a:xfrm rot="0">
              <a:off x="3994014" y="5421795"/>
              <a:ext cx="2065648" cy="572955"/>
            </a:xfrm>
            <a:custGeom>
              <a:gdLst>
                <a:gd name="T1" fmla="*/ 0 w 21600"/>
                <a:gd name="T2" fmla="*/ 0 h 21600"/>
                <a:gd name="T3" fmla="*/ 21600 w 21600"/>
                <a:gd name="T4" fmla="*/ 21600 h 21600"/>
              </a:gdLst>
              <a:rect l="T1" t="T2" r="T3" b="T4"/>
              <a:pathLst>
                <a:path w="21600" h="21600">
                  <a:moveTo>
                    <a:pt x="21564" y="13306"/>
                  </a:moveTo>
                  <a:lnTo>
                    <a:pt x="21581" y="14362"/>
                  </a:lnTo>
                  <a:lnTo>
                    <a:pt x="20773" y="15906"/>
                  </a:lnTo>
                  <a:lnTo>
                    <a:pt x="20297" y="16812"/>
                  </a:lnTo>
                  <a:lnTo>
                    <a:pt x="19770" y="17340"/>
                  </a:lnTo>
                  <a:lnTo>
                    <a:pt x="19347" y="17980"/>
                  </a:lnTo>
                  <a:lnTo>
                    <a:pt x="18803" y="18546"/>
                  </a:lnTo>
                  <a:lnTo>
                    <a:pt x="18310" y="19035"/>
                  </a:lnTo>
                  <a:lnTo>
                    <a:pt x="17677" y="19450"/>
                  </a:lnTo>
                  <a:lnTo>
                    <a:pt x="17202" y="19828"/>
                  </a:lnTo>
                  <a:lnTo>
                    <a:pt x="16726" y="20241"/>
                  </a:lnTo>
                  <a:lnTo>
                    <a:pt x="16005" y="20582"/>
                  </a:lnTo>
                  <a:lnTo>
                    <a:pt x="15338" y="20846"/>
                  </a:lnTo>
                  <a:lnTo>
                    <a:pt x="14527" y="21147"/>
                  </a:lnTo>
                  <a:lnTo>
                    <a:pt x="13490" y="21448"/>
                  </a:lnTo>
                  <a:lnTo>
                    <a:pt x="12611" y="21561"/>
                  </a:lnTo>
                  <a:lnTo>
                    <a:pt x="11908" y="21523"/>
                  </a:lnTo>
                  <a:lnTo>
                    <a:pt x="10905" y="21448"/>
                  </a:lnTo>
                  <a:lnTo>
                    <a:pt x="10130" y="21410"/>
                  </a:lnTo>
                  <a:lnTo>
                    <a:pt x="9375" y="21185"/>
                  </a:lnTo>
                  <a:lnTo>
                    <a:pt x="8582" y="20846"/>
                  </a:lnTo>
                  <a:lnTo>
                    <a:pt x="7774" y="20392"/>
                  </a:lnTo>
                  <a:lnTo>
                    <a:pt x="7106" y="19979"/>
                  </a:lnTo>
                  <a:lnTo>
                    <a:pt x="6420" y="19413"/>
                  </a:lnTo>
                  <a:lnTo>
                    <a:pt x="5769" y="18659"/>
                  </a:lnTo>
                  <a:lnTo>
                    <a:pt x="5152" y="17867"/>
                  </a:lnTo>
                  <a:lnTo>
                    <a:pt x="4519" y="16963"/>
                  </a:lnTo>
                  <a:lnTo>
                    <a:pt x="3922" y="15719"/>
                  </a:lnTo>
                  <a:lnTo>
                    <a:pt x="3465" y="14738"/>
                  </a:lnTo>
                  <a:lnTo>
                    <a:pt x="2990" y="13419"/>
                  </a:lnTo>
                  <a:lnTo>
                    <a:pt x="2638" y="12439"/>
                  </a:lnTo>
                  <a:lnTo>
                    <a:pt x="2497" y="11912"/>
                  </a:lnTo>
                  <a:lnTo>
                    <a:pt x="667" y="17527"/>
                  </a:lnTo>
                  <a:lnTo>
                    <a:pt x="579" y="16170"/>
                  </a:lnTo>
                  <a:lnTo>
                    <a:pt x="667" y="14813"/>
                  </a:lnTo>
                  <a:lnTo>
                    <a:pt x="737" y="13569"/>
                  </a:lnTo>
                  <a:lnTo>
                    <a:pt x="790" y="12251"/>
                  </a:lnTo>
                  <a:lnTo>
                    <a:pt x="826" y="10780"/>
                  </a:lnTo>
                  <a:lnTo>
                    <a:pt x="790" y="9347"/>
                  </a:lnTo>
                  <a:lnTo>
                    <a:pt x="755" y="8141"/>
                  </a:lnTo>
                  <a:lnTo>
                    <a:pt x="684" y="6747"/>
                  </a:lnTo>
                  <a:lnTo>
                    <a:pt x="597" y="5427"/>
                  </a:lnTo>
                  <a:lnTo>
                    <a:pt x="456" y="3769"/>
                  </a:lnTo>
                  <a:lnTo>
                    <a:pt x="105" y="1922"/>
                  </a:lnTo>
                  <a:lnTo>
                    <a:pt x="0" y="0"/>
                  </a:lnTo>
                  <a:lnTo>
                    <a:pt x="509" y="452"/>
                  </a:lnTo>
                  <a:lnTo>
                    <a:pt x="967" y="867"/>
                  </a:lnTo>
                  <a:lnTo>
                    <a:pt x="1564" y="1280"/>
                  </a:lnTo>
                  <a:lnTo>
                    <a:pt x="2056" y="1507"/>
                  </a:lnTo>
                  <a:lnTo>
                    <a:pt x="2408" y="1582"/>
                  </a:lnTo>
                  <a:lnTo>
                    <a:pt x="2743" y="1620"/>
                  </a:lnTo>
                  <a:lnTo>
                    <a:pt x="3253" y="1620"/>
                  </a:lnTo>
                  <a:lnTo>
                    <a:pt x="3745" y="1470"/>
                  </a:lnTo>
                  <a:lnTo>
                    <a:pt x="4151" y="1394"/>
                  </a:lnTo>
                  <a:lnTo>
                    <a:pt x="4590" y="1054"/>
                  </a:lnTo>
                  <a:lnTo>
                    <a:pt x="5099" y="791"/>
                  </a:lnTo>
                  <a:lnTo>
                    <a:pt x="5857" y="36"/>
                  </a:lnTo>
                  <a:lnTo>
                    <a:pt x="5962" y="1997"/>
                  </a:lnTo>
                  <a:lnTo>
                    <a:pt x="4309" y="6482"/>
                  </a:lnTo>
                  <a:lnTo>
                    <a:pt x="4484" y="6973"/>
                  </a:lnTo>
                  <a:lnTo>
                    <a:pt x="5152" y="8443"/>
                  </a:lnTo>
                  <a:lnTo>
                    <a:pt x="5698" y="9611"/>
                  </a:lnTo>
                  <a:lnTo>
                    <a:pt x="6471" y="11045"/>
                  </a:lnTo>
                  <a:lnTo>
                    <a:pt x="6964" y="11797"/>
                  </a:lnTo>
                  <a:lnTo>
                    <a:pt x="7404" y="12514"/>
                  </a:lnTo>
                  <a:lnTo>
                    <a:pt x="8090" y="13457"/>
                  </a:lnTo>
                  <a:lnTo>
                    <a:pt x="8706" y="14324"/>
                  </a:lnTo>
                  <a:lnTo>
                    <a:pt x="9479" y="15077"/>
                  </a:lnTo>
                  <a:lnTo>
                    <a:pt x="10130" y="15606"/>
                  </a:lnTo>
                  <a:lnTo>
                    <a:pt x="10835" y="16057"/>
                  </a:lnTo>
                  <a:lnTo>
                    <a:pt x="11573" y="16623"/>
                  </a:lnTo>
                  <a:lnTo>
                    <a:pt x="12154" y="16812"/>
                  </a:lnTo>
                  <a:lnTo>
                    <a:pt x="12910" y="17001"/>
                  </a:lnTo>
                  <a:lnTo>
                    <a:pt x="13718" y="17113"/>
                  </a:lnTo>
                  <a:lnTo>
                    <a:pt x="14440" y="17188"/>
                  </a:lnTo>
                  <a:lnTo>
                    <a:pt x="15232" y="17226"/>
                  </a:lnTo>
                  <a:lnTo>
                    <a:pt x="16146" y="17226"/>
                  </a:lnTo>
                  <a:lnTo>
                    <a:pt x="17008" y="17188"/>
                  </a:lnTo>
                  <a:lnTo>
                    <a:pt x="17817" y="16850"/>
                  </a:lnTo>
                  <a:lnTo>
                    <a:pt x="18381" y="16661"/>
                  </a:lnTo>
                  <a:lnTo>
                    <a:pt x="18961" y="16360"/>
                  </a:lnTo>
                  <a:lnTo>
                    <a:pt x="19401" y="16019"/>
                  </a:lnTo>
                  <a:lnTo>
                    <a:pt x="19822" y="15568"/>
                  </a:lnTo>
                  <a:lnTo>
                    <a:pt x="20245" y="15153"/>
                  </a:lnTo>
                  <a:lnTo>
                    <a:pt x="21564" y="13306"/>
                  </a:lnTo>
                </a:path>
              </a:pathLst>
            </a:custGeom>
            <a:solidFill>
              <a:schemeClr val="folHlink"/>
            </a:solidFill>
            <a:ln w="12700" cmpd="sng" cap="rnd">
              <a:solidFill>
                <a:srgbClr val="EEECE1"/>
              </a:solidFill>
              <a:prstDash val="solid"/>
              <a:round/>
            </a:ln>
          </p:spPr>
        </p:sp>
        <p:sp>
          <p:nvSpPr>
            <p:cNvPr id="980" name="曲线"/>
            <p:cNvSpPr>
              <a:spLocks/>
            </p:cNvSpPr>
            <p:nvPr/>
          </p:nvSpPr>
          <p:spPr>
            <a:xfrm rot="0">
              <a:off x="4007481" y="5471792"/>
              <a:ext cx="2057230" cy="540958"/>
            </a:xfrm>
            <a:custGeom>
              <a:gdLst>
                <a:gd name="T1" fmla="*/ 0 w 21600"/>
                <a:gd name="T2" fmla="*/ 0 h 21600"/>
                <a:gd name="T3" fmla="*/ 21600 w 21600"/>
                <a:gd name="T4" fmla="*/ 21600 h 21600"/>
              </a:gdLst>
              <a:rect l="T1" t="T2" r="T3" b="T4"/>
              <a:pathLst>
                <a:path w="21600" h="21600">
                  <a:moveTo>
                    <a:pt x="21581" y="13055"/>
                  </a:moveTo>
                  <a:lnTo>
                    <a:pt x="20663" y="15451"/>
                  </a:lnTo>
                  <a:lnTo>
                    <a:pt x="20274" y="16170"/>
                  </a:lnTo>
                  <a:lnTo>
                    <a:pt x="19778" y="16928"/>
                  </a:lnTo>
                  <a:lnTo>
                    <a:pt x="19372" y="17527"/>
                  </a:lnTo>
                  <a:lnTo>
                    <a:pt x="18823" y="18165"/>
                  </a:lnTo>
                  <a:lnTo>
                    <a:pt x="18312" y="18724"/>
                  </a:lnTo>
                  <a:lnTo>
                    <a:pt x="17675" y="19363"/>
                  </a:lnTo>
                  <a:lnTo>
                    <a:pt x="17181" y="19682"/>
                  </a:lnTo>
                  <a:lnTo>
                    <a:pt x="16702" y="20121"/>
                  </a:lnTo>
                  <a:lnTo>
                    <a:pt x="15995" y="20600"/>
                  </a:lnTo>
                  <a:lnTo>
                    <a:pt x="15342" y="20761"/>
                  </a:lnTo>
                  <a:lnTo>
                    <a:pt x="14511" y="21080"/>
                  </a:lnTo>
                  <a:lnTo>
                    <a:pt x="13468" y="21439"/>
                  </a:lnTo>
                  <a:lnTo>
                    <a:pt x="12602" y="21559"/>
                  </a:lnTo>
                  <a:lnTo>
                    <a:pt x="11894" y="21559"/>
                  </a:lnTo>
                  <a:lnTo>
                    <a:pt x="10888" y="21559"/>
                  </a:lnTo>
                  <a:lnTo>
                    <a:pt x="10091" y="21439"/>
                  </a:lnTo>
                  <a:lnTo>
                    <a:pt x="9331" y="21200"/>
                  </a:lnTo>
                  <a:lnTo>
                    <a:pt x="8537" y="20960"/>
                  </a:lnTo>
                  <a:lnTo>
                    <a:pt x="7759" y="20481"/>
                  </a:lnTo>
                  <a:lnTo>
                    <a:pt x="7069" y="20041"/>
                  </a:lnTo>
                  <a:lnTo>
                    <a:pt x="6362" y="19482"/>
                  </a:lnTo>
                  <a:lnTo>
                    <a:pt x="5744" y="18804"/>
                  </a:lnTo>
                  <a:lnTo>
                    <a:pt x="5107" y="18045"/>
                  </a:lnTo>
                  <a:lnTo>
                    <a:pt x="4472" y="17048"/>
                  </a:lnTo>
                  <a:lnTo>
                    <a:pt x="3887" y="15849"/>
                  </a:lnTo>
                  <a:lnTo>
                    <a:pt x="3445" y="14852"/>
                  </a:lnTo>
                  <a:lnTo>
                    <a:pt x="2987" y="13573"/>
                  </a:lnTo>
                  <a:lnTo>
                    <a:pt x="2632" y="12615"/>
                  </a:lnTo>
                  <a:lnTo>
                    <a:pt x="2155" y="11219"/>
                  </a:lnTo>
                  <a:lnTo>
                    <a:pt x="547" y="16409"/>
                  </a:lnTo>
                  <a:lnTo>
                    <a:pt x="654" y="15012"/>
                  </a:lnTo>
                  <a:lnTo>
                    <a:pt x="723" y="13694"/>
                  </a:lnTo>
                  <a:lnTo>
                    <a:pt x="777" y="12416"/>
                  </a:lnTo>
                  <a:lnTo>
                    <a:pt x="794" y="10979"/>
                  </a:lnTo>
                  <a:lnTo>
                    <a:pt x="759" y="9541"/>
                  </a:lnTo>
                  <a:lnTo>
                    <a:pt x="741" y="8304"/>
                  </a:lnTo>
                  <a:lnTo>
                    <a:pt x="671" y="6907"/>
                  </a:lnTo>
                  <a:lnTo>
                    <a:pt x="565" y="5589"/>
                  </a:lnTo>
                  <a:lnTo>
                    <a:pt x="440" y="3832"/>
                  </a:lnTo>
                  <a:lnTo>
                    <a:pt x="281" y="2355"/>
                  </a:lnTo>
                  <a:lnTo>
                    <a:pt x="141" y="1317"/>
                  </a:lnTo>
                  <a:lnTo>
                    <a:pt x="0" y="0"/>
                  </a:lnTo>
                  <a:lnTo>
                    <a:pt x="493" y="478"/>
                  </a:lnTo>
                  <a:lnTo>
                    <a:pt x="972" y="917"/>
                  </a:lnTo>
                  <a:lnTo>
                    <a:pt x="1554" y="1357"/>
                  </a:lnTo>
                  <a:lnTo>
                    <a:pt x="2084" y="1557"/>
                  </a:lnTo>
                  <a:lnTo>
                    <a:pt x="2402" y="1635"/>
                  </a:lnTo>
                  <a:lnTo>
                    <a:pt x="2739" y="1676"/>
                  </a:lnTo>
                  <a:lnTo>
                    <a:pt x="3252" y="1635"/>
                  </a:lnTo>
                  <a:lnTo>
                    <a:pt x="3747" y="1557"/>
                  </a:lnTo>
                  <a:lnTo>
                    <a:pt x="4118" y="1396"/>
                  </a:lnTo>
                  <a:lnTo>
                    <a:pt x="4612" y="1038"/>
                  </a:lnTo>
                  <a:lnTo>
                    <a:pt x="5126" y="717"/>
                  </a:lnTo>
                  <a:lnTo>
                    <a:pt x="5867" y="38"/>
                  </a:lnTo>
                  <a:lnTo>
                    <a:pt x="3906" y="5749"/>
                  </a:lnTo>
                  <a:lnTo>
                    <a:pt x="4453" y="7066"/>
                  </a:lnTo>
                  <a:lnTo>
                    <a:pt x="5126" y="8503"/>
                  </a:lnTo>
                  <a:lnTo>
                    <a:pt x="5690" y="9662"/>
                  </a:lnTo>
                  <a:lnTo>
                    <a:pt x="6468" y="11099"/>
                  </a:lnTo>
                  <a:lnTo>
                    <a:pt x="6945" y="11858"/>
                  </a:lnTo>
                  <a:lnTo>
                    <a:pt x="7405" y="12615"/>
                  </a:lnTo>
                  <a:lnTo>
                    <a:pt x="8060" y="13533"/>
                  </a:lnTo>
                  <a:lnTo>
                    <a:pt x="8714" y="14373"/>
                  </a:lnTo>
                  <a:lnTo>
                    <a:pt x="9473" y="15091"/>
                  </a:lnTo>
                  <a:lnTo>
                    <a:pt x="10127" y="15570"/>
                  </a:lnTo>
                  <a:lnTo>
                    <a:pt x="10835" y="16050"/>
                  </a:lnTo>
                  <a:lnTo>
                    <a:pt x="11576" y="16528"/>
                  </a:lnTo>
                  <a:lnTo>
                    <a:pt x="12161" y="16767"/>
                  </a:lnTo>
                  <a:lnTo>
                    <a:pt x="12921" y="16888"/>
                  </a:lnTo>
                  <a:lnTo>
                    <a:pt x="13716" y="17008"/>
                  </a:lnTo>
                  <a:lnTo>
                    <a:pt x="14440" y="17127"/>
                  </a:lnTo>
                  <a:lnTo>
                    <a:pt x="15254" y="17127"/>
                  </a:lnTo>
                  <a:lnTo>
                    <a:pt x="16137" y="17088"/>
                  </a:lnTo>
                  <a:lnTo>
                    <a:pt x="16986" y="17008"/>
                  </a:lnTo>
                  <a:lnTo>
                    <a:pt x="17834" y="16688"/>
                  </a:lnTo>
                  <a:lnTo>
                    <a:pt x="18381" y="16528"/>
                  </a:lnTo>
                  <a:lnTo>
                    <a:pt x="18982" y="16248"/>
                  </a:lnTo>
                  <a:lnTo>
                    <a:pt x="19442" y="15849"/>
                  </a:lnTo>
                  <a:lnTo>
                    <a:pt x="19884" y="15491"/>
                  </a:lnTo>
                  <a:lnTo>
                    <a:pt x="20256" y="14971"/>
                  </a:lnTo>
                  <a:lnTo>
                    <a:pt x="21581" y="13055"/>
                  </a:lnTo>
                </a:path>
              </a:pathLst>
            </a:custGeom>
            <a:solidFill>
              <a:schemeClr val="folHlink"/>
            </a:solidFill>
            <a:ln w="12700" cmpd="sng" cap="rnd">
              <a:solidFill>
                <a:srgbClr val="EEECE1"/>
              </a:solidFill>
              <a:prstDash val="solid"/>
              <a:round/>
            </a:ln>
          </p:spPr>
        </p:sp>
      </p:grpSp>
      <p:sp>
        <p:nvSpPr>
          <p:cNvPr id="982" name="Rectangles"/>
          <p:cNvSpPr>
            <a:spLocks/>
          </p:cNvSpPr>
          <p:nvPr/>
        </p:nvSpPr>
        <p:spPr>
          <a:xfrm rot="0">
            <a:off x="1817688" y="1484785"/>
            <a:ext cx="8526463" cy="946149"/>
          </a:xfrm>
          <a:prstGeom prst="rect"/>
          <a:solidFill>
            <a:schemeClr val="bg1"/>
          </a:solidFill>
          <a:ln w="12700" cmpd="sng" cap="flat">
            <a:noFill/>
            <a:prstDash val="solid"/>
            <a:miter/>
          </a:ln>
          <a:effectLst>
            <a:outerShdw sx="100000" sy="100000" algn="ctr" rotWithShape="0" blurRad="0" dist="35921" dir="2700000">
              <a:srgbClr val="EEECE1">
                <a:alpha val="99607"/>
              </a:srgbClr>
            </a:outerShdw>
          </a:effectLst>
        </p:spPr>
        <p:txBody>
          <a:bodyPr vert="horz" wrap="square" lIns="90488" tIns="44450" rIns="90488" bIns="44450" anchor="t" anchorCtr="0">
            <a:prstTxWarp prst="textNoShape"/>
            <a:spAutoFit/>
          </a:bodyPr>
          <a:lstStyle/>
          <a:p>
            <a:pPr marL="0" indent="0" algn="l" eaLnBrk="0" hangingPunct="0">
              <a:lnSpc>
                <a:spcPct val="100000"/>
              </a:lnSpc>
              <a:spcBef>
                <a:spcPct val="50000"/>
              </a:spcBef>
              <a:spcAft>
                <a:spcPts val="0"/>
              </a:spcAft>
              <a:buNone/>
            </a:pPr>
            <a:r>
              <a:rPr lang="en-US" altLang="zh-CN" sz="2800" b="0" i="0" u="none" strike="noStrike" kern="1200" cap="none" spc="0" baseline="0">
                <a:solidFill>
                  <a:schemeClr val="tx1"/>
                </a:solidFill>
                <a:latin typeface="Calibri" pitchFamily="34" charset="0"/>
                <a:ea typeface="ＭＳ Ｐゴシック" pitchFamily="0" charset="0"/>
                <a:cs typeface="Calibri" pitchFamily="34" charset="0"/>
              </a:rPr>
              <a:t>If Z greater than mean, what is Z given that P(Z) = 0.1217?</a:t>
            </a:r>
            <a:endParaRPr lang="zh-CN" altLang="en-US" sz="2800" b="0" i="0" u="none" strike="noStrike" kern="1200" cap="none" spc="0" baseline="0">
              <a:solidFill>
                <a:schemeClr val="tx1"/>
              </a:solidFill>
              <a:latin typeface="Calibri" pitchFamily="34" charset="0"/>
              <a:ea typeface="ＭＳ Ｐゴシック" pitchFamily="0" charset="0"/>
              <a:cs typeface="Calibri" pitchFamily="34" charset="0"/>
            </a:endParaRPr>
          </a:p>
        </p:txBody>
      </p:sp>
      <p:grpSp>
        <p:nvGrpSpPr>
          <p:cNvPr id="985" name="Combination"/>
          <p:cNvGrpSpPr>
            <a:grpSpLocks/>
          </p:cNvGrpSpPr>
          <p:nvPr/>
        </p:nvGrpSpPr>
        <p:grpSpPr>
          <a:xfrm>
            <a:off x="4242569" y="3368823"/>
            <a:ext cx="1835852" cy="518087"/>
            <a:chOff x="4242569" y="3368823"/>
            <a:chExt cx="1835852" cy="518087"/>
          </a:xfrm>
        </p:grpSpPr>
        <p:sp>
          <p:nvSpPr>
            <p:cNvPr id="983" name="曲线"/>
            <p:cNvSpPr>
              <a:spLocks/>
            </p:cNvSpPr>
            <p:nvPr/>
          </p:nvSpPr>
          <p:spPr>
            <a:xfrm rot="0">
              <a:off x="4244233" y="3369435"/>
              <a:ext cx="1834189" cy="517475"/>
            </a:xfrm>
            <a:custGeom>
              <a:gdLst>
                <a:gd name="T1" fmla="*/ 0 w 21600"/>
                <a:gd name="T2" fmla="*/ 0 h 21600"/>
                <a:gd name="T3" fmla="*/ 21600 w 21600"/>
                <a:gd name="T4" fmla="*/ 21600 h 21600"/>
              </a:gdLst>
              <a:rect l="T1" t="T2" r="T3" b="T4"/>
              <a:pathLst>
                <a:path w="21600" h="21600">
                  <a:moveTo>
                    <a:pt x="146" y="19781"/>
                  </a:moveTo>
                  <a:lnTo>
                    <a:pt x="0" y="18759"/>
                  </a:lnTo>
                  <a:lnTo>
                    <a:pt x="538" y="16609"/>
                  </a:lnTo>
                  <a:lnTo>
                    <a:pt x="899" y="15355"/>
                  </a:lnTo>
                  <a:lnTo>
                    <a:pt x="1302" y="14357"/>
                  </a:lnTo>
                  <a:lnTo>
                    <a:pt x="1614" y="13435"/>
                  </a:lnTo>
                  <a:lnTo>
                    <a:pt x="2055" y="12437"/>
                  </a:lnTo>
                  <a:lnTo>
                    <a:pt x="2437" y="11542"/>
                  </a:lnTo>
                  <a:lnTo>
                    <a:pt x="2956" y="10671"/>
                  </a:lnTo>
                  <a:lnTo>
                    <a:pt x="3358" y="9929"/>
                  </a:lnTo>
                  <a:lnTo>
                    <a:pt x="3789" y="9136"/>
                  </a:lnTo>
                  <a:lnTo>
                    <a:pt x="4396" y="8240"/>
                  </a:lnTo>
                  <a:lnTo>
                    <a:pt x="4964" y="7498"/>
                  </a:lnTo>
                  <a:lnTo>
                    <a:pt x="5668" y="6654"/>
                  </a:lnTo>
                  <a:lnTo>
                    <a:pt x="6609" y="5526"/>
                  </a:lnTo>
                  <a:lnTo>
                    <a:pt x="7382" y="4760"/>
                  </a:lnTo>
                  <a:lnTo>
                    <a:pt x="8037" y="4272"/>
                  </a:lnTo>
                  <a:lnTo>
                    <a:pt x="8978" y="3581"/>
                  </a:lnTo>
                  <a:lnTo>
                    <a:pt x="9682" y="3071"/>
                  </a:lnTo>
                  <a:lnTo>
                    <a:pt x="10418" y="2788"/>
                  </a:lnTo>
                  <a:lnTo>
                    <a:pt x="11181" y="2482"/>
                  </a:lnTo>
                  <a:lnTo>
                    <a:pt x="11974" y="2405"/>
                  </a:lnTo>
                  <a:lnTo>
                    <a:pt x="12650" y="2276"/>
                  </a:lnTo>
                  <a:lnTo>
                    <a:pt x="13355" y="2353"/>
                  </a:lnTo>
                  <a:lnTo>
                    <a:pt x="14040" y="2610"/>
                  </a:lnTo>
                  <a:lnTo>
                    <a:pt x="14706" y="2916"/>
                  </a:lnTo>
                  <a:lnTo>
                    <a:pt x="15392" y="3429"/>
                  </a:lnTo>
                  <a:lnTo>
                    <a:pt x="16086" y="4222"/>
                  </a:lnTo>
                  <a:lnTo>
                    <a:pt x="16635" y="4888"/>
                  </a:lnTo>
                  <a:lnTo>
                    <a:pt x="17241" y="5885"/>
                  </a:lnTo>
                  <a:lnTo>
                    <a:pt x="17662" y="6628"/>
                  </a:lnTo>
                  <a:lnTo>
                    <a:pt x="17879" y="7062"/>
                  </a:lnTo>
                  <a:lnTo>
                    <a:pt x="18886" y="0"/>
                  </a:lnTo>
                  <a:lnTo>
                    <a:pt x="19093" y="1228"/>
                  </a:lnTo>
                  <a:lnTo>
                    <a:pt x="19170" y="2737"/>
                  </a:lnTo>
                  <a:lnTo>
                    <a:pt x="19269" y="4119"/>
                  </a:lnTo>
                  <a:lnTo>
                    <a:pt x="19396" y="5475"/>
                  </a:lnTo>
                  <a:lnTo>
                    <a:pt x="19533" y="6935"/>
                  </a:lnTo>
                  <a:lnTo>
                    <a:pt x="19749" y="8368"/>
                  </a:lnTo>
                  <a:lnTo>
                    <a:pt x="19906" y="9544"/>
                  </a:lnTo>
                  <a:lnTo>
                    <a:pt x="20150" y="10902"/>
                  </a:lnTo>
                  <a:lnTo>
                    <a:pt x="20375" y="12155"/>
                  </a:lnTo>
                  <a:lnTo>
                    <a:pt x="20727" y="13793"/>
                  </a:lnTo>
                  <a:lnTo>
                    <a:pt x="21246" y="15432"/>
                  </a:lnTo>
                  <a:lnTo>
                    <a:pt x="21590" y="17300"/>
                  </a:lnTo>
                  <a:lnTo>
                    <a:pt x="21080" y="17146"/>
                  </a:lnTo>
                  <a:lnTo>
                    <a:pt x="20581" y="17120"/>
                  </a:lnTo>
                  <a:lnTo>
                    <a:pt x="20013" y="17146"/>
                  </a:lnTo>
                  <a:lnTo>
                    <a:pt x="19504" y="17273"/>
                  </a:lnTo>
                  <a:lnTo>
                    <a:pt x="19191" y="17454"/>
                  </a:lnTo>
                  <a:lnTo>
                    <a:pt x="18877" y="17657"/>
                  </a:lnTo>
                  <a:lnTo>
                    <a:pt x="18398" y="18017"/>
                  </a:lnTo>
                  <a:lnTo>
                    <a:pt x="17995" y="18528"/>
                  </a:lnTo>
                  <a:lnTo>
                    <a:pt x="17614" y="18962"/>
                  </a:lnTo>
                  <a:lnTo>
                    <a:pt x="17213" y="19653"/>
                  </a:lnTo>
                  <a:lnTo>
                    <a:pt x="16772" y="20294"/>
                  </a:lnTo>
                  <a:lnTo>
                    <a:pt x="16175" y="21573"/>
                  </a:lnTo>
                  <a:lnTo>
                    <a:pt x="15851" y="19705"/>
                  </a:lnTo>
                  <a:lnTo>
                    <a:pt x="16850" y="13922"/>
                  </a:lnTo>
                  <a:lnTo>
                    <a:pt x="16625" y="13511"/>
                  </a:lnTo>
                  <a:lnTo>
                    <a:pt x="15823" y="12513"/>
                  </a:lnTo>
                  <a:lnTo>
                    <a:pt x="15165" y="11745"/>
                  </a:lnTo>
                  <a:lnTo>
                    <a:pt x="14294" y="10850"/>
                  </a:lnTo>
                  <a:lnTo>
                    <a:pt x="13775" y="10466"/>
                  </a:lnTo>
                  <a:lnTo>
                    <a:pt x="13266" y="10083"/>
                  </a:lnTo>
                  <a:lnTo>
                    <a:pt x="12532" y="9622"/>
                  </a:lnTo>
                  <a:lnTo>
                    <a:pt x="11828" y="9212"/>
                  </a:lnTo>
                  <a:lnTo>
                    <a:pt x="11053" y="9058"/>
                  </a:lnTo>
                  <a:lnTo>
                    <a:pt x="10397" y="8981"/>
                  </a:lnTo>
                  <a:lnTo>
                    <a:pt x="9673" y="9033"/>
                  </a:lnTo>
                  <a:lnTo>
                    <a:pt x="8948" y="9058"/>
                  </a:lnTo>
                  <a:lnTo>
                    <a:pt x="8391" y="9263"/>
                  </a:lnTo>
                  <a:lnTo>
                    <a:pt x="7656" y="9647"/>
                  </a:lnTo>
                  <a:lnTo>
                    <a:pt x="6921" y="10134"/>
                  </a:lnTo>
                  <a:lnTo>
                    <a:pt x="6236" y="10569"/>
                  </a:lnTo>
                  <a:lnTo>
                    <a:pt x="5492" y="11131"/>
                  </a:lnTo>
                  <a:lnTo>
                    <a:pt x="4679" y="11823"/>
                  </a:lnTo>
                  <a:lnTo>
                    <a:pt x="3867" y="12513"/>
                  </a:lnTo>
                  <a:lnTo>
                    <a:pt x="3151" y="13461"/>
                  </a:lnTo>
                  <a:lnTo>
                    <a:pt x="2652" y="14024"/>
                  </a:lnTo>
                  <a:lnTo>
                    <a:pt x="2162" y="14791"/>
                  </a:lnTo>
                  <a:lnTo>
                    <a:pt x="1810" y="15456"/>
                  </a:lnTo>
                  <a:lnTo>
                    <a:pt x="1449" y="16199"/>
                  </a:lnTo>
                  <a:lnTo>
                    <a:pt x="1135" y="16967"/>
                  </a:lnTo>
                  <a:lnTo>
                    <a:pt x="146" y="19781"/>
                  </a:lnTo>
                </a:path>
              </a:pathLst>
            </a:custGeom>
            <a:solidFill>
              <a:schemeClr val="folHlink"/>
            </a:solidFill>
            <a:ln w="12700" cmpd="sng" cap="rnd">
              <a:solidFill>
                <a:srgbClr val="EEECE1"/>
              </a:solidFill>
              <a:prstDash val="solid"/>
              <a:round/>
            </a:ln>
          </p:spPr>
        </p:sp>
        <p:sp>
          <p:nvSpPr>
            <p:cNvPr id="984" name="曲线"/>
            <p:cNvSpPr>
              <a:spLocks/>
            </p:cNvSpPr>
            <p:nvPr/>
          </p:nvSpPr>
          <p:spPr>
            <a:xfrm rot="0">
              <a:off x="4242569" y="3368823"/>
              <a:ext cx="1807557" cy="470932"/>
            </a:xfrm>
            <a:custGeom>
              <a:gdLst>
                <a:gd name="T1" fmla="*/ 0 w 21600"/>
                <a:gd name="T2" fmla="*/ 0 h 21600"/>
                <a:gd name="T3" fmla="*/ 21600 w 21600"/>
                <a:gd name="T4" fmla="*/ 21600 h 21600"/>
              </a:gdLst>
              <a:rect l="T1" t="T2" r="T3" b="T4"/>
              <a:pathLst>
                <a:path w="21600" h="21600">
                  <a:moveTo>
                    <a:pt x="0" y="20673"/>
                  </a:moveTo>
                  <a:lnTo>
                    <a:pt x="565" y="17386"/>
                  </a:lnTo>
                  <a:lnTo>
                    <a:pt x="854" y="16319"/>
                  </a:lnTo>
                  <a:lnTo>
                    <a:pt x="1222" y="15138"/>
                  </a:lnTo>
                  <a:lnTo>
                    <a:pt x="1541" y="14183"/>
                  </a:lnTo>
                  <a:lnTo>
                    <a:pt x="1969" y="13033"/>
                  </a:lnTo>
                  <a:lnTo>
                    <a:pt x="2376" y="11993"/>
                  </a:lnTo>
                  <a:lnTo>
                    <a:pt x="2883" y="10870"/>
                  </a:lnTo>
                  <a:lnTo>
                    <a:pt x="3301" y="10082"/>
                  </a:lnTo>
                  <a:lnTo>
                    <a:pt x="3729" y="9213"/>
                  </a:lnTo>
                  <a:lnTo>
                    <a:pt x="4344" y="8229"/>
                  </a:lnTo>
                  <a:lnTo>
                    <a:pt x="4932" y="7415"/>
                  </a:lnTo>
                  <a:lnTo>
                    <a:pt x="5648" y="6459"/>
                  </a:lnTo>
                  <a:lnTo>
                    <a:pt x="6592" y="5223"/>
                  </a:lnTo>
                  <a:lnTo>
                    <a:pt x="7379" y="4408"/>
                  </a:lnTo>
                  <a:lnTo>
                    <a:pt x="8044" y="3819"/>
                  </a:lnTo>
                  <a:lnTo>
                    <a:pt x="8989" y="3032"/>
                  </a:lnTo>
                  <a:lnTo>
                    <a:pt x="9725" y="2470"/>
                  </a:lnTo>
                  <a:lnTo>
                    <a:pt x="10440" y="2133"/>
                  </a:lnTo>
                  <a:lnTo>
                    <a:pt x="11216" y="1769"/>
                  </a:lnTo>
                  <a:lnTo>
                    <a:pt x="12013" y="1601"/>
                  </a:lnTo>
                  <a:lnTo>
                    <a:pt x="12709" y="1460"/>
                  </a:lnTo>
                  <a:lnTo>
                    <a:pt x="13405" y="1515"/>
                  </a:lnTo>
                  <a:lnTo>
                    <a:pt x="14090" y="1740"/>
                  </a:lnTo>
                  <a:lnTo>
                    <a:pt x="14758" y="2021"/>
                  </a:lnTo>
                  <a:lnTo>
                    <a:pt x="15444" y="2498"/>
                  </a:lnTo>
                  <a:lnTo>
                    <a:pt x="16139" y="3257"/>
                  </a:lnTo>
                  <a:lnTo>
                    <a:pt x="16687" y="3988"/>
                  </a:lnTo>
                  <a:lnTo>
                    <a:pt x="17283" y="4942"/>
                  </a:lnTo>
                  <a:lnTo>
                    <a:pt x="17711" y="5729"/>
                  </a:lnTo>
                  <a:lnTo>
                    <a:pt x="18308" y="6797"/>
                  </a:lnTo>
                  <a:lnTo>
                    <a:pt x="19183" y="0"/>
                  </a:lnTo>
                  <a:lnTo>
                    <a:pt x="19243" y="1544"/>
                  </a:lnTo>
                  <a:lnTo>
                    <a:pt x="19342" y="3004"/>
                  </a:lnTo>
                  <a:lnTo>
                    <a:pt x="19451" y="4408"/>
                  </a:lnTo>
                  <a:lnTo>
                    <a:pt x="19591" y="5925"/>
                  </a:lnTo>
                  <a:lnTo>
                    <a:pt x="19790" y="7443"/>
                  </a:lnTo>
                  <a:lnTo>
                    <a:pt x="19949" y="8678"/>
                  </a:lnTo>
                  <a:lnTo>
                    <a:pt x="20177" y="10110"/>
                  </a:lnTo>
                  <a:lnTo>
                    <a:pt x="20406" y="11430"/>
                  </a:lnTo>
                  <a:lnTo>
                    <a:pt x="20734" y="13117"/>
                  </a:lnTo>
                  <a:lnTo>
                    <a:pt x="21062" y="14605"/>
                  </a:lnTo>
                  <a:lnTo>
                    <a:pt x="21301" y="15589"/>
                  </a:lnTo>
                  <a:lnTo>
                    <a:pt x="21589" y="16853"/>
                  </a:lnTo>
                  <a:lnTo>
                    <a:pt x="21091" y="16684"/>
                  </a:lnTo>
                  <a:lnTo>
                    <a:pt x="20565" y="16656"/>
                  </a:lnTo>
                  <a:lnTo>
                    <a:pt x="19997" y="16712"/>
                  </a:lnTo>
                  <a:lnTo>
                    <a:pt x="19490" y="16881"/>
                  </a:lnTo>
                  <a:lnTo>
                    <a:pt x="19173" y="17049"/>
                  </a:lnTo>
                  <a:lnTo>
                    <a:pt x="18855" y="17301"/>
                  </a:lnTo>
                  <a:lnTo>
                    <a:pt x="18377" y="17750"/>
                  </a:lnTo>
                  <a:lnTo>
                    <a:pt x="17949" y="18257"/>
                  </a:lnTo>
                  <a:lnTo>
                    <a:pt x="17592" y="18734"/>
                  </a:lnTo>
                  <a:lnTo>
                    <a:pt x="17173" y="19493"/>
                  </a:lnTo>
                  <a:lnTo>
                    <a:pt x="16726" y="20222"/>
                  </a:lnTo>
                  <a:lnTo>
                    <a:pt x="16099" y="21571"/>
                  </a:lnTo>
                  <a:lnTo>
                    <a:pt x="17293" y="13959"/>
                  </a:lnTo>
                  <a:lnTo>
                    <a:pt x="16607" y="13033"/>
                  </a:lnTo>
                  <a:lnTo>
                    <a:pt x="15822" y="12048"/>
                  </a:lnTo>
                  <a:lnTo>
                    <a:pt x="15165" y="11291"/>
                  </a:lnTo>
                  <a:lnTo>
                    <a:pt x="14299" y="10419"/>
                  </a:lnTo>
                  <a:lnTo>
                    <a:pt x="13752" y="9999"/>
                  </a:lnTo>
                  <a:lnTo>
                    <a:pt x="13255" y="9578"/>
                  </a:lnTo>
                  <a:lnTo>
                    <a:pt x="12529" y="9184"/>
                  </a:lnTo>
                  <a:lnTo>
                    <a:pt x="11823" y="8818"/>
                  </a:lnTo>
                  <a:lnTo>
                    <a:pt x="11038" y="8650"/>
                  </a:lnTo>
                  <a:lnTo>
                    <a:pt x="10372" y="8650"/>
                  </a:lnTo>
                  <a:lnTo>
                    <a:pt x="9656" y="8735"/>
                  </a:lnTo>
                  <a:lnTo>
                    <a:pt x="8920" y="8846"/>
                  </a:lnTo>
                  <a:lnTo>
                    <a:pt x="8363" y="9072"/>
                  </a:lnTo>
                  <a:lnTo>
                    <a:pt x="7627" y="9550"/>
                  </a:lnTo>
                  <a:lnTo>
                    <a:pt x="6881" y="10055"/>
                  </a:lnTo>
                  <a:lnTo>
                    <a:pt x="6185" y="10533"/>
                  </a:lnTo>
                  <a:lnTo>
                    <a:pt x="5438" y="11179"/>
                  </a:lnTo>
                  <a:lnTo>
                    <a:pt x="4603" y="11937"/>
                  </a:lnTo>
                  <a:lnTo>
                    <a:pt x="3787" y="12724"/>
                  </a:lnTo>
                  <a:lnTo>
                    <a:pt x="3071" y="13791"/>
                  </a:lnTo>
                  <a:lnTo>
                    <a:pt x="2554" y="14409"/>
                  </a:lnTo>
                  <a:lnTo>
                    <a:pt x="2057" y="15194"/>
                  </a:lnTo>
                  <a:lnTo>
                    <a:pt x="1659" y="15981"/>
                  </a:lnTo>
                  <a:lnTo>
                    <a:pt x="1301" y="16740"/>
                  </a:lnTo>
                  <a:lnTo>
                    <a:pt x="1014" y="17610"/>
                  </a:lnTo>
                  <a:lnTo>
                    <a:pt x="0" y="20673"/>
                  </a:lnTo>
                </a:path>
              </a:pathLst>
            </a:custGeom>
            <a:solidFill>
              <a:schemeClr val="folHlink"/>
            </a:solidFill>
            <a:ln w="12700" cmpd="sng" cap="rnd">
              <a:solidFill>
                <a:srgbClr val="EEECE1"/>
              </a:solidFill>
              <a:prstDash val="solid"/>
              <a:round/>
            </a:ln>
          </p:spPr>
        </p:sp>
      </p:grpSp>
      <p:sp>
        <p:nvSpPr>
          <p:cNvPr id="986" name="Rectangles"/>
          <p:cNvSpPr>
            <a:spLocks/>
          </p:cNvSpPr>
          <p:nvPr/>
        </p:nvSpPr>
        <p:spPr>
          <a:xfrm rot="0">
            <a:off x="1559497" y="2598490"/>
            <a:ext cx="3889375" cy="679449"/>
          </a:xfrm>
          <a:prstGeom prst="rect"/>
          <a:noFill/>
          <a:ln w="12700" cmpd="sng" cap="flat">
            <a:noFill/>
            <a:prstDash val="solid"/>
            <a:miter/>
          </a:ln>
          <a:effectLst>
            <a:outerShdw sx="100000" sy="100000" algn="ctr" rotWithShape="0" blurRad="0" dist="35921" dir="2700000">
              <a:srgbClr val="EEECE1">
                <a:alpha val="99607"/>
              </a:srgbClr>
            </a:outerShdw>
          </a:effectLst>
        </p:spPr>
        <p:txBody>
          <a:bodyPr vert="horz" wrap="square" lIns="90488" tIns="44450" rIns="90488" bIns="44450" anchor="t" anchorCtr="0">
            <a:prstTxWarp prst="textNoShape"/>
            <a:spAutoFit/>
          </a:bodyPr>
          <a:lstStyle/>
          <a:p>
            <a:pPr marL="0" indent="0" algn="ctr" eaLnBrk="0" hangingPunct="0">
              <a:lnSpc>
                <a:spcPct val="100000"/>
              </a:lnSpc>
              <a:spcBef>
                <a:spcPct val="50000"/>
              </a:spcBef>
              <a:spcAft>
                <a:spcPts val="0"/>
              </a:spcAft>
              <a:buNone/>
            </a:pPr>
            <a:r>
              <a:rPr lang="en-US" altLang="zh-CN" sz="2000" b="0" i="0" u="none" strike="noStrike" kern="1200" cap="none" spc="0" baseline="0">
                <a:solidFill>
                  <a:srgbClr val="000000"/>
                </a:solidFill>
                <a:latin typeface="Calibri" pitchFamily="34" charset="0"/>
                <a:ea typeface="ＭＳ Ｐゴシック" pitchFamily="0" charset="0"/>
                <a:cs typeface="Calibri" pitchFamily="34" charset="0"/>
              </a:rPr>
              <a:t>Standardize Normal  Distribution</a:t>
            </a:r>
            <a:endParaRPr lang="zh-CN" altLang="en-US" sz="2000" b="0" i="0" u="none" strike="noStrike" kern="1200" cap="none" spc="0" baseline="0">
              <a:solidFill>
                <a:srgbClr val="000000"/>
              </a:solidFill>
              <a:latin typeface="Calibri" pitchFamily="34" charset="0"/>
              <a:ea typeface="ＭＳ Ｐゴシック" pitchFamily="0" charset="0"/>
              <a:cs typeface="Calibri" pitchFamily="34" charset="0"/>
            </a:endParaRPr>
          </a:p>
        </p:txBody>
      </p:sp>
      <p:sp>
        <p:nvSpPr>
          <p:cNvPr id="987" name="Rectangles"/>
          <p:cNvSpPr>
            <a:spLocks/>
          </p:cNvSpPr>
          <p:nvPr/>
        </p:nvSpPr>
        <p:spPr>
          <a:xfrm rot="0">
            <a:off x="3935760" y="5084763"/>
            <a:ext cx="576262" cy="431800"/>
          </a:xfrm>
          <a:prstGeom prst="rect"/>
          <a:gradFill rotWithShape="1">
            <a:gsLst>
              <a:gs pos="0">
                <a:srgbClr val="3A7CCB">
                  <a:alpha val="100000"/>
                </a:srgbClr>
              </a:gs>
              <a:gs pos="20000">
                <a:srgbClr val="3C7BC7">
                  <a:alpha val="100000"/>
                </a:srgbClr>
              </a:gs>
              <a:gs pos="100000">
                <a:srgbClr val="2C5D98">
                  <a:alpha val="100000"/>
                </a:srgbClr>
              </a:gs>
            </a:gsLst>
            <a:lin ang="5400000" scaled="1"/>
          </a:gradFill>
          <a:ln w="9525" cmpd="sng" cap="flat">
            <a:solidFill>
              <a:srgbClr val="4A7EBB"/>
            </a:solidFill>
            <a:prstDash val="solid"/>
            <a:miter/>
          </a:ln>
          <a:effectLst>
            <a:outerShdw sx="100000" sy="100000" algn="b" rotWithShape="0" blurRad="0" dist="23000" dir="5400000">
              <a:srgbClr val="808080">
                <a:alpha val="34509"/>
              </a:srgbClr>
            </a:outerShdw>
          </a:effectLst>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en-US" altLang="zh-CN" sz="1800" b="0" i="0" u="none" strike="noStrike" kern="1200" cap="none" spc="0" baseline="0">
                <a:solidFill>
                  <a:srgbClr val="FFFFFF"/>
                </a:solidFill>
                <a:latin typeface="Calibri" pitchFamily="34" charset="0"/>
                <a:ea typeface="宋体" pitchFamily="0" charset="0"/>
                <a:cs typeface="Calibri" pitchFamily="34" charset="0"/>
              </a:rPr>
              <a:t>?</a:t>
            </a:r>
            <a:endParaRPr lang="zh-CN" altLang="en-US" sz="1800" b="0" i="0" u="none" strike="noStrike" kern="1200" cap="none" spc="0" baseline="0">
              <a:solidFill>
                <a:srgbClr val="FFFFFF"/>
              </a:solidFill>
              <a:latin typeface="Calibri" pitchFamily="34" charset="0"/>
              <a:ea typeface="宋体" pitchFamily="0" charset="0"/>
              <a:cs typeface="Calibri" pitchFamily="34" charset="0"/>
            </a:endParaRPr>
          </a:p>
        </p:txBody>
      </p:sp>
      <p:sp>
        <p:nvSpPr>
          <p:cNvPr id="988" name="Rectangles"/>
          <p:cNvSpPr>
            <a:spLocks/>
          </p:cNvSpPr>
          <p:nvPr/>
        </p:nvSpPr>
        <p:spPr>
          <a:xfrm rot="0">
            <a:off x="5558666" y="5920026"/>
            <a:ext cx="5086768" cy="891540"/>
          </a:xfrm>
          <a:prstGeom prst="rect"/>
          <a:noFill/>
          <a:ln w="12700" cmpd="sng" cap="flat">
            <a:noFill/>
            <a:prstDash val="solid"/>
            <a:round/>
          </a:ln>
        </p:spPr>
        <p:txBody>
          <a:bodyPr vert="horz" wrap="square" lIns="91440" tIns="45720" rIns="91440" bIns="45720" anchor="t" anchorCtr="0">
            <a:prstTxWarp prst="textNoShape"/>
            <a:spAutoFit/>
          </a:bodyPr>
          <a:lstStyle/>
          <a:p>
            <a:pPr marL="0" indent="0" algn="l" eaLnBrk="1" hangingPunct="1">
              <a:lnSpc>
                <a:spcPct val="100000"/>
              </a:lnSpc>
              <a:spcBef>
                <a:spcPts val="0"/>
              </a:spcBef>
              <a:spcAft>
                <a:spcPts val="0"/>
              </a:spcAft>
              <a:buNone/>
            </a:pPr>
            <a:r>
              <a:rPr lang="en-US" altLang="zh-CN" sz="1800" b="1" i="0" u="none" strike="noStrike" kern="1200" cap="none" spc="0" baseline="0">
                <a:solidFill>
                  <a:srgbClr val="0000FF"/>
                </a:solidFill>
                <a:latin typeface="Calibri" pitchFamily="34" charset="0"/>
                <a:ea typeface="MS PGothic" pitchFamily="34" charset="-128"/>
                <a:cs typeface="Calibri" pitchFamily="34" charset="0"/>
              </a:rPr>
              <a:t>Note: </a:t>
            </a:r>
            <a:endParaRPr lang="en-US" altLang="zh-CN" sz="1800" b="1" i="0" u="none" strike="noStrike" kern="1200" cap="none" spc="0" baseline="0">
              <a:solidFill>
                <a:srgbClr val="0000FF"/>
              </a:solidFill>
              <a:latin typeface="Calibri" pitchFamily="34" charset="0"/>
              <a:ea typeface="MS PGothic" pitchFamily="34" charset="-128"/>
              <a:cs typeface="Calibri" pitchFamily="34" charset="0"/>
            </a:endParaRPr>
          </a:p>
          <a:p>
            <a:pPr marL="0" indent="0" algn="l" eaLnBrk="1" hangingPunct="1">
              <a:lnSpc>
                <a:spcPct val="100000"/>
              </a:lnSpc>
              <a:spcBef>
                <a:spcPts val="0"/>
              </a:spcBef>
              <a:spcAft>
                <a:spcPts val="0"/>
              </a:spcAft>
              <a:buNone/>
            </a:pPr>
            <a:r>
              <a:rPr lang="en-US" altLang="zh-CN" sz="1800" b="0" i="0" u="none" strike="noStrike" kern="1200" cap="none" spc="0" baseline="0">
                <a:solidFill>
                  <a:schemeClr val="tx1"/>
                </a:solidFill>
                <a:latin typeface="Calibri" pitchFamily="34" charset="0"/>
                <a:ea typeface="MS PGothic" pitchFamily="34" charset="-128"/>
                <a:cs typeface="Calibri" pitchFamily="34" charset="0"/>
              </a:rPr>
              <a:t>If Z less than mean, than Z value has negative sign.</a:t>
            </a:r>
            <a:endParaRPr lang="zh-CN" altLang="en-US" sz="1800" b="0" i="0" u="none" strike="noStrike" kern="1200" cap="none" spc="0" baseline="0">
              <a:solidFill>
                <a:schemeClr val="tx1"/>
              </a:solidFill>
              <a:latin typeface="Calibri" pitchFamily="34" charset="0"/>
              <a:ea typeface="MS PGothic" pitchFamily="34" charset="-128"/>
              <a:cs typeface="Calibri" pitchFamily="34" charset="0"/>
            </a:endParaRPr>
          </a:p>
        </p:txBody>
      </p:sp>
      <p:pic>
        <p:nvPicPr>
          <p:cNvPr id="989" name="Images"/>
          <p:cNvPicPr>
            <a:picLocks noChangeAspect="1"/>
          </p:cNvPicPr>
          <p:nvPr/>
        </p:nvPicPr>
        <p:blipFill>
          <a:blip r:embed="rId2" cstate="print"/>
          <a:srcRect t="41140" b="43110" l="27286" r="48937"/>
          <a:stretch>
            <a:fillRect/>
          </a:stretch>
        </p:blipFill>
        <p:spPr>
          <a:xfrm rot="0">
            <a:off x="6161938" y="2433626"/>
            <a:ext cx="4418733" cy="1644178"/>
          </a:xfrm>
          <a:prstGeom prst="rect"/>
          <a:noFill/>
          <a:ln w="12700" cmpd="sng" cap="flat">
            <a:noFill/>
            <a:prstDash val="solid"/>
            <a:miter/>
          </a:ln>
        </p:spPr>
      </p:pic>
      <p:sp>
        <p:nvSpPr>
          <p:cNvPr id="990" name="Oval"/>
          <p:cNvSpPr>
            <a:spLocks/>
          </p:cNvSpPr>
          <p:nvPr/>
        </p:nvSpPr>
        <p:spPr>
          <a:xfrm rot="0">
            <a:off x="7478147" y="3557200"/>
            <a:ext cx="778648" cy="358774"/>
          </a:xfrm>
          <a:prstGeom prst="ellipse"/>
          <a:noFill/>
          <a:ln w="22225" cmpd="sng" cap="flat">
            <a:solidFill>
              <a:srgbClr val="FF0000"/>
            </a:solidFill>
            <a:prstDash val="solid"/>
            <a:round/>
          </a:ln>
        </p:spPr>
      </p:sp>
      <p:cxnSp>
        <p:nvCxnSpPr>
          <p:cNvPr id="991" name="直线连接线"/>
          <p:cNvCxnSpPr>
            <a:cxnSpLocks/>
          </p:cNvCxnSpPr>
          <p:nvPr/>
        </p:nvCxnSpPr>
        <p:spPr>
          <a:xfrm flipV="1" rot="21600000">
            <a:off x="6312024" y="3700074"/>
            <a:ext cx="1100280" cy="15456"/>
          </a:xfrm>
          <a:prstGeom prst="straightConnector1"/>
          <a:noFill/>
          <a:ln w="25400" cmpd="sng" cap="flat">
            <a:solidFill>
              <a:srgbClr val="FF0000"/>
            </a:solidFill>
            <a:prstDash val="dash"/>
            <a:round/>
            <a:tailEnd type="arrow" w="med" len="med"/>
          </a:ln>
        </p:spPr>
      </p:cxnSp>
      <p:cxnSp>
        <p:nvCxnSpPr>
          <p:cNvPr id="992" name="直线连接线"/>
          <p:cNvCxnSpPr>
            <a:cxnSpLocks/>
          </p:cNvCxnSpPr>
          <p:nvPr/>
        </p:nvCxnSpPr>
        <p:spPr>
          <a:xfrm rot="0">
            <a:off x="7867471" y="2598490"/>
            <a:ext cx="1587" cy="885685"/>
          </a:xfrm>
          <a:prstGeom prst="straightConnector1"/>
          <a:noFill/>
          <a:ln w="25400" cmpd="sng" cap="flat">
            <a:solidFill>
              <a:srgbClr val="FF0000"/>
            </a:solidFill>
            <a:prstDash val="dash"/>
            <a:round/>
            <a:tailEnd type="arrow" w="med" len="med"/>
          </a:ln>
        </p:spPr>
      </p:cxnSp>
      <p:sp>
        <p:nvSpPr>
          <p:cNvPr id="993" name="Rectangles"/>
          <p:cNvSpPr>
            <a:spLocks/>
          </p:cNvSpPr>
          <p:nvPr/>
        </p:nvSpPr>
        <p:spPr>
          <a:xfrm rot="0">
            <a:off x="9464763" y="2220734"/>
            <a:ext cx="1281557" cy="329565"/>
          </a:xfrm>
          <a:prstGeom prst="rect"/>
          <a:noFill/>
          <a:ln w="12700" cmpd="sng" cap="flat">
            <a:noFill/>
            <a:prstDash val="solid"/>
            <a:round/>
          </a:ln>
        </p:spPr>
        <p:txBody>
          <a:bodyPr vert="horz" wrap="none" lIns="91440" tIns="45720" rIns="91440" bIns="45720" anchor="t" anchorCtr="0">
            <a:prstTxWarp prst="textNoShape"/>
            <a:spAutoFit/>
          </a:bodyPr>
          <a:lstStyle/>
          <a:p>
            <a:pPr marL="0" indent="0" algn="l" eaLnBrk="1" hangingPunct="1">
              <a:lnSpc>
                <a:spcPct val="100000"/>
              </a:lnSpc>
              <a:spcBef>
                <a:spcPts val="0"/>
              </a:spcBef>
              <a:spcAft>
                <a:spcPts val="0"/>
              </a:spcAft>
              <a:buNone/>
            </a:pPr>
            <a:r>
              <a:rPr lang="en-US" altLang="zh-CN" sz="1600" b="1" i="0" u="none" strike="noStrike" kern="1200" cap="none" spc="0" baseline="0">
                <a:solidFill>
                  <a:srgbClr val="FF0000"/>
                </a:solidFill>
                <a:latin typeface="Calibri" pitchFamily="34" charset="0"/>
                <a:ea typeface="MS PGothic" pitchFamily="34" charset="-128"/>
                <a:cs typeface="Calibri" pitchFamily="34" charset="0"/>
              </a:rPr>
              <a:t>Full </a:t>
            </a:r>
            <a:r>
              <a:rPr lang="en-US" altLang="zh-CN" sz="1600" b="1" i="1" u="none" strike="noStrike" kern="1200" cap="none" spc="0" baseline="0">
                <a:solidFill>
                  <a:srgbClr val="FF0000"/>
                </a:solidFill>
                <a:latin typeface="Calibri" pitchFamily="34" charset="0"/>
                <a:ea typeface="MS PGothic" pitchFamily="34" charset="-128"/>
                <a:cs typeface="Calibri" pitchFamily="34" charset="0"/>
              </a:rPr>
              <a:t>Z</a:t>
            </a:r>
            <a:r>
              <a:rPr lang="en-US" altLang="zh-CN" sz="1600" b="1" i="0" u="none" strike="noStrike" kern="1200" cap="none" spc="0" baseline="0">
                <a:solidFill>
                  <a:srgbClr val="FF0000"/>
                </a:solidFill>
                <a:latin typeface="Calibri" pitchFamily="34" charset="0"/>
                <a:ea typeface="MS PGothic" pitchFamily="34" charset="-128"/>
                <a:cs typeface="Calibri" pitchFamily="34" charset="0"/>
              </a:rPr>
              <a:t> Table</a:t>
            </a:r>
            <a:endParaRPr lang="zh-CN" altLang="en-US" sz="1600" b="1" i="0" u="none" strike="noStrike" kern="1200" cap="none" spc="0" baseline="0">
              <a:solidFill>
                <a:srgbClr val="FF0000"/>
              </a:solidFill>
              <a:latin typeface="Calibri" pitchFamily="34" charset="0"/>
              <a:ea typeface="MS PGothic" pitchFamily="34" charset="-128"/>
              <a:cs typeface="Calibri" pitchFamily="34" charset="0"/>
            </a:endParaRPr>
          </a:p>
        </p:txBody>
      </p:sp>
      <p:pic>
        <p:nvPicPr>
          <p:cNvPr id="994" name="Images"/>
          <p:cNvPicPr>
            <a:picLocks noChangeAspect="1"/>
          </p:cNvPicPr>
          <p:nvPr/>
        </p:nvPicPr>
        <p:blipFill>
          <a:blip r:embed="rId3" cstate="print"/>
          <a:srcRect t="31297" b="53938" l="26203" r="51107"/>
          <a:stretch>
            <a:fillRect/>
          </a:stretch>
        </p:blipFill>
        <p:spPr>
          <a:xfrm rot="0">
            <a:off x="6200309" y="4346019"/>
            <a:ext cx="4393801" cy="1607488"/>
          </a:xfrm>
          <a:prstGeom prst="rect"/>
          <a:noFill/>
          <a:ln w="12700" cmpd="sng" cap="flat">
            <a:noFill/>
            <a:prstDash val="solid"/>
            <a:miter/>
          </a:ln>
        </p:spPr>
      </p:pic>
      <p:sp>
        <p:nvSpPr>
          <p:cNvPr id="995" name="Rectangles"/>
          <p:cNvSpPr>
            <a:spLocks/>
          </p:cNvSpPr>
          <p:nvPr/>
        </p:nvSpPr>
        <p:spPr>
          <a:xfrm rot="0">
            <a:off x="9339749" y="4171436"/>
            <a:ext cx="1322196" cy="329564"/>
          </a:xfrm>
          <a:prstGeom prst="rect"/>
          <a:noFill/>
          <a:ln w="12700" cmpd="sng" cap="flat">
            <a:noFill/>
            <a:prstDash val="solid"/>
            <a:round/>
          </a:ln>
        </p:spPr>
        <p:txBody>
          <a:bodyPr vert="horz" wrap="none" lIns="91440" tIns="45720" rIns="91440" bIns="45720" anchor="t" anchorCtr="0">
            <a:prstTxWarp prst="textNoShape"/>
            <a:spAutoFit/>
          </a:bodyPr>
          <a:lstStyle/>
          <a:p>
            <a:pPr marL="0" indent="0" algn="l" eaLnBrk="1" hangingPunct="1">
              <a:lnSpc>
                <a:spcPct val="100000"/>
              </a:lnSpc>
              <a:spcBef>
                <a:spcPts val="0"/>
              </a:spcBef>
              <a:spcAft>
                <a:spcPts val="0"/>
              </a:spcAft>
              <a:buNone/>
            </a:pPr>
            <a:r>
              <a:rPr lang="en-US" altLang="zh-CN" sz="1600" b="1" i="0" u="none" strike="noStrike" kern="1200" cap="none" spc="0" baseline="0">
                <a:solidFill>
                  <a:srgbClr val="FF0000"/>
                </a:solidFill>
                <a:latin typeface="Calibri" pitchFamily="34" charset="0"/>
                <a:ea typeface="MS PGothic" pitchFamily="34" charset="-128"/>
                <a:cs typeface="Calibri" pitchFamily="34" charset="0"/>
              </a:rPr>
              <a:t>Half </a:t>
            </a:r>
            <a:r>
              <a:rPr lang="en-US" altLang="zh-CN" sz="1600" b="1" i="1" u="none" strike="noStrike" kern="1200" cap="none" spc="0" baseline="0">
                <a:solidFill>
                  <a:srgbClr val="FF0000"/>
                </a:solidFill>
                <a:latin typeface="Calibri" pitchFamily="34" charset="0"/>
                <a:ea typeface="MS PGothic" pitchFamily="34" charset="-128"/>
                <a:cs typeface="Calibri" pitchFamily="34" charset="0"/>
              </a:rPr>
              <a:t>Z</a:t>
            </a:r>
            <a:r>
              <a:rPr lang="en-US" altLang="zh-CN" sz="1600" b="1" i="0" u="none" strike="noStrike" kern="1200" cap="none" spc="0" baseline="0">
                <a:solidFill>
                  <a:srgbClr val="FF0000"/>
                </a:solidFill>
                <a:latin typeface="Calibri" pitchFamily="34" charset="0"/>
                <a:ea typeface="MS PGothic" pitchFamily="34" charset="-128"/>
                <a:cs typeface="Calibri" pitchFamily="34" charset="0"/>
              </a:rPr>
              <a:t> Table</a:t>
            </a:r>
            <a:endParaRPr lang="zh-CN" altLang="en-US" sz="1600" b="1" i="0" u="none" strike="noStrike" kern="1200" cap="none" spc="0" baseline="0">
              <a:solidFill>
                <a:srgbClr val="FF0000"/>
              </a:solidFill>
              <a:latin typeface="Calibri" pitchFamily="34" charset="0"/>
              <a:ea typeface="MS PGothic" pitchFamily="34" charset="-128"/>
              <a:cs typeface="Calibri" pitchFamily="34" charset="0"/>
            </a:endParaRPr>
          </a:p>
        </p:txBody>
      </p:sp>
      <p:sp>
        <p:nvSpPr>
          <p:cNvPr id="996" name="Oval"/>
          <p:cNvSpPr>
            <a:spLocks/>
          </p:cNvSpPr>
          <p:nvPr/>
        </p:nvSpPr>
        <p:spPr>
          <a:xfrm rot="0">
            <a:off x="8125664" y="5446490"/>
            <a:ext cx="778648" cy="358773"/>
          </a:xfrm>
          <a:prstGeom prst="ellipse"/>
          <a:noFill/>
          <a:ln w="22225" cmpd="sng" cap="flat">
            <a:solidFill>
              <a:srgbClr val="FF0000"/>
            </a:solidFill>
            <a:prstDash val="solid"/>
            <a:round/>
          </a:ln>
        </p:spPr>
      </p:sp>
      <p:cxnSp>
        <p:nvCxnSpPr>
          <p:cNvPr id="997" name="直线连接线"/>
          <p:cNvCxnSpPr>
            <a:cxnSpLocks/>
          </p:cNvCxnSpPr>
          <p:nvPr/>
        </p:nvCxnSpPr>
        <p:spPr>
          <a:xfrm flipV="1" rot="21600000">
            <a:off x="6774733" y="5589364"/>
            <a:ext cx="1285088" cy="1587"/>
          </a:xfrm>
          <a:prstGeom prst="straightConnector1"/>
          <a:noFill/>
          <a:ln w="25400" cmpd="sng" cap="flat">
            <a:solidFill>
              <a:srgbClr val="FF0000"/>
            </a:solidFill>
            <a:prstDash val="dash"/>
            <a:round/>
            <a:tailEnd type="arrow" w="med" len="med"/>
          </a:ln>
        </p:spPr>
      </p:cxnSp>
      <p:cxnSp>
        <p:nvCxnSpPr>
          <p:cNvPr id="998" name="直线连接线"/>
          <p:cNvCxnSpPr>
            <a:cxnSpLocks/>
          </p:cNvCxnSpPr>
          <p:nvPr/>
        </p:nvCxnSpPr>
        <p:spPr>
          <a:xfrm rot="0">
            <a:off x="8514988" y="4487780"/>
            <a:ext cx="1587" cy="885685"/>
          </a:xfrm>
          <a:prstGeom prst="straightConnector1"/>
          <a:noFill/>
          <a:ln w="25400" cmpd="sng" cap="flat">
            <a:solidFill>
              <a:srgbClr val="FF0000"/>
            </a:solidFill>
            <a:prstDash val="dash"/>
            <a:round/>
            <a:tailEnd type="arrow" w="med" len="med"/>
          </a:ln>
        </p:spPr>
      </p:cxnSp>
      <p:sp>
        <p:nvSpPr>
          <p:cNvPr id="999" name="Rectangles"/>
          <p:cNvSpPr>
            <a:spLocks/>
          </p:cNvSpPr>
          <p:nvPr/>
        </p:nvSpPr>
        <p:spPr>
          <a:xfrm rot="0">
            <a:off x="4871864" y="2204864"/>
            <a:ext cx="4752526" cy="624838"/>
          </a:xfrm>
          <a:prstGeom prst="rect"/>
          <a:noFill/>
          <a:ln w="12700" cmpd="sng" cap="flat">
            <a:noFill/>
            <a:prstDash val="solid"/>
            <a:round/>
          </a:ln>
        </p:spPr>
        <p:txBody>
          <a:bodyPr vert="horz" wrap="square" lIns="91440" tIns="45720" rIns="91440" bIns="45720" anchor="t" anchorCtr="0">
            <a:prstTxWarp prst="textNoShape"/>
            <a:spAutoFit/>
          </a:bodyPr>
          <a:lstStyle/>
          <a:p>
            <a:pPr marL="0" indent="0" algn="l" eaLnBrk="1" hangingPunct="1">
              <a:lnSpc>
                <a:spcPct val="100000"/>
              </a:lnSpc>
              <a:spcBef>
                <a:spcPts val="0"/>
              </a:spcBef>
              <a:spcAft>
                <a:spcPts val="0"/>
              </a:spcAft>
              <a:buNone/>
            </a:pPr>
            <a:r>
              <a:rPr lang="en-US" altLang="zh-CN" sz="1800" b="0" i="0" u="none" strike="noStrike" kern="1200" cap="none" spc="0" baseline="0">
                <a:solidFill>
                  <a:srgbClr val="0000FF"/>
                </a:solidFill>
                <a:latin typeface="Calibri" pitchFamily="34" charset="0"/>
                <a:ea typeface="MS PGothic" pitchFamily="34" charset="-128"/>
                <a:cs typeface="Calibri" pitchFamily="34" charset="0"/>
              </a:rPr>
              <a:t>P(Z=</a:t>
            </a:r>
            <a:r>
              <a:rPr lang="en-US" altLang="zh-CN" sz="1800" b="0" i="0" u="none" strike="noStrike" kern="1200" cap="none" spc="0" baseline="0">
                <a:solidFill>
                  <a:srgbClr val="FF0000"/>
                </a:solidFill>
                <a:latin typeface="Calibri" pitchFamily="34" charset="0"/>
                <a:ea typeface="MS PGothic" pitchFamily="34" charset="-128"/>
                <a:cs typeface="Calibri" pitchFamily="34" charset="0"/>
              </a:rPr>
              <a:t>?</a:t>
            </a:r>
            <a:r>
              <a:rPr lang="en-US" altLang="zh-CN" sz="1800" b="0" i="0" u="none" strike="noStrike" kern="1200" cap="none" spc="0" baseline="0">
                <a:solidFill>
                  <a:srgbClr val="0000FF"/>
                </a:solidFill>
                <a:latin typeface="Calibri" pitchFamily="34" charset="0"/>
                <a:ea typeface="MS PGothic" pitchFamily="34" charset="-128"/>
                <a:cs typeface="Calibri" pitchFamily="34" charset="0"/>
              </a:rPr>
              <a:t>) = </a:t>
            </a:r>
            <a:r>
              <a:rPr lang="en-US" altLang="zh-CN" sz="1800" b="0" i="0" u="none" strike="noStrike" kern="1200" cap="none" spc="0" baseline="0">
                <a:solidFill>
                  <a:schemeClr val="tx1"/>
                </a:solidFill>
                <a:latin typeface="Calibri" pitchFamily="34" charset="0"/>
                <a:ea typeface="MS PGothic" pitchFamily="34" charset="-128"/>
                <a:cs typeface="Calibri" pitchFamily="34" charset="0"/>
              </a:rPr>
              <a:t>a</a:t>
            </a:r>
            <a:r>
              <a:rPr lang="en-US" altLang="zh-CN" sz="1800" b="0" i="0" u="none" strike="noStrike" kern="1200" cap="none" spc="0" baseline="0">
                <a:solidFill>
                  <a:srgbClr val="FF0000"/>
                </a:solidFill>
                <a:latin typeface="Calibri" pitchFamily="34" charset="0"/>
                <a:ea typeface="MS PGothic" pitchFamily="34" charset="-128"/>
                <a:cs typeface="Calibri" pitchFamily="34" charset="0"/>
              </a:rPr>
              <a:t> </a:t>
            </a:r>
            <a:r>
              <a:rPr lang="en-US" altLang="zh-CN" sz="1800" b="0" i="0" u="none" strike="noStrike" kern="1200" cap="none" spc="0" baseline="0">
                <a:solidFill>
                  <a:srgbClr val="0000FF"/>
                </a:solidFill>
                <a:latin typeface="Calibri" pitchFamily="34" charset="0"/>
                <a:ea typeface="MS PGothic" pitchFamily="34" charset="-128"/>
                <a:cs typeface="Calibri" pitchFamily="34" charset="0"/>
              </a:rPr>
              <a:t>- 0.5 = </a:t>
            </a:r>
            <a:r>
              <a:rPr lang="en-US" altLang="zh-CN" sz="1800" b="0" i="0" u="none" strike="noStrike" kern="1200" cap="none" spc="0" baseline="0">
                <a:solidFill>
                  <a:srgbClr val="008000"/>
                </a:solidFill>
                <a:latin typeface="Calibri" pitchFamily="34" charset="0"/>
                <a:ea typeface="MS PGothic" pitchFamily="34" charset="-128"/>
                <a:cs typeface="Calibri" pitchFamily="34" charset="0"/>
              </a:rPr>
              <a:t>0.1217 </a:t>
            </a:r>
            <a:r>
              <a:rPr lang="en-US" altLang="zh-CN" sz="1800" b="0" i="0" u="none" strike="noStrike" kern="1200" cap="none" spc="0" baseline="0">
                <a:solidFill>
                  <a:srgbClr val="0000FF"/>
                </a:solidFill>
                <a:latin typeface="Calibri" pitchFamily="34" charset="0"/>
                <a:ea typeface="MS PGothic" pitchFamily="34" charset="-128"/>
                <a:cs typeface="Calibri" pitchFamily="34" charset="0"/>
              </a:rPr>
              <a:t>=&gt; </a:t>
            </a:r>
            <a:r>
              <a:rPr lang="en-US" altLang="zh-CN" sz="1800" b="0" i="0" u="none" strike="noStrike" kern="1200" cap="none" spc="0" baseline="0">
                <a:solidFill>
                  <a:srgbClr val="008000"/>
                </a:solidFill>
                <a:latin typeface="Calibri" pitchFamily="34" charset="0"/>
                <a:ea typeface="MS PGothic" pitchFamily="34" charset="-128"/>
                <a:cs typeface="Calibri" pitchFamily="34" charset="0"/>
              </a:rPr>
              <a:t>0.1217</a:t>
            </a:r>
            <a:r>
              <a:rPr lang="en-US" altLang="zh-CN" sz="1800" b="0" i="0" u="none" strike="noStrike" kern="1200" cap="none" spc="0" baseline="0">
                <a:solidFill>
                  <a:srgbClr val="0000FF"/>
                </a:solidFill>
                <a:latin typeface="Calibri" pitchFamily="34" charset="0"/>
                <a:ea typeface="MS PGothic" pitchFamily="34" charset="-128"/>
                <a:cs typeface="Calibri" pitchFamily="34" charset="0"/>
              </a:rPr>
              <a:t> + 0.5 = </a:t>
            </a:r>
            <a:r>
              <a:rPr lang="en-US" altLang="zh-CN" sz="1800" b="0" i="0" u="none" strike="noStrike" kern="1200" cap="none" spc="0" baseline="0">
                <a:solidFill>
                  <a:srgbClr val="000000"/>
                </a:solidFill>
                <a:latin typeface="Calibri" pitchFamily="34" charset="0"/>
                <a:ea typeface="MS PGothic" pitchFamily="34" charset="-128"/>
                <a:cs typeface="Calibri" pitchFamily="34" charset="0"/>
              </a:rPr>
              <a:t>0.6217</a:t>
            </a:r>
            <a:endParaRPr lang="zh-CN" altLang="en-US" sz="1800" b="0" i="0" u="none" strike="noStrike" kern="1200" cap="none" spc="0" baseline="0">
              <a:solidFill>
                <a:srgbClr val="000000"/>
              </a:solidFill>
              <a:latin typeface="Calibri" pitchFamily="34" charset="0"/>
              <a:ea typeface="MS PGothic" pitchFamily="34" charset="-128"/>
              <a:cs typeface="Calibri" pitchFamily="34" charset="0"/>
            </a:endParaRPr>
          </a:p>
        </p:txBody>
      </p:sp>
    </p:spTree>
    <p:extLst>
      <p:ext uri="{BB962C8B-B14F-4D97-AF65-F5344CB8AC3E}">
        <p14:creationId xmlns:p14="http://schemas.microsoft.com/office/powerpoint/2010/main" val="1376011954"/>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999"/>
                                        </p:tgtEl>
                                        <p:attrNameLst>
                                          <p:attrName>style.visibility</p:attrName>
                                        </p:attrNameLst>
                                      </p:cBhvr>
                                      <p:to>
                                        <p:strVal val="visible"/>
                                      </p:to>
                                    </p:set>
                                    <p:animEffect transition="in" filter="checkerboard(across)">
                                      <p:cBhvr>
                                        <p:cTn id="7" dur="500"/>
                                        <p:tgtEl>
                                          <p:spTgt spid="99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981"/>
                                        </p:tgtEl>
                                        <p:attrNameLst>
                                          <p:attrName>style.visibility</p:attrName>
                                        </p:attrNameLst>
                                      </p:cBhvr>
                                      <p:to>
                                        <p:strVal val="visible"/>
                                      </p:to>
                                    </p:set>
                                    <p:animEffect transition="in" filter="dissolve">
                                      <p:cBhvr>
                                        <p:cTn id="12" dur="500"/>
                                        <p:tgtEl>
                                          <p:spTgt spid="98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xit" presetSubtype="10" fill="hold" grpId="0" nodeType="clickEffect">
                                  <p:stCondLst>
                                    <p:cond delay="0"/>
                                  </p:stCondLst>
                                  <p:childTnLst>
                                    <p:animEffect transition="out" filter="checkerboard(across)">
                                      <p:cBhvr>
                                        <p:cTn id="16" dur="500"/>
                                        <p:tgtEl>
                                          <p:spTgt spid="987"/>
                                        </p:tgtEl>
                                      </p:cBhvr>
                                    </p:animEffect>
                                    <p:set>
                                      <p:cBhvr>
                                        <p:cTn id="17" dur="1" fill="hold">
                                          <p:stCondLst>
                                            <p:cond delay="499"/>
                                          </p:stCondLst>
                                        </p:cTn>
                                        <p:tgtEl>
                                          <p:spTgt spid="987"/>
                                        </p:tgtEl>
                                        <p:attrNameLst>
                                          <p:attrName>style.visibility</p:attrName>
                                        </p:attrNameLst>
                                      </p:cBhvr>
                                      <p:to>
                                        <p:strVal val="hidden"/>
                                      </p:to>
                                    </p:se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988"/>
                                        </p:tgtEl>
                                        <p:attrNameLst>
                                          <p:attrName>style.visibility</p:attrName>
                                        </p:attrNameLst>
                                      </p:cBhvr>
                                      <p:to>
                                        <p:strVal val="visible"/>
                                      </p:to>
                                    </p:set>
                                    <p:animEffect transition="in" filter="dissolve">
                                      <p:cBhvr>
                                        <p:cTn id="22" dur="500"/>
                                        <p:tgtEl>
                                          <p:spTgt spid="988"/>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993"/>
                                        </p:tgtEl>
                                        <p:attrNameLst>
                                          <p:attrName>style.visibility</p:attrName>
                                        </p:attrNameLst>
                                      </p:cBhvr>
                                      <p:to>
                                        <p:strVal val="visible"/>
                                      </p:to>
                                    </p:set>
                                    <p:animEffect transition="in" filter="checkerboard(across)">
                                      <p:cBhvr>
                                        <p:cTn id="27" dur="500"/>
                                        <p:tgtEl>
                                          <p:spTgt spid="993"/>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995"/>
                                        </p:tgtEl>
                                        <p:attrNameLst>
                                          <p:attrName>style.visibility</p:attrName>
                                        </p:attrNameLst>
                                      </p:cBhvr>
                                      <p:to>
                                        <p:strVal val="visible"/>
                                      </p:to>
                                    </p:set>
                                    <p:animEffect transition="in" filter="checkerboard(across)">
                                      <p:cBhvr>
                                        <p:cTn id="32" dur="500"/>
                                        <p:tgtEl>
                                          <p:spTgt spid="9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9" grpId="0" animBg="1"/>
      <p:bldP spid="981" grpId="0" animBg="1"/>
      <p:bldP spid="987" grpId="0" animBg="1"/>
      <p:bldP spid="988" grpId="0" animBg="1"/>
      <p:bldP spid="993" grpId="0" animBg="1"/>
      <p:bldP spid="995" grpId="0" animBg="1"/>
    </p:bldLst>
  </p:timing>
</p:sld>
</file>

<file path=ppt/slides/slide86.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012" name="Text box"/>
          <p:cNvSpPr>
            <a:spLocks noGrp="1"/>
          </p:cNvSpPr>
          <p:nvPr>
            <p:ph type="title"/>
          </p:nvPr>
        </p:nvSpPr>
        <p:spPr>
          <a:xfrm rot="0">
            <a:off x="1654211" y="260350"/>
            <a:ext cx="8883390" cy="1204913"/>
          </a:xfrm>
          <a:prstGeom prst="rect"/>
          <a:noFill/>
          <a:ln w="25400" cmpd="sng" cap="flat">
            <a:solidFill>
              <a:srgbClr val="C0504D"/>
            </a:solidFill>
            <a:prstDash val="solid"/>
            <a:round/>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en-US" altLang="zh-CN" sz="4000" b="1" i="0" u="none" strike="noStrike" kern="1200" cap="none" spc="0" baseline="0">
                <a:solidFill>
                  <a:schemeClr val="tx1"/>
                </a:solidFill>
                <a:latin typeface="Calibri" pitchFamily="34" charset="0"/>
                <a:ea typeface="宋体" pitchFamily="0" charset="0"/>
                <a:cs typeface="Calibri" pitchFamily="34" charset="0"/>
              </a:rPr>
              <a:t>Finding </a:t>
            </a:r>
            <a:r>
              <a:rPr lang="en-US" altLang="zh-CN" sz="4000" b="1" i="1" u="none" strike="noStrike" kern="1200" cap="none" spc="0" baseline="0">
                <a:solidFill>
                  <a:schemeClr val="tx1"/>
                </a:solidFill>
                <a:latin typeface="Calibri" pitchFamily="34" charset="0"/>
                <a:ea typeface="宋体" pitchFamily="0" charset="0"/>
                <a:cs typeface="Calibri" pitchFamily="34" charset="0"/>
              </a:rPr>
              <a:t>X</a:t>
            </a:r>
            <a:r>
              <a:rPr lang="en-US" altLang="zh-CN" sz="4000" b="1" i="0" u="none" strike="noStrike" kern="1200" cap="none" spc="0" baseline="0">
                <a:solidFill>
                  <a:schemeClr val="tx1"/>
                </a:solidFill>
                <a:latin typeface="Calibri" pitchFamily="34" charset="0"/>
                <a:ea typeface="宋体" pitchFamily="0" charset="0"/>
                <a:cs typeface="Calibri" pitchFamily="34" charset="0"/>
              </a:rPr>
              <a:t> Values  for Known Probabilities</a:t>
            </a:r>
            <a:endParaRPr lang="zh-CN" altLang="en-US" sz="4000" b="1" i="0" u="none" strike="noStrike" kern="1200" cap="none" spc="0" baseline="0">
              <a:solidFill>
                <a:schemeClr val="tx1"/>
              </a:solidFill>
              <a:latin typeface="Calibri" pitchFamily="34" charset="0"/>
              <a:ea typeface="宋体" pitchFamily="0" charset="0"/>
              <a:cs typeface="Calibri" pitchFamily="34" charset="0"/>
            </a:endParaRPr>
          </a:p>
        </p:txBody>
      </p:sp>
      <p:graphicFrame>
        <p:nvGraphicFramePr>
          <p:cNvPr id="1013" name="Object">
            <a:hlinkClick r:id="" action="ppaction://media"/>
          </p:cNvPr>
          <p:cNvGraphicFramePr>
            <a:graphicFrameLocks noChangeAspect="1"/>
          </p:cNvGraphicFramePr>
          <p:nvPr/>
        </p:nvGraphicFramePr>
        <p:xfrm>
          <a:off x="1793875" y="1989138"/>
          <a:ext cx="3937000" cy="2544762"/>
        </p:xfrm>
        <a:graphic>
          <a:graphicData uri="http://schemas.openxmlformats.org/presentationml/2006/ole">
            <mc:AlternateContent xmlns:mc="http://schemas.openxmlformats.org/markup-compatibility/2006">
              <mc:Choice xmlns:v="urn:schemas-microsoft-com:vml" Requires="v">
                <p:oleObj spid="" name="package" imgW="4762500" imgH="3073400" progId="package">
                  <p:embed/>
                </p:oleObj>
              </mc:Choice>
              <mc:Fallback>
                <p:oleObj name="package" imgW="4762500" imgH="3073400" progId="package">
                  <p:embed/>
                  <p:pic>
                    <p:nvPicPr>
                      <p:cNvPr id="1013" name="Object">
                        <a:hlinkClick r:id="" action="ppaction://media"/>
                      </p:cNvPr>
                      <p:cNvPicPr>
                        <a:picLocks noChangeAspect="1"/>
                      </p:cNvPicPr>
                      <p:nvPr/>
                    </p:nvPicPr>
                    <p:blipFill>
                      <a:blip r:embed="rId1" cstate="print"/>
                      <a:stretch>
                        <a:fillRect/>
                      </a:stretch>
                    </p:blipFill>
                    <p:spPr>
                      <a:xfrm rot="0">
                        <a:off x="1793875" y="1989138"/>
                        <a:ext cx="3937000" cy="2544762"/>
                      </a:xfrm>
                      <a:prstGeom prst="rect"/>
                      <a:solidFill>
                        <a:srgbClr val="7F7F7F"/>
                      </a:solidFill>
                      <a:ln cmpd="sng" cap="flat">
                        <a:noFill/>
                        <a:prstDash val="solid"/>
                        <a:round/>
                      </a:ln>
                      <a:effectLst>
                        <a:outerShdw sx="100000" sy="100000" algn="ctr" rotWithShape="0" blurRad="0" dist="35921" dir="2700000">
                          <a:srgbClr val="EEECE1">
                            <a:alpha val="99607"/>
                          </a:srgbClr>
                        </a:outerShdw>
                      </a:effectLst>
                    </p:spPr>
                  </p:pic>
                </p:oleObj>
              </mc:Fallback>
            </mc:AlternateContent>
          </a:graphicData>
        </a:graphic>
      </p:graphicFrame>
      <p:graphicFrame>
        <p:nvGraphicFramePr>
          <p:cNvPr id="1014" name="Object">
            <a:hlinkClick r:id="" action="ppaction://media"/>
          </p:cNvPr>
          <p:cNvGraphicFramePr>
            <a:graphicFrameLocks noChangeAspect="1"/>
          </p:cNvGraphicFramePr>
          <p:nvPr/>
        </p:nvGraphicFramePr>
        <p:xfrm>
          <a:off x="6442075" y="1989138"/>
          <a:ext cx="3937001" cy="2544762"/>
        </p:xfrm>
        <a:graphic>
          <a:graphicData uri="http://schemas.openxmlformats.org/presentationml/2006/ole">
            <mc:AlternateContent xmlns:mc="http://schemas.openxmlformats.org/markup-compatibility/2006">
              <mc:Choice xmlns:v="urn:schemas-microsoft-com:vml" Requires="v">
                <p:oleObj spid="" name="package" imgW="4762500" imgH="3073400" progId="package">
                  <p:embed/>
                </p:oleObj>
              </mc:Choice>
              <mc:Fallback>
                <p:oleObj name="package" imgW="4762500" imgH="3073400" progId="package">
                  <p:embed/>
                  <p:pic>
                    <p:nvPicPr>
                      <p:cNvPr id="1014" name="Object">
                        <a:hlinkClick r:id="" action="ppaction://media"/>
                      </p:cNvPr>
                      <p:cNvPicPr>
                        <a:picLocks noChangeAspect="1"/>
                      </p:cNvPicPr>
                      <p:nvPr/>
                    </p:nvPicPr>
                    <p:blipFill>
                      <a:blip r:embed="rId2" cstate="print"/>
                      <a:stretch>
                        <a:fillRect/>
                      </a:stretch>
                    </p:blipFill>
                    <p:spPr>
                      <a:xfrm rot="0">
                        <a:off x="6442075" y="1989138"/>
                        <a:ext cx="3937001" cy="2544762"/>
                      </a:xfrm>
                      <a:prstGeom prst="rect"/>
                      <a:solidFill>
                        <a:srgbClr val="7F7F7F"/>
                      </a:solidFill>
                      <a:ln cmpd="sng" cap="flat">
                        <a:noFill/>
                        <a:prstDash val="solid"/>
                        <a:round/>
                      </a:ln>
                      <a:effectLst>
                        <a:outerShdw sx="100000" sy="100000" algn="ctr" rotWithShape="0" blurRad="0" dist="35921" dir="2700000">
                          <a:srgbClr val="EEECE1">
                            <a:alpha val="99607"/>
                          </a:srgbClr>
                        </a:outerShdw>
                      </a:effectLst>
                    </p:spPr>
                  </p:pic>
                </p:oleObj>
              </mc:Fallback>
            </mc:AlternateContent>
          </a:graphicData>
        </a:graphic>
      </p:graphicFrame>
      <p:grpSp>
        <p:nvGrpSpPr>
          <p:cNvPr id="1017" name="Combination"/>
          <p:cNvGrpSpPr>
            <a:grpSpLocks/>
          </p:cNvGrpSpPr>
          <p:nvPr/>
        </p:nvGrpSpPr>
        <p:grpSpPr>
          <a:xfrm>
            <a:off x="4421188" y="2133600"/>
            <a:ext cx="2743200" cy="1258887"/>
            <a:chOff x="4421188" y="2133600"/>
            <a:chExt cx="2743200" cy="1258887"/>
          </a:xfrm>
        </p:grpSpPr>
        <p:sp>
          <p:nvSpPr>
            <p:cNvPr id="1015" name="曲线"/>
            <p:cNvSpPr>
              <a:spLocks/>
            </p:cNvSpPr>
            <p:nvPr/>
          </p:nvSpPr>
          <p:spPr>
            <a:xfrm rot="0">
              <a:off x="4424363" y="2187575"/>
              <a:ext cx="2740025" cy="1204912"/>
            </a:xfrm>
            <a:custGeom>
              <a:gdLst>
                <a:gd name="T1" fmla="*/ 0 w 21600"/>
                <a:gd name="T2" fmla="*/ 0 h 21600"/>
                <a:gd name="T3" fmla="*/ 21600 w 21600"/>
                <a:gd name="T4" fmla="*/ 21600 h 21600"/>
              </a:gdLst>
              <a:rect l="T1" t="T2" r="T3" b="T4"/>
              <a:pathLst>
                <a:path w="21600" h="21600">
                  <a:moveTo>
                    <a:pt x="86" y="12094"/>
                  </a:moveTo>
                  <a:lnTo>
                    <a:pt x="0" y="10984"/>
                  </a:lnTo>
                  <a:lnTo>
                    <a:pt x="650" y="9105"/>
                  </a:lnTo>
                  <a:lnTo>
                    <a:pt x="1076" y="8025"/>
                  </a:lnTo>
                  <a:lnTo>
                    <a:pt x="1525" y="7255"/>
                  </a:lnTo>
                  <a:lnTo>
                    <a:pt x="1889" y="6459"/>
                  </a:lnTo>
                  <a:lnTo>
                    <a:pt x="2376" y="5691"/>
                  </a:lnTo>
                  <a:lnTo>
                    <a:pt x="2803" y="4980"/>
                  </a:lnTo>
                  <a:lnTo>
                    <a:pt x="3365" y="4354"/>
                  </a:lnTo>
                  <a:lnTo>
                    <a:pt x="3804" y="3812"/>
                  </a:lnTo>
                  <a:lnTo>
                    <a:pt x="4267" y="3214"/>
                  </a:lnTo>
                  <a:lnTo>
                    <a:pt x="4930" y="2645"/>
                  </a:lnTo>
                  <a:lnTo>
                    <a:pt x="5543" y="2134"/>
                  </a:lnTo>
                  <a:lnTo>
                    <a:pt x="6281" y="1621"/>
                  </a:lnTo>
                  <a:lnTo>
                    <a:pt x="7270" y="967"/>
                  </a:lnTo>
                  <a:lnTo>
                    <a:pt x="8083" y="568"/>
                  </a:lnTo>
                  <a:lnTo>
                    <a:pt x="8760" y="398"/>
                  </a:lnTo>
                  <a:lnTo>
                    <a:pt x="9736" y="169"/>
                  </a:lnTo>
                  <a:lnTo>
                    <a:pt x="10473" y="0"/>
                  </a:lnTo>
                  <a:lnTo>
                    <a:pt x="11212" y="55"/>
                  </a:lnTo>
                  <a:lnTo>
                    <a:pt x="11988" y="112"/>
                  </a:lnTo>
                  <a:lnTo>
                    <a:pt x="12777" y="398"/>
                  </a:lnTo>
                  <a:lnTo>
                    <a:pt x="13465" y="626"/>
                  </a:lnTo>
                  <a:lnTo>
                    <a:pt x="14166" y="1024"/>
                  </a:lnTo>
                  <a:lnTo>
                    <a:pt x="14829" y="1621"/>
                  </a:lnTo>
                  <a:lnTo>
                    <a:pt x="15467" y="2247"/>
                  </a:lnTo>
                  <a:lnTo>
                    <a:pt x="16142" y="3073"/>
                  </a:lnTo>
                  <a:lnTo>
                    <a:pt x="16793" y="4182"/>
                  </a:lnTo>
                  <a:lnTo>
                    <a:pt x="17295" y="5150"/>
                  </a:lnTo>
                  <a:lnTo>
                    <a:pt x="17845" y="6402"/>
                  </a:lnTo>
                  <a:lnTo>
                    <a:pt x="18233" y="7341"/>
                  </a:lnTo>
                  <a:lnTo>
                    <a:pt x="18421" y="7883"/>
                  </a:lnTo>
                  <a:lnTo>
                    <a:pt x="19796" y="1309"/>
                  </a:lnTo>
                  <a:lnTo>
                    <a:pt x="19948" y="2674"/>
                  </a:lnTo>
                  <a:lnTo>
                    <a:pt x="19948" y="4182"/>
                  </a:lnTo>
                  <a:lnTo>
                    <a:pt x="19972" y="5606"/>
                  </a:lnTo>
                  <a:lnTo>
                    <a:pt x="20023" y="7029"/>
                  </a:lnTo>
                  <a:lnTo>
                    <a:pt x="20085" y="8536"/>
                  </a:lnTo>
                  <a:lnTo>
                    <a:pt x="20210" y="10073"/>
                  </a:lnTo>
                  <a:lnTo>
                    <a:pt x="20323" y="11325"/>
                  </a:lnTo>
                  <a:lnTo>
                    <a:pt x="20486" y="12806"/>
                  </a:lnTo>
                  <a:lnTo>
                    <a:pt x="20661" y="14200"/>
                  </a:lnTo>
                  <a:lnTo>
                    <a:pt x="20911" y="15964"/>
                  </a:lnTo>
                  <a:lnTo>
                    <a:pt x="21349" y="17843"/>
                  </a:lnTo>
                  <a:lnTo>
                    <a:pt x="21587" y="19864"/>
                  </a:lnTo>
                  <a:lnTo>
                    <a:pt x="21085" y="19493"/>
                  </a:lnTo>
                  <a:lnTo>
                    <a:pt x="20598" y="19237"/>
                  </a:lnTo>
                  <a:lnTo>
                    <a:pt x="20035" y="18980"/>
                  </a:lnTo>
                  <a:lnTo>
                    <a:pt x="19510" y="18867"/>
                  </a:lnTo>
                  <a:lnTo>
                    <a:pt x="19197" y="18895"/>
                  </a:lnTo>
                  <a:lnTo>
                    <a:pt x="18858" y="18953"/>
                  </a:lnTo>
                  <a:lnTo>
                    <a:pt x="18382" y="19095"/>
                  </a:lnTo>
                  <a:lnTo>
                    <a:pt x="17945" y="19380"/>
                  </a:lnTo>
                  <a:lnTo>
                    <a:pt x="17557" y="19636"/>
                  </a:lnTo>
                  <a:lnTo>
                    <a:pt x="17107" y="20120"/>
                  </a:lnTo>
                  <a:lnTo>
                    <a:pt x="16644" y="20575"/>
                  </a:lnTo>
                  <a:lnTo>
                    <a:pt x="15979" y="21571"/>
                  </a:lnTo>
                  <a:lnTo>
                    <a:pt x="15754" y="19549"/>
                  </a:lnTo>
                  <a:lnTo>
                    <a:pt x="17043" y="14229"/>
                  </a:lnTo>
                  <a:lnTo>
                    <a:pt x="16831" y="13716"/>
                  </a:lnTo>
                  <a:lnTo>
                    <a:pt x="16093" y="12350"/>
                  </a:lnTo>
                  <a:lnTo>
                    <a:pt x="15479" y="11269"/>
                  </a:lnTo>
                  <a:lnTo>
                    <a:pt x="14666" y="9960"/>
                  </a:lnTo>
                  <a:lnTo>
                    <a:pt x="14153" y="9333"/>
                  </a:lnTo>
                  <a:lnTo>
                    <a:pt x="13665" y="8679"/>
                  </a:lnTo>
                  <a:lnTo>
                    <a:pt x="12965" y="7883"/>
                  </a:lnTo>
                  <a:lnTo>
                    <a:pt x="12289" y="7142"/>
                  </a:lnTo>
                  <a:lnTo>
                    <a:pt x="11524" y="6601"/>
                  </a:lnTo>
                  <a:lnTo>
                    <a:pt x="10861" y="6231"/>
                  </a:lnTo>
                  <a:lnTo>
                    <a:pt x="10148" y="5946"/>
                  </a:lnTo>
                  <a:lnTo>
                    <a:pt x="9423" y="5606"/>
                  </a:lnTo>
                  <a:lnTo>
                    <a:pt x="8846" y="5549"/>
                  </a:lnTo>
                  <a:lnTo>
                    <a:pt x="8095" y="5576"/>
                  </a:lnTo>
                  <a:lnTo>
                    <a:pt x="7345" y="5719"/>
                  </a:lnTo>
                  <a:lnTo>
                    <a:pt x="6645" y="5804"/>
                  </a:lnTo>
                  <a:lnTo>
                    <a:pt x="5881" y="6003"/>
                  </a:lnTo>
                  <a:lnTo>
                    <a:pt x="5018" y="6316"/>
                  </a:lnTo>
                  <a:lnTo>
                    <a:pt x="4178" y="6601"/>
                  </a:lnTo>
                  <a:lnTo>
                    <a:pt x="3416" y="7227"/>
                  </a:lnTo>
                  <a:lnTo>
                    <a:pt x="2889" y="7568"/>
                  </a:lnTo>
                  <a:lnTo>
                    <a:pt x="2365" y="8081"/>
                  </a:lnTo>
                  <a:lnTo>
                    <a:pt x="1977" y="8566"/>
                  </a:lnTo>
                  <a:lnTo>
                    <a:pt x="1576" y="9163"/>
                  </a:lnTo>
                  <a:lnTo>
                    <a:pt x="1212" y="9760"/>
                  </a:lnTo>
                  <a:lnTo>
                    <a:pt x="86" y="12094"/>
                  </a:lnTo>
                </a:path>
              </a:pathLst>
            </a:custGeom>
            <a:solidFill>
              <a:schemeClr val="folHlink"/>
            </a:solidFill>
            <a:ln w="12700" cmpd="sng" cap="rnd">
              <a:solidFill>
                <a:srgbClr val="000000"/>
              </a:solidFill>
              <a:prstDash val="solid"/>
              <a:round/>
            </a:ln>
          </p:spPr>
        </p:sp>
        <p:sp>
          <p:nvSpPr>
            <p:cNvPr id="1016" name="曲线"/>
            <p:cNvSpPr>
              <a:spLocks/>
            </p:cNvSpPr>
            <p:nvPr/>
          </p:nvSpPr>
          <p:spPr>
            <a:xfrm rot="0">
              <a:off x="4421188" y="2133600"/>
              <a:ext cx="2711449" cy="1139824"/>
            </a:xfrm>
            <a:custGeom>
              <a:gdLst>
                <a:gd name="T1" fmla="*/ 0 w 21600"/>
                <a:gd name="T2" fmla="*/ 0 h 21600"/>
                <a:gd name="T3" fmla="*/ 21600 w 21600"/>
                <a:gd name="T4" fmla="*/ 21600 h 21600"/>
              </a:gdLst>
              <a:rect l="T1" t="T2" r="T3" b="T4"/>
              <a:pathLst>
                <a:path w="21600" h="21600">
                  <a:moveTo>
                    <a:pt x="0" y="12665"/>
                  </a:moveTo>
                  <a:lnTo>
                    <a:pt x="719" y="9806"/>
                  </a:lnTo>
                  <a:lnTo>
                    <a:pt x="1062" y="8903"/>
                  </a:lnTo>
                  <a:lnTo>
                    <a:pt x="1479" y="7941"/>
                  </a:lnTo>
                  <a:lnTo>
                    <a:pt x="1846" y="7189"/>
                  </a:lnTo>
                  <a:lnTo>
                    <a:pt x="2313" y="6316"/>
                  </a:lnTo>
                  <a:lnTo>
                    <a:pt x="2768" y="5504"/>
                  </a:lnTo>
                  <a:lnTo>
                    <a:pt x="3324" y="4692"/>
                  </a:lnTo>
                  <a:lnTo>
                    <a:pt x="3780" y="4120"/>
                  </a:lnTo>
                  <a:lnTo>
                    <a:pt x="4248" y="3518"/>
                  </a:lnTo>
                  <a:lnTo>
                    <a:pt x="4906" y="2856"/>
                  </a:lnTo>
                  <a:lnTo>
                    <a:pt x="5539" y="2375"/>
                  </a:lnTo>
                  <a:lnTo>
                    <a:pt x="6271" y="1834"/>
                  </a:lnTo>
                  <a:lnTo>
                    <a:pt x="7271" y="1113"/>
                  </a:lnTo>
                  <a:lnTo>
                    <a:pt x="8092" y="690"/>
                  </a:lnTo>
                  <a:lnTo>
                    <a:pt x="8775" y="481"/>
                  </a:lnTo>
                  <a:lnTo>
                    <a:pt x="9749" y="180"/>
                  </a:lnTo>
                  <a:lnTo>
                    <a:pt x="10508" y="0"/>
                  </a:lnTo>
                  <a:lnTo>
                    <a:pt x="11242" y="29"/>
                  </a:lnTo>
                  <a:lnTo>
                    <a:pt x="12026" y="60"/>
                  </a:lnTo>
                  <a:lnTo>
                    <a:pt x="12810" y="300"/>
                  </a:lnTo>
                  <a:lnTo>
                    <a:pt x="13517" y="510"/>
                  </a:lnTo>
                  <a:lnTo>
                    <a:pt x="14214" y="902"/>
                  </a:lnTo>
                  <a:lnTo>
                    <a:pt x="14872" y="1473"/>
                  </a:lnTo>
                  <a:lnTo>
                    <a:pt x="15528" y="2074"/>
                  </a:lnTo>
                  <a:lnTo>
                    <a:pt x="16187" y="2887"/>
                  </a:lnTo>
                  <a:lnTo>
                    <a:pt x="16843" y="3971"/>
                  </a:lnTo>
                  <a:lnTo>
                    <a:pt x="17337" y="4932"/>
                  </a:lnTo>
                  <a:lnTo>
                    <a:pt x="17880" y="6167"/>
                  </a:lnTo>
                  <a:lnTo>
                    <a:pt x="18274" y="7099"/>
                  </a:lnTo>
                  <a:lnTo>
                    <a:pt x="18817" y="8453"/>
                  </a:lnTo>
                  <a:lnTo>
                    <a:pt x="20019" y="2346"/>
                  </a:lnTo>
                  <a:lnTo>
                    <a:pt x="20005" y="3879"/>
                  </a:lnTo>
                  <a:lnTo>
                    <a:pt x="20019" y="5294"/>
                  </a:lnTo>
                  <a:lnTo>
                    <a:pt x="20069" y="6737"/>
                  </a:lnTo>
                  <a:lnTo>
                    <a:pt x="20132" y="8242"/>
                  </a:lnTo>
                  <a:lnTo>
                    <a:pt x="20246" y="9806"/>
                  </a:lnTo>
                  <a:lnTo>
                    <a:pt x="20348" y="11070"/>
                  </a:lnTo>
                  <a:lnTo>
                    <a:pt x="20511" y="12543"/>
                  </a:lnTo>
                  <a:lnTo>
                    <a:pt x="20675" y="13958"/>
                  </a:lnTo>
                  <a:lnTo>
                    <a:pt x="20929" y="15733"/>
                  </a:lnTo>
                  <a:lnTo>
                    <a:pt x="21170" y="17328"/>
                  </a:lnTo>
                  <a:lnTo>
                    <a:pt x="21359" y="18381"/>
                  </a:lnTo>
                  <a:lnTo>
                    <a:pt x="21587" y="19733"/>
                  </a:lnTo>
                  <a:lnTo>
                    <a:pt x="21094" y="19342"/>
                  </a:lnTo>
                  <a:lnTo>
                    <a:pt x="20587" y="19072"/>
                  </a:lnTo>
                  <a:lnTo>
                    <a:pt x="20019" y="18831"/>
                  </a:lnTo>
                  <a:lnTo>
                    <a:pt x="19500" y="18741"/>
                  </a:lnTo>
                  <a:lnTo>
                    <a:pt x="19170" y="18741"/>
                  </a:lnTo>
                  <a:lnTo>
                    <a:pt x="18854" y="18831"/>
                  </a:lnTo>
                  <a:lnTo>
                    <a:pt x="18361" y="19011"/>
                  </a:lnTo>
                  <a:lnTo>
                    <a:pt x="17919" y="19283"/>
                  </a:lnTo>
                  <a:lnTo>
                    <a:pt x="17526" y="19554"/>
                  </a:lnTo>
                  <a:lnTo>
                    <a:pt x="17071" y="20095"/>
                  </a:lnTo>
                  <a:lnTo>
                    <a:pt x="16604" y="20577"/>
                  </a:lnTo>
                  <a:lnTo>
                    <a:pt x="15934" y="21569"/>
                  </a:lnTo>
                  <a:lnTo>
                    <a:pt x="17464" y="14830"/>
                  </a:lnTo>
                  <a:lnTo>
                    <a:pt x="16843" y="13627"/>
                  </a:lnTo>
                  <a:lnTo>
                    <a:pt x="16110" y="12274"/>
                  </a:lnTo>
                  <a:lnTo>
                    <a:pt x="15479" y="11191"/>
                  </a:lnTo>
                  <a:lnTo>
                    <a:pt x="14669" y="9927"/>
                  </a:lnTo>
                  <a:lnTo>
                    <a:pt x="14150" y="9264"/>
                  </a:lnTo>
                  <a:lnTo>
                    <a:pt x="13669" y="8632"/>
                  </a:lnTo>
                  <a:lnTo>
                    <a:pt x="12975" y="7851"/>
                  </a:lnTo>
                  <a:lnTo>
                    <a:pt x="12292" y="7158"/>
                  </a:lnTo>
                  <a:lnTo>
                    <a:pt x="11519" y="6617"/>
                  </a:lnTo>
                  <a:lnTo>
                    <a:pt x="10863" y="6287"/>
                  </a:lnTo>
                  <a:lnTo>
                    <a:pt x="10141" y="6015"/>
                  </a:lnTo>
                  <a:lnTo>
                    <a:pt x="9408" y="5715"/>
                  </a:lnTo>
                  <a:lnTo>
                    <a:pt x="8839" y="5684"/>
                  </a:lnTo>
                  <a:lnTo>
                    <a:pt x="8092" y="5745"/>
                  </a:lnTo>
                  <a:lnTo>
                    <a:pt x="7322" y="5895"/>
                  </a:lnTo>
                  <a:lnTo>
                    <a:pt x="6613" y="6015"/>
                  </a:lnTo>
                  <a:lnTo>
                    <a:pt x="5841" y="6256"/>
                  </a:lnTo>
                  <a:lnTo>
                    <a:pt x="4970" y="6558"/>
                  </a:lnTo>
                  <a:lnTo>
                    <a:pt x="4134" y="6919"/>
                  </a:lnTo>
                  <a:lnTo>
                    <a:pt x="3376" y="7581"/>
                  </a:lnTo>
                  <a:lnTo>
                    <a:pt x="2831" y="7911"/>
                  </a:lnTo>
                  <a:lnTo>
                    <a:pt x="2300" y="8453"/>
                  </a:lnTo>
                  <a:lnTo>
                    <a:pt x="1870" y="8994"/>
                  </a:lnTo>
                  <a:lnTo>
                    <a:pt x="1479" y="9536"/>
                  </a:lnTo>
                  <a:lnTo>
                    <a:pt x="1150" y="10228"/>
                  </a:lnTo>
                  <a:lnTo>
                    <a:pt x="0" y="12665"/>
                  </a:lnTo>
                </a:path>
              </a:pathLst>
            </a:custGeom>
            <a:solidFill>
              <a:schemeClr val="folHlink"/>
            </a:solidFill>
            <a:ln w="12700" cmpd="sng" cap="rnd">
              <a:solidFill>
                <a:srgbClr val="000000"/>
              </a:solidFill>
              <a:prstDash val="solid"/>
              <a:round/>
            </a:ln>
          </p:spPr>
        </p:sp>
      </p:grpSp>
      <p:sp>
        <p:nvSpPr>
          <p:cNvPr id="1018" name="Straight line"/>
          <p:cNvSpPr>
            <a:spLocks/>
          </p:cNvSpPr>
          <p:nvPr/>
        </p:nvSpPr>
        <p:spPr>
          <a:xfrm flipH="1" rot="0">
            <a:off x="4102100" y="3321050"/>
            <a:ext cx="787399" cy="431799"/>
          </a:xfrm>
          <a:prstGeom prst="line"/>
          <a:noFill/>
          <a:ln w="25400" cmpd="sng" cap="flat">
            <a:solidFill>
              <a:srgbClr val="C0504D"/>
            </a:solidFill>
            <a:prstDash val="solid"/>
            <a:round/>
            <a:tailEnd type="triangle" w="med" len="med"/>
          </a:ln>
          <a:effectLst>
            <a:outerShdw sx="100000" sy="100000" algn="ctr" rotWithShape="0" blurRad="0" dist="35921" dir="2700000">
              <a:srgbClr val="EEECE1">
                <a:alpha val="99607"/>
              </a:srgbClr>
            </a:outerShdw>
          </a:effectLst>
        </p:spPr>
      </p:sp>
      <p:sp>
        <p:nvSpPr>
          <p:cNvPr id="1019" name="Rectangles"/>
          <p:cNvSpPr>
            <a:spLocks/>
          </p:cNvSpPr>
          <p:nvPr/>
        </p:nvSpPr>
        <p:spPr>
          <a:xfrm rot="0">
            <a:off x="4268789" y="2852739"/>
            <a:ext cx="1444625" cy="515937"/>
          </a:xfrm>
          <a:prstGeom prst="rect"/>
          <a:noFill/>
          <a:ln w="12700" cmpd="sng" cap="flat">
            <a:noFill/>
            <a:prstDash val="solid"/>
            <a:miter/>
          </a:ln>
          <a:effectLst>
            <a:outerShdw sx="100000" sy="100000" algn="ctr" rotWithShape="0" blurRad="0" dist="35921" dir="2700000">
              <a:srgbClr val="EEECE1">
                <a:alpha val="99607"/>
              </a:srgbClr>
            </a:outerShdw>
          </a:effectLst>
        </p:spPr>
        <p:txBody>
          <a:bodyPr vert="horz" wrap="square" lIns="90488" tIns="44450" rIns="90488" bIns="44450" anchor="t" anchorCtr="0">
            <a:prstTxWarp prst="textNoShape"/>
            <a:spAutoFit/>
          </a:bodyPr>
          <a:lstStyle/>
          <a:p>
            <a:pPr marL="0" indent="0" algn="r" eaLnBrk="0" hangingPunct="0">
              <a:lnSpc>
                <a:spcPct val="100000"/>
              </a:lnSpc>
              <a:spcBef>
                <a:spcPct val="50000"/>
              </a:spcBef>
              <a:spcAft>
                <a:spcPts val="0"/>
              </a:spcAft>
              <a:buNone/>
              <a:tabLst>
                <a:tab pos="285750" algn="l"/>
              </a:tabLst>
            </a:pPr>
            <a:r>
              <a:rPr lang="en-US" altLang="zh-CN" sz="2800" b="1" i="0" u="none" strike="noStrike" kern="1200" cap="none" spc="0" baseline="0">
                <a:solidFill>
                  <a:schemeClr val="accent2"/>
                </a:solidFill>
                <a:effectLst>
                  <a:outerShdw sx="100000" sy="100000" blurRad="38100" dir="2700000" dist="38100" algn="tl">
                    <a:srgbClr val="C0C0C0"/>
                  </a:outerShdw>
                </a:effectLst>
                <a:latin typeface="Arial" pitchFamily="34" charset="0"/>
                <a:ea typeface="MS PGothic" pitchFamily="34" charset="-128"/>
                <a:cs typeface="Calibri" pitchFamily="34" charset="0"/>
              </a:rPr>
              <a:t>  	.1217</a:t>
            </a:r>
            <a:endParaRPr lang="zh-CN" altLang="en-US" sz="2800" b="1" i="0" u="none" strike="noStrike" kern="1200" cap="none" spc="0" baseline="0">
              <a:solidFill>
                <a:schemeClr val="accent2"/>
              </a:solidFill>
              <a:effectLst>
                <a:outerShdw sx="100000" sy="100000" blurRad="38100" dir="2700000" dist="38100" algn="tl">
                  <a:srgbClr val="C0C0C0"/>
                </a:outerShdw>
              </a:effectLst>
              <a:latin typeface="Arial" pitchFamily="34" charset="0"/>
              <a:ea typeface="MS PGothic" pitchFamily="34" charset="-128"/>
              <a:cs typeface="Calibri" pitchFamily="34" charset="0"/>
            </a:endParaRPr>
          </a:p>
        </p:txBody>
      </p:sp>
      <p:sp>
        <p:nvSpPr>
          <p:cNvPr id="1020" name="Straight line"/>
          <p:cNvSpPr>
            <a:spLocks/>
          </p:cNvSpPr>
          <p:nvPr/>
        </p:nvSpPr>
        <p:spPr>
          <a:xfrm flipH="1" rot="0">
            <a:off x="8750300" y="3176587"/>
            <a:ext cx="787399" cy="431799"/>
          </a:xfrm>
          <a:prstGeom prst="line"/>
          <a:noFill/>
          <a:ln w="25400" cmpd="sng" cap="flat">
            <a:solidFill>
              <a:srgbClr val="C0504D"/>
            </a:solidFill>
            <a:prstDash val="solid"/>
            <a:round/>
            <a:tailEnd type="triangle" w="med" len="med"/>
          </a:ln>
          <a:effectLst>
            <a:outerShdw sx="100000" sy="100000" algn="ctr" rotWithShape="0" blurRad="0" dist="35921" dir="2700000">
              <a:srgbClr val="EEECE1">
                <a:alpha val="99607"/>
              </a:srgbClr>
            </a:outerShdw>
          </a:effectLst>
        </p:spPr>
      </p:sp>
      <p:sp>
        <p:nvSpPr>
          <p:cNvPr id="1021" name="Rectangles"/>
          <p:cNvSpPr>
            <a:spLocks/>
          </p:cNvSpPr>
          <p:nvPr/>
        </p:nvSpPr>
        <p:spPr>
          <a:xfrm rot="0">
            <a:off x="8916989" y="2708274"/>
            <a:ext cx="1444625" cy="515937"/>
          </a:xfrm>
          <a:prstGeom prst="rect"/>
          <a:noFill/>
          <a:ln w="12700" cmpd="sng" cap="flat">
            <a:noFill/>
            <a:prstDash val="solid"/>
            <a:miter/>
          </a:ln>
          <a:effectLst>
            <a:outerShdw sx="100000" sy="100000" algn="ctr" rotWithShape="0" blurRad="0" dist="35921" dir="2700000">
              <a:srgbClr val="EEECE1">
                <a:alpha val="99607"/>
              </a:srgbClr>
            </a:outerShdw>
          </a:effectLst>
        </p:spPr>
        <p:txBody>
          <a:bodyPr vert="horz" wrap="square" lIns="90488" tIns="44450" rIns="90488" bIns="44450" anchor="t" anchorCtr="0">
            <a:prstTxWarp prst="textNoShape"/>
            <a:spAutoFit/>
          </a:bodyPr>
          <a:lstStyle/>
          <a:p>
            <a:pPr marL="0" indent="0" algn="r" eaLnBrk="0" hangingPunct="0">
              <a:lnSpc>
                <a:spcPct val="100000"/>
              </a:lnSpc>
              <a:spcBef>
                <a:spcPct val="50000"/>
              </a:spcBef>
              <a:spcAft>
                <a:spcPts val="0"/>
              </a:spcAft>
              <a:buNone/>
              <a:tabLst>
                <a:tab pos="285750" algn="l"/>
              </a:tabLst>
            </a:pPr>
            <a:r>
              <a:rPr lang="en-US" altLang="zh-CN" sz="2800" b="1" i="0" u="none" strike="noStrike" kern="1200" cap="none" spc="0" baseline="0">
                <a:solidFill>
                  <a:schemeClr val="accent2"/>
                </a:solidFill>
                <a:effectLst>
                  <a:outerShdw sx="100000" sy="100000" blurRad="38100" dir="2700000" dist="38100" algn="tl">
                    <a:srgbClr val="C0C0C0"/>
                  </a:outerShdw>
                </a:effectLst>
                <a:latin typeface="Arial" pitchFamily="34" charset="0"/>
                <a:ea typeface="MS PGothic" pitchFamily="34" charset="-128"/>
                <a:cs typeface="Calibri" pitchFamily="34" charset="0"/>
              </a:rPr>
              <a:t>  	.1217</a:t>
            </a:r>
            <a:endParaRPr lang="zh-CN" altLang="en-US" sz="2800" b="1" i="0" u="none" strike="noStrike" kern="1200" cap="none" spc="0" baseline="0">
              <a:solidFill>
                <a:schemeClr val="accent2"/>
              </a:solidFill>
              <a:effectLst>
                <a:outerShdw sx="100000" sy="100000" blurRad="38100" dir="2700000" dist="38100" algn="tl">
                  <a:srgbClr val="C0C0C0"/>
                </a:outerShdw>
              </a:effectLst>
              <a:latin typeface="Arial" pitchFamily="34" charset="0"/>
              <a:ea typeface="MS PGothic" pitchFamily="34" charset="-128"/>
              <a:cs typeface="Calibri" pitchFamily="34" charset="0"/>
            </a:endParaRPr>
          </a:p>
        </p:txBody>
      </p:sp>
      <p:grpSp>
        <p:nvGrpSpPr>
          <p:cNvPr id="1024" name="Combination"/>
          <p:cNvGrpSpPr>
            <a:grpSpLocks/>
          </p:cNvGrpSpPr>
          <p:nvPr/>
        </p:nvGrpSpPr>
        <p:grpSpPr>
          <a:xfrm>
            <a:off x="5447928" y="4509120"/>
            <a:ext cx="2520280" cy="1055068"/>
            <a:chOff x="5447928" y="4509120"/>
            <a:chExt cx="2520280" cy="1055068"/>
          </a:xfrm>
        </p:grpSpPr>
        <p:sp>
          <p:nvSpPr>
            <p:cNvPr id="1022" name="曲线"/>
            <p:cNvSpPr>
              <a:spLocks/>
            </p:cNvSpPr>
            <p:nvPr/>
          </p:nvSpPr>
          <p:spPr>
            <a:xfrm rot="0">
              <a:off x="5447928" y="4509120"/>
              <a:ext cx="2517308" cy="1010285"/>
            </a:xfrm>
            <a:custGeom>
              <a:gdLst>
                <a:gd name="T1" fmla="*/ 0 w 21600"/>
                <a:gd name="T2" fmla="*/ 0 h 21600"/>
                <a:gd name="T3" fmla="*/ 21600 w 21600"/>
                <a:gd name="T4" fmla="*/ 21600 h 21600"/>
              </a:gdLst>
              <a:rect l="T1" t="T2" r="T3" b="T4"/>
              <a:pathLst>
                <a:path w="21600" h="21600">
                  <a:moveTo>
                    <a:pt x="21497" y="9458"/>
                  </a:moveTo>
                  <a:lnTo>
                    <a:pt x="21591" y="10570"/>
                  </a:lnTo>
                  <a:lnTo>
                    <a:pt x="20937" y="12446"/>
                  </a:lnTo>
                  <a:lnTo>
                    <a:pt x="20511" y="13556"/>
                  </a:lnTo>
                  <a:lnTo>
                    <a:pt x="20060" y="14323"/>
                  </a:lnTo>
                  <a:lnTo>
                    <a:pt x="19705" y="15088"/>
                  </a:lnTo>
                  <a:lnTo>
                    <a:pt x="19211" y="15854"/>
                  </a:lnTo>
                  <a:lnTo>
                    <a:pt x="18786" y="16582"/>
                  </a:lnTo>
                  <a:lnTo>
                    <a:pt x="18217" y="17195"/>
                  </a:lnTo>
                  <a:lnTo>
                    <a:pt x="17784" y="17731"/>
                  </a:lnTo>
                  <a:lnTo>
                    <a:pt x="17317" y="18343"/>
                  </a:lnTo>
                  <a:lnTo>
                    <a:pt x="16662" y="18919"/>
                  </a:lnTo>
                  <a:lnTo>
                    <a:pt x="16051" y="19416"/>
                  </a:lnTo>
                  <a:lnTo>
                    <a:pt x="15312" y="19953"/>
                  </a:lnTo>
                  <a:lnTo>
                    <a:pt x="14316" y="20604"/>
                  </a:lnTo>
                  <a:lnTo>
                    <a:pt x="13510" y="20986"/>
                  </a:lnTo>
                  <a:lnTo>
                    <a:pt x="12830" y="21177"/>
                  </a:lnTo>
                  <a:lnTo>
                    <a:pt x="11853" y="21407"/>
                  </a:lnTo>
                  <a:lnTo>
                    <a:pt x="11113" y="21560"/>
                  </a:lnTo>
                  <a:lnTo>
                    <a:pt x="10375" y="21523"/>
                  </a:lnTo>
                  <a:lnTo>
                    <a:pt x="9593" y="21446"/>
                  </a:lnTo>
                  <a:lnTo>
                    <a:pt x="8811" y="21177"/>
                  </a:lnTo>
                  <a:lnTo>
                    <a:pt x="8123" y="20948"/>
                  </a:lnTo>
                  <a:lnTo>
                    <a:pt x="7426" y="20527"/>
                  </a:lnTo>
                  <a:lnTo>
                    <a:pt x="6762" y="19953"/>
                  </a:lnTo>
                  <a:lnTo>
                    <a:pt x="6118" y="19302"/>
                  </a:lnTo>
                  <a:lnTo>
                    <a:pt x="5445" y="18497"/>
                  </a:lnTo>
                  <a:lnTo>
                    <a:pt x="4792" y="17386"/>
                  </a:lnTo>
                  <a:lnTo>
                    <a:pt x="4291" y="16428"/>
                  </a:lnTo>
                  <a:lnTo>
                    <a:pt x="3737" y="15165"/>
                  </a:lnTo>
                  <a:lnTo>
                    <a:pt x="3346" y="14207"/>
                  </a:lnTo>
                  <a:lnTo>
                    <a:pt x="3160" y="13672"/>
                  </a:lnTo>
                  <a:lnTo>
                    <a:pt x="1792" y="20258"/>
                  </a:lnTo>
                  <a:lnTo>
                    <a:pt x="1639" y="18880"/>
                  </a:lnTo>
                  <a:lnTo>
                    <a:pt x="1639" y="17386"/>
                  </a:lnTo>
                  <a:lnTo>
                    <a:pt x="1614" y="15969"/>
                  </a:lnTo>
                  <a:lnTo>
                    <a:pt x="1563" y="14552"/>
                  </a:lnTo>
                  <a:lnTo>
                    <a:pt x="1504" y="13020"/>
                  </a:lnTo>
                  <a:lnTo>
                    <a:pt x="1376" y="11488"/>
                  </a:lnTo>
                  <a:lnTo>
                    <a:pt x="1265" y="10225"/>
                  </a:lnTo>
                  <a:lnTo>
                    <a:pt x="1095" y="8769"/>
                  </a:lnTo>
                  <a:lnTo>
                    <a:pt x="934" y="7353"/>
                  </a:lnTo>
                  <a:lnTo>
                    <a:pt x="678" y="5591"/>
                  </a:lnTo>
                  <a:lnTo>
                    <a:pt x="237" y="3714"/>
                  </a:lnTo>
                  <a:lnTo>
                    <a:pt x="0" y="1722"/>
                  </a:lnTo>
                  <a:lnTo>
                    <a:pt x="500" y="2068"/>
                  </a:lnTo>
                  <a:lnTo>
                    <a:pt x="985" y="2336"/>
                  </a:lnTo>
                  <a:lnTo>
                    <a:pt x="1554" y="2604"/>
                  </a:lnTo>
                  <a:lnTo>
                    <a:pt x="2080" y="2719"/>
                  </a:lnTo>
                  <a:lnTo>
                    <a:pt x="2396" y="2679"/>
                  </a:lnTo>
                  <a:lnTo>
                    <a:pt x="2727" y="2604"/>
                  </a:lnTo>
                  <a:lnTo>
                    <a:pt x="3203" y="2488"/>
                  </a:lnTo>
                  <a:lnTo>
                    <a:pt x="3645" y="2182"/>
                  </a:lnTo>
                  <a:lnTo>
                    <a:pt x="4036" y="1952"/>
                  </a:lnTo>
                  <a:lnTo>
                    <a:pt x="4486" y="1455"/>
                  </a:lnTo>
                  <a:lnTo>
                    <a:pt x="4944" y="995"/>
                  </a:lnTo>
                  <a:lnTo>
                    <a:pt x="5616" y="0"/>
                  </a:lnTo>
                  <a:lnTo>
                    <a:pt x="5836" y="2029"/>
                  </a:lnTo>
                  <a:lnTo>
                    <a:pt x="4546" y="7353"/>
                  </a:lnTo>
                  <a:lnTo>
                    <a:pt x="4749" y="7851"/>
                  </a:lnTo>
                  <a:lnTo>
                    <a:pt x="5489" y="9228"/>
                  </a:lnTo>
                  <a:lnTo>
                    <a:pt x="6101" y="10302"/>
                  </a:lnTo>
                  <a:lnTo>
                    <a:pt x="6925" y="11603"/>
                  </a:lnTo>
                  <a:lnTo>
                    <a:pt x="7435" y="12217"/>
                  </a:lnTo>
                  <a:lnTo>
                    <a:pt x="7919" y="12868"/>
                  </a:lnTo>
                  <a:lnTo>
                    <a:pt x="8624" y="13672"/>
                  </a:lnTo>
                  <a:lnTo>
                    <a:pt x="9304" y="14438"/>
                  </a:lnTo>
                  <a:lnTo>
                    <a:pt x="10068" y="14973"/>
                  </a:lnTo>
                  <a:lnTo>
                    <a:pt x="10723" y="15318"/>
                  </a:lnTo>
                  <a:lnTo>
                    <a:pt x="11437" y="15625"/>
                  </a:lnTo>
                  <a:lnTo>
                    <a:pt x="12167" y="15969"/>
                  </a:lnTo>
                  <a:lnTo>
                    <a:pt x="12745" y="16008"/>
                  </a:lnTo>
                  <a:lnTo>
                    <a:pt x="13493" y="15969"/>
                  </a:lnTo>
                  <a:lnTo>
                    <a:pt x="14248" y="15854"/>
                  </a:lnTo>
                  <a:lnTo>
                    <a:pt x="14945" y="15740"/>
                  </a:lnTo>
                  <a:lnTo>
                    <a:pt x="15710" y="15548"/>
                  </a:lnTo>
                  <a:lnTo>
                    <a:pt x="16569" y="15241"/>
                  </a:lnTo>
                  <a:lnTo>
                    <a:pt x="17409" y="14973"/>
                  </a:lnTo>
                  <a:lnTo>
                    <a:pt x="18167" y="14323"/>
                  </a:lnTo>
                  <a:lnTo>
                    <a:pt x="18702" y="13978"/>
                  </a:lnTo>
                  <a:lnTo>
                    <a:pt x="19228" y="13479"/>
                  </a:lnTo>
                  <a:lnTo>
                    <a:pt x="19611" y="12982"/>
                  </a:lnTo>
                  <a:lnTo>
                    <a:pt x="20011" y="12408"/>
                  </a:lnTo>
                  <a:lnTo>
                    <a:pt x="20376" y="11795"/>
                  </a:lnTo>
                  <a:lnTo>
                    <a:pt x="21497" y="9458"/>
                  </a:lnTo>
                </a:path>
              </a:pathLst>
            </a:custGeom>
            <a:solidFill>
              <a:srgbClr val="3366FF"/>
            </a:solidFill>
            <a:ln w="12700" cmpd="sng" cap="rnd">
              <a:solidFill>
                <a:srgbClr val="FF0000"/>
              </a:solidFill>
              <a:prstDash val="solid"/>
              <a:round/>
            </a:ln>
          </p:spPr>
        </p:sp>
        <p:sp>
          <p:nvSpPr>
            <p:cNvPr id="1023" name="曲线"/>
            <p:cNvSpPr>
              <a:spLocks/>
            </p:cNvSpPr>
            <p:nvPr/>
          </p:nvSpPr>
          <p:spPr>
            <a:xfrm rot="0">
              <a:off x="5476646" y="4609432"/>
              <a:ext cx="2491562" cy="954756"/>
            </a:xfrm>
            <a:custGeom>
              <a:gdLst>
                <a:gd name="T1" fmla="*/ 0 w 21600"/>
                <a:gd name="T2" fmla="*/ 0 h 21600"/>
                <a:gd name="T3" fmla="*/ 21600 w 21600"/>
                <a:gd name="T4" fmla="*/ 21600 h 21600"/>
              </a:gdLst>
              <a:rect l="T1" t="T2" r="T3" b="T4"/>
              <a:pathLst>
                <a:path w="21600" h="21600">
                  <a:moveTo>
                    <a:pt x="21591" y="8915"/>
                  </a:moveTo>
                  <a:lnTo>
                    <a:pt x="20870" y="11751"/>
                  </a:lnTo>
                  <a:lnTo>
                    <a:pt x="20526" y="12642"/>
                  </a:lnTo>
                  <a:lnTo>
                    <a:pt x="20113" y="13615"/>
                  </a:lnTo>
                  <a:lnTo>
                    <a:pt x="19745" y="14385"/>
                  </a:lnTo>
                  <a:lnTo>
                    <a:pt x="19273" y="15236"/>
                  </a:lnTo>
                  <a:lnTo>
                    <a:pt x="18818" y="16048"/>
                  </a:lnTo>
                  <a:lnTo>
                    <a:pt x="18260" y="16858"/>
                  </a:lnTo>
                  <a:lnTo>
                    <a:pt x="17805" y="17424"/>
                  </a:lnTo>
                  <a:lnTo>
                    <a:pt x="17341" y="18032"/>
                  </a:lnTo>
                  <a:lnTo>
                    <a:pt x="16688" y="18722"/>
                  </a:lnTo>
                  <a:lnTo>
                    <a:pt x="16054" y="19167"/>
                  </a:lnTo>
                  <a:lnTo>
                    <a:pt x="15314" y="19735"/>
                  </a:lnTo>
                  <a:lnTo>
                    <a:pt x="14319" y="20465"/>
                  </a:lnTo>
                  <a:lnTo>
                    <a:pt x="13503" y="20870"/>
                  </a:lnTo>
                  <a:lnTo>
                    <a:pt x="12817" y="21072"/>
                  </a:lnTo>
                  <a:lnTo>
                    <a:pt x="11838" y="21396"/>
                  </a:lnTo>
                  <a:lnTo>
                    <a:pt x="11082" y="21559"/>
                  </a:lnTo>
                  <a:lnTo>
                    <a:pt x="10344" y="21517"/>
                  </a:lnTo>
                  <a:lnTo>
                    <a:pt x="9554" y="21517"/>
                  </a:lnTo>
                  <a:lnTo>
                    <a:pt x="8773" y="21274"/>
                  </a:lnTo>
                  <a:lnTo>
                    <a:pt x="8068" y="21032"/>
                  </a:lnTo>
                  <a:lnTo>
                    <a:pt x="7373" y="20667"/>
                  </a:lnTo>
                  <a:lnTo>
                    <a:pt x="6712" y="20100"/>
                  </a:lnTo>
                  <a:lnTo>
                    <a:pt x="6061" y="19492"/>
                  </a:lnTo>
                  <a:lnTo>
                    <a:pt x="5399" y="18682"/>
                  </a:lnTo>
                  <a:lnTo>
                    <a:pt x="4747" y="17586"/>
                  </a:lnTo>
                  <a:lnTo>
                    <a:pt x="4248" y="16615"/>
                  </a:lnTo>
                  <a:lnTo>
                    <a:pt x="3699" y="15398"/>
                  </a:lnTo>
                  <a:lnTo>
                    <a:pt x="3313" y="14467"/>
                  </a:lnTo>
                  <a:lnTo>
                    <a:pt x="2772" y="13129"/>
                  </a:lnTo>
                  <a:lnTo>
                    <a:pt x="1571" y="19209"/>
                  </a:lnTo>
                  <a:lnTo>
                    <a:pt x="1579" y="17669"/>
                  </a:lnTo>
                  <a:lnTo>
                    <a:pt x="1562" y="16249"/>
                  </a:lnTo>
                  <a:lnTo>
                    <a:pt x="1519" y="14832"/>
                  </a:lnTo>
                  <a:lnTo>
                    <a:pt x="1459" y="13332"/>
                  </a:lnTo>
                  <a:lnTo>
                    <a:pt x="1329" y="11751"/>
                  </a:lnTo>
                  <a:lnTo>
                    <a:pt x="1243" y="10496"/>
                  </a:lnTo>
                  <a:lnTo>
                    <a:pt x="1073" y="9036"/>
                  </a:lnTo>
                  <a:lnTo>
                    <a:pt x="910" y="7618"/>
                  </a:lnTo>
                  <a:lnTo>
                    <a:pt x="661" y="5834"/>
                  </a:lnTo>
                  <a:lnTo>
                    <a:pt x="412" y="4254"/>
                  </a:lnTo>
                  <a:lnTo>
                    <a:pt x="231" y="3200"/>
                  </a:lnTo>
                  <a:lnTo>
                    <a:pt x="0" y="1822"/>
                  </a:lnTo>
                  <a:lnTo>
                    <a:pt x="496" y="2228"/>
                  </a:lnTo>
                  <a:lnTo>
                    <a:pt x="995" y="2511"/>
                  </a:lnTo>
                  <a:lnTo>
                    <a:pt x="1562" y="2754"/>
                  </a:lnTo>
                  <a:lnTo>
                    <a:pt x="2086" y="2836"/>
                  </a:lnTo>
                  <a:lnTo>
                    <a:pt x="2412" y="2836"/>
                  </a:lnTo>
                  <a:lnTo>
                    <a:pt x="2729" y="2754"/>
                  </a:lnTo>
                  <a:lnTo>
                    <a:pt x="3226" y="2553"/>
                  </a:lnTo>
                  <a:lnTo>
                    <a:pt x="3673" y="2268"/>
                  </a:lnTo>
                  <a:lnTo>
                    <a:pt x="4052" y="2025"/>
                  </a:lnTo>
                  <a:lnTo>
                    <a:pt x="4507" y="1457"/>
                  </a:lnTo>
                  <a:lnTo>
                    <a:pt x="4986" y="971"/>
                  </a:lnTo>
                  <a:lnTo>
                    <a:pt x="5657" y="0"/>
                  </a:lnTo>
                  <a:lnTo>
                    <a:pt x="4120" y="6727"/>
                  </a:lnTo>
                  <a:lnTo>
                    <a:pt x="4747" y="7941"/>
                  </a:lnTo>
                  <a:lnTo>
                    <a:pt x="5485" y="9279"/>
                  </a:lnTo>
                  <a:lnTo>
                    <a:pt x="6103" y="10373"/>
                  </a:lnTo>
                  <a:lnTo>
                    <a:pt x="6919" y="11629"/>
                  </a:lnTo>
                  <a:lnTo>
                    <a:pt x="7433" y="12279"/>
                  </a:lnTo>
                  <a:lnTo>
                    <a:pt x="7914" y="12927"/>
                  </a:lnTo>
                  <a:lnTo>
                    <a:pt x="8619" y="13696"/>
                  </a:lnTo>
                  <a:lnTo>
                    <a:pt x="9297" y="14385"/>
                  </a:lnTo>
                  <a:lnTo>
                    <a:pt x="10069" y="14953"/>
                  </a:lnTo>
                  <a:lnTo>
                    <a:pt x="10730" y="15277"/>
                  </a:lnTo>
                  <a:lnTo>
                    <a:pt x="11442" y="15560"/>
                  </a:lnTo>
                  <a:lnTo>
                    <a:pt x="12173" y="15845"/>
                  </a:lnTo>
                  <a:lnTo>
                    <a:pt x="12748" y="15884"/>
                  </a:lnTo>
                  <a:lnTo>
                    <a:pt x="13503" y="15803"/>
                  </a:lnTo>
                  <a:lnTo>
                    <a:pt x="14267" y="15683"/>
                  </a:lnTo>
                  <a:lnTo>
                    <a:pt x="14972" y="15560"/>
                  </a:lnTo>
                  <a:lnTo>
                    <a:pt x="15743" y="15317"/>
                  </a:lnTo>
                  <a:lnTo>
                    <a:pt x="16611" y="14993"/>
                  </a:lnTo>
                  <a:lnTo>
                    <a:pt x="17452" y="14628"/>
                  </a:lnTo>
                  <a:lnTo>
                    <a:pt x="18216" y="13981"/>
                  </a:lnTo>
                  <a:lnTo>
                    <a:pt x="18758" y="13656"/>
                  </a:lnTo>
                  <a:lnTo>
                    <a:pt x="19282" y="13129"/>
                  </a:lnTo>
                  <a:lnTo>
                    <a:pt x="19719" y="12562"/>
                  </a:lnTo>
                  <a:lnTo>
                    <a:pt x="20113" y="12036"/>
                  </a:lnTo>
                  <a:lnTo>
                    <a:pt x="20440" y="11347"/>
                  </a:lnTo>
                  <a:lnTo>
                    <a:pt x="21591" y="8915"/>
                  </a:lnTo>
                </a:path>
              </a:pathLst>
            </a:custGeom>
            <a:solidFill>
              <a:srgbClr val="3366FF"/>
            </a:solidFill>
            <a:ln w="12700" cmpd="sng" cap="rnd">
              <a:solidFill>
                <a:srgbClr val="FF0000"/>
              </a:solidFill>
              <a:prstDash val="solid"/>
              <a:round/>
            </a:ln>
          </p:spPr>
        </p:sp>
      </p:grpSp>
      <p:graphicFrame>
        <p:nvGraphicFramePr>
          <p:cNvPr id="1025" name="Object"/>
          <p:cNvGraphicFramePr>
            <a:graphicFrameLocks noChangeAspect="1"/>
          </p:cNvGraphicFramePr>
          <p:nvPr/>
        </p:nvGraphicFramePr>
        <p:xfrm>
          <a:off x="3621088" y="5657848"/>
          <a:ext cx="5522912" cy="579437"/>
        </p:xfrm>
        <a:graphic>
          <a:graphicData uri="http://schemas.openxmlformats.org/presentationml/2006/ole">
            <mc:AlternateContent xmlns:mc="http://schemas.openxmlformats.org/markup-compatibility/2006">
              <mc:Choice xmlns:v="urn:schemas-microsoft-com:vml" Requires="v">
                <p:oleObj spid="" name="package" imgW="65836800" imgH="6908800" progId="package">
                  <p:embed/>
                </p:oleObj>
              </mc:Choice>
              <mc:Fallback>
                <p:oleObj name="package" imgW="65836800" imgH="6908800" progId="package">
                  <p:embed/>
                  <p:pic>
                    <p:nvPicPr>
                      <p:cNvPr id="1025" name="Object"/>
                      <p:cNvPicPr>
                        <a:picLocks noChangeAspect="1"/>
                      </p:cNvPicPr>
                      <p:nvPr/>
                    </p:nvPicPr>
                    <p:blipFill>
                      <a:blip r:embed="rId3" cstate="print"/>
                      <a:stretch>
                        <a:fillRect/>
                      </a:stretch>
                    </p:blipFill>
                    <p:spPr>
                      <a:xfrm rot="0">
                        <a:off x="3621088" y="5657848"/>
                        <a:ext cx="5522912" cy="579437"/>
                      </a:xfrm>
                      <a:prstGeom prst="rect"/>
                      <a:solidFill>
                        <a:schemeClr val="bg1"/>
                      </a:solidFill>
                      <a:ln cmpd="sng" cap="flat">
                        <a:noFill/>
                        <a:prstDash val="solid"/>
                        <a:round/>
                      </a:ln>
                    </p:spPr>
                  </p:pic>
                </p:oleObj>
              </mc:Fallback>
            </mc:AlternateContent>
          </a:graphicData>
        </a:graphic>
      </p:graphicFrame>
      <p:sp>
        <p:nvSpPr>
          <p:cNvPr id="1026" name="Rectangles"/>
          <p:cNvSpPr>
            <a:spLocks noGrp="1"/>
          </p:cNvSpPr>
          <p:nvPr>
            <p:ph type="sldNum" idx="12"/>
          </p:nvPr>
        </p:nvSpPr>
        <p:spPr>
          <a:xfrm rot="0">
            <a:off x="1981200" y="6356351"/>
            <a:ext cx="2133600" cy="365125"/>
          </a:xfrm>
          <a:prstGeom prst="rect"/>
          <a:noFill/>
          <a:ln w="12700" cmpd="sng" cap="flat">
            <a:noFill/>
            <a:prstDash val="solid"/>
            <a:miter/>
          </a:ln>
        </p:spPr>
        <p:txBody>
          <a:bodyPr vert="horz" wrap="square" lIns="91440" tIns="45720" rIns="91440" bIns="45720" anchor="ctr" anchorCtr="0">
            <a:prstTxWarp prst="textNoShape"/>
          </a:bodyPr>
          <a:lstStyle/>
          <a:p>
            <a:pPr marL="0" indent="0" algn="l" eaLnBrk="1" hangingPunct="1">
              <a:lnSpc>
                <a:spcPct val="100000"/>
              </a:lnSpc>
              <a:spcBef>
                <a:spcPts val="0"/>
              </a:spcBef>
              <a:spcAft>
                <a:spcPts val="0"/>
              </a:spcAft>
              <a:buNone/>
            </a:pPr>
            <a:fld id="{CAD2D6BD-DE1B-4B5F-8B41-2702339687B9}" type="slidenum">
              <a:rPr lang="en-US" altLang="zh-CN" sz="1200" b="0" i="0" u="none" strike="noStrike" kern="1200" cap="none" spc="0" baseline="0">
                <a:solidFill>
                  <a:srgbClr val="898989"/>
                </a:solidFill>
                <a:latin typeface="Calibri" pitchFamily="34" charset="0"/>
                <a:ea typeface="MS PGothic" pitchFamily="34" charset="-128"/>
                <a:cs typeface="Arial" pitchFamily="34" charset="0"/>
              </a:rPr>
              <a:t>86</a:t>
            </a:fld>
            <a:endParaRPr lang="zh-CN" altLang="en-US" sz="1200" b="0" i="0" u="none" strike="noStrike" kern="1200" cap="none" spc="0" baseline="0">
              <a:solidFill>
                <a:srgbClr val="898989"/>
              </a:solidFill>
              <a:latin typeface="Calibri" pitchFamily="34" charset="0"/>
              <a:ea typeface="MS PGothic" pitchFamily="34" charset="-128"/>
              <a:cs typeface="Arial" pitchFamily="34" charset="0"/>
            </a:endParaRPr>
          </a:p>
        </p:txBody>
      </p:sp>
      <p:sp>
        <p:nvSpPr>
          <p:cNvPr id="1027" name="Rectangles"/>
          <p:cNvSpPr>
            <a:spLocks/>
          </p:cNvSpPr>
          <p:nvPr/>
        </p:nvSpPr>
        <p:spPr>
          <a:xfrm rot="0">
            <a:off x="1774826" y="1628230"/>
            <a:ext cx="3889375" cy="384174"/>
          </a:xfrm>
          <a:prstGeom prst="rect"/>
          <a:noFill/>
          <a:ln w="12700" cmpd="sng" cap="flat">
            <a:noFill/>
            <a:prstDash val="solid"/>
            <a:miter/>
          </a:ln>
          <a:effectLst>
            <a:outerShdw sx="100000" sy="100000" algn="ctr" rotWithShape="0" blurRad="0" dist="35921" dir="2700000">
              <a:srgbClr val="EEECE1">
                <a:alpha val="99607"/>
              </a:srgbClr>
            </a:outerShdw>
          </a:effectLst>
        </p:spPr>
        <p:txBody>
          <a:bodyPr vert="horz" wrap="square" lIns="90488" tIns="44450" rIns="90488" bIns="44450" anchor="t" anchorCtr="0">
            <a:prstTxWarp prst="textNoShape"/>
            <a:spAutoFit/>
          </a:bodyPr>
          <a:lstStyle/>
          <a:p>
            <a:pPr marL="0" indent="0" algn="ctr" eaLnBrk="0" hangingPunct="0">
              <a:lnSpc>
                <a:spcPct val="100000"/>
              </a:lnSpc>
              <a:spcBef>
                <a:spcPct val="50000"/>
              </a:spcBef>
              <a:spcAft>
                <a:spcPts val="0"/>
              </a:spcAft>
              <a:buNone/>
            </a:pPr>
            <a:r>
              <a:rPr lang="en-US" altLang="zh-CN" sz="2000" b="0" i="0" u="none" strike="noStrike" kern="1200" cap="none" spc="0" baseline="0">
                <a:solidFill>
                  <a:schemeClr val="tx1"/>
                </a:solidFill>
                <a:latin typeface="Calibri" pitchFamily="34" charset="0"/>
                <a:ea typeface="ＭＳ Ｐゴシック" pitchFamily="0" charset="0"/>
                <a:cs typeface="Calibri" pitchFamily="34" charset="0"/>
              </a:rPr>
              <a:t>Normal  Distribution</a:t>
            </a:r>
            <a:endParaRPr lang="zh-CN" altLang="en-US" sz="2000" b="0" i="0" u="none" strike="noStrike" kern="1200" cap="none" spc="0" baseline="0">
              <a:solidFill>
                <a:schemeClr val="tx1"/>
              </a:solidFill>
              <a:latin typeface="Calibri" pitchFamily="34" charset="0"/>
              <a:ea typeface="ＭＳ Ｐゴシック" pitchFamily="0" charset="0"/>
              <a:cs typeface="Calibri" pitchFamily="34" charset="0"/>
            </a:endParaRPr>
          </a:p>
        </p:txBody>
      </p:sp>
      <p:sp>
        <p:nvSpPr>
          <p:cNvPr id="1028" name="Rectangles"/>
          <p:cNvSpPr>
            <a:spLocks/>
          </p:cNvSpPr>
          <p:nvPr/>
        </p:nvSpPr>
        <p:spPr>
          <a:xfrm rot="0">
            <a:off x="6456363" y="1556793"/>
            <a:ext cx="3889374" cy="679450"/>
          </a:xfrm>
          <a:prstGeom prst="rect"/>
          <a:noFill/>
          <a:ln w="12700" cmpd="sng" cap="flat">
            <a:noFill/>
            <a:prstDash val="solid"/>
            <a:miter/>
          </a:ln>
          <a:effectLst>
            <a:outerShdw sx="100000" sy="100000" algn="ctr" rotWithShape="0" blurRad="0" dist="35921" dir="2700000">
              <a:srgbClr val="EEECE1">
                <a:alpha val="99607"/>
              </a:srgbClr>
            </a:outerShdw>
          </a:effectLst>
        </p:spPr>
        <p:txBody>
          <a:bodyPr vert="horz" wrap="square" lIns="90488" tIns="44450" rIns="90488" bIns="44450" anchor="t" anchorCtr="0">
            <a:prstTxWarp prst="textNoShape"/>
            <a:spAutoFit/>
          </a:bodyPr>
          <a:lstStyle/>
          <a:p>
            <a:pPr marL="0" indent="0" algn="ctr" eaLnBrk="0" hangingPunct="0">
              <a:lnSpc>
                <a:spcPct val="100000"/>
              </a:lnSpc>
              <a:spcBef>
                <a:spcPct val="50000"/>
              </a:spcBef>
              <a:spcAft>
                <a:spcPts val="0"/>
              </a:spcAft>
              <a:buNone/>
            </a:pPr>
            <a:r>
              <a:rPr lang="en-US" altLang="zh-CN" sz="2000" b="0" i="0" u="none" strike="noStrike" kern="1200" cap="none" spc="0" baseline="0">
                <a:solidFill>
                  <a:schemeClr val="tx1"/>
                </a:solidFill>
                <a:latin typeface="Calibri" pitchFamily="34" charset="0"/>
                <a:ea typeface="ＭＳ Ｐゴシック" pitchFamily="0" charset="0"/>
                <a:cs typeface="Calibri" pitchFamily="34" charset="0"/>
              </a:rPr>
              <a:t>Standardize Normal  Distribution</a:t>
            </a:r>
            <a:endParaRPr lang="zh-CN" altLang="en-US" sz="2000" b="0" i="0" u="none" strike="noStrike" kern="1200" cap="none" spc="0" baseline="0">
              <a:solidFill>
                <a:schemeClr val="tx1"/>
              </a:solidFill>
              <a:latin typeface="Calibri" pitchFamily="34" charset="0"/>
              <a:ea typeface="ＭＳ Ｐゴシック" pitchFamily="0" charset="0"/>
              <a:cs typeface="Calibri" pitchFamily="34" charset="0"/>
            </a:endParaRPr>
          </a:p>
        </p:txBody>
      </p:sp>
    </p:spTree>
    <p:extLst>
      <p:ext uri="{BB962C8B-B14F-4D97-AF65-F5344CB8AC3E}">
        <p14:creationId xmlns:p14="http://schemas.microsoft.com/office/powerpoint/2010/main" val="68617600"/>
      </p:ext>
    </p:extLst>
  </p:cSld>
  <p:clrMapOvr>
    <a:masterClrMapping/>
  </p:clrMapOvr>
  <p:transition spd="slow"/>
</p:sld>
</file>

<file path=ppt/slides/slide87.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032" name="Text box"/>
          <p:cNvSpPr>
            <a:spLocks noGrp="1"/>
          </p:cNvSpPr>
          <p:nvPr>
            <p:ph type="title"/>
          </p:nvPr>
        </p:nvSpPr>
        <p:spPr>
          <a:xfrm rot="0">
            <a:off x="2711625" y="274639"/>
            <a:ext cx="6707187" cy="706437"/>
          </a:xfrm>
          <a:prstGeom prst="rect"/>
          <a:noFill/>
          <a:ln w="12700" cmpd="sng" cap="flat">
            <a:noFill/>
            <a:prstDash val="solid"/>
            <a:round/>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en-US" altLang="zh-CN" sz="4000" b="1" i="0" u="none" strike="noStrike" kern="1200" cap="none" spc="0" baseline="0">
                <a:solidFill>
                  <a:srgbClr val="C00000"/>
                </a:solidFill>
                <a:latin typeface="Calibri" pitchFamily="34" charset="0"/>
                <a:ea typeface="MS PGothic" pitchFamily="34" charset="-128"/>
                <a:cs typeface="Lucida Sans" pitchFamily="0" charset="0"/>
              </a:rPr>
              <a:t>Exercise #8</a:t>
            </a:r>
            <a:endParaRPr lang="zh-CN" altLang="en-US" sz="4000" b="1" i="0" u="none" strike="noStrike" kern="1200" cap="none" spc="0" baseline="0">
              <a:solidFill>
                <a:srgbClr val="C00000"/>
              </a:solidFill>
              <a:latin typeface="Calibri" pitchFamily="34" charset="0"/>
              <a:ea typeface="MS PGothic" pitchFamily="34" charset="-128"/>
              <a:cs typeface="Lucida Sans" pitchFamily="0" charset="0"/>
            </a:endParaRPr>
          </a:p>
        </p:txBody>
      </p:sp>
      <p:sp>
        <p:nvSpPr>
          <p:cNvPr id="1033" name="Rectangles"/>
          <p:cNvSpPr>
            <a:spLocks noGrp="1"/>
          </p:cNvSpPr>
          <p:nvPr>
            <p:ph type="sldNum" idx="12"/>
          </p:nvPr>
        </p:nvSpPr>
        <p:spPr>
          <a:xfrm rot="0">
            <a:off x="1981200" y="6356351"/>
            <a:ext cx="2133600" cy="365125"/>
          </a:xfrm>
          <a:prstGeom prst="rect"/>
          <a:noFill/>
          <a:ln w="12700" cmpd="sng" cap="flat">
            <a:noFill/>
            <a:prstDash val="solid"/>
            <a:miter/>
          </a:ln>
        </p:spPr>
        <p:txBody>
          <a:bodyPr vert="horz" wrap="square" lIns="91440" tIns="45720" rIns="91440" bIns="45720" anchor="ctr" anchorCtr="0">
            <a:prstTxWarp prst="textNoShape"/>
          </a:bodyPr>
          <a:lstStyle/>
          <a:p>
            <a:pPr marL="0" indent="0" algn="l" eaLnBrk="1" hangingPunct="1">
              <a:lnSpc>
                <a:spcPct val="100000"/>
              </a:lnSpc>
              <a:spcBef>
                <a:spcPts val="0"/>
              </a:spcBef>
              <a:spcAft>
                <a:spcPts val="0"/>
              </a:spcAft>
              <a:buNone/>
            </a:pPr>
            <a:fld id="{CAD2D6BD-DE1B-4B5F-8B41-2702339687B9}" type="slidenum">
              <a:rPr lang="en-US" altLang="zh-CN" sz="1200" b="0" i="0" u="none" strike="noStrike" kern="1200" cap="none" spc="0" baseline="0">
                <a:solidFill>
                  <a:srgbClr val="898989"/>
                </a:solidFill>
                <a:latin typeface="Calibri" pitchFamily="34" charset="0"/>
                <a:ea typeface="MS PGothic" pitchFamily="34" charset="-128"/>
                <a:cs typeface="Arial" pitchFamily="34" charset="0"/>
              </a:rPr>
              <a:t>87</a:t>
            </a:fld>
            <a:endParaRPr lang="zh-CN" altLang="en-US" sz="1200" b="0" i="0" u="none" strike="noStrike" kern="1200" cap="none" spc="0" baseline="0">
              <a:solidFill>
                <a:srgbClr val="898989"/>
              </a:solidFill>
              <a:latin typeface="Calibri" pitchFamily="34" charset="0"/>
              <a:ea typeface="MS PGothic" pitchFamily="34" charset="-128"/>
              <a:cs typeface="Arial" pitchFamily="34" charset="0"/>
            </a:endParaRPr>
          </a:p>
        </p:txBody>
      </p:sp>
      <p:sp>
        <p:nvSpPr>
          <p:cNvPr id="1034" name="Rectangles"/>
          <p:cNvSpPr>
            <a:spLocks/>
          </p:cNvSpPr>
          <p:nvPr/>
        </p:nvSpPr>
        <p:spPr>
          <a:xfrm rot="0">
            <a:off x="1665288" y="1247221"/>
            <a:ext cx="8856662" cy="4852034"/>
          </a:xfrm>
          <a:prstGeom prst="rect"/>
          <a:noFill/>
          <a:ln w="12700" cmpd="sng" cap="flat">
            <a:noFill/>
            <a:prstDash val="solid"/>
            <a:round/>
          </a:ln>
        </p:spPr>
        <p:txBody>
          <a:bodyPr vert="horz" wrap="square" lIns="91440" tIns="45720" rIns="91440" bIns="45720" anchor="t" anchorCtr="0">
            <a:prstTxWarp prst="textNoShape"/>
            <a:spAutoFit/>
          </a:bodyPr>
          <a:lstStyle/>
          <a:p>
            <a:pPr marL="0" indent="0" algn="just" eaLnBrk="1" hangingPunct="1">
              <a:lnSpc>
                <a:spcPct val="110000"/>
              </a:lnSpc>
              <a:spcBef>
                <a:spcPts val="0"/>
              </a:spcBef>
              <a:spcAft>
                <a:spcPts val="600"/>
              </a:spcAft>
              <a:buNone/>
            </a:pPr>
            <a:r>
              <a:rPr lang="en-US" altLang="zh-CN" sz="2400" b="0" i="0" u="none" strike="noStrike" kern="1200" cap="none" spc="0" baseline="0">
                <a:solidFill>
                  <a:schemeClr val="tx1"/>
                </a:solidFill>
                <a:latin typeface="Calibri" pitchFamily="34" charset="0"/>
                <a:ea typeface="MS PGothic" pitchFamily="34" charset="-128"/>
                <a:cs typeface="Calibri" pitchFamily="34" charset="0"/>
              </a:rPr>
              <a:t>1. X is a normally distributed variable with mean μ = 30 and standard deviation σ = 4. Find</a:t>
            </a:r>
            <a:endParaRPr lang="en-US" altLang="zh-CN" sz="2400" b="0" i="0" u="none" strike="noStrike" kern="1200" cap="none" spc="0" baseline="0">
              <a:solidFill>
                <a:schemeClr val="tx1"/>
              </a:solidFill>
              <a:latin typeface="Calibri" pitchFamily="34" charset="0"/>
              <a:ea typeface="MS PGothic" pitchFamily="34" charset="-128"/>
              <a:cs typeface="Calibri" pitchFamily="34" charset="0"/>
            </a:endParaRPr>
          </a:p>
          <a:p>
            <a:pPr marL="457200" indent="-457200" algn="just" eaLnBrk="1" hangingPunct="1">
              <a:lnSpc>
                <a:spcPct val="110000"/>
              </a:lnSpc>
              <a:spcBef>
                <a:spcPts val="0"/>
              </a:spcBef>
              <a:spcAft>
                <a:spcPts val="600"/>
              </a:spcAft>
              <a:buClrTx/>
              <a:buAutoNum type="alphaLcParenR"/>
            </a:pPr>
            <a:r>
              <a:rPr lang="en-US" altLang="zh-CN" sz="2400" b="0" i="0" u="none" strike="noStrike" kern="1200" cap="none" spc="0" baseline="0">
                <a:solidFill>
                  <a:schemeClr val="tx1"/>
                </a:solidFill>
                <a:latin typeface="Calibri" pitchFamily="34" charset="0"/>
                <a:ea typeface="MS PGothic" pitchFamily="34" charset="-128"/>
                <a:cs typeface="Calibri" pitchFamily="34" charset="0"/>
              </a:rPr>
              <a:t>P(X ≤ 40)</a:t>
            </a:r>
            <a:endParaRPr lang="en-US" altLang="zh-CN" sz="2400" b="0" i="0" u="none" strike="noStrike" kern="1200" cap="none" spc="0" baseline="0">
              <a:solidFill>
                <a:schemeClr val="tx1"/>
              </a:solidFill>
              <a:latin typeface="Calibri" pitchFamily="34" charset="0"/>
              <a:ea typeface="MS PGothic" pitchFamily="34" charset="-128"/>
              <a:cs typeface="Calibri" pitchFamily="34" charset="0"/>
            </a:endParaRPr>
          </a:p>
          <a:p>
            <a:pPr marL="457200" indent="-457200" algn="just" eaLnBrk="1" hangingPunct="1">
              <a:lnSpc>
                <a:spcPct val="110000"/>
              </a:lnSpc>
              <a:spcBef>
                <a:spcPts val="0"/>
              </a:spcBef>
              <a:spcAft>
                <a:spcPts val="600"/>
              </a:spcAft>
              <a:buClrTx/>
              <a:buAutoNum type="alphaLcParenR"/>
            </a:pPr>
            <a:r>
              <a:rPr lang="en-US" altLang="zh-CN" sz="2400" b="0" i="0" u="none" strike="noStrike" kern="1200" cap="none" spc="0" baseline="0">
                <a:solidFill>
                  <a:schemeClr val="tx1"/>
                </a:solidFill>
                <a:latin typeface="Calibri" pitchFamily="34" charset="0"/>
                <a:ea typeface="MS PGothic" pitchFamily="34" charset="-128"/>
                <a:cs typeface="Calibri" pitchFamily="34" charset="0"/>
              </a:rPr>
              <a:t>P(X ≥ 21)</a:t>
            </a:r>
            <a:endParaRPr lang="en-US" altLang="zh-CN" sz="2400" b="0" i="0" u="none" strike="noStrike" kern="1200" cap="none" spc="0" baseline="0">
              <a:solidFill>
                <a:schemeClr val="tx1"/>
              </a:solidFill>
              <a:latin typeface="Calibri" pitchFamily="34" charset="0"/>
              <a:ea typeface="MS PGothic" pitchFamily="34" charset="-128"/>
              <a:cs typeface="Calibri" pitchFamily="34" charset="0"/>
            </a:endParaRPr>
          </a:p>
          <a:p>
            <a:pPr marL="457200" indent="-457200" algn="just" eaLnBrk="1" hangingPunct="1">
              <a:lnSpc>
                <a:spcPct val="110000"/>
              </a:lnSpc>
              <a:spcBef>
                <a:spcPts val="0"/>
              </a:spcBef>
              <a:spcAft>
                <a:spcPts val="600"/>
              </a:spcAft>
              <a:buClrTx/>
              <a:buAutoNum type="alphaLcParenR"/>
            </a:pPr>
            <a:r>
              <a:rPr lang="en-US" altLang="zh-CN" sz="2400" b="0" i="0" u="none" strike="noStrike" kern="1200" cap="none" spc="0" baseline="0">
                <a:solidFill>
                  <a:schemeClr val="tx1"/>
                </a:solidFill>
                <a:latin typeface="Calibri" pitchFamily="34" charset="0"/>
                <a:ea typeface="MS PGothic" pitchFamily="34" charset="-128"/>
                <a:cs typeface="Calibri" pitchFamily="34" charset="0"/>
              </a:rPr>
              <a:t>P (18 ≤ X ≥ 35)</a:t>
            </a:r>
            <a:endParaRPr lang="en-US" altLang="zh-CN" sz="2400" b="0" i="0" u="none" strike="noStrike" kern="1200" cap="none" spc="0" baseline="0">
              <a:solidFill>
                <a:schemeClr val="tx1"/>
              </a:solidFill>
              <a:latin typeface="Calibri" pitchFamily="34" charset="0"/>
              <a:ea typeface="MS PGothic" pitchFamily="34" charset="-128"/>
              <a:cs typeface="Calibri" pitchFamily="34" charset="0"/>
            </a:endParaRPr>
          </a:p>
          <a:p>
            <a:pPr marL="457200" indent="-457200" algn="just" eaLnBrk="1" hangingPunct="1">
              <a:lnSpc>
                <a:spcPct val="110000"/>
              </a:lnSpc>
              <a:spcBef>
                <a:spcPts val="0"/>
              </a:spcBef>
              <a:spcAft>
                <a:spcPts val="600"/>
              </a:spcAft>
              <a:buClrTx/>
              <a:buAutoNum type="alphaLcParenR"/>
            </a:pPr>
            <a:endParaRPr lang="en-US" altLang="zh-CN" sz="2400" b="0" i="0" u="none" strike="noStrike" kern="1200" cap="none" spc="0" baseline="0">
              <a:solidFill>
                <a:schemeClr val="tx1"/>
              </a:solidFill>
              <a:latin typeface="Calibri" pitchFamily="34" charset="0"/>
              <a:ea typeface="MS PGothic" pitchFamily="34" charset="-128"/>
              <a:cs typeface="Calibri" pitchFamily="34" charset="0"/>
            </a:endParaRPr>
          </a:p>
          <a:p>
            <a:pPr marL="290449" indent="-290449" algn="just" eaLnBrk="1" hangingPunct="1">
              <a:lnSpc>
                <a:spcPct val="110000"/>
              </a:lnSpc>
              <a:spcBef>
                <a:spcPts val="0"/>
              </a:spcBef>
              <a:spcAft>
                <a:spcPts val="600"/>
              </a:spcAft>
              <a:buNone/>
            </a:pPr>
            <a:r>
              <a:rPr lang="en-US" altLang="zh-CN" sz="2400" b="0" i="0" u="none" strike="noStrike" kern="1200" cap="none" spc="0" baseline="0">
                <a:solidFill>
                  <a:schemeClr val="tx1"/>
                </a:solidFill>
                <a:latin typeface="Calibri" pitchFamily="34" charset="0"/>
                <a:ea typeface="MS PGothic" pitchFamily="34" charset="-128"/>
                <a:cs typeface="Calibri" pitchFamily="34" charset="0"/>
              </a:rPr>
              <a:t>2. </a:t>
            </a:r>
            <a:r>
              <a:rPr lang="en-US" altLang="zh-CN" sz="2400" b="0" i="0" u="none" strike="noStrike" kern="1200" cap="none" spc="0" baseline="0">
                <a:solidFill>
                  <a:schemeClr val="tx1"/>
                </a:solidFill>
                <a:latin typeface="Calibri" pitchFamily="34" charset="0"/>
                <a:ea typeface="MS PGothic" pitchFamily="34" charset="-128"/>
                <a:cs typeface="Calibri" pitchFamily="34" charset="0"/>
              </a:rPr>
              <a:t>A radar unit is used to measure speeds of cars on a motorway. The speeds are normally distributed with a mean of 90 km/hour and a standard deviation of 10 km/hr. What is the probability that a car picked at random is travelling at more than 100 km/hour?</a:t>
            </a:r>
            <a:endParaRPr lang="zh-CN" altLang="en-US" sz="2400" b="0" i="0" u="none" strike="noStrike" kern="1200" cap="none" spc="0" baseline="0">
              <a:solidFill>
                <a:schemeClr val="tx1"/>
              </a:solidFill>
              <a:latin typeface="Calibri" pitchFamily="34" charset="0"/>
              <a:ea typeface="MS PGothic" pitchFamily="34" charset="-128"/>
              <a:cs typeface="Calibri" pitchFamily="34" charset="0"/>
            </a:endParaRPr>
          </a:p>
        </p:txBody>
      </p:sp>
    </p:spTree>
    <p:extLst>
      <p:ext uri="{BB962C8B-B14F-4D97-AF65-F5344CB8AC3E}">
        <p14:creationId xmlns:p14="http://schemas.microsoft.com/office/powerpoint/2010/main" val="1330755488"/>
      </p:ext>
    </p:extLst>
  </p:cSld>
  <p:clrMapOvr>
    <a:masterClrMapping/>
  </p:clrMapOvr>
</p:sld>
</file>

<file path=ppt/slides/slide88.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038" name="Text box"/>
          <p:cNvSpPr>
            <a:spLocks noGrp="1"/>
          </p:cNvSpPr>
          <p:nvPr>
            <p:ph type="title"/>
          </p:nvPr>
        </p:nvSpPr>
        <p:spPr>
          <a:xfrm rot="0">
            <a:off x="2711625" y="274639"/>
            <a:ext cx="6707187" cy="706437"/>
          </a:xfrm>
          <a:prstGeom prst="rect"/>
          <a:noFill/>
          <a:ln w="12700" cmpd="sng" cap="flat">
            <a:noFill/>
            <a:prstDash val="solid"/>
            <a:round/>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en-US" altLang="zh-CN" sz="4000" b="1" i="0" u="none" strike="noStrike" kern="1200" cap="none" spc="0" baseline="0">
                <a:solidFill>
                  <a:srgbClr val="C00000"/>
                </a:solidFill>
                <a:latin typeface="Calibri" pitchFamily="34" charset="0"/>
                <a:ea typeface="MS PGothic" pitchFamily="34" charset="-128"/>
                <a:cs typeface="Lucida Sans" pitchFamily="0" charset="0"/>
              </a:rPr>
              <a:t>Exercise #9</a:t>
            </a:r>
            <a:endParaRPr lang="zh-CN" altLang="en-US" sz="4000" b="1" i="0" u="none" strike="noStrike" kern="1200" cap="none" spc="0" baseline="0">
              <a:solidFill>
                <a:srgbClr val="C00000"/>
              </a:solidFill>
              <a:latin typeface="Calibri" pitchFamily="34" charset="0"/>
              <a:ea typeface="MS PGothic" pitchFamily="34" charset="-128"/>
              <a:cs typeface="Lucida Sans" pitchFamily="0" charset="0"/>
            </a:endParaRPr>
          </a:p>
        </p:txBody>
      </p:sp>
      <p:sp>
        <p:nvSpPr>
          <p:cNvPr id="1039" name="Rectangles"/>
          <p:cNvSpPr>
            <a:spLocks noGrp="1"/>
          </p:cNvSpPr>
          <p:nvPr>
            <p:ph type="sldNum" idx="12"/>
          </p:nvPr>
        </p:nvSpPr>
        <p:spPr>
          <a:xfrm rot="0">
            <a:off x="1981200" y="6356351"/>
            <a:ext cx="2133600" cy="365125"/>
          </a:xfrm>
          <a:prstGeom prst="rect"/>
          <a:noFill/>
          <a:ln w="12700" cmpd="sng" cap="flat">
            <a:noFill/>
            <a:prstDash val="solid"/>
            <a:miter/>
          </a:ln>
        </p:spPr>
        <p:txBody>
          <a:bodyPr vert="horz" wrap="square" lIns="91440" tIns="45720" rIns="91440" bIns="45720" anchor="ctr" anchorCtr="0">
            <a:prstTxWarp prst="textNoShape"/>
          </a:bodyPr>
          <a:lstStyle/>
          <a:p>
            <a:pPr marL="0" indent="0" algn="l" eaLnBrk="1" hangingPunct="1">
              <a:lnSpc>
                <a:spcPct val="100000"/>
              </a:lnSpc>
              <a:spcBef>
                <a:spcPts val="0"/>
              </a:spcBef>
              <a:spcAft>
                <a:spcPts val="0"/>
              </a:spcAft>
              <a:buNone/>
            </a:pPr>
            <a:fld id="{CAD2D6BD-DE1B-4B5F-8B41-2702339687B9}" type="slidenum">
              <a:rPr lang="en-US" altLang="zh-CN" sz="1200" b="0" i="0" u="none" strike="noStrike" kern="1200" cap="none" spc="0" baseline="0">
                <a:solidFill>
                  <a:srgbClr val="898989"/>
                </a:solidFill>
                <a:latin typeface="Calibri" pitchFamily="34" charset="0"/>
                <a:ea typeface="MS PGothic" pitchFamily="34" charset="-128"/>
                <a:cs typeface="Arial" pitchFamily="34" charset="0"/>
              </a:rPr>
              <a:t>88</a:t>
            </a:fld>
            <a:endParaRPr lang="zh-CN" altLang="en-US" sz="1200" b="0" i="0" u="none" strike="noStrike" kern="1200" cap="none" spc="0" baseline="0">
              <a:solidFill>
                <a:srgbClr val="898989"/>
              </a:solidFill>
              <a:latin typeface="Calibri" pitchFamily="34" charset="0"/>
              <a:ea typeface="MS PGothic" pitchFamily="34" charset="-128"/>
              <a:cs typeface="Arial" pitchFamily="34" charset="0"/>
            </a:endParaRPr>
          </a:p>
        </p:txBody>
      </p:sp>
      <p:sp>
        <p:nvSpPr>
          <p:cNvPr id="1040" name="Rectangles"/>
          <p:cNvSpPr>
            <a:spLocks/>
          </p:cNvSpPr>
          <p:nvPr/>
        </p:nvSpPr>
        <p:spPr>
          <a:xfrm rot="0">
            <a:off x="1703387" y="1371046"/>
            <a:ext cx="8856662" cy="5745480"/>
          </a:xfrm>
          <a:prstGeom prst="rect"/>
          <a:noFill/>
          <a:ln w="12700" cmpd="sng" cap="flat">
            <a:noFill/>
            <a:prstDash val="solid"/>
            <a:round/>
          </a:ln>
        </p:spPr>
        <p:txBody>
          <a:bodyPr vert="horz" wrap="square" lIns="91440" tIns="45720" rIns="91440" bIns="45720" anchor="t" anchorCtr="0">
            <a:prstTxWarp prst="textNoShape"/>
            <a:spAutoFit/>
          </a:bodyPr>
          <a:lstStyle/>
          <a:p>
            <a:pPr marL="0" indent="0" algn="just" eaLnBrk="1" hangingPunct="1">
              <a:lnSpc>
                <a:spcPct val="110000"/>
              </a:lnSpc>
              <a:spcBef>
                <a:spcPts val="0"/>
              </a:spcBef>
              <a:spcAft>
                <a:spcPts val="600"/>
              </a:spcAft>
              <a:buNone/>
            </a:pPr>
            <a:r>
              <a:rPr lang="en-US" altLang="zh-CN" sz="2000" b="0" i="0" u="none" strike="noStrike" kern="1200" cap="none" spc="0" baseline="0">
                <a:solidFill>
                  <a:schemeClr val="tx1"/>
                </a:solidFill>
                <a:latin typeface="Calibri" pitchFamily="34" charset="0"/>
                <a:ea typeface="MS PGothic" pitchFamily="34" charset="-128"/>
                <a:cs typeface="Calibri" pitchFamily="34" charset="0"/>
              </a:rPr>
              <a:t>A lecturer commutes daily from his suburban home to his midtown university. The average time for a one-way trip is 24 minutes, with a standard deviation of 3.8 minutes. Assume that the distribution of trip times to be normally distributed.</a:t>
            </a:r>
            <a:endParaRPr lang="en-US" altLang="zh-CN" sz="2000" b="0" i="0" u="none" strike="noStrike" kern="1200" cap="none" spc="0" baseline="0">
              <a:solidFill>
                <a:schemeClr val="tx1"/>
              </a:solidFill>
              <a:latin typeface="Calibri" pitchFamily="34" charset="0"/>
              <a:ea typeface="MS PGothic" pitchFamily="34" charset="-128"/>
              <a:cs typeface="Calibri" pitchFamily="34" charset="0"/>
            </a:endParaRPr>
          </a:p>
          <a:p>
            <a:pPr marL="0" indent="0" algn="just" eaLnBrk="1" hangingPunct="1">
              <a:lnSpc>
                <a:spcPct val="110000"/>
              </a:lnSpc>
              <a:spcBef>
                <a:spcPts val="0"/>
              </a:spcBef>
              <a:spcAft>
                <a:spcPts val="600"/>
              </a:spcAft>
              <a:buNone/>
            </a:pPr>
            <a:endParaRPr lang="en-US" altLang="zh-CN" sz="2000" b="0" i="0" u="none" strike="noStrike" kern="1200" cap="none" spc="0" baseline="0">
              <a:solidFill>
                <a:schemeClr val="tx1"/>
              </a:solidFill>
              <a:latin typeface="Calibri" pitchFamily="34" charset="0"/>
              <a:ea typeface="MS PGothic" pitchFamily="34" charset="-128"/>
              <a:cs typeface="Calibri" pitchFamily="34" charset="0"/>
            </a:endParaRPr>
          </a:p>
          <a:p>
            <a:pPr marL="0" indent="0" algn="just" eaLnBrk="1" hangingPunct="1">
              <a:lnSpc>
                <a:spcPct val="110000"/>
              </a:lnSpc>
              <a:spcBef>
                <a:spcPts val="0"/>
              </a:spcBef>
              <a:spcAft>
                <a:spcPts val="600"/>
              </a:spcAft>
              <a:buClrTx/>
              <a:buAutoNum type="alphaLcParenR"/>
            </a:pPr>
            <a:r>
              <a:rPr lang="en-US" altLang="zh-CN" sz="2000" b="0" i="0" u="none" strike="noStrike" kern="1200" cap="none" spc="0" baseline="0">
                <a:solidFill>
                  <a:schemeClr val="tx1"/>
                </a:solidFill>
                <a:latin typeface="Calibri" pitchFamily="34" charset="0"/>
                <a:ea typeface="MS PGothic" pitchFamily="34" charset="-128"/>
                <a:cs typeface="Calibri" pitchFamily="34" charset="0"/>
              </a:rPr>
              <a:t>  What is the probability that a trip will take at least ½ hours?	</a:t>
            </a:r>
            <a:endParaRPr lang="en-US" altLang="zh-CN" sz="2000" b="0" i="0" u="none" strike="noStrike" kern="1200" cap="none" spc="0" baseline="0">
              <a:solidFill>
                <a:schemeClr val="tx1"/>
              </a:solidFill>
              <a:latin typeface="Calibri" pitchFamily="34" charset="0"/>
              <a:ea typeface="MS PGothic" pitchFamily="34" charset="-128"/>
              <a:cs typeface="Calibri" pitchFamily="34" charset="0"/>
            </a:endParaRPr>
          </a:p>
          <a:p>
            <a:pPr marL="353949" indent="-353949" algn="just" eaLnBrk="1" hangingPunct="1">
              <a:lnSpc>
                <a:spcPct val="110000"/>
              </a:lnSpc>
              <a:spcBef>
                <a:spcPts val="0"/>
              </a:spcBef>
              <a:spcAft>
                <a:spcPts val="600"/>
              </a:spcAft>
              <a:buClrTx/>
              <a:buAutoNum type="alphaLcParenR"/>
            </a:pPr>
            <a:r>
              <a:rPr lang="en-US" altLang="zh-CN" sz="2000" b="0" i="0" u="none" strike="noStrike" kern="1200" cap="none" spc="0" baseline="0">
                <a:solidFill>
                  <a:schemeClr val="tx1"/>
                </a:solidFill>
                <a:latin typeface="Calibri" pitchFamily="34" charset="0"/>
                <a:ea typeface="MS PGothic" pitchFamily="34" charset="-128"/>
                <a:cs typeface="Calibri" pitchFamily="34" charset="0"/>
              </a:rPr>
              <a:t>If the office open at 9.00 A.M and the lecturer leaves his house at 8.45 A.M daily, what percentage of the time is he late for work? </a:t>
            </a:r>
            <a:endParaRPr lang="en-US" altLang="zh-CN" sz="2000" b="0" i="0" u="none" strike="noStrike" kern="1200" cap="none" spc="0" baseline="0">
              <a:solidFill>
                <a:schemeClr val="tx1"/>
              </a:solidFill>
              <a:latin typeface="Calibri" pitchFamily="34" charset="0"/>
              <a:ea typeface="MS PGothic" pitchFamily="34" charset="-128"/>
              <a:cs typeface="Calibri" pitchFamily="34" charset="0"/>
            </a:endParaRPr>
          </a:p>
          <a:p>
            <a:pPr marL="353949" indent="-353949" algn="just" eaLnBrk="1" hangingPunct="1">
              <a:lnSpc>
                <a:spcPct val="110000"/>
              </a:lnSpc>
              <a:spcBef>
                <a:spcPts val="0"/>
              </a:spcBef>
              <a:spcAft>
                <a:spcPts val="600"/>
              </a:spcAft>
              <a:buClrTx/>
              <a:buAutoNum type="alphaLcParenR"/>
            </a:pPr>
            <a:r>
              <a:rPr lang="en-US" altLang="zh-CN" sz="2000" b="0" i="0" u="none" strike="noStrike" kern="1200" cap="none" spc="0" baseline="0">
                <a:solidFill>
                  <a:schemeClr val="tx1"/>
                </a:solidFill>
                <a:latin typeface="Calibri" pitchFamily="34" charset="0"/>
                <a:ea typeface="MS PGothic" pitchFamily="34" charset="-128"/>
                <a:cs typeface="Calibri" pitchFamily="34" charset="0"/>
              </a:rPr>
              <a:t>If he leaves the house at 8.35 A.M and coffee is served at the office from 8.50 A.M until 9.00 A.M. what is the probability that he missed coffee?</a:t>
            </a:r>
            <a:endParaRPr lang="en-US" altLang="zh-CN" sz="2000" b="0" i="0" u="none" strike="noStrike" kern="1200" cap="none" spc="0" baseline="0">
              <a:solidFill>
                <a:schemeClr val="tx1"/>
              </a:solidFill>
              <a:latin typeface="Calibri" pitchFamily="34" charset="0"/>
              <a:ea typeface="MS PGothic" pitchFamily="34" charset="-128"/>
              <a:cs typeface="Calibri" pitchFamily="34" charset="0"/>
            </a:endParaRPr>
          </a:p>
          <a:p>
            <a:pPr marL="353949" indent="-353949" algn="just" eaLnBrk="1" hangingPunct="1">
              <a:lnSpc>
                <a:spcPct val="110000"/>
              </a:lnSpc>
              <a:spcBef>
                <a:spcPts val="0"/>
              </a:spcBef>
              <a:spcAft>
                <a:spcPts val="600"/>
              </a:spcAft>
              <a:buClrTx/>
              <a:buAutoNum type="alphaLcParenR"/>
            </a:pPr>
            <a:r>
              <a:rPr lang="en-US" altLang="zh-CN" sz="2000" b="0" i="0" u="none" strike="noStrike" kern="1200" cap="none" spc="0" baseline="0">
                <a:solidFill>
                  <a:schemeClr val="tx1"/>
                </a:solidFill>
                <a:latin typeface="Calibri" pitchFamily="34" charset="0"/>
                <a:ea typeface="MS PGothic" pitchFamily="34" charset="-128"/>
                <a:cs typeface="Calibri" pitchFamily="34" charset="0"/>
              </a:rPr>
              <a:t>Due to unforeseen incident, the journey takes longer than usual. If 15% is considered as unusual journey time, what is the length of unusual journey time.</a:t>
            </a:r>
            <a:endParaRPr lang="en-US" altLang="zh-CN" sz="2000" b="0" i="0" u="none" strike="noStrike" kern="1200" cap="none" spc="0" baseline="0">
              <a:solidFill>
                <a:schemeClr val="tx1"/>
              </a:solidFill>
              <a:latin typeface="Calibri" pitchFamily="34" charset="0"/>
              <a:ea typeface="MS PGothic" pitchFamily="34" charset="-128"/>
              <a:cs typeface="Calibri" pitchFamily="34" charset="0"/>
            </a:endParaRPr>
          </a:p>
          <a:p>
            <a:pPr marL="353949" indent="-353949" algn="just" eaLnBrk="1" hangingPunct="1">
              <a:lnSpc>
                <a:spcPct val="110000"/>
              </a:lnSpc>
              <a:spcBef>
                <a:spcPts val="0"/>
              </a:spcBef>
              <a:spcAft>
                <a:spcPts val="600"/>
              </a:spcAft>
              <a:buClrTx/>
              <a:buAutoNum type="alphaLcParenR"/>
            </a:pPr>
            <a:r>
              <a:rPr lang="en-US" altLang="zh-CN" sz="2000" b="0" i="0" u="none" strike="noStrike" kern="1200" cap="none" spc="0" baseline="0">
                <a:solidFill>
                  <a:schemeClr val="tx1"/>
                </a:solidFill>
                <a:latin typeface="Calibri" pitchFamily="34" charset="0"/>
                <a:ea typeface="MS PGothic" pitchFamily="34" charset="-128"/>
                <a:cs typeface="Calibri" pitchFamily="34" charset="0"/>
              </a:rPr>
              <a:t>Using Binomial distribution, find the probability that 2 of the next 3 trips will take at least ½ hour.	 </a:t>
            </a:r>
            <a:endParaRPr lang="zh-CN" altLang="en-US" sz="2000" b="0" i="0" u="none" strike="noStrike" kern="1200" cap="none" spc="0" baseline="0">
              <a:solidFill>
                <a:schemeClr val="tx1"/>
              </a:solidFill>
              <a:latin typeface="Calibri" pitchFamily="34" charset="0"/>
              <a:ea typeface="MS PGothic" pitchFamily="34" charset="-128"/>
              <a:cs typeface="Calibri" pitchFamily="34" charset="0"/>
            </a:endParaRPr>
          </a:p>
        </p:txBody>
      </p:sp>
    </p:spTree>
    <p:extLst>
      <p:ext uri="{BB962C8B-B14F-4D97-AF65-F5344CB8AC3E}">
        <p14:creationId xmlns:p14="http://schemas.microsoft.com/office/powerpoint/2010/main" val="457343573"/>
      </p:ext>
    </p:extLst>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Theme">
      <a:majorFont>
        <a:latin typeface=""/>
        <a:ea typeface=""/>
        <a:cs typeface=""/>
      </a:majorFont>
      <a:minorFont>
        <a:latin typeface=""/>
        <a:ea typeface=""/>
        <a:cs typeface=""/>
      </a:minorFont>
    </a:fontScheme>
    <a:fmtScheme name="Office Theme">
      <a:fillStyleLst>
        <a:solidFill>
          <a:schemeClr val="phClr"/>
        </a:solidFill>
        <a:gradFill/>
        <a:gradFill/>
      </a:fillStyleLst>
      <a:lnStyleLst>
        <a:ln/>
        <a:ln/>
        <a:ln/>
      </a:lnStyleLst>
      <a:effectStyleLst>
        <a:effectStyle>
          <a:effectLst/>
        </a:effectStyle>
        <a:effectStyle>
          <a:effectLst/>
        </a:effectStyle>
        <a:effectStyle>
          <a:effectLst/>
        </a:effectStyle>
      </a:effectStyleLst>
      <a:bgFillStyleLst>
        <a:solidFill>
          <a:schemeClr val="phClr"/>
        </a:solidFill>
        <a:gradFill/>
        <a:gradFill/>
      </a:bgFillStyleLst>
    </a:fmtScheme>
  </a:themeElements>
</a:theme>
</file>

<file path=ppt/theme/theme2.xml><?xml version="1.0" encoding="utf-8"?>
<a:theme xmlns:a="http://schemas.openxmlformats.org/drawingml/2006/main" name="notesMaster1">
  <a:themeElements>
    <a:clrScheme name="notesMaster1">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notesMaster1">
      <a:majorFont>
        <a:latin typeface=""/>
        <a:ea typeface=""/>
        <a:cs typeface=""/>
      </a:majorFont>
      <a:minorFont>
        <a:latin typeface=""/>
        <a:ea typeface=""/>
        <a:cs typeface=""/>
      </a:minorFont>
    </a:fontScheme>
    <a:fmtScheme name="notesMaster1">
      <a:fillStyleLst>
        <a:solidFill>
          <a:schemeClr val="phClr"/>
        </a:solidFill>
        <a:gradFill/>
        <a:gradFill/>
      </a:fillStyleLst>
      <a:lnStyleLst>
        <a:ln/>
        <a:ln/>
        <a:ln/>
      </a:lnStyleLst>
      <a:effectStyleLst>
        <a:effectStyle>
          <a:effectLst/>
        </a:effectStyle>
        <a:effectStyle>
          <a:effectLst/>
        </a:effectStyle>
        <a:effectStyle>
          <a:effectLst/>
        </a:effectStyle>
      </a:effectStyleLst>
      <a:bgFillStyleLst>
        <a:solidFill>
          <a:schemeClr val="phClr"/>
        </a:solidFill>
        <a:gradFill/>
        <a:gradFill/>
      </a:bgFillStyleLst>
    </a:fmtScheme>
  </a:themeElements>
</a:theme>
</file>

<file path=ppt/theme/theme3.xml><?xml version="1.0" encoding="utf-8"?>
<a:theme xmlns:a="http://schemas.openxmlformats.org/drawingml/2006/main" name="handoutMaster1">
  <a:themeElements>
    <a:clrScheme name="handoutMaster1">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handoutMaster1">
      <a:majorFont>
        <a:latin typeface=""/>
        <a:ea typeface=""/>
        <a:cs typeface=""/>
      </a:majorFont>
      <a:minorFont>
        <a:latin typeface=""/>
        <a:ea typeface=""/>
        <a:cs typeface=""/>
      </a:minorFont>
    </a:fontScheme>
    <a:fmtScheme name="handoutMaster1">
      <a:fillStyleLst>
        <a:solidFill>
          <a:schemeClr val="phClr"/>
        </a:solidFill>
        <a:gradFill/>
        <a:gradFill/>
      </a:fillStyleLst>
      <a:lnStyleLst>
        <a:ln/>
        <a:ln/>
        <a:ln/>
      </a:lnStyleLst>
      <a:effectStyleLst>
        <a:effectStyle>
          <a:effectLst/>
        </a:effectStyle>
        <a:effectStyle>
          <a:effectLst/>
        </a:effectStyle>
        <a:effectStyle>
          <a:effectLst/>
        </a:effectStyle>
      </a:effectStyleLst>
      <a:bgFillStyleLst>
        <a:solidFill>
          <a:schemeClr val="phClr"/>
        </a:solidFill>
        <a:gradFill/>
        <a:gradFill/>
      </a:bgFillStyleLst>
    </a:fmtScheme>
  </a:themeElements>
</a:theme>
</file>

<file path=docProps/app.xml><?xml version="1.0" encoding="utf-8"?>
<Properties xmlns="http://schemas.openxmlformats.org/officeDocument/2006/extended-properties">
  <Template>Normal.eit</Template>
  <TotalTime>1289</TotalTime>
  <Application>Honor_Office</Application>
  <Company>Microsoft</Company>
</Properties>
</file>

<file path=docProps/core.xml><?xml version="1.0" encoding="utf-8"?>
<cp:coreProperties xmlns:cp="http://schemas.openxmlformats.org/package/2006/metadata/core-properties" xmlns:dc="http://purl.org/dc/elements/1.1/" xmlns:dcterms="http://purl.org/dc/terms/" xmlns:xsi="http://www.w3.org/2001/XMLSchema-instance">
  <dc:title>PowerPoint Presentation</dc:title>
  <dc:creator>feddy</dc:creator>
  <cp:lastModifiedBy>HONOR Docs</cp:lastModifiedBy>
  <cp:revision>82</cp:revision>
  <cp:lastPrinted>2020-02-28T23:35:50Z</cp:lastPrinted>
  <dcterms:created xsi:type="dcterms:W3CDTF">2013-09-06T00:21:50Z</dcterms:created>
  <dcterms:modified xsi:type="dcterms:W3CDTF">2026-04-16T01:41:30Z</dcterms:modified>
</cp:coreProperties>
</file>