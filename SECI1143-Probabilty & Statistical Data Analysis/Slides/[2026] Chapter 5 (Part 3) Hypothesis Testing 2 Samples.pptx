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6"/>
  </p:notesMasterIdLst>
  <p:handoutMasterIdLst>
    <p:handoutMasterId r:id="rId87"/>
  </p:handoutMasterIdLst>
  <p:sldIdLst>
    <p:sldId id="350" r:id="rId2"/>
    <p:sldId id="536" r:id="rId3"/>
    <p:sldId id="628" r:id="rId4"/>
    <p:sldId id="538" r:id="rId5"/>
    <p:sldId id="663" r:id="rId6"/>
    <p:sldId id="540" r:id="rId7"/>
    <p:sldId id="541" r:id="rId8"/>
    <p:sldId id="542" r:id="rId9"/>
    <p:sldId id="543" r:id="rId10"/>
    <p:sldId id="544" r:id="rId11"/>
    <p:sldId id="545" r:id="rId12"/>
    <p:sldId id="546" r:id="rId13"/>
    <p:sldId id="547" r:id="rId14"/>
    <p:sldId id="548" r:id="rId15"/>
    <p:sldId id="549" r:id="rId16"/>
    <p:sldId id="550" r:id="rId17"/>
    <p:sldId id="551" r:id="rId18"/>
    <p:sldId id="552" r:id="rId19"/>
    <p:sldId id="553" r:id="rId20"/>
    <p:sldId id="554" r:id="rId21"/>
    <p:sldId id="555" r:id="rId22"/>
    <p:sldId id="556" r:id="rId23"/>
    <p:sldId id="557" r:id="rId24"/>
    <p:sldId id="639" r:id="rId25"/>
    <p:sldId id="558" r:id="rId26"/>
    <p:sldId id="668" r:id="rId27"/>
    <p:sldId id="559" r:id="rId28"/>
    <p:sldId id="560" r:id="rId29"/>
    <p:sldId id="561" r:id="rId30"/>
    <p:sldId id="562" r:id="rId31"/>
    <p:sldId id="563" r:id="rId32"/>
    <p:sldId id="564" r:id="rId33"/>
    <p:sldId id="565" r:id="rId34"/>
    <p:sldId id="567" r:id="rId35"/>
    <p:sldId id="568" r:id="rId36"/>
    <p:sldId id="569" r:id="rId37"/>
    <p:sldId id="570" r:id="rId38"/>
    <p:sldId id="572" r:id="rId39"/>
    <p:sldId id="573" r:id="rId40"/>
    <p:sldId id="629" r:id="rId41"/>
    <p:sldId id="630" r:id="rId42"/>
    <p:sldId id="631" r:id="rId43"/>
    <p:sldId id="577" r:id="rId44"/>
    <p:sldId id="632" r:id="rId45"/>
    <p:sldId id="633" r:id="rId46"/>
    <p:sldId id="634" r:id="rId47"/>
    <p:sldId id="635" r:id="rId48"/>
    <p:sldId id="636" r:id="rId49"/>
    <p:sldId id="637" r:id="rId50"/>
    <p:sldId id="638" r:id="rId51"/>
    <p:sldId id="589" r:id="rId52"/>
    <p:sldId id="593" r:id="rId53"/>
    <p:sldId id="667" r:id="rId54"/>
    <p:sldId id="594" r:id="rId55"/>
    <p:sldId id="640" r:id="rId56"/>
    <p:sldId id="641" r:id="rId57"/>
    <p:sldId id="642" r:id="rId58"/>
    <p:sldId id="643" r:id="rId59"/>
    <p:sldId id="644" r:id="rId60"/>
    <p:sldId id="645" r:id="rId61"/>
    <p:sldId id="646" r:id="rId62"/>
    <p:sldId id="647" r:id="rId63"/>
    <p:sldId id="648" r:id="rId64"/>
    <p:sldId id="660" r:id="rId65"/>
    <p:sldId id="661" r:id="rId66"/>
    <p:sldId id="662" r:id="rId67"/>
    <p:sldId id="649" r:id="rId68"/>
    <p:sldId id="607" r:id="rId69"/>
    <p:sldId id="650" r:id="rId70"/>
    <p:sldId id="651" r:id="rId71"/>
    <p:sldId id="652" r:id="rId72"/>
    <p:sldId id="611" r:id="rId73"/>
    <p:sldId id="612" r:id="rId74"/>
    <p:sldId id="655" r:id="rId75"/>
    <p:sldId id="653" r:id="rId76"/>
    <p:sldId id="654" r:id="rId77"/>
    <p:sldId id="616" r:id="rId78"/>
    <p:sldId id="617" r:id="rId79"/>
    <p:sldId id="656" r:id="rId80"/>
    <p:sldId id="619" r:id="rId81"/>
    <p:sldId id="657" r:id="rId82"/>
    <p:sldId id="658" r:id="rId83"/>
    <p:sldId id="659" r:id="rId84"/>
    <p:sldId id="623" r:id="rId85"/>
  </p:sldIdLst>
  <p:sldSz cx="12192000" cy="6858000"/>
  <p:notesSz cx="6858000" cy="9947275"/>
  <p:defaultTextStyle>
    <a:defPPr>
      <a:defRPr lang="en-US"/>
    </a:defPPr>
    <a:lvl1pPr algn="l" rtl="0" fontAlgn="base">
      <a:spcBef>
        <a:spcPct val="0"/>
      </a:spcBef>
      <a:spcAft>
        <a:spcPct val="0"/>
      </a:spcAft>
      <a:defRPr kern="1200">
        <a:solidFill>
          <a:schemeClr val="tx1"/>
        </a:solidFill>
        <a:latin typeface="Calibri" charset="0"/>
        <a:ea typeface="ＭＳ Ｐゴシック" charset="0"/>
        <a:cs typeface="ＭＳ Ｐゴシック" charset="0"/>
      </a:defRPr>
    </a:lvl1pPr>
    <a:lvl2pPr marL="457200" algn="l"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3" frameSlides="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94665"/>
  </p:normalViewPr>
  <p:slideViewPr>
    <p:cSldViewPr>
      <p:cViewPr varScale="1">
        <p:scale>
          <a:sx n="69" d="100"/>
          <a:sy n="69" d="100"/>
        </p:scale>
        <p:origin x="468" y="56"/>
      </p:cViewPr>
      <p:guideLst>
        <p:guide orient="horz" pos="2160"/>
        <p:guide pos="3840"/>
      </p:guideLst>
    </p:cSldViewPr>
  </p:slideViewPr>
  <p:notesTextViewPr>
    <p:cViewPr>
      <p:scale>
        <a:sx n="1" d="1"/>
        <a:sy n="1" d="1"/>
      </p:scale>
      <p:origin x="0" y="0"/>
    </p:cViewPr>
  </p:notesTextViewPr>
  <p:sorterViewPr>
    <p:cViewPr>
      <p:scale>
        <a:sx n="1" d="1"/>
        <a:sy n="1" d="1"/>
      </p:scale>
      <p:origin x="0" y="18792"/>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theme" Target="theme/theme1.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presProps" Target="presProps.xml"/><Relationship Id="rId9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handoutMaster" Target="handoutMasters/handout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8B741B0-DC70-A542-87AD-B233B14DAF7B}" type="doc">
      <dgm:prSet loTypeId="urn:microsoft.com/office/officeart/2008/layout/HalfCircleOrganizationChart" loCatId="hierarchy" qsTypeId="urn:microsoft.com/office/officeart/2005/8/quickstyle/simple1" qsCatId="simple" csTypeId="urn:microsoft.com/office/officeart/2005/8/colors/accent1_2" csCatId="accent1" phldr="1"/>
      <dgm:spPr/>
      <dgm:t>
        <a:bodyPr/>
        <a:lstStyle/>
        <a:p>
          <a:endParaRPr lang="en-GB"/>
        </a:p>
      </dgm:t>
    </dgm:pt>
    <dgm:pt modelId="{175E477A-33D8-6945-9C1E-BBAE62F1267F}">
      <dgm:prSet custT="1"/>
      <dgm:spPr/>
      <dgm:t>
        <a:bodyPr/>
        <a:lstStyle/>
        <a:p>
          <a:r>
            <a:rPr lang="en-US" sz="2800" b="1" dirty="0"/>
            <a:t>1</a:t>
          </a:r>
        </a:p>
        <a:p>
          <a:r>
            <a:rPr lang="el-GR" sz="2400" b="1" i="1" dirty="0"/>
            <a:t>σ</a:t>
          </a:r>
          <a:r>
            <a:rPr lang="en-US" sz="2400" b="1" baseline="-25000" dirty="0"/>
            <a:t>1</a:t>
          </a:r>
          <a:r>
            <a:rPr lang="en-US" sz="2400" b="1" dirty="0"/>
            <a:t> and </a:t>
          </a:r>
          <a:r>
            <a:rPr lang="el-GR" sz="2400" b="1" i="1" dirty="0"/>
            <a:t>σ</a:t>
          </a:r>
          <a:r>
            <a:rPr lang="en-US" sz="2400" b="1" baseline="-25000" dirty="0"/>
            <a:t>2</a:t>
          </a:r>
          <a:r>
            <a:rPr lang="en-US" sz="2400" b="1" dirty="0"/>
            <a:t> (variances) are known</a:t>
          </a:r>
          <a:endParaRPr lang="en-MY" sz="2400" dirty="0"/>
        </a:p>
      </dgm:t>
    </dgm:pt>
    <dgm:pt modelId="{55A23D94-AF6C-E84D-A482-492A9E772369}" type="parTrans" cxnId="{7D93AD1D-9F3B-664F-B315-7036D71525F4}">
      <dgm:prSet/>
      <dgm:spPr/>
      <dgm:t>
        <a:bodyPr/>
        <a:lstStyle/>
        <a:p>
          <a:endParaRPr lang="en-GB"/>
        </a:p>
      </dgm:t>
    </dgm:pt>
    <dgm:pt modelId="{2FFCCB59-1662-8149-9EF9-41D0FCD02F05}" type="sibTrans" cxnId="{7D93AD1D-9F3B-664F-B315-7036D71525F4}">
      <dgm:prSet/>
      <dgm:spPr/>
      <dgm:t>
        <a:bodyPr/>
        <a:lstStyle/>
        <a:p>
          <a:endParaRPr lang="en-GB"/>
        </a:p>
      </dgm:t>
    </dgm:pt>
    <dgm:pt modelId="{5799B2BF-84C5-D74B-A112-661B1E9FC95F}">
      <dgm:prSet custT="1"/>
      <dgm:spPr/>
      <dgm:t>
        <a:bodyPr/>
        <a:lstStyle/>
        <a:p>
          <a:r>
            <a:rPr lang="en-US" sz="2800" b="1" dirty="0"/>
            <a:t>2</a:t>
          </a:r>
        </a:p>
        <a:p>
          <a:r>
            <a:rPr lang="el-GR" sz="2400" b="1" i="1" dirty="0"/>
            <a:t>σ</a:t>
          </a:r>
          <a:r>
            <a:rPr lang="en-US" sz="2400" b="1" baseline="-25000" dirty="0"/>
            <a:t>1</a:t>
          </a:r>
          <a:r>
            <a:rPr lang="en-US" sz="2400" b="1" dirty="0"/>
            <a:t> and </a:t>
          </a:r>
          <a:r>
            <a:rPr lang="el-GR" sz="2400" b="1" i="1" dirty="0"/>
            <a:t>σ</a:t>
          </a:r>
          <a:r>
            <a:rPr lang="en-US" sz="2400" b="1" baseline="-25000" dirty="0"/>
            <a:t>2</a:t>
          </a:r>
          <a:r>
            <a:rPr lang="en-US" sz="2400" b="1" dirty="0"/>
            <a:t> (variances) are unknown</a:t>
          </a:r>
          <a:endParaRPr lang="en-MY" sz="2400" dirty="0"/>
        </a:p>
      </dgm:t>
    </dgm:pt>
    <dgm:pt modelId="{7999FAE8-69D3-B946-B08B-6D1FF31666ED}" type="parTrans" cxnId="{7DD63191-7A97-BC4C-B91F-9AC6F2716B7F}">
      <dgm:prSet/>
      <dgm:spPr/>
      <dgm:t>
        <a:bodyPr/>
        <a:lstStyle/>
        <a:p>
          <a:endParaRPr lang="en-GB"/>
        </a:p>
      </dgm:t>
    </dgm:pt>
    <dgm:pt modelId="{865B939B-8C6A-2547-8BC6-AD2E003E5256}" type="sibTrans" cxnId="{7DD63191-7A97-BC4C-B91F-9AC6F2716B7F}">
      <dgm:prSet/>
      <dgm:spPr/>
      <dgm:t>
        <a:bodyPr/>
        <a:lstStyle/>
        <a:p>
          <a:endParaRPr lang="en-GB"/>
        </a:p>
      </dgm:t>
    </dgm:pt>
    <dgm:pt modelId="{B3D495D6-0D82-F14D-8596-CD2C3102FB3D}">
      <dgm:prSet custT="1"/>
      <dgm:spPr/>
      <dgm:t>
        <a:bodyPr/>
        <a:lstStyle/>
        <a:p>
          <a:r>
            <a:rPr lang="en-US" sz="2000" b="1" dirty="0"/>
            <a:t>assume EQUAL VARIANCE</a:t>
          </a:r>
          <a:endParaRPr lang="en-MY" sz="2000" dirty="0"/>
        </a:p>
      </dgm:t>
    </dgm:pt>
    <dgm:pt modelId="{362248DF-EEB3-5C43-AC54-32E0C23766FB}" type="parTrans" cxnId="{952B573D-FFB8-A044-AC82-349B9999BC7B}">
      <dgm:prSet/>
      <dgm:spPr/>
      <dgm:t>
        <a:bodyPr/>
        <a:lstStyle/>
        <a:p>
          <a:endParaRPr lang="en-GB"/>
        </a:p>
      </dgm:t>
    </dgm:pt>
    <dgm:pt modelId="{FA71A9F8-E455-2647-A1CE-2A70BFF4CBA5}" type="sibTrans" cxnId="{952B573D-FFB8-A044-AC82-349B9999BC7B}">
      <dgm:prSet/>
      <dgm:spPr/>
      <dgm:t>
        <a:bodyPr/>
        <a:lstStyle/>
        <a:p>
          <a:endParaRPr lang="en-GB"/>
        </a:p>
      </dgm:t>
    </dgm:pt>
    <dgm:pt modelId="{BBCD5204-68C7-474C-8D8F-3710D8D8ACCE}">
      <dgm:prSet custT="1"/>
      <dgm:spPr/>
      <dgm:t>
        <a:bodyPr/>
        <a:lstStyle/>
        <a:p>
          <a:r>
            <a:rPr lang="en-US" sz="2000" b="1"/>
            <a:t>assume UNEQUAL VARIANCE</a:t>
          </a:r>
          <a:endParaRPr lang="en-MY" sz="2000"/>
        </a:p>
      </dgm:t>
    </dgm:pt>
    <dgm:pt modelId="{DB8A4085-00F9-0B4A-BCDD-F5224A0D1662}" type="parTrans" cxnId="{2F2C5C38-B1F8-024F-B2A5-CE4345D14915}">
      <dgm:prSet/>
      <dgm:spPr/>
      <dgm:t>
        <a:bodyPr/>
        <a:lstStyle/>
        <a:p>
          <a:endParaRPr lang="en-GB"/>
        </a:p>
      </dgm:t>
    </dgm:pt>
    <dgm:pt modelId="{30B3F7F9-F9C4-FE41-8372-4A10F552A101}" type="sibTrans" cxnId="{2F2C5C38-B1F8-024F-B2A5-CE4345D14915}">
      <dgm:prSet/>
      <dgm:spPr/>
      <dgm:t>
        <a:bodyPr/>
        <a:lstStyle/>
        <a:p>
          <a:endParaRPr lang="en-GB"/>
        </a:p>
      </dgm:t>
    </dgm:pt>
    <dgm:pt modelId="{4FD34327-6739-D744-9B02-C3D8E25FAA0A}" type="pres">
      <dgm:prSet presAssocID="{78B741B0-DC70-A542-87AD-B233B14DAF7B}" presName="Name0" presStyleCnt="0">
        <dgm:presLayoutVars>
          <dgm:orgChart val="1"/>
          <dgm:chPref val="1"/>
          <dgm:dir/>
          <dgm:animOne val="branch"/>
          <dgm:animLvl val="lvl"/>
          <dgm:resizeHandles/>
        </dgm:presLayoutVars>
      </dgm:prSet>
      <dgm:spPr/>
    </dgm:pt>
    <dgm:pt modelId="{ADBA8DD4-F1D2-8842-851C-B5CB39946454}" type="pres">
      <dgm:prSet presAssocID="{175E477A-33D8-6945-9C1E-BBAE62F1267F}" presName="hierRoot1" presStyleCnt="0">
        <dgm:presLayoutVars>
          <dgm:hierBranch val="init"/>
        </dgm:presLayoutVars>
      </dgm:prSet>
      <dgm:spPr/>
    </dgm:pt>
    <dgm:pt modelId="{3B87156D-A530-424B-BDE5-584A341D9661}" type="pres">
      <dgm:prSet presAssocID="{175E477A-33D8-6945-9C1E-BBAE62F1267F}" presName="rootComposite1" presStyleCnt="0"/>
      <dgm:spPr/>
    </dgm:pt>
    <dgm:pt modelId="{F249BB78-0C37-394B-AD1B-E34445359F08}" type="pres">
      <dgm:prSet presAssocID="{175E477A-33D8-6945-9C1E-BBAE62F1267F}" presName="rootText1" presStyleLbl="alignAcc1" presStyleIdx="0" presStyleCnt="0" custLinFactNeighborY="-1638">
        <dgm:presLayoutVars>
          <dgm:chPref val="3"/>
        </dgm:presLayoutVars>
      </dgm:prSet>
      <dgm:spPr/>
    </dgm:pt>
    <dgm:pt modelId="{1BBA4DCF-C54B-5C48-B91E-41FA0E14DB1D}" type="pres">
      <dgm:prSet presAssocID="{175E477A-33D8-6945-9C1E-BBAE62F1267F}" presName="topArc1" presStyleLbl="parChTrans1D1" presStyleIdx="0" presStyleCnt="8"/>
      <dgm:spPr/>
    </dgm:pt>
    <dgm:pt modelId="{E3A5A271-F9AE-B74F-9BA2-0F5ABFDE13A6}" type="pres">
      <dgm:prSet presAssocID="{175E477A-33D8-6945-9C1E-BBAE62F1267F}" presName="bottomArc1" presStyleLbl="parChTrans1D1" presStyleIdx="1" presStyleCnt="8"/>
      <dgm:spPr/>
    </dgm:pt>
    <dgm:pt modelId="{D021064A-82EA-2942-AA2E-3CC4AABECD4E}" type="pres">
      <dgm:prSet presAssocID="{175E477A-33D8-6945-9C1E-BBAE62F1267F}" presName="topConnNode1" presStyleLbl="node1" presStyleIdx="0" presStyleCnt="0"/>
      <dgm:spPr/>
    </dgm:pt>
    <dgm:pt modelId="{B0CB722F-6A41-1A40-A0A3-4583F6D186D4}" type="pres">
      <dgm:prSet presAssocID="{175E477A-33D8-6945-9C1E-BBAE62F1267F}" presName="hierChild2" presStyleCnt="0"/>
      <dgm:spPr/>
    </dgm:pt>
    <dgm:pt modelId="{B0E1D6D5-E561-D141-8308-41CA326780B0}" type="pres">
      <dgm:prSet presAssocID="{175E477A-33D8-6945-9C1E-BBAE62F1267F}" presName="hierChild3" presStyleCnt="0"/>
      <dgm:spPr/>
    </dgm:pt>
    <dgm:pt modelId="{F997E662-0DC5-D244-86E3-F8A1E1E5D678}" type="pres">
      <dgm:prSet presAssocID="{5799B2BF-84C5-D74B-A112-661B1E9FC95F}" presName="hierRoot1" presStyleCnt="0">
        <dgm:presLayoutVars>
          <dgm:hierBranch val="init"/>
        </dgm:presLayoutVars>
      </dgm:prSet>
      <dgm:spPr/>
    </dgm:pt>
    <dgm:pt modelId="{349EB85C-42C4-B34F-874A-503CFE4CE300}" type="pres">
      <dgm:prSet presAssocID="{5799B2BF-84C5-D74B-A112-661B1E9FC95F}" presName="rootComposite1" presStyleCnt="0"/>
      <dgm:spPr/>
    </dgm:pt>
    <dgm:pt modelId="{E174DDFC-7F1D-C04A-9E90-3140C32A86AD}" type="pres">
      <dgm:prSet presAssocID="{5799B2BF-84C5-D74B-A112-661B1E9FC95F}" presName="rootText1" presStyleLbl="alignAcc1" presStyleIdx="0" presStyleCnt="0">
        <dgm:presLayoutVars>
          <dgm:chPref val="3"/>
        </dgm:presLayoutVars>
      </dgm:prSet>
      <dgm:spPr/>
    </dgm:pt>
    <dgm:pt modelId="{CC97CF3F-6D7C-3843-A2CD-A618E8A2E83D}" type="pres">
      <dgm:prSet presAssocID="{5799B2BF-84C5-D74B-A112-661B1E9FC95F}" presName="topArc1" presStyleLbl="parChTrans1D1" presStyleIdx="2" presStyleCnt="8"/>
      <dgm:spPr/>
    </dgm:pt>
    <dgm:pt modelId="{978C2480-A602-2545-BA07-65AD36792FBA}" type="pres">
      <dgm:prSet presAssocID="{5799B2BF-84C5-D74B-A112-661B1E9FC95F}" presName="bottomArc1" presStyleLbl="parChTrans1D1" presStyleIdx="3" presStyleCnt="8"/>
      <dgm:spPr/>
    </dgm:pt>
    <dgm:pt modelId="{86997228-65E4-7841-9683-7D11C3C32D75}" type="pres">
      <dgm:prSet presAssocID="{5799B2BF-84C5-D74B-A112-661B1E9FC95F}" presName="topConnNode1" presStyleLbl="node1" presStyleIdx="0" presStyleCnt="0"/>
      <dgm:spPr/>
    </dgm:pt>
    <dgm:pt modelId="{CFC239B3-B3F0-F045-B445-E014D745EC7F}" type="pres">
      <dgm:prSet presAssocID="{5799B2BF-84C5-D74B-A112-661B1E9FC95F}" presName="hierChild2" presStyleCnt="0"/>
      <dgm:spPr/>
    </dgm:pt>
    <dgm:pt modelId="{E25CAD6C-B70A-5C49-8A9B-2915BB067C04}" type="pres">
      <dgm:prSet presAssocID="{362248DF-EEB3-5C43-AC54-32E0C23766FB}" presName="Name28" presStyleLbl="parChTrans1D2" presStyleIdx="0" presStyleCnt="2"/>
      <dgm:spPr/>
    </dgm:pt>
    <dgm:pt modelId="{85BAA460-026C-E84B-9E7D-54684FAB1BB6}" type="pres">
      <dgm:prSet presAssocID="{B3D495D6-0D82-F14D-8596-CD2C3102FB3D}" presName="hierRoot2" presStyleCnt="0">
        <dgm:presLayoutVars>
          <dgm:hierBranch val="init"/>
        </dgm:presLayoutVars>
      </dgm:prSet>
      <dgm:spPr/>
    </dgm:pt>
    <dgm:pt modelId="{BF07A244-9EB8-6145-AEAD-C4877E076A65}" type="pres">
      <dgm:prSet presAssocID="{B3D495D6-0D82-F14D-8596-CD2C3102FB3D}" presName="rootComposite2" presStyleCnt="0"/>
      <dgm:spPr/>
    </dgm:pt>
    <dgm:pt modelId="{92DE5A7A-3C22-074E-831A-B293D9945166}" type="pres">
      <dgm:prSet presAssocID="{B3D495D6-0D82-F14D-8596-CD2C3102FB3D}" presName="rootText2" presStyleLbl="alignAcc1" presStyleIdx="0" presStyleCnt="0">
        <dgm:presLayoutVars>
          <dgm:chPref val="3"/>
        </dgm:presLayoutVars>
      </dgm:prSet>
      <dgm:spPr/>
    </dgm:pt>
    <dgm:pt modelId="{AC70F3B6-A4BB-A342-A3F5-CA501FC17684}" type="pres">
      <dgm:prSet presAssocID="{B3D495D6-0D82-F14D-8596-CD2C3102FB3D}" presName="topArc2" presStyleLbl="parChTrans1D1" presStyleIdx="4" presStyleCnt="8"/>
      <dgm:spPr/>
    </dgm:pt>
    <dgm:pt modelId="{867AD0C8-6887-FE46-837B-CCD857C3468A}" type="pres">
      <dgm:prSet presAssocID="{B3D495D6-0D82-F14D-8596-CD2C3102FB3D}" presName="bottomArc2" presStyleLbl="parChTrans1D1" presStyleIdx="5" presStyleCnt="8"/>
      <dgm:spPr/>
    </dgm:pt>
    <dgm:pt modelId="{E9E36DF4-F4D7-474E-8531-292F8AB435DA}" type="pres">
      <dgm:prSet presAssocID="{B3D495D6-0D82-F14D-8596-CD2C3102FB3D}" presName="topConnNode2" presStyleLbl="node2" presStyleIdx="0" presStyleCnt="0"/>
      <dgm:spPr/>
    </dgm:pt>
    <dgm:pt modelId="{2411920B-95DC-9040-AA23-B32058640EB5}" type="pres">
      <dgm:prSet presAssocID="{B3D495D6-0D82-F14D-8596-CD2C3102FB3D}" presName="hierChild4" presStyleCnt="0"/>
      <dgm:spPr/>
    </dgm:pt>
    <dgm:pt modelId="{D04CC24A-2D2B-204B-B102-75226EA94355}" type="pres">
      <dgm:prSet presAssocID="{B3D495D6-0D82-F14D-8596-CD2C3102FB3D}" presName="hierChild5" presStyleCnt="0"/>
      <dgm:spPr/>
    </dgm:pt>
    <dgm:pt modelId="{E2A8587F-1704-D64C-969B-875E07C199C7}" type="pres">
      <dgm:prSet presAssocID="{DB8A4085-00F9-0B4A-BCDD-F5224A0D1662}" presName="Name28" presStyleLbl="parChTrans1D2" presStyleIdx="1" presStyleCnt="2"/>
      <dgm:spPr/>
    </dgm:pt>
    <dgm:pt modelId="{D807B157-3E00-3E45-B6D8-68B86E541D5E}" type="pres">
      <dgm:prSet presAssocID="{BBCD5204-68C7-474C-8D8F-3710D8D8ACCE}" presName="hierRoot2" presStyleCnt="0">
        <dgm:presLayoutVars>
          <dgm:hierBranch val="init"/>
        </dgm:presLayoutVars>
      </dgm:prSet>
      <dgm:spPr/>
    </dgm:pt>
    <dgm:pt modelId="{27E6BD18-4125-7741-BB10-DB2F1E887D92}" type="pres">
      <dgm:prSet presAssocID="{BBCD5204-68C7-474C-8D8F-3710D8D8ACCE}" presName="rootComposite2" presStyleCnt="0"/>
      <dgm:spPr/>
    </dgm:pt>
    <dgm:pt modelId="{7810C42A-B03A-8E4D-B4ED-479FB79AAA27}" type="pres">
      <dgm:prSet presAssocID="{BBCD5204-68C7-474C-8D8F-3710D8D8ACCE}" presName="rootText2" presStyleLbl="alignAcc1" presStyleIdx="0" presStyleCnt="0">
        <dgm:presLayoutVars>
          <dgm:chPref val="3"/>
        </dgm:presLayoutVars>
      </dgm:prSet>
      <dgm:spPr/>
    </dgm:pt>
    <dgm:pt modelId="{A38BF91A-E781-9742-A33B-1D1C79544C6B}" type="pres">
      <dgm:prSet presAssocID="{BBCD5204-68C7-474C-8D8F-3710D8D8ACCE}" presName="topArc2" presStyleLbl="parChTrans1D1" presStyleIdx="6" presStyleCnt="8"/>
      <dgm:spPr/>
    </dgm:pt>
    <dgm:pt modelId="{CD6019EF-180A-3A4D-A056-27D013B41649}" type="pres">
      <dgm:prSet presAssocID="{BBCD5204-68C7-474C-8D8F-3710D8D8ACCE}" presName="bottomArc2" presStyleLbl="parChTrans1D1" presStyleIdx="7" presStyleCnt="8"/>
      <dgm:spPr/>
    </dgm:pt>
    <dgm:pt modelId="{4D301AC2-4649-D744-8F5F-51AB323F5E45}" type="pres">
      <dgm:prSet presAssocID="{BBCD5204-68C7-474C-8D8F-3710D8D8ACCE}" presName="topConnNode2" presStyleLbl="node2" presStyleIdx="0" presStyleCnt="0"/>
      <dgm:spPr/>
    </dgm:pt>
    <dgm:pt modelId="{B4755A32-40BB-AF45-85F5-DA242862035E}" type="pres">
      <dgm:prSet presAssocID="{BBCD5204-68C7-474C-8D8F-3710D8D8ACCE}" presName="hierChild4" presStyleCnt="0"/>
      <dgm:spPr/>
    </dgm:pt>
    <dgm:pt modelId="{05686060-38D1-174E-AD15-ABE08CA0E99E}" type="pres">
      <dgm:prSet presAssocID="{BBCD5204-68C7-474C-8D8F-3710D8D8ACCE}" presName="hierChild5" presStyleCnt="0"/>
      <dgm:spPr/>
    </dgm:pt>
    <dgm:pt modelId="{E12A43AF-73F9-2241-AACB-1C1433C5A2B7}" type="pres">
      <dgm:prSet presAssocID="{5799B2BF-84C5-D74B-A112-661B1E9FC95F}" presName="hierChild3" presStyleCnt="0"/>
      <dgm:spPr/>
    </dgm:pt>
  </dgm:ptLst>
  <dgm:cxnLst>
    <dgm:cxn modelId="{0059CF12-7E29-DF40-AA75-B32C806ADC03}" type="presOf" srcId="{362248DF-EEB3-5C43-AC54-32E0C23766FB}" destId="{E25CAD6C-B70A-5C49-8A9B-2915BB067C04}" srcOrd="0" destOrd="0" presId="urn:microsoft.com/office/officeart/2008/layout/HalfCircleOrganizationChart"/>
    <dgm:cxn modelId="{7D93AD1D-9F3B-664F-B315-7036D71525F4}" srcId="{78B741B0-DC70-A542-87AD-B233B14DAF7B}" destId="{175E477A-33D8-6945-9C1E-BBAE62F1267F}" srcOrd="0" destOrd="0" parTransId="{55A23D94-AF6C-E84D-A482-492A9E772369}" sibTransId="{2FFCCB59-1662-8149-9EF9-41D0FCD02F05}"/>
    <dgm:cxn modelId="{03CAC12C-55E2-4941-BA95-D24AC7A913C0}" type="presOf" srcId="{B3D495D6-0D82-F14D-8596-CD2C3102FB3D}" destId="{E9E36DF4-F4D7-474E-8531-292F8AB435DA}" srcOrd="1" destOrd="0" presId="urn:microsoft.com/office/officeart/2008/layout/HalfCircleOrganizationChart"/>
    <dgm:cxn modelId="{02B83F38-5FD0-F748-BB08-6F85B4D634B7}" type="presOf" srcId="{78B741B0-DC70-A542-87AD-B233B14DAF7B}" destId="{4FD34327-6739-D744-9B02-C3D8E25FAA0A}" srcOrd="0" destOrd="0" presId="urn:microsoft.com/office/officeart/2008/layout/HalfCircleOrganizationChart"/>
    <dgm:cxn modelId="{2F2C5C38-B1F8-024F-B2A5-CE4345D14915}" srcId="{5799B2BF-84C5-D74B-A112-661B1E9FC95F}" destId="{BBCD5204-68C7-474C-8D8F-3710D8D8ACCE}" srcOrd="1" destOrd="0" parTransId="{DB8A4085-00F9-0B4A-BCDD-F5224A0D1662}" sibTransId="{30B3F7F9-F9C4-FE41-8372-4A10F552A101}"/>
    <dgm:cxn modelId="{952B573D-FFB8-A044-AC82-349B9999BC7B}" srcId="{5799B2BF-84C5-D74B-A112-661B1E9FC95F}" destId="{B3D495D6-0D82-F14D-8596-CD2C3102FB3D}" srcOrd="0" destOrd="0" parTransId="{362248DF-EEB3-5C43-AC54-32E0C23766FB}" sibTransId="{FA71A9F8-E455-2647-A1CE-2A70BFF4CBA5}"/>
    <dgm:cxn modelId="{9D75DA58-5FC1-4449-B5A2-B7E6F1BD87EE}" type="presOf" srcId="{BBCD5204-68C7-474C-8D8F-3710D8D8ACCE}" destId="{4D301AC2-4649-D744-8F5F-51AB323F5E45}" srcOrd="1" destOrd="0" presId="urn:microsoft.com/office/officeart/2008/layout/HalfCircleOrganizationChart"/>
    <dgm:cxn modelId="{4EC4037E-D0FB-8149-B887-B5049C018C5F}" type="presOf" srcId="{DB8A4085-00F9-0B4A-BCDD-F5224A0D1662}" destId="{E2A8587F-1704-D64C-969B-875E07C199C7}" srcOrd="0" destOrd="0" presId="urn:microsoft.com/office/officeart/2008/layout/HalfCircleOrganizationChart"/>
    <dgm:cxn modelId="{58F8AA8A-1E5C-3048-BDA1-D315D4F1504D}" type="presOf" srcId="{175E477A-33D8-6945-9C1E-BBAE62F1267F}" destId="{D021064A-82EA-2942-AA2E-3CC4AABECD4E}" srcOrd="1" destOrd="0" presId="urn:microsoft.com/office/officeart/2008/layout/HalfCircleOrganizationChart"/>
    <dgm:cxn modelId="{7DD63191-7A97-BC4C-B91F-9AC6F2716B7F}" srcId="{78B741B0-DC70-A542-87AD-B233B14DAF7B}" destId="{5799B2BF-84C5-D74B-A112-661B1E9FC95F}" srcOrd="1" destOrd="0" parTransId="{7999FAE8-69D3-B946-B08B-6D1FF31666ED}" sibTransId="{865B939B-8C6A-2547-8BC6-AD2E003E5256}"/>
    <dgm:cxn modelId="{CE1FA3C4-E623-A84D-A08D-9CE9A84C20F5}" type="presOf" srcId="{5799B2BF-84C5-D74B-A112-661B1E9FC95F}" destId="{86997228-65E4-7841-9683-7D11C3C32D75}" srcOrd="1" destOrd="0" presId="urn:microsoft.com/office/officeart/2008/layout/HalfCircleOrganizationChart"/>
    <dgm:cxn modelId="{0F0EFED3-C5A6-C74D-8787-C7FC6FD9E9AC}" type="presOf" srcId="{BBCD5204-68C7-474C-8D8F-3710D8D8ACCE}" destId="{7810C42A-B03A-8E4D-B4ED-479FB79AAA27}" srcOrd="0" destOrd="0" presId="urn:microsoft.com/office/officeart/2008/layout/HalfCircleOrganizationChart"/>
    <dgm:cxn modelId="{1B76B5EA-9830-624E-9360-C4F2DBA79632}" type="presOf" srcId="{175E477A-33D8-6945-9C1E-BBAE62F1267F}" destId="{F249BB78-0C37-394B-AD1B-E34445359F08}" srcOrd="0" destOrd="0" presId="urn:microsoft.com/office/officeart/2008/layout/HalfCircleOrganizationChart"/>
    <dgm:cxn modelId="{D005B1F4-C52D-6844-AD86-EFEAD7A36580}" type="presOf" srcId="{5799B2BF-84C5-D74B-A112-661B1E9FC95F}" destId="{E174DDFC-7F1D-C04A-9E90-3140C32A86AD}" srcOrd="0" destOrd="0" presId="urn:microsoft.com/office/officeart/2008/layout/HalfCircleOrganizationChart"/>
    <dgm:cxn modelId="{834F8FFF-8DEA-4C45-BD22-787DB9F48539}" type="presOf" srcId="{B3D495D6-0D82-F14D-8596-CD2C3102FB3D}" destId="{92DE5A7A-3C22-074E-831A-B293D9945166}" srcOrd="0" destOrd="0" presId="urn:microsoft.com/office/officeart/2008/layout/HalfCircleOrganizationChart"/>
    <dgm:cxn modelId="{75F9B47D-0076-CE41-B03B-E79EDFC29B18}" type="presParOf" srcId="{4FD34327-6739-D744-9B02-C3D8E25FAA0A}" destId="{ADBA8DD4-F1D2-8842-851C-B5CB39946454}" srcOrd="0" destOrd="0" presId="urn:microsoft.com/office/officeart/2008/layout/HalfCircleOrganizationChart"/>
    <dgm:cxn modelId="{D621455E-DD9B-B74E-A367-93518A00E9EA}" type="presParOf" srcId="{ADBA8DD4-F1D2-8842-851C-B5CB39946454}" destId="{3B87156D-A530-424B-BDE5-584A341D9661}" srcOrd="0" destOrd="0" presId="urn:microsoft.com/office/officeart/2008/layout/HalfCircleOrganizationChart"/>
    <dgm:cxn modelId="{3170FC4E-F1BB-DF4A-9E7E-10B22292463F}" type="presParOf" srcId="{3B87156D-A530-424B-BDE5-584A341D9661}" destId="{F249BB78-0C37-394B-AD1B-E34445359F08}" srcOrd="0" destOrd="0" presId="urn:microsoft.com/office/officeart/2008/layout/HalfCircleOrganizationChart"/>
    <dgm:cxn modelId="{0702FA93-0F6C-9E4C-BD17-20D0730AB155}" type="presParOf" srcId="{3B87156D-A530-424B-BDE5-584A341D9661}" destId="{1BBA4DCF-C54B-5C48-B91E-41FA0E14DB1D}" srcOrd="1" destOrd="0" presId="urn:microsoft.com/office/officeart/2008/layout/HalfCircleOrganizationChart"/>
    <dgm:cxn modelId="{3A274A5D-CFB8-DD49-A48F-52ABB5982143}" type="presParOf" srcId="{3B87156D-A530-424B-BDE5-584A341D9661}" destId="{E3A5A271-F9AE-B74F-9BA2-0F5ABFDE13A6}" srcOrd="2" destOrd="0" presId="urn:microsoft.com/office/officeart/2008/layout/HalfCircleOrganizationChart"/>
    <dgm:cxn modelId="{62B0205E-A86E-314A-87E2-42F9EAD8EEE0}" type="presParOf" srcId="{3B87156D-A530-424B-BDE5-584A341D9661}" destId="{D021064A-82EA-2942-AA2E-3CC4AABECD4E}" srcOrd="3" destOrd="0" presId="urn:microsoft.com/office/officeart/2008/layout/HalfCircleOrganizationChart"/>
    <dgm:cxn modelId="{4485D0F6-0A6A-3D46-A87E-380C61438357}" type="presParOf" srcId="{ADBA8DD4-F1D2-8842-851C-B5CB39946454}" destId="{B0CB722F-6A41-1A40-A0A3-4583F6D186D4}" srcOrd="1" destOrd="0" presId="urn:microsoft.com/office/officeart/2008/layout/HalfCircleOrganizationChart"/>
    <dgm:cxn modelId="{A2DFFE4F-D182-204F-AB44-402A1BBD0C0A}" type="presParOf" srcId="{ADBA8DD4-F1D2-8842-851C-B5CB39946454}" destId="{B0E1D6D5-E561-D141-8308-41CA326780B0}" srcOrd="2" destOrd="0" presId="urn:microsoft.com/office/officeart/2008/layout/HalfCircleOrganizationChart"/>
    <dgm:cxn modelId="{AB7B8A9E-7E6F-DD44-9F9A-CB984A09B37B}" type="presParOf" srcId="{4FD34327-6739-D744-9B02-C3D8E25FAA0A}" destId="{F997E662-0DC5-D244-86E3-F8A1E1E5D678}" srcOrd="1" destOrd="0" presId="urn:microsoft.com/office/officeart/2008/layout/HalfCircleOrganizationChart"/>
    <dgm:cxn modelId="{2F3F9F0B-C60F-C94A-ADDF-C9EA4085CE12}" type="presParOf" srcId="{F997E662-0DC5-D244-86E3-F8A1E1E5D678}" destId="{349EB85C-42C4-B34F-874A-503CFE4CE300}" srcOrd="0" destOrd="0" presId="urn:microsoft.com/office/officeart/2008/layout/HalfCircleOrganizationChart"/>
    <dgm:cxn modelId="{50D54E3E-DCB4-BC4E-946F-10D7FEB995E9}" type="presParOf" srcId="{349EB85C-42C4-B34F-874A-503CFE4CE300}" destId="{E174DDFC-7F1D-C04A-9E90-3140C32A86AD}" srcOrd="0" destOrd="0" presId="urn:microsoft.com/office/officeart/2008/layout/HalfCircleOrganizationChart"/>
    <dgm:cxn modelId="{EEE1E95D-61DB-9249-BBBB-92596F0CB818}" type="presParOf" srcId="{349EB85C-42C4-B34F-874A-503CFE4CE300}" destId="{CC97CF3F-6D7C-3843-A2CD-A618E8A2E83D}" srcOrd="1" destOrd="0" presId="urn:microsoft.com/office/officeart/2008/layout/HalfCircleOrganizationChart"/>
    <dgm:cxn modelId="{F2C097DA-6FF6-8243-AC3A-414B2D53094E}" type="presParOf" srcId="{349EB85C-42C4-B34F-874A-503CFE4CE300}" destId="{978C2480-A602-2545-BA07-65AD36792FBA}" srcOrd="2" destOrd="0" presId="urn:microsoft.com/office/officeart/2008/layout/HalfCircleOrganizationChart"/>
    <dgm:cxn modelId="{A2AA0E33-0194-8E4E-9EDB-AD22D2D0FC4E}" type="presParOf" srcId="{349EB85C-42C4-B34F-874A-503CFE4CE300}" destId="{86997228-65E4-7841-9683-7D11C3C32D75}" srcOrd="3" destOrd="0" presId="urn:microsoft.com/office/officeart/2008/layout/HalfCircleOrganizationChart"/>
    <dgm:cxn modelId="{08191330-AC91-A045-B3BE-A70DA8B94B6A}" type="presParOf" srcId="{F997E662-0DC5-D244-86E3-F8A1E1E5D678}" destId="{CFC239B3-B3F0-F045-B445-E014D745EC7F}" srcOrd="1" destOrd="0" presId="urn:microsoft.com/office/officeart/2008/layout/HalfCircleOrganizationChart"/>
    <dgm:cxn modelId="{AF502B9E-AF99-0546-B078-92FB06883C75}" type="presParOf" srcId="{CFC239B3-B3F0-F045-B445-E014D745EC7F}" destId="{E25CAD6C-B70A-5C49-8A9B-2915BB067C04}" srcOrd="0" destOrd="0" presId="urn:microsoft.com/office/officeart/2008/layout/HalfCircleOrganizationChart"/>
    <dgm:cxn modelId="{BA490284-F594-E849-A151-E821FB8C5413}" type="presParOf" srcId="{CFC239B3-B3F0-F045-B445-E014D745EC7F}" destId="{85BAA460-026C-E84B-9E7D-54684FAB1BB6}" srcOrd="1" destOrd="0" presId="urn:microsoft.com/office/officeart/2008/layout/HalfCircleOrganizationChart"/>
    <dgm:cxn modelId="{F8C0AB53-3F00-2643-917B-7AE0B891DED6}" type="presParOf" srcId="{85BAA460-026C-E84B-9E7D-54684FAB1BB6}" destId="{BF07A244-9EB8-6145-AEAD-C4877E076A65}" srcOrd="0" destOrd="0" presId="urn:microsoft.com/office/officeart/2008/layout/HalfCircleOrganizationChart"/>
    <dgm:cxn modelId="{3B30E715-B8D3-1A4F-A15E-1782E53F0D70}" type="presParOf" srcId="{BF07A244-9EB8-6145-AEAD-C4877E076A65}" destId="{92DE5A7A-3C22-074E-831A-B293D9945166}" srcOrd="0" destOrd="0" presId="urn:microsoft.com/office/officeart/2008/layout/HalfCircleOrganizationChart"/>
    <dgm:cxn modelId="{A013BD59-62CA-EE44-BF02-FE7FFB575C6D}" type="presParOf" srcId="{BF07A244-9EB8-6145-AEAD-C4877E076A65}" destId="{AC70F3B6-A4BB-A342-A3F5-CA501FC17684}" srcOrd="1" destOrd="0" presId="urn:microsoft.com/office/officeart/2008/layout/HalfCircleOrganizationChart"/>
    <dgm:cxn modelId="{284AA0A2-3A4A-3745-B2EC-DCB1A7823C31}" type="presParOf" srcId="{BF07A244-9EB8-6145-AEAD-C4877E076A65}" destId="{867AD0C8-6887-FE46-837B-CCD857C3468A}" srcOrd="2" destOrd="0" presId="urn:microsoft.com/office/officeart/2008/layout/HalfCircleOrganizationChart"/>
    <dgm:cxn modelId="{088B4651-E36E-144D-928D-B0C44D603891}" type="presParOf" srcId="{BF07A244-9EB8-6145-AEAD-C4877E076A65}" destId="{E9E36DF4-F4D7-474E-8531-292F8AB435DA}" srcOrd="3" destOrd="0" presId="urn:microsoft.com/office/officeart/2008/layout/HalfCircleOrganizationChart"/>
    <dgm:cxn modelId="{32F3A760-AABA-0F41-95DF-CCCAFCBB65F1}" type="presParOf" srcId="{85BAA460-026C-E84B-9E7D-54684FAB1BB6}" destId="{2411920B-95DC-9040-AA23-B32058640EB5}" srcOrd="1" destOrd="0" presId="urn:microsoft.com/office/officeart/2008/layout/HalfCircleOrganizationChart"/>
    <dgm:cxn modelId="{2EAD63FA-C6CA-C24C-B383-9B916CE85A73}" type="presParOf" srcId="{85BAA460-026C-E84B-9E7D-54684FAB1BB6}" destId="{D04CC24A-2D2B-204B-B102-75226EA94355}" srcOrd="2" destOrd="0" presId="urn:microsoft.com/office/officeart/2008/layout/HalfCircleOrganizationChart"/>
    <dgm:cxn modelId="{F18B68D3-FF0A-B849-B4BA-AEDE42336FCD}" type="presParOf" srcId="{CFC239B3-B3F0-F045-B445-E014D745EC7F}" destId="{E2A8587F-1704-D64C-969B-875E07C199C7}" srcOrd="2" destOrd="0" presId="urn:microsoft.com/office/officeart/2008/layout/HalfCircleOrganizationChart"/>
    <dgm:cxn modelId="{FD80E178-12FC-4D47-A042-BAF1D59442EA}" type="presParOf" srcId="{CFC239B3-B3F0-F045-B445-E014D745EC7F}" destId="{D807B157-3E00-3E45-B6D8-68B86E541D5E}" srcOrd="3" destOrd="0" presId="urn:microsoft.com/office/officeart/2008/layout/HalfCircleOrganizationChart"/>
    <dgm:cxn modelId="{5912049F-8499-6B43-B949-16AC3C79E27C}" type="presParOf" srcId="{D807B157-3E00-3E45-B6D8-68B86E541D5E}" destId="{27E6BD18-4125-7741-BB10-DB2F1E887D92}" srcOrd="0" destOrd="0" presId="urn:microsoft.com/office/officeart/2008/layout/HalfCircleOrganizationChart"/>
    <dgm:cxn modelId="{8FFCB2F6-CEEE-2D4A-BA29-F946BE233712}" type="presParOf" srcId="{27E6BD18-4125-7741-BB10-DB2F1E887D92}" destId="{7810C42A-B03A-8E4D-B4ED-479FB79AAA27}" srcOrd="0" destOrd="0" presId="urn:microsoft.com/office/officeart/2008/layout/HalfCircleOrganizationChart"/>
    <dgm:cxn modelId="{37F39A8B-E009-3548-9AAC-73217E88DB33}" type="presParOf" srcId="{27E6BD18-4125-7741-BB10-DB2F1E887D92}" destId="{A38BF91A-E781-9742-A33B-1D1C79544C6B}" srcOrd="1" destOrd="0" presId="urn:microsoft.com/office/officeart/2008/layout/HalfCircleOrganizationChart"/>
    <dgm:cxn modelId="{00F3B14E-6F44-4447-A49E-47F58D8FB9DD}" type="presParOf" srcId="{27E6BD18-4125-7741-BB10-DB2F1E887D92}" destId="{CD6019EF-180A-3A4D-A056-27D013B41649}" srcOrd="2" destOrd="0" presId="urn:microsoft.com/office/officeart/2008/layout/HalfCircleOrganizationChart"/>
    <dgm:cxn modelId="{5D6A6F08-B94A-CE46-875F-F21A097BBB31}" type="presParOf" srcId="{27E6BD18-4125-7741-BB10-DB2F1E887D92}" destId="{4D301AC2-4649-D744-8F5F-51AB323F5E45}" srcOrd="3" destOrd="0" presId="urn:microsoft.com/office/officeart/2008/layout/HalfCircleOrganizationChart"/>
    <dgm:cxn modelId="{05AC6D09-3011-DC40-A112-9AD196113A71}" type="presParOf" srcId="{D807B157-3E00-3E45-B6D8-68B86E541D5E}" destId="{B4755A32-40BB-AF45-85F5-DA242862035E}" srcOrd="1" destOrd="0" presId="urn:microsoft.com/office/officeart/2008/layout/HalfCircleOrganizationChart"/>
    <dgm:cxn modelId="{98BA4141-6AB4-FA4D-B55D-297E0576799C}" type="presParOf" srcId="{D807B157-3E00-3E45-B6D8-68B86E541D5E}" destId="{05686060-38D1-174E-AD15-ABE08CA0E99E}" srcOrd="2" destOrd="0" presId="urn:microsoft.com/office/officeart/2008/layout/HalfCircleOrganizationChart"/>
    <dgm:cxn modelId="{C9EA55D7-9067-9E4F-A95E-1EE27B9FE212}" type="presParOf" srcId="{F997E662-0DC5-D244-86E3-F8A1E1E5D678}" destId="{E12A43AF-73F9-2241-AACB-1C1433C5A2B7}" srcOrd="2" destOrd="0" presId="urn:microsoft.com/office/officeart/2008/layout/HalfCircleOrganizationChar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2A8587F-1704-D64C-969B-875E07C199C7}">
      <dsp:nvSpPr>
        <dsp:cNvPr id="0" name=""/>
        <dsp:cNvSpPr/>
      </dsp:nvSpPr>
      <dsp:spPr>
        <a:xfrm>
          <a:off x="5184267" y="1944660"/>
          <a:ext cx="1834135" cy="636642"/>
        </a:xfrm>
        <a:custGeom>
          <a:avLst/>
          <a:gdLst/>
          <a:ahLst/>
          <a:cxnLst/>
          <a:rect l="0" t="0" r="0" b="0"/>
          <a:pathLst>
            <a:path>
              <a:moveTo>
                <a:pt x="0" y="0"/>
              </a:moveTo>
              <a:lnTo>
                <a:pt x="0" y="318321"/>
              </a:lnTo>
              <a:lnTo>
                <a:pt x="1834135" y="318321"/>
              </a:lnTo>
              <a:lnTo>
                <a:pt x="1834135" y="636642"/>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25CAD6C-B70A-5C49-8A9B-2915BB067C04}">
      <dsp:nvSpPr>
        <dsp:cNvPr id="0" name=""/>
        <dsp:cNvSpPr/>
      </dsp:nvSpPr>
      <dsp:spPr>
        <a:xfrm>
          <a:off x="3350132" y="1944660"/>
          <a:ext cx="1834135" cy="636642"/>
        </a:xfrm>
        <a:custGeom>
          <a:avLst/>
          <a:gdLst/>
          <a:ahLst/>
          <a:cxnLst/>
          <a:rect l="0" t="0" r="0" b="0"/>
          <a:pathLst>
            <a:path>
              <a:moveTo>
                <a:pt x="1834135" y="0"/>
              </a:moveTo>
              <a:lnTo>
                <a:pt x="1834135" y="318321"/>
              </a:lnTo>
              <a:lnTo>
                <a:pt x="0" y="318321"/>
              </a:lnTo>
              <a:lnTo>
                <a:pt x="0" y="636642"/>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BBA4DCF-C54B-5C48-B91E-41FA0E14DB1D}">
      <dsp:nvSpPr>
        <dsp:cNvPr id="0" name=""/>
        <dsp:cNvSpPr/>
      </dsp:nvSpPr>
      <dsp:spPr>
        <a:xfrm>
          <a:off x="758089" y="412955"/>
          <a:ext cx="1515814" cy="1515814"/>
        </a:xfrm>
        <a:prstGeom prst="arc">
          <a:avLst>
            <a:gd name="adj1" fmla="val 13200000"/>
            <a:gd name="adj2" fmla="val 1920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3A5A271-F9AE-B74F-9BA2-0F5ABFDE13A6}">
      <dsp:nvSpPr>
        <dsp:cNvPr id="0" name=""/>
        <dsp:cNvSpPr/>
      </dsp:nvSpPr>
      <dsp:spPr>
        <a:xfrm>
          <a:off x="758089" y="412955"/>
          <a:ext cx="1515814" cy="1515814"/>
        </a:xfrm>
        <a:prstGeom prst="arc">
          <a:avLst>
            <a:gd name="adj1" fmla="val 2400000"/>
            <a:gd name="adj2" fmla="val 840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249BB78-0C37-394B-AD1B-E34445359F08}">
      <dsp:nvSpPr>
        <dsp:cNvPr id="0" name=""/>
        <dsp:cNvSpPr/>
      </dsp:nvSpPr>
      <dsp:spPr>
        <a:xfrm>
          <a:off x="182" y="685802"/>
          <a:ext cx="3031628" cy="970121"/>
        </a:xfrm>
        <a:prstGeom prst="rect">
          <a:avLst/>
        </a:prstGeom>
        <a:noFill/>
        <a:ln w="25400" cap="flat" cmpd="sng" algn="ctr">
          <a:noFill/>
          <a:prstDash val="solid"/>
        </a:ln>
        <a:effectLst/>
        <a:sp3d/>
      </dsp:spPr>
      <dsp:style>
        <a:lnRef idx="2">
          <a:scrgbClr r="0" g="0" b="0"/>
        </a:lnRef>
        <a:fillRef idx="1">
          <a:scrgbClr r="0" g="0" b="0"/>
        </a:fillRef>
        <a:effectRef idx="0">
          <a:scrgbClr r="0" g="0" b="0"/>
        </a:effectRef>
        <a:fontRef idx="minor"/>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b="1" kern="1200" dirty="0"/>
            <a:t>1</a:t>
          </a:r>
        </a:p>
        <a:p>
          <a:pPr marL="0" lvl="0" indent="0" algn="ctr" defTabSz="1244600">
            <a:lnSpc>
              <a:spcPct val="90000"/>
            </a:lnSpc>
            <a:spcBef>
              <a:spcPct val="0"/>
            </a:spcBef>
            <a:spcAft>
              <a:spcPct val="35000"/>
            </a:spcAft>
            <a:buNone/>
          </a:pPr>
          <a:r>
            <a:rPr lang="el-GR" sz="2400" b="1" i="1" kern="1200" dirty="0"/>
            <a:t>σ</a:t>
          </a:r>
          <a:r>
            <a:rPr lang="en-US" sz="2400" b="1" kern="1200" baseline="-25000" dirty="0"/>
            <a:t>1</a:t>
          </a:r>
          <a:r>
            <a:rPr lang="en-US" sz="2400" b="1" kern="1200" dirty="0"/>
            <a:t> and </a:t>
          </a:r>
          <a:r>
            <a:rPr lang="el-GR" sz="2400" b="1" i="1" kern="1200" dirty="0"/>
            <a:t>σ</a:t>
          </a:r>
          <a:r>
            <a:rPr lang="en-US" sz="2400" b="1" kern="1200" baseline="-25000" dirty="0"/>
            <a:t>2</a:t>
          </a:r>
          <a:r>
            <a:rPr lang="en-US" sz="2400" b="1" kern="1200" dirty="0"/>
            <a:t> (variances) are known</a:t>
          </a:r>
          <a:endParaRPr lang="en-MY" sz="2400" kern="1200" dirty="0"/>
        </a:p>
      </dsp:txBody>
      <dsp:txXfrm>
        <a:off x="182" y="685802"/>
        <a:ext cx="3031628" cy="970121"/>
      </dsp:txXfrm>
    </dsp:sp>
    <dsp:sp modelId="{CC97CF3F-6D7C-3843-A2CD-A618E8A2E83D}">
      <dsp:nvSpPr>
        <dsp:cNvPr id="0" name=""/>
        <dsp:cNvSpPr/>
      </dsp:nvSpPr>
      <dsp:spPr>
        <a:xfrm>
          <a:off x="4426360" y="428846"/>
          <a:ext cx="1515814" cy="1515814"/>
        </a:xfrm>
        <a:prstGeom prst="arc">
          <a:avLst>
            <a:gd name="adj1" fmla="val 13200000"/>
            <a:gd name="adj2" fmla="val 1920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78C2480-A602-2545-BA07-65AD36792FBA}">
      <dsp:nvSpPr>
        <dsp:cNvPr id="0" name=""/>
        <dsp:cNvSpPr/>
      </dsp:nvSpPr>
      <dsp:spPr>
        <a:xfrm>
          <a:off x="4426360" y="428846"/>
          <a:ext cx="1515814" cy="1515814"/>
        </a:xfrm>
        <a:prstGeom prst="arc">
          <a:avLst>
            <a:gd name="adj1" fmla="val 2400000"/>
            <a:gd name="adj2" fmla="val 840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174DDFC-7F1D-C04A-9E90-3140C32A86AD}">
      <dsp:nvSpPr>
        <dsp:cNvPr id="0" name=""/>
        <dsp:cNvSpPr/>
      </dsp:nvSpPr>
      <dsp:spPr>
        <a:xfrm>
          <a:off x="3668453" y="701692"/>
          <a:ext cx="3031628" cy="970121"/>
        </a:xfrm>
        <a:prstGeom prst="rect">
          <a:avLst/>
        </a:prstGeom>
        <a:noFill/>
        <a:ln w="25400" cap="flat" cmpd="sng" algn="ctr">
          <a:noFill/>
          <a:prstDash val="solid"/>
        </a:ln>
        <a:effectLst/>
        <a:sp3d/>
      </dsp:spPr>
      <dsp:style>
        <a:lnRef idx="2">
          <a:scrgbClr r="0" g="0" b="0"/>
        </a:lnRef>
        <a:fillRef idx="1">
          <a:scrgbClr r="0" g="0" b="0"/>
        </a:fillRef>
        <a:effectRef idx="0">
          <a:scrgbClr r="0" g="0" b="0"/>
        </a:effectRef>
        <a:fontRef idx="minor"/>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b="1" kern="1200" dirty="0"/>
            <a:t>2</a:t>
          </a:r>
        </a:p>
        <a:p>
          <a:pPr marL="0" lvl="0" indent="0" algn="ctr" defTabSz="1244600">
            <a:lnSpc>
              <a:spcPct val="90000"/>
            </a:lnSpc>
            <a:spcBef>
              <a:spcPct val="0"/>
            </a:spcBef>
            <a:spcAft>
              <a:spcPct val="35000"/>
            </a:spcAft>
            <a:buNone/>
          </a:pPr>
          <a:r>
            <a:rPr lang="el-GR" sz="2400" b="1" i="1" kern="1200" dirty="0"/>
            <a:t>σ</a:t>
          </a:r>
          <a:r>
            <a:rPr lang="en-US" sz="2400" b="1" kern="1200" baseline="-25000" dirty="0"/>
            <a:t>1</a:t>
          </a:r>
          <a:r>
            <a:rPr lang="en-US" sz="2400" b="1" kern="1200" dirty="0"/>
            <a:t> and </a:t>
          </a:r>
          <a:r>
            <a:rPr lang="el-GR" sz="2400" b="1" i="1" kern="1200" dirty="0"/>
            <a:t>σ</a:t>
          </a:r>
          <a:r>
            <a:rPr lang="en-US" sz="2400" b="1" kern="1200" baseline="-25000" dirty="0"/>
            <a:t>2</a:t>
          </a:r>
          <a:r>
            <a:rPr lang="en-US" sz="2400" b="1" kern="1200" dirty="0"/>
            <a:t> (variances) are unknown</a:t>
          </a:r>
          <a:endParaRPr lang="en-MY" sz="2400" kern="1200" dirty="0"/>
        </a:p>
      </dsp:txBody>
      <dsp:txXfrm>
        <a:off x="3668453" y="701692"/>
        <a:ext cx="3031628" cy="970121"/>
      </dsp:txXfrm>
    </dsp:sp>
    <dsp:sp modelId="{AC70F3B6-A4BB-A342-A3F5-CA501FC17684}">
      <dsp:nvSpPr>
        <dsp:cNvPr id="0" name=""/>
        <dsp:cNvSpPr/>
      </dsp:nvSpPr>
      <dsp:spPr>
        <a:xfrm>
          <a:off x="2592225" y="2581302"/>
          <a:ext cx="1515814" cy="1515814"/>
        </a:xfrm>
        <a:prstGeom prst="arc">
          <a:avLst>
            <a:gd name="adj1" fmla="val 13200000"/>
            <a:gd name="adj2" fmla="val 1920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67AD0C8-6887-FE46-837B-CCD857C3468A}">
      <dsp:nvSpPr>
        <dsp:cNvPr id="0" name=""/>
        <dsp:cNvSpPr/>
      </dsp:nvSpPr>
      <dsp:spPr>
        <a:xfrm>
          <a:off x="2592225" y="2581302"/>
          <a:ext cx="1515814" cy="1515814"/>
        </a:xfrm>
        <a:prstGeom prst="arc">
          <a:avLst>
            <a:gd name="adj1" fmla="val 2400000"/>
            <a:gd name="adj2" fmla="val 840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2DE5A7A-3C22-074E-831A-B293D9945166}">
      <dsp:nvSpPr>
        <dsp:cNvPr id="0" name=""/>
        <dsp:cNvSpPr/>
      </dsp:nvSpPr>
      <dsp:spPr>
        <a:xfrm>
          <a:off x="1834317" y="2854149"/>
          <a:ext cx="3031628" cy="970121"/>
        </a:xfrm>
        <a:prstGeom prst="rect">
          <a:avLst/>
        </a:prstGeom>
        <a:noFill/>
        <a:ln w="25400" cap="flat" cmpd="sng" algn="ctr">
          <a:noFill/>
          <a:prstDash val="solid"/>
        </a:ln>
        <a:effectLst/>
        <a:sp3d/>
      </dsp:spPr>
      <dsp:style>
        <a:lnRef idx="2">
          <a:scrgbClr r="0" g="0" b="0"/>
        </a:lnRef>
        <a:fillRef idx="1">
          <a:scrgbClr r="0" g="0" b="0"/>
        </a:fillRef>
        <a:effectRef idx="0">
          <a:scrgbClr r="0" g="0" b="0"/>
        </a:effectRef>
        <a:fontRef idx="minor"/>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b="1" kern="1200" dirty="0"/>
            <a:t>assume EQUAL VARIANCE</a:t>
          </a:r>
          <a:endParaRPr lang="en-MY" sz="2000" kern="1200" dirty="0"/>
        </a:p>
      </dsp:txBody>
      <dsp:txXfrm>
        <a:off x="1834317" y="2854149"/>
        <a:ext cx="3031628" cy="970121"/>
      </dsp:txXfrm>
    </dsp:sp>
    <dsp:sp modelId="{A38BF91A-E781-9742-A33B-1D1C79544C6B}">
      <dsp:nvSpPr>
        <dsp:cNvPr id="0" name=""/>
        <dsp:cNvSpPr/>
      </dsp:nvSpPr>
      <dsp:spPr>
        <a:xfrm>
          <a:off x="6260496" y="2581302"/>
          <a:ext cx="1515814" cy="1515814"/>
        </a:xfrm>
        <a:prstGeom prst="arc">
          <a:avLst>
            <a:gd name="adj1" fmla="val 13200000"/>
            <a:gd name="adj2" fmla="val 1920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D6019EF-180A-3A4D-A056-27D013B41649}">
      <dsp:nvSpPr>
        <dsp:cNvPr id="0" name=""/>
        <dsp:cNvSpPr/>
      </dsp:nvSpPr>
      <dsp:spPr>
        <a:xfrm>
          <a:off x="6260496" y="2581302"/>
          <a:ext cx="1515814" cy="1515814"/>
        </a:xfrm>
        <a:prstGeom prst="arc">
          <a:avLst>
            <a:gd name="adj1" fmla="val 2400000"/>
            <a:gd name="adj2" fmla="val 840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810C42A-B03A-8E4D-B4ED-479FB79AAA27}">
      <dsp:nvSpPr>
        <dsp:cNvPr id="0" name=""/>
        <dsp:cNvSpPr/>
      </dsp:nvSpPr>
      <dsp:spPr>
        <a:xfrm>
          <a:off x="5502588" y="2854149"/>
          <a:ext cx="3031628" cy="970121"/>
        </a:xfrm>
        <a:prstGeom prst="rect">
          <a:avLst/>
        </a:prstGeom>
        <a:noFill/>
        <a:ln w="25400" cap="flat" cmpd="sng" algn="ctr">
          <a:noFill/>
          <a:prstDash val="solid"/>
        </a:ln>
        <a:effectLst/>
        <a:sp3d/>
      </dsp:spPr>
      <dsp:style>
        <a:lnRef idx="2">
          <a:scrgbClr r="0" g="0" b="0"/>
        </a:lnRef>
        <a:fillRef idx="1">
          <a:scrgbClr r="0" g="0" b="0"/>
        </a:fillRef>
        <a:effectRef idx="0">
          <a:scrgbClr r="0" g="0" b="0"/>
        </a:effectRef>
        <a:fontRef idx="minor"/>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b="1" kern="1200"/>
            <a:t>assume UNEQUAL VARIANCE</a:t>
          </a:r>
          <a:endParaRPr lang="en-MY" sz="2000" kern="1200"/>
        </a:p>
      </dsp:txBody>
      <dsp:txXfrm>
        <a:off x="5502588" y="2854149"/>
        <a:ext cx="3031628" cy="970121"/>
      </dsp:txXfrm>
    </dsp:sp>
  </dsp:spTree>
</dsp:drawing>
</file>

<file path=ppt/diagrams/layout1.xml><?xml version="1.0" encoding="utf-8"?>
<dgm:layoutDef xmlns:dgm="http://schemas.openxmlformats.org/drawingml/2006/diagram" xmlns:a="http://schemas.openxmlformats.org/drawingml/2006/main" uniqueId="urn:microsoft.com/office/officeart/2008/layout/HalfCircleOrganizationChart">
  <dgm:title val=""/>
  <dgm:desc val=""/>
  <dgm:catLst>
    <dgm:cat type="hierarchy" pri="1500"/>
  </dgm:catLst>
  <dgm:sampData>
    <dgm:dataModel>
      <dgm:ptLst>
        <dgm:pt modelId="0" type="doc"/>
        <dgm:pt modelId="1">
          <dgm:prSet phldr="1"/>
        </dgm:pt>
        <dgm:pt modelId="11" type="asst">
          <dgm:prSet phldr="1"/>
        </dgm:pt>
        <dgm:pt modelId="12">
          <dgm:prSet phldr="1"/>
        </dgm:pt>
        <dgm:pt modelId="13">
          <dgm:prSet phldr="1"/>
        </dgm:pt>
        <dgm:pt modelId="14">
          <dgm:prSet phldr="1"/>
        </dgm:pt>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type="asst">
          <dgm:prSet phldr="1"/>
        </dgm:pt>
        <dgm:pt modelId="12">
          <dgm:prSet phldr="1"/>
        </dgm:pt>
        <dgm:pt modelId="13">
          <dgm:prSet phldr="1"/>
        </dgm:pt>
        <dgm:pt modelId="14">
          <dgm:prSet phldr="1"/>
        </dgm:pt>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Name0">
    <dgm:varLst>
      <dgm:orgChart val="1"/>
      <dgm:chPref val="1"/>
      <dgm:dir/>
      <dgm:animOne val="branch"/>
      <dgm:animLvl val="lvl"/>
      <dgm:resizeHandles/>
    </dgm:varLst>
    <dgm:choose name="Name1">
      <dgm:if name="Name2" func="var" arg="dir" op="equ" val="norm">
        <dgm:alg type="hierChild">
          <dgm:param type="linDir" val="fromL"/>
        </dgm:alg>
      </dgm:if>
      <dgm:else name="Name3">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2" refType="w" fact="10"/>
      <dgm:constr type="h" for="des" forName="rootComposite2"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forEach name="Name4" axis="ch">
      <dgm:forEach name="Name5" axis="self" ptType="node">
        <dgm:layoutNode name="hierRoot1">
          <dgm:varLst>
            <dgm:hierBranch val="init"/>
          </dgm:varLst>
          <dgm:choose name="Name6">
            <dgm:if name="Name7" func="var" arg="hierBranch" op="equ" val="l">
              <dgm:alg type="hierRoot">
                <dgm:param type="hierAlign" val="tR"/>
              </dgm:alg>
              <dgm:constrLst>
                <dgm:constr type="alignOff" val="0.65"/>
              </dgm:constrLst>
            </dgm:if>
            <dgm:if name="Name8" func="var" arg="hierBranch" op="equ" val="r">
              <dgm:alg type="hierRoot">
                <dgm:param type="hierAlign" val="tL"/>
              </dgm:alg>
              <dgm:constrLst>
                <dgm:constr type="alignOff" val="0.65"/>
              </dgm:constrLst>
            </dgm:if>
            <dgm:if name="Name9" func="var" arg="hierBranch" op="equ" val="hang">
              <dgm:alg type="hierRoot"/>
              <dgm:constrLst>
                <dgm:constr type="alignOff" val="0.65"/>
              </dgm:constrLst>
            </dgm:if>
            <dgm:else name="Name10">
              <dgm:alg type="hierRoot"/>
              <dgm:constrLst>
                <dgm:constr type="alignOff"/>
                <dgm:constr type="bendDist" for="des" ptType="parTrans" refType="sp" fact="0.5"/>
              </dgm:constrLst>
            </dgm:else>
          </dgm:choose>
          <dgm:shape xmlns:r="http://schemas.openxmlformats.org/officeDocument/2006/relationships" r:blip="">
            <dgm:adjLst/>
          </dgm:shape>
          <dgm:presOf/>
          <dgm:layoutNode name="rootComposite1">
            <dgm:alg type="composite"/>
            <dgm:shape xmlns:r="http://schemas.openxmlformats.org/officeDocument/2006/relationships" r:blip="">
              <dgm:adjLst/>
            </dgm:shape>
            <dgm:presOf axis="self" ptType="node" cnt="1"/>
            <dgm:choose name="Name11">
              <dgm:if name="Name12" func="var" arg="hierBranch" op="equ" val="init">
                <dgm:constrLst>
                  <dgm:constr type="l" for="ch" forName="rootText1"/>
                  <dgm:constr type="t" for="ch" forName="rootText1" refType="h" fact="0.18"/>
                  <dgm:constr type="w" for="ch" forName="rootText1" refType="w"/>
                  <dgm:constr type="h" for="ch" forName="rootText1" refType="h" fact="0.64"/>
                  <dgm:constr type="l" for="ch" forName="topArc1" refType="w" fact="0.25"/>
                  <dgm:constr type="t" for="ch" forName="topArc1"/>
                  <dgm:constr type="w" for="ch" forName="topArc1" refType="h" refFor="ch" refForName="topArc1"/>
                  <dgm:constr type="h" for="ch" forName="topArc1" refType="h"/>
                  <dgm:constr type="l" for="ch" forName="bottomArc1" refType="w" fact="0.25"/>
                  <dgm:constr type="t" for="ch" forName="bottomArc1"/>
                  <dgm:constr type="w" for="ch" forName="bottomArc1" refType="h" refFor="ch" refForName="bottomArc1"/>
                  <dgm:constr type="h" for="ch" forName="bottomArc1" refType="h"/>
                  <dgm:constr type="ctrX" for="ch" forName="topConnNode1" refType="w" fact="0.5"/>
                  <dgm:constr type="t" for="ch" forName="topConnNode1"/>
                  <dgm:constr type="w" for="ch" forName="topConnNode1" refType="h" fact="0.76"/>
                  <dgm:constr type="b" for="ch" forName="topConnNode1" refType="t" refFor="ch" refForName="rootText1"/>
                </dgm:constrLst>
              </dgm:if>
              <dgm:if name="Name13" func="var" arg="hierBranch" op="equ" val="l">
                <dgm:constrLst>
                  <dgm:constr type="l" for="ch" forName="rootText1"/>
                  <dgm:constr type="t" for="ch" forName="rootText1" refType="h" fact="0.18"/>
                  <dgm:constr type="w" for="ch" forName="rootText1" refType="w"/>
                  <dgm:constr type="h" for="ch" forName="rootText1" refType="h" fact="0.64"/>
                  <dgm:constr type="l" for="ch" forName="topArc1" refType="w" fact="0.25"/>
                  <dgm:constr type="t" for="ch" forName="topArc1"/>
                  <dgm:constr type="w" for="ch" forName="topArc1" refType="h" refFor="ch" refForName="topArc1"/>
                  <dgm:constr type="h" for="ch" forName="topArc1" refType="h"/>
                  <dgm:constr type="l" for="ch" forName="bottomArc1" refType="w" fact="0.25"/>
                  <dgm:constr type="t" for="ch" forName="bottomArc1"/>
                  <dgm:constr type="w" for="ch" forName="bottomArc1" refType="h" refFor="ch" refForName="bottomArc1"/>
                  <dgm:constr type="h" for="ch" forName="bottomArc1" refType="h"/>
                  <dgm:constr type="ctrX" for="ch" forName="topConnNode1" refType="w" fact="0.5"/>
                  <dgm:constr type="t" for="ch" forName="topConnNode1"/>
                  <dgm:constr type="w" for="ch" forName="topConnNode1" refType="h" fact="0.76"/>
                  <dgm:constr type="b" for="ch" forName="topConnNode1" refType="t" refFor="ch" refForName="rootText1"/>
                </dgm:constrLst>
              </dgm:if>
              <dgm:if name="Name14" func="var" arg="hierBranch" op="equ" val="r">
                <dgm:constrLst>
                  <dgm:constr type="l" for="ch" forName="rootText1"/>
                  <dgm:constr type="t" for="ch" forName="rootText1" refType="h" fact="0.18"/>
                  <dgm:constr type="w" for="ch" forName="rootText1" refType="w"/>
                  <dgm:constr type="h" for="ch" forName="rootText1" refType="h" fact="0.64"/>
                  <dgm:constr type="l" for="ch" forName="topArc1" refType="w" fact="0.25"/>
                  <dgm:constr type="t" for="ch" forName="topArc1"/>
                  <dgm:constr type="w" for="ch" forName="topArc1" refType="h" refFor="ch" refForName="topArc1"/>
                  <dgm:constr type="h" for="ch" forName="topArc1" refType="h"/>
                  <dgm:constr type="l" for="ch" forName="bottomArc1" refType="w" fact="0.25"/>
                  <dgm:constr type="t" for="ch" forName="bottomArc1"/>
                  <dgm:constr type="w" for="ch" forName="bottomArc1" refType="h" refFor="ch" refForName="bottomArc1"/>
                  <dgm:constr type="h" for="ch" forName="bottomArc1" refType="h"/>
                  <dgm:constr type="ctrX" for="ch" forName="topConnNode1" refType="w" fact="0.5"/>
                  <dgm:constr type="t" for="ch" forName="topConnNode1"/>
                  <dgm:constr type="w" for="ch" forName="topConnNode1" refType="h" fact="0.76"/>
                  <dgm:constr type="b" for="ch" forName="topConnNode1" refType="t" refFor="ch" refForName="rootText1"/>
                </dgm:constrLst>
              </dgm:if>
              <dgm:else name="Name15">
                <dgm:constrLst>
                  <dgm:constr type="l" for="ch" forName="rootText1"/>
                  <dgm:constr type="t" for="ch" forName="rootText1" refType="h" fact="0.18"/>
                  <dgm:constr type="w" for="ch" forName="rootText1" refType="w"/>
                  <dgm:constr type="h" for="ch" forName="rootText1" refType="h" fact="0.64"/>
                  <dgm:constr type="l" for="ch" forName="topArc1" refType="w" fact="0.25"/>
                  <dgm:constr type="t" for="ch" forName="topArc1"/>
                  <dgm:constr type="w" for="ch" forName="topArc1" refType="h" refFor="ch" refForName="topArc1"/>
                  <dgm:constr type="h" for="ch" forName="topArc1" refType="h"/>
                  <dgm:constr type="l" for="ch" forName="bottomArc1" refType="w" fact="0.25"/>
                  <dgm:constr type="t" for="ch" forName="bottomArc1"/>
                  <dgm:constr type="w" for="ch" forName="bottomArc1" refType="h" refFor="ch" refForName="bottomArc1"/>
                  <dgm:constr type="h" for="ch" forName="bottomArc1" refType="h"/>
                  <dgm:constr type="ctrX" for="ch" forName="topConnNode1" refType="w" fact="0.5"/>
                  <dgm:constr type="t" for="ch" forName="topConnNode1"/>
                  <dgm:constr type="w" for="ch" forName="topConnNode1" refType="h" fact="0.76"/>
                  <dgm:constr type="b" for="ch" forName="topConnNode1" refType="t" refFor="ch" refForName="rootText1"/>
                </dgm:constrLst>
              </dgm:else>
            </dgm:choose>
            <dgm:layoutNode name="rootText1" styleLbl="alignAcc1">
              <dgm:varLst>
                <dgm:chPref val="3"/>
              </dgm:varLst>
              <dgm:alg type="tx"/>
              <dgm:shape xmlns:r="http://schemas.openxmlformats.org/officeDocument/2006/relationships" type="rect" r:blip="" hideGeom="1">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topArc1" styleLbl="parChTrans1D1" moveWith="rootText1">
              <dgm:alg type="sp"/>
              <dgm:shape xmlns:r="http://schemas.openxmlformats.org/officeDocument/2006/relationships" type="arc" r:blip="" zOrderOff="-2">
                <dgm:adjLst>
                  <dgm:adj idx="1" val="-140"/>
                  <dgm:adj idx="2" val="-40"/>
                </dgm:adjLst>
              </dgm:shape>
              <dgm:presOf/>
            </dgm:layoutNode>
            <dgm:layoutNode name="bottomArc1" styleLbl="parChTrans1D1" moveWith="rootText1">
              <dgm:alg type="sp"/>
              <dgm:shape xmlns:r="http://schemas.openxmlformats.org/officeDocument/2006/relationships" type="arc" r:blip="" zOrderOff="-2">
                <dgm:adjLst>
                  <dgm:adj idx="1" val="40"/>
                  <dgm:adj idx="2" val="140"/>
                </dgm:adjLst>
              </dgm:shape>
              <dgm:presOf/>
            </dgm:layoutNode>
            <dgm:layoutNode name="topConnNode1" moveWith="rootText1">
              <dgm:alg type="sp"/>
              <dgm:shape xmlns:r="http://schemas.openxmlformats.org/officeDocument/2006/relationships" type="rect" r:blip="" hideGeom="1">
                <dgm:adjLst/>
              </dgm:shape>
              <dgm:presOf axis="self" ptType="node" cnt="1"/>
            </dgm:layoutNode>
          </dgm:layoutNode>
          <dgm:layoutNode name="hierChild2">
            <dgm:choose name="Name16">
              <dgm:if name="Name17" func="var" arg="hierBranch" op="equ" val="l">
                <dgm:alg type="hierChild">
                  <dgm:param type="chAlign" val="r"/>
                  <dgm:param type="linDir" val="fromT"/>
                </dgm:alg>
              </dgm:if>
              <dgm:if name="Name18" func="var" arg="hierBranch" op="equ" val="r">
                <dgm:alg type="hierChild">
                  <dgm:param type="chAlign" val="l"/>
                  <dgm:param type="linDir" val="fromT"/>
                </dgm:alg>
              </dgm:if>
              <dgm:if name="Name19" func="var" arg="hierBranch" op="equ" val="hang">
                <dgm:choose name="Name20">
                  <dgm:if name="Name21" func="var" arg="dir" op="equ" val="norm">
                    <dgm:alg type="hierChild">
                      <dgm:param type="chAlign" val="l"/>
                      <dgm:param type="linDir" val="fromL"/>
                      <dgm:param type="secChAlign" val="t"/>
                      <dgm:param type="secLinDir" val="fromT"/>
                    </dgm:alg>
                  </dgm:if>
                  <dgm:else name="Name22">
                    <dgm:alg type="hierChild">
                      <dgm:param type="chAlign" val="l"/>
                      <dgm:param type="linDir" val="fromR"/>
                      <dgm:param type="secChAlign" val="t"/>
                      <dgm:param type="secLinDir" val="fromT"/>
                    </dgm:alg>
                  </dgm:else>
                </dgm:choose>
              </dgm:if>
              <dgm:else name="Name23">
                <dgm:choose name="Name24">
                  <dgm:if name="Name25" func="var" arg="dir" op="equ" val="norm">
                    <dgm:alg type="hierChild"/>
                  </dgm:if>
                  <dgm:else name="Name26">
                    <dgm:alg type="hierChild">
                      <dgm:param type="linDir" val="fromR"/>
                    </dgm:alg>
                  </dgm:else>
                </dgm:choose>
              </dgm:else>
            </dgm:choose>
            <dgm:shape xmlns:r="http://schemas.openxmlformats.org/officeDocument/2006/relationships" r:blip="">
              <dgm:adjLst/>
            </dgm:shape>
            <dgm:presOf/>
            <dgm:forEach name="rep2a" axis="ch" ptType="nonAsst">
              <dgm:forEach name="Name27" axis="precedSib" ptType="parTrans" st="-1" cnt="1">
                <dgm:layoutNode name="Name28">
                  <dgm:choose name="Name29">
                    <dgm:if name="Name30" func="var" arg="hierBranch" op="equ" val="std">
                      <dgm:choose name="Name31">
                        <dgm:if name="Name32" axis="self" func="depth" op="lte" val="2">
                          <dgm:alg type="conn">
                            <dgm:param type="connRout" val="bend"/>
                            <dgm:param type="dim" val="1D"/>
                            <dgm:param type="endSty" val="noArr"/>
                            <dgm:param type="begPts" val="bCtr"/>
                            <dgm:param type="endPts" val="tCtr"/>
                            <dgm:param type="bendPt" val="end"/>
                            <dgm:param type="srcNode" val="bottomArc1"/>
                            <dgm:param type="dstNode" val="topArc2"/>
                          </dgm:alg>
                        </dgm:if>
                        <dgm:if name="Name33" axis="par" ptType="asst" func="cnt" op="equ" val="1">
                          <dgm:alg type="conn">
                            <dgm:param type="connRout" val="bend"/>
                            <dgm:param type="dim" val="1D"/>
                            <dgm:param type="endSty" val="noArr"/>
                            <dgm:param type="begPts" val="bCtr"/>
                            <dgm:param type="endPts" val="tCtr"/>
                            <dgm:param type="bendPt" val="end"/>
                            <dgm:param type="srcNode" val="bottomArc3"/>
                            <dgm:param type="dstNode" val="topArc2"/>
                          </dgm:alg>
                        </dgm:if>
                        <dgm:else name="Name34">
                          <dgm:alg type="conn">
                            <dgm:param type="connRout" val="bend"/>
                            <dgm:param type="dim" val="1D"/>
                            <dgm:param type="endSty" val="noArr"/>
                            <dgm:param type="begPts" val="bCtr"/>
                            <dgm:param type="endPts" val="tCtr"/>
                            <dgm:param type="bendPt" val="end"/>
                            <dgm:param type="srcNode" val="bottomArc2"/>
                            <dgm:param type="dstNode" val="topArc2"/>
                          </dgm:alg>
                        </dgm:else>
                      </dgm:choose>
                    </dgm:if>
                    <dgm:if name="Name35" func="var" arg="hierBranch" op="equ" val="init">
                      <dgm:choose name="Name36">
                        <dgm:if name="Name37" axis="self" func="depth" op="lte" val="2">
                          <dgm:choose name="Name38">
                            <dgm:if name="Name39" axis="self" func="depth" op="lte" val="2">
                              <dgm:alg type="conn">
                                <dgm:param type="connRout" val="bend"/>
                                <dgm:param type="dim" val="1D"/>
                                <dgm:param type="endSty" val="noArr"/>
                                <dgm:param type="begPts" val="bCtr"/>
                                <dgm:param type="endPts" val="tCtr"/>
                                <dgm:param type="bendPt" val="end"/>
                                <dgm:param type="srcNode" val="bottomArc1"/>
                                <dgm:param type="dstNode" val="topArc2"/>
                              </dgm:alg>
                            </dgm:if>
                            <dgm:if name="Name40" axis="par" ptType="asst" func="cnt" op="equ" val="1">
                              <dgm:alg type="conn">
                                <dgm:param type="connRout" val="bend"/>
                                <dgm:param type="dim" val="1D"/>
                                <dgm:param type="endSty" val="noArr"/>
                                <dgm:param type="begPts" val="bCtr"/>
                                <dgm:param type="endPts" val="tCtr"/>
                                <dgm:param type="bendPt" val="end"/>
                                <dgm:param type="srcNode" val="bottomArc3"/>
                                <dgm:param type="dstNode" val="topArc2"/>
                              </dgm:alg>
                            </dgm:if>
                            <dgm:else name="Name41">
                              <dgm:alg type="conn">
                                <dgm:param type="connRout" val="bend"/>
                                <dgm:param type="dim" val="1D"/>
                                <dgm:param type="endSty" val="noArr"/>
                                <dgm:param type="begPts" val="bCtr"/>
                                <dgm:param type="endPts" val="tCtr"/>
                                <dgm:param type="bendPt" val="end"/>
                                <dgm:param type="srcNode" val="bottomArc2"/>
                                <dgm:param type="dstNode" val="topArc2"/>
                              </dgm:alg>
                            </dgm:else>
                          </dgm:choose>
                        </dgm:if>
                        <dgm:else name="Name42">
                          <dgm:choose name="Name43">
                            <dgm:if name="Name44" axis="par des" func="maxDepth" op="lte" val="1">
                              <dgm:choose name="Name45">
                                <dgm:if name="Name46" axis="self" func="depth" op="lte" val="2">
                                  <dgm:alg type="conn">
                                    <dgm:param type="connRout" val="bend"/>
                                    <dgm:param type="dim" val="1D"/>
                                    <dgm:param type="endSty" val="noArr"/>
                                    <dgm:param type="begPts" val="bCtr"/>
                                    <dgm:param type="endPts" val="bL bR"/>
                                    <dgm:param type="srcNode" val="bottomArc1"/>
                                    <dgm:param type="dstNode" val="topConnNode2"/>
                                  </dgm:alg>
                                </dgm:if>
                                <dgm:if name="Name47" axis="par" ptType="asst" func="cnt" op="equ" val="1">
                                  <dgm:alg type="conn">
                                    <dgm:param type="connRout" val="bend"/>
                                    <dgm:param type="dim" val="1D"/>
                                    <dgm:param type="endSty" val="noArr"/>
                                    <dgm:param type="begPts" val="bCtr"/>
                                    <dgm:param type="endPts" val="bL bR"/>
                                    <dgm:param type="srcNode" val="bottomArc3"/>
                                    <dgm:param type="dstNode" val="topConnNode2"/>
                                  </dgm:alg>
                                </dgm:if>
                                <dgm:else name="Name48">
                                  <dgm:alg type="conn">
                                    <dgm:param type="connRout" val="bend"/>
                                    <dgm:param type="dim" val="1D"/>
                                    <dgm:param type="endSty" val="noArr"/>
                                    <dgm:param type="begPts" val="bCtr"/>
                                    <dgm:param type="endPts" val="bL bR"/>
                                    <dgm:param type="srcNode" val="bottomArc2"/>
                                    <dgm:param type="dstNode" val="topConnNode2"/>
                                  </dgm:alg>
                                </dgm:else>
                              </dgm:choose>
                            </dgm:if>
                            <dgm:else name="Name49">
                              <dgm:choose name="Name50">
                                <dgm:if name="Name51" axis="self" func="depth" op="lte" val="2">
                                  <dgm:alg type="conn">
                                    <dgm:param type="connRout" val="bend"/>
                                    <dgm:param type="dim" val="1D"/>
                                    <dgm:param type="endSty" val="noArr"/>
                                    <dgm:param type="begPts" val="bCtr"/>
                                    <dgm:param type="endPts" val="tCtr"/>
                                    <dgm:param type="bendPt" val="end"/>
                                    <dgm:param type="srcNode" val="bottomArc1"/>
                                    <dgm:param type="dstNode" val="topArc2"/>
                                  </dgm:alg>
                                </dgm:if>
                                <dgm:if name="Name52" axis="par" ptType="asst" func="cnt" op="equ" val="1">
                                  <dgm:alg type="conn">
                                    <dgm:param type="connRout" val="bend"/>
                                    <dgm:param type="dim" val="1D"/>
                                    <dgm:param type="endSty" val="noArr"/>
                                    <dgm:param type="begPts" val="bCtr"/>
                                    <dgm:param type="endPts" val="tCtr"/>
                                    <dgm:param type="bendPt" val="end"/>
                                    <dgm:param type="srcNode" val="bottomArc3"/>
                                    <dgm:param type="dstNode" val="topArc2"/>
                                  </dgm:alg>
                                </dgm:if>
                                <dgm:else name="Name53">
                                  <dgm:alg type="conn">
                                    <dgm:param type="connRout" val="bend"/>
                                    <dgm:param type="dim" val="1D"/>
                                    <dgm:param type="endSty" val="noArr"/>
                                    <dgm:param type="begPts" val="bCtr"/>
                                    <dgm:param type="endPts" val="tCtr"/>
                                    <dgm:param type="bendPt" val="end"/>
                                    <dgm:param type="srcNode" val="bottomArc2"/>
                                    <dgm:param type="dstNode" val="topArc2"/>
                                  </dgm:alg>
                                </dgm:else>
                              </dgm:choose>
                            </dgm:else>
                          </dgm:choose>
                        </dgm:else>
                      </dgm:choose>
                    </dgm:if>
                    <dgm:else name="Name54">
                      <dgm:choose name="Name55">
                        <dgm:if name="Name56" axis="self" func="depth" op="lte" val="2">
                          <dgm:alg type="conn">
                            <dgm:param type="connRout" val="bend"/>
                            <dgm:param type="dim" val="1D"/>
                            <dgm:param type="endSty" val="noArr"/>
                            <dgm:param type="begPts" val="bCtr"/>
                            <dgm:param type="endPts" val="bL bR"/>
                            <dgm:param type="srcNode" val="bottomArc1"/>
                            <dgm:param type="dstNode" val="topConnNode2"/>
                          </dgm:alg>
                        </dgm:if>
                        <dgm:if name="Name57" axis="par" ptType="asst" func="cnt" op="equ" val="1">
                          <dgm:alg type="conn">
                            <dgm:param type="connRout" val="bend"/>
                            <dgm:param type="dim" val="1D"/>
                            <dgm:param type="endSty" val="noArr"/>
                            <dgm:param type="begPts" val="bCtr"/>
                            <dgm:param type="endPts" val="bL bR"/>
                            <dgm:param type="srcNode" val="bottomArc3"/>
                            <dgm:param type="dstNode" val="topConnNode2"/>
                          </dgm:alg>
                        </dgm:if>
                        <dgm:else name="Name58">
                          <dgm:alg type="conn">
                            <dgm:param type="connRout" val="bend"/>
                            <dgm:param type="dim" val="1D"/>
                            <dgm:param type="endSty" val="noArr"/>
                            <dgm:param type="begPts" val="bCtr"/>
                            <dgm:param type="endPts" val="bL bR"/>
                            <dgm:param type="srcNode" val="bottomArc2"/>
                            <dgm:param type="dstNode" val="topConnNode2"/>
                          </dgm:alg>
                        </dgm:else>
                      </dgm:choose>
                    </dgm:else>
                  </dgm:choose>
                  <dgm:shape xmlns:r="http://schemas.openxmlformats.org/officeDocument/2006/relationships" type="conn" r:blip="" zOrderOff="-99999">
                    <dgm:adjLst/>
                  </dgm:shape>
                  <dgm:presOf axis="self"/>
                  <dgm:constrLst>
                    <dgm:constr type="begPad"/>
                    <dgm:constr type="endPad"/>
                  </dgm:constrLst>
                </dgm:layoutNode>
              </dgm:forEach>
              <dgm:layoutNode name="hierRoot2">
                <dgm:varLst>
                  <dgm:hierBranch val="init"/>
                </dgm:varLst>
                <dgm:choose name="Name59">
                  <dgm:if name="Name60" func="var" arg="hierBranch" op="equ" val="l">
                    <dgm:alg type="hierRoot">
                      <dgm:param type="hierAlign" val="tR"/>
                    </dgm:alg>
                    <dgm:shape xmlns:r="http://schemas.openxmlformats.org/officeDocument/2006/relationships" r:blip="">
                      <dgm:adjLst/>
                    </dgm:shape>
                    <dgm:presOf/>
                    <dgm:constrLst>
                      <dgm:constr type="alignOff" val="0.65"/>
                    </dgm:constrLst>
                  </dgm:if>
                  <dgm:if name="Name61" func="var" arg="hierBranch" op="equ" val="r">
                    <dgm:alg type="hierRoot">
                      <dgm:param type="hierAlign" val="tL"/>
                    </dgm:alg>
                    <dgm:shape xmlns:r="http://schemas.openxmlformats.org/officeDocument/2006/relationships" r:blip="">
                      <dgm:adjLst/>
                    </dgm:shape>
                    <dgm:presOf/>
                    <dgm:constrLst>
                      <dgm:constr type="alignOff" val="0.65"/>
                    </dgm:constrLst>
                  </dgm:if>
                  <dgm:if name="Name62"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63" func="var" arg="hierBranch" op="equ" val="init">
                    <dgm:choose name="Name64">
                      <dgm:if name="Name65" axis="des" func="maxDepth" op="lte" val="1">
                        <dgm:alg type="hierRoot">
                          <dgm:param type="hierAlign" val="tL"/>
                        </dgm:alg>
                        <dgm:shape xmlns:r="http://schemas.openxmlformats.org/officeDocument/2006/relationships" r:blip="">
                          <dgm:adjLst/>
                        </dgm:shape>
                        <dgm:presOf/>
                        <dgm:constrLst>
                          <dgm:constr type="alignOff" val="0.65"/>
                        </dgm:constrLst>
                      </dgm:if>
                      <dgm:else name="Name6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67">
                    <dgm:alg type="hierRoot"/>
                    <dgm:shape xmlns:r="http://schemas.openxmlformats.org/officeDocument/2006/relationships" r:blip="">
                      <dgm:adjLst/>
                    </dgm:shape>
                    <dgm:presOf/>
                    <dgm:constrLst>
                      <dgm:constr type="alignOff" val="0.65"/>
                    </dgm:constrLst>
                  </dgm:else>
                </dgm:choose>
                <dgm:layoutNode name="rootComposite2">
                  <dgm:alg type="composite"/>
                  <dgm:shape xmlns:r="http://schemas.openxmlformats.org/officeDocument/2006/relationships" r:blip="">
                    <dgm:adjLst/>
                  </dgm:shape>
                  <dgm:presOf axis="self" ptType="node" cnt="1"/>
                  <dgm:choose name="Name68">
                    <dgm:if name="Name69" func="var" arg="hierBranch" op="equ" val="init">
                      <dgm:constrLst>
                        <dgm:constr type="l" for="ch" forName="rootText2"/>
                        <dgm:constr type="t" for="ch" forName="rootText2" refType="h" fact="0.18"/>
                        <dgm:constr type="w" for="ch" forName="rootText2" refType="w"/>
                        <dgm:constr type="h" for="ch" forName="rootText2" refType="h" fact="0.64"/>
                        <dgm:constr type="l" for="ch" forName="topArc2" refType="w" fact="0.25"/>
                        <dgm:constr type="t" for="ch" forName="topArc2"/>
                        <dgm:constr type="w" for="ch" forName="topArc2" refType="h" refFor="ch" refForName="topArc2"/>
                        <dgm:constr type="h" for="ch" forName="topArc2" refType="h"/>
                        <dgm:constr type="l" for="ch" forName="bottomArc2" refType="w" fact="0.25"/>
                        <dgm:constr type="t" for="ch" forName="bottomArc2"/>
                        <dgm:constr type="w" for="ch" forName="bottomArc2" refType="h" refFor="ch" refForName="bottomArc2"/>
                        <dgm:constr type="h" for="ch" forName="bottomArc2" refType="h"/>
                        <dgm:constr type="ctrX" for="ch" forName="topConnNode2" refType="w" fact="0.5"/>
                        <dgm:constr type="t" for="ch" forName="topConnNode2"/>
                        <dgm:constr type="w" for="ch" forName="topConnNode2" refType="h" fact="0.76"/>
                        <dgm:constr type="b" for="ch" forName="topConnNode2" refType="t" refFor="ch" refForName="rootText2"/>
                      </dgm:constrLst>
                    </dgm:if>
                    <dgm:if name="Name70" func="var" arg="hierBranch" op="equ" val="l">
                      <dgm:constrLst>
                        <dgm:constr type="l" for="ch" forName="rootText2"/>
                        <dgm:constr type="t" for="ch" forName="rootText2" refType="h" fact="0.18"/>
                        <dgm:constr type="w" for="ch" forName="rootText2" refType="w"/>
                        <dgm:constr type="h" for="ch" forName="rootText2" refType="h" fact="0.64"/>
                        <dgm:constr type="l" for="ch" forName="topArc2" refType="w" fact="0.25"/>
                        <dgm:constr type="t" for="ch" forName="topArc2"/>
                        <dgm:constr type="w" for="ch" forName="topArc2" refType="h" refFor="ch" refForName="topArc2"/>
                        <dgm:constr type="h" for="ch" forName="topArc2" refType="h"/>
                        <dgm:constr type="l" for="ch" forName="bottomArc2" refType="w" fact="0.25"/>
                        <dgm:constr type="t" for="ch" forName="bottomArc2"/>
                        <dgm:constr type="w" for="ch" forName="bottomArc2" refType="h" refFor="ch" refForName="bottomArc2"/>
                        <dgm:constr type="h" for="ch" forName="bottomArc2" refType="h"/>
                        <dgm:constr type="ctrX" for="ch" forName="topConnNode2" refType="w" fact="0.5"/>
                        <dgm:constr type="t" for="ch" forName="topConnNode2"/>
                        <dgm:constr type="w" for="ch" forName="topConnNode2" refType="h" fact="0.76"/>
                        <dgm:constr type="b" for="ch" forName="topConnNode2" refType="t" refFor="ch" refForName="rootText2"/>
                      </dgm:constrLst>
                    </dgm:if>
                    <dgm:if name="Name71" func="var" arg="hierBranch" op="equ" val="r">
                      <dgm:constrLst>
                        <dgm:constr type="l" for="ch" forName="rootText2"/>
                        <dgm:constr type="t" for="ch" forName="rootText2" refType="h" fact="0.18"/>
                        <dgm:constr type="w" for="ch" forName="rootText2" refType="w"/>
                        <dgm:constr type="h" for="ch" forName="rootText2" refType="h" fact="0.64"/>
                        <dgm:constr type="l" for="ch" forName="topArc2" refType="w" fact="0.25"/>
                        <dgm:constr type="t" for="ch" forName="topArc2"/>
                        <dgm:constr type="w" for="ch" forName="topArc2" refType="h" refFor="ch" refForName="topArc2"/>
                        <dgm:constr type="h" for="ch" forName="topArc2" refType="h"/>
                        <dgm:constr type="l" for="ch" forName="bottomArc2" refType="w" fact="0.25"/>
                        <dgm:constr type="t" for="ch" forName="bottomArc2"/>
                        <dgm:constr type="w" for="ch" forName="bottomArc2" refType="h" refFor="ch" refForName="bottomArc2"/>
                        <dgm:constr type="h" for="ch" forName="bottomArc2" refType="h"/>
                        <dgm:constr type="ctrX" for="ch" forName="topConnNode2" refType="w" fact="0.5"/>
                        <dgm:constr type="t" for="ch" forName="topConnNode2"/>
                        <dgm:constr type="w" for="ch" forName="topConnNode2" refType="h" fact="0.76"/>
                        <dgm:constr type="b" for="ch" forName="topConnNode2" refType="t" refFor="ch" refForName="rootText2"/>
                      </dgm:constrLst>
                    </dgm:if>
                    <dgm:else name="Name72">
                      <dgm:constrLst>
                        <dgm:constr type="l" for="ch" forName="rootText2"/>
                        <dgm:constr type="t" for="ch" forName="rootText2" refType="h" fact="0.18"/>
                        <dgm:constr type="w" for="ch" forName="rootText2" refType="w"/>
                        <dgm:constr type="h" for="ch" forName="rootText2" refType="h" fact="0.64"/>
                        <dgm:constr type="l" for="ch" forName="topArc2" refType="w" fact="0.25"/>
                        <dgm:constr type="t" for="ch" forName="topArc2"/>
                        <dgm:constr type="w" for="ch" forName="topArc2" refType="h" refFor="ch" refForName="topArc2"/>
                        <dgm:constr type="h" for="ch" forName="topArc2" refType="h"/>
                        <dgm:constr type="l" for="ch" forName="bottomArc2" refType="w" fact="0.25"/>
                        <dgm:constr type="t" for="ch" forName="bottomArc2"/>
                        <dgm:constr type="w" for="ch" forName="bottomArc2" refType="h" refFor="ch" refForName="bottomArc2"/>
                        <dgm:constr type="h" for="ch" forName="bottomArc2" refType="h"/>
                        <dgm:constr type="ctrX" for="ch" forName="topConnNode2" refType="w" fact="0.5"/>
                        <dgm:constr type="t" for="ch" forName="topConnNode2"/>
                        <dgm:constr type="w" for="ch" forName="topConnNode2" refType="h" fact="0.76"/>
                        <dgm:constr type="b" for="ch" forName="topConnNode2" refType="t" refFor="ch" refForName="rootText2"/>
                      </dgm:constrLst>
                    </dgm:else>
                  </dgm:choose>
                  <dgm:layoutNode name="rootText2" styleLbl="alignAcc1">
                    <dgm:varLst>
                      <dgm:chPref val="3"/>
                    </dgm:varLst>
                    <dgm:alg type="tx"/>
                    <dgm:shape xmlns:r="http://schemas.openxmlformats.org/officeDocument/2006/relationships" type="rect" r:blip="" hideGeom="1">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topArc2" styleLbl="parChTrans1D1" moveWith="rootText2">
                    <dgm:alg type="sp"/>
                    <dgm:shape xmlns:r="http://schemas.openxmlformats.org/officeDocument/2006/relationships" type="arc" r:blip="" zOrderOff="-2">
                      <dgm:adjLst>
                        <dgm:adj idx="1" val="-140"/>
                        <dgm:adj idx="2" val="-40"/>
                      </dgm:adjLst>
                    </dgm:shape>
                    <dgm:presOf/>
                  </dgm:layoutNode>
                  <dgm:layoutNode name="bottomArc2" styleLbl="parChTrans1D1" moveWith="rootText2">
                    <dgm:alg type="sp"/>
                    <dgm:shape xmlns:r="http://schemas.openxmlformats.org/officeDocument/2006/relationships" type="arc" r:blip="" zOrderOff="-2">
                      <dgm:adjLst>
                        <dgm:adj idx="1" val="40"/>
                        <dgm:adj idx="2" val="140"/>
                      </dgm:adjLst>
                    </dgm:shape>
                    <dgm:presOf/>
                  </dgm:layoutNode>
                  <dgm:layoutNode name="topConnNode2" moveWith="rootText2">
                    <dgm:alg type="sp"/>
                    <dgm:shape xmlns:r="http://schemas.openxmlformats.org/officeDocument/2006/relationships" type="rect" r:blip="" hideGeom="1">
                      <dgm:adjLst/>
                    </dgm:shape>
                    <dgm:presOf axis="self" ptType="node" cnt="1"/>
                  </dgm:layoutNode>
                </dgm:layoutNode>
                <dgm:layoutNode name="hierChild4">
                  <dgm:choose name="Name73">
                    <dgm:if name="Name74" func="var" arg="hierBranch" op="equ" val="l">
                      <dgm:alg type="hierChild">
                        <dgm:param type="chAlign" val="r"/>
                        <dgm:param type="linDir" val="fromT"/>
                      </dgm:alg>
                    </dgm:if>
                    <dgm:if name="Name75" func="var" arg="hierBranch" op="equ" val="r">
                      <dgm:alg type="hierChild">
                        <dgm:param type="chAlign" val="l"/>
                        <dgm:param type="linDir" val="fromT"/>
                      </dgm:alg>
                    </dgm:if>
                    <dgm:if name="Name76" func="var" arg="hierBranch" op="equ" val="hang">
                      <dgm:choose name="Name77">
                        <dgm:if name="Name78" func="var" arg="dir" op="equ" val="norm">
                          <dgm:alg type="hierChild">
                            <dgm:param type="chAlign" val="l"/>
                            <dgm:param type="linDir" val="fromL"/>
                            <dgm:param type="secChAlign" val="t"/>
                            <dgm:param type="secLinDir" val="fromT"/>
                          </dgm:alg>
                        </dgm:if>
                        <dgm:else name="Name79">
                          <dgm:alg type="hierChild">
                            <dgm:param type="chAlign" val="l"/>
                            <dgm:param type="linDir" val="fromR"/>
                            <dgm:param type="secChAlign" val="t"/>
                            <dgm:param type="secLinDir" val="fromT"/>
                          </dgm:alg>
                        </dgm:else>
                      </dgm:choose>
                    </dgm:if>
                    <dgm:if name="Name80" func="var" arg="hierBranch" op="equ" val="std">
                      <dgm:choose name="Name81">
                        <dgm:if name="Name82" func="var" arg="dir" op="equ" val="norm">
                          <dgm:alg type="hierChild"/>
                        </dgm:if>
                        <dgm:else name="Name83">
                          <dgm:alg type="hierChild">
                            <dgm:param type="linDir" val="fromR"/>
                          </dgm:alg>
                        </dgm:else>
                      </dgm:choose>
                    </dgm:if>
                    <dgm:if name="Name84" func="var" arg="hierBranch" op="equ" val="init">
                      <dgm:choose name="Name85">
                        <dgm:if name="Name86" axis="des" func="maxDepth" op="lte" val="1">
                          <dgm:alg type="hierChild">
                            <dgm:param type="chAlign" val="l"/>
                            <dgm:param type="linDir" val="fromT"/>
                          </dgm:alg>
                        </dgm:if>
                        <dgm:else name="Name87">
                          <dgm:choose name="Name88">
                            <dgm:if name="Name89" func="var" arg="dir" op="equ" val="norm">
                              <dgm:alg type="hierChild"/>
                            </dgm:if>
                            <dgm:else name="Name90">
                              <dgm:alg type="hierChild">
                                <dgm:param type="linDir" val="fromR"/>
                              </dgm:alg>
                            </dgm:else>
                          </dgm:choose>
                        </dgm:else>
                      </dgm:choose>
                    </dgm:if>
                    <dgm:else name="Name91"/>
                  </dgm:choose>
                  <dgm:shape xmlns:r="http://schemas.openxmlformats.org/officeDocument/2006/relationships" r:blip="">
                    <dgm:adjLst/>
                  </dgm:shape>
                  <dgm:presOf/>
                  <dgm:forEach name="Name92" ref="rep2a"/>
                </dgm:layoutNode>
                <dgm:layoutNode name="hierChild5">
                  <dgm:choose name="Name93">
                    <dgm:if name="Name94" func="var" arg="dir" op="equ" val="norm">
                      <dgm:alg type="hierChild">
                        <dgm:param type="chAlign" val="l"/>
                        <dgm:param type="linDir" val="fromL"/>
                        <dgm:param type="secChAlign" val="t"/>
                        <dgm:param type="secLinDir" val="fromT"/>
                      </dgm:alg>
                    </dgm:if>
                    <dgm:else name="Name95">
                      <dgm:alg type="hierChild">
                        <dgm:param type="chAlign" val="l"/>
                        <dgm:param type="linDir" val="fromR"/>
                        <dgm:param type="secChAlign" val="t"/>
                        <dgm:param type="secLinDir" val="fromT"/>
                      </dgm:alg>
                    </dgm:else>
                  </dgm:choose>
                  <dgm:shape xmlns:r="http://schemas.openxmlformats.org/officeDocument/2006/relationships" r:blip="">
                    <dgm:adjLst/>
                  </dgm:shape>
                  <dgm:presOf/>
                  <dgm:forEach name="Name96" ref="rep2b"/>
                </dgm:layoutNode>
              </dgm:layoutNode>
            </dgm:forEach>
          </dgm:layoutNode>
          <dgm:layoutNode name="hierChild3">
            <dgm:choose name="Name97">
              <dgm:if name="Name98" func="var" arg="dir" op="equ" val="norm">
                <dgm:alg type="hierChild">
                  <dgm:param type="chAlign" val="l"/>
                  <dgm:param type="linDir" val="fromL"/>
                  <dgm:param type="secChAlign" val="t"/>
                  <dgm:param type="secLinDir" val="fromT"/>
                </dgm:alg>
              </dgm:if>
              <dgm:else name="Name99">
                <dgm:alg type="hierChild">
                  <dgm:param type="chAlign" val="l"/>
                  <dgm:param type="linDir" val="fromR"/>
                  <dgm:param type="secChAlign" val="t"/>
                  <dgm:param type="secLinDir" val="fromT"/>
                </dgm:alg>
              </dgm:else>
            </dgm:choose>
            <dgm:shape xmlns:r="http://schemas.openxmlformats.org/officeDocument/2006/relationships" r:blip="">
              <dgm:adjLst/>
            </dgm:shape>
            <dgm:presOf/>
            <dgm:forEach name="rep2b" axis="ch" ptType="asst">
              <dgm:forEach name="Name100" axis="precedSib" ptType="parTrans" st="-1" cnt="1">
                <dgm:layoutNode name="Name101">
                  <dgm:choose name="Name102">
                    <dgm:if name="Name103" axis="self" func="depth" op="lte" val="2">
                      <dgm:alg type="conn">
                        <dgm:param type="connRout" val="bend"/>
                        <dgm:param type="dim" val="1D"/>
                        <dgm:param type="endSty" val="noArr"/>
                        <dgm:param type="begPts" val="bCtr"/>
                        <dgm:param type="endPts" val="bL bR"/>
                        <dgm:param type="srcNode" val="bottomArc1"/>
                        <dgm:param type="dstNode" val="topConnNode3"/>
                      </dgm:alg>
                    </dgm:if>
                    <dgm:if name="Name104" axis="par" ptType="asst" func="cnt" op="equ" val="1">
                      <dgm:alg type="conn">
                        <dgm:param type="connRout" val="bend"/>
                        <dgm:param type="dim" val="1D"/>
                        <dgm:param type="endSty" val="noArr"/>
                        <dgm:param type="begPts" val="bCtr"/>
                        <dgm:param type="endPts" val="bL bR"/>
                        <dgm:param type="srcNode" val="bottomArc3"/>
                        <dgm:param type="dstNode" val="topConnNode3"/>
                      </dgm:alg>
                    </dgm:if>
                    <dgm:else name="Name105">
                      <dgm:alg type="conn">
                        <dgm:param type="connRout" val="bend"/>
                        <dgm:param type="dim" val="1D"/>
                        <dgm:param type="endSty" val="noArr"/>
                        <dgm:param type="begPts" val="bCtr"/>
                        <dgm:param type="endPts" val="bL bR"/>
                        <dgm:param type="srcNode" val="bottomArc2"/>
                        <dgm:param type="dstNode" val="topConnNode3"/>
                      </dgm:alg>
                    </dgm:else>
                  </dgm:choose>
                  <dgm:shape xmlns:r="http://schemas.openxmlformats.org/officeDocument/2006/relationships" type="conn" r:blip="" zOrderOff="-99999">
                    <dgm:adjLst/>
                  </dgm:shape>
                  <dgm:presOf axis="self"/>
                  <dgm:constrLst>
                    <dgm:constr type="begPad"/>
                    <dgm:constr type="endPad"/>
                  </dgm:constrLst>
                </dgm:layoutNode>
              </dgm:forEach>
              <dgm:layoutNode name="hierRoot3">
                <dgm:varLst>
                  <dgm:hierBranch val="init"/>
                </dgm:varLst>
                <dgm:choose name="Name106">
                  <dgm:if name="Name107" func="var" arg="hierBranch" op="equ" val="l">
                    <dgm:alg type="hierRoot">
                      <dgm:param type="hierAlign" val="tR"/>
                    </dgm:alg>
                    <dgm:shape xmlns:r="http://schemas.openxmlformats.org/officeDocument/2006/relationships" r:blip="">
                      <dgm:adjLst/>
                    </dgm:shape>
                    <dgm:presOf/>
                    <dgm:constrLst>
                      <dgm:constr type="alignOff" val="0.65"/>
                    </dgm:constrLst>
                  </dgm:if>
                  <dgm:if name="Name108" func="var" arg="hierBranch" op="equ" val="r">
                    <dgm:alg type="hierRoot">
                      <dgm:param type="hierAlign" val="tL"/>
                    </dgm:alg>
                    <dgm:shape xmlns:r="http://schemas.openxmlformats.org/officeDocument/2006/relationships" r:blip="">
                      <dgm:adjLst/>
                    </dgm:shape>
                    <dgm:presOf/>
                    <dgm:constrLst>
                      <dgm:constr type="alignOff" val="0.65"/>
                    </dgm:constrLst>
                  </dgm:if>
                  <dgm:if name="Name109" func="var" arg="hierBranch" op="equ" val="hang">
                    <dgm:alg type="hierRoot"/>
                    <dgm:shape xmlns:r="http://schemas.openxmlformats.org/officeDocument/2006/relationships" r:blip="">
                      <dgm:adjLst/>
                    </dgm:shape>
                    <dgm:presOf/>
                    <dgm:constrLst>
                      <dgm:constr type="alignOff" val="0.65"/>
                    </dgm:constrLst>
                  </dgm:if>
                  <dgm:if name="Name110"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1" func="var" arg="hierBranch" op="equ" val="init">
                    <dgm:choose name="Name112">
                      <dgm:if name="Name113" axis="des" func="maxDepth" op="lte" val="1">
                        <dgm:alg type="hierRoot">
                          <dgm:param type="hierAlign" val="tL"/>
                        </dgm:alg>
                        <dgm:shape xmlns:r="http://schemas.openxmlformats.org/officeDocument/2006/relationships" r:blip="">
                          <dgm:adjLst/>
                        </dgm:shape>
                        <dgm:presOf/>
                        <dgm:constrLst>
                          <dgm:constr type="alignOff" val="0.65"/>
                        </dgm:constrLst>
                      </dgm:if>
                      <dgm:else name="Name114">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15"/>
                </dgm:choose>
                <dgm:layoutNode name="rootComposite3">
                  <dgm:alg type="composite"/>
                  <dgm:shape xmlns:r="http://schemas.openxmlformats.org/officeDocument/2006/relationships" r:blip="">
                    <dgm:adjLst/>
                  </dgm:shape>
                  <dgm:presOf axis="self" ptType="node" cnt="1"/>
                  <dgm:choose name="Name116">
                    <dgm:if name="Name117" func="var" arg="hierBranch" op="equ" val="init">
                      <dgm:constrLst>
                        <dgm:constr type="l" for="ch" forName="rootText3"/>
                        <dgm:constr type="t" for="ch" forName="rootText3" refType="h" fact="0.18"/>
                        <dgm:constr type="w" for="ch" forName="rootText3" refType="w"/>
                        <dgm:constr type="h" for="ch" forName="rootText3" refType="h" fact="0.64"/>
                        <dgm:constr type="l" for="ch" forName="topArc3" refType="w" fact="0.25"/>
                        <dgm:constr type="t" for="ch" forName="topArc3"/>
                        <dgm:constr type="w" for="ch" forName="topArc3" refType="h" refFor="ch" refForName="topArc3"/>
                        <dgm:constr type="h" for="ch" forName="topArc3" refType="h"/>
                        <dgm:constr type="l" for="ch" forName="bottomArc3" refType="w" fact="0.25"/>
                        <dgm:constr type="t" for="ch" forName="bottomArc3"/>
                        <dgm:constr type="w" for="ch" forName="bottomArc3" refType="h" refFor="ch" refForName="bottomArc3"/>
                        <dgm:constr type="h" for="ch" forName="bottomArc3" refType="h"/>
                        <dgm:constr type="ctrX" for="ch" forName="topConnNode3" refType="w" fact="0.5"/>
                        <dgm:constr type="t" for="ch" forName="topConnNode3"/>
                        <dgm:constr type="w" for="ch" forName="topConnNode3" refType="h" fact="0.76"/>
                        <dgm:constr type="b" for="ch" forName="topConnNode3" refType="t" refFor="ch" refForName="rootText3"/>
                      </dgm:constrLst>
                    </dgm:if>
                    <dgm:if name="Name118" func="var" arg="hierBranch" op="equ" val="l">
                      <dgm:constrLst>
                        <dgm:constr type="l" for="ch" forName="rootText3"/>
                        <dgm:constr type="t" for="ch" forName="rootText3" refType="h" fact="0.18"/>
                        <dgm:constr type="w" for="ch" forName="rootText3" refType="w"/>
                        <dgm:constr type="h" for="ch" forName="rootText3" refType="h" fact="0.64"/>
                        <dgm:constr type="l" for="ch" forName="topArc3" refType="w" fact="0.25"/>
                        <dgm:constr type="t" for="ch" forName="topArc3"/>
                        <dgm:constr type="w" for="ch" forName="topArc3" refType="h" refFor="ch" refForName="topArc3"/>
                        <dgm:constr type="h" for="ch" forName="topArc3" refType="h"/>
                        <dgm:constr type="l" for="ch" forName="bottomArc3" refType="w" fact="0.25"/>
                        <dgm:constr type="t" for="ch" forName="bottomArc3"/>
                        <dgm:constr type="w" for="ch" forName="bottomArc3" refType="h" refFor="ch" refForName="bottomArc3"/>
                        <dgm:constr type="h" for="ch" forName="bottomArc3" refType="h"/>
                        <dgm:constr type="ctrX" for="ch" forName="topConnNode3" refType="w" fact="0.5"/>
                        <dgm:constr type="t" for="ch" forName="topConnNode3"/>
                        <dgm:constr type="w" for="ch" forName="topConnNode3" refType="h" fact="0.76"/>
                        <dgm:constr type="b" for="ch" forName="topConnNode3" refType="t" refFor="ch" refForName="rootText3"/>
                      </dgm:constrLst>
                    </dgm:if>
                    <dgm:if name="Name119" func="var" arg="hierBranch" op="equ" val="r">
                      <dgm:constrLst>
                        <dgm:constr type="l" for="ch" forName="rootText3"/>
                        <dgm:constr type="t" for="ch" forName="rootText3" refType="h" fact="0.18"/>
                        <dgm:constr type="w" for="ch" forName="rootText3" refType="w"/>
                        <dgm:constr type="h" for="ch" forName="rootText3" refType="h" fact="0.64"/>
                        <dgm:constr type="l" for="ch" forName="topArc3" refType="w" fact="0.25"/>
                        <dgm:constr type="t" for="ch" forName="topArc3"/>
                        <dgm:constr type="w" for="ch" forName="topArc3" refType="h" refFor="ch" refForName="topArc3"/>
                        <dgm:constr type="h" for="ch" forName="topArc3" refType="h"/>
                        <dgm:constr type="l" for="ch" forName="bottomArc3" refType="w" fact="0.25"/>
                        <dgm:constr type="t" for="ch" forName="bottomArc3"/>
                        <dgm:constr type="w" for="ch" forName="bottomArc3" refType="h" refFor="ch" refForName="bottomArc3"/>
                        <dgm:constr type="h" for="ch" forName="bottomArc3" refType="h"/>
                        <dgm:constr type="ctrX" for="ch" forName="topConnNode3" refType="w" fact="0.5"/>
                        <dgm:constr type="t" for="ch" forName="topConnNode3"/>
                        <dgm:constr type="w" for="ch" forName="topConnNode3" refType="h" fact="0.76"/>
                        <dgm:constr type="b" for="ch" forName="topConnNode3" refType="t" refFor="ch" refForName="rootText3"/>
                      </dgm:constrLst>
                    </dgm:if>
                    <dgm:else name="Name120">
                      <dgm:constrLst>
                        <dgm:constr type="l" for="ch" forName="rootText3"/>
                        <dgm:constr type="t" for="ch" forName="rootText3" refType="h" fact="0.18"/>
                        <dgm:constr type="w" for="ch" forName="rootText3" refType="w"/>
                        <dgm:constr type="h" for="ch" forName="rootText3" refType="h" fact="0.64"/>
                        <dgm:constr type="l" for="ch" forName="topArc3" refType="w" fact="0.25"/>
                        <dgm:constr type="t" for="ch" forName="topArc3"/>
                        <dgm:constr type="w" for="ch" forName="topArc3" refType="h" refFor="ch" refForName="topArc3"/>
                        <dgm:constr type="h" for="ch" forName="topArc3" refType="h"/>
                        <dgm:constr type="l" for="ch" forName="bottomArc3" refType="w" fact="0.25"/>
                        <dgm:constr type="t" for="ch" forName="bottomArc3"/>
                        <dgm:constr type="w" for="ch" forName="bottomArc3" refType="h" refFor="ch" refForName="bottomArc3"/>
                        <dgm:constr type="h" for="ch" forName="bottomArc3" refType="h"/>
                        <dgm:constr type="ctrX" for="ch" forName="topConnNode3" refType="w" fact="0.5"/>
                        <dgm:constr type="t" for="ch" forName="topConnNode3"/>
                        <dgm:constr type="w" for="ch" forName="topConnNode3" refType="h" fact="0.76"/>
                        <dgm:constr type="b" for="ch" forName="topConnNode3" refType="t" refFor="ch" refForName="rootText3"/>
                      </dgm:constrLst>
                    </dgm:else>
                  </dgm:choose>
                  <dgm:layoutNode name="rootText3" styleLbl="alignAcc1">
                    <dgm:varLst>
                      <dgm:chPref val="3"/>
                    </dgm:varLst>
                    <dgm:alg type="tx"/>
                    <dgm:shape xmlns:r="http://schemas.openxmlformats.org/officeDocument/2006/relationships" type="rect" r:blip="" hideGeom="1">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topArc3" styleLbl="parChTrans1D1" moveWith="rootText3">
                    <dgm:alg type="sp"/>
                    <dgm:shape xmlns:r="http://schemas.openxmlformats.org/officeDocument/2006/relationships" type="arc" r:blip="" zOrderOff="-2">
                      <dgm:adjLst>
                        <dgm:adj idx="1" val="-140"/>
                        <dgm:adj idx="2" val="-40"/>
                      </dgm:adjLst>
                    </dgm:shape>
                    <dgm:presOf/>
                  </dgm:layoutNode>
                  <dgm:layoutNode name="bottomArc3" styleLbl="parChTrans1D1" moveWith="rootText3">
                    <dgm:alg type="sp"/>
                    <dgm:shape xmlns:r="http://schemas.openxmlformats.org/officeDocument/2006/relationships" type="arc" r:blip="" zOrderOff="-2">
                      <dgm:adjLst>
                        <dgm:adj idx="1" val="40"/>
                        <dgm:adj idx="2" val="140"/>
                      </dgm:adjLst>
                    </dgm:shape>
                    <dgm:presOf/>
                  </dgm:layoutNode>
                  <dgm:layoutNode name="topConnNode3" moveWith="rootText3">
                    <dgm:alg type="sp"/>
                    <dgm:shape xmlns:r="http://schemas.openxmlformats.org/officeDocument/2006/relationships" type="rect" r:blip="" hideGeom="1">
                      <dgm:adjLst/>
                    </dgm:shape>
                    <dgm:presOf axis="self" ptType="node" cnt="1"/>
                  </dgm:layoutNode>
                </dgm:layoutNode>
                <dgm:layoutNode name="hierChild6">
                  <dgm:choose name="Name121">
                    <dgm:if name="Name122" func="var" arg="hierBranch" op="equ" val="l">
                      <dgm:alg type="hierChild">
                        <dgm:param type="chAlign" val="r"/>
                        <dgm:param type="linDir" val="fromT"/>
                      </dgm:alg>
                    </dgm:if>
                    <dgm:if name="Name123" func="var" arg="hierBranch" op="equ" val="r">
                      <dgm:alg type="hierChild">
                        <dgm:param type="chAlign" val="l"/>
                        <dgm:param type="linDir" val="fromT"/>
                      </dgm:alg>
                    </dgm:if>
                    <dgm:if name="Name124" func="var" arg="hierBranch" op="equ" val="hang">
                      <dgm:choose name="Name125">
                        <dgm:if name="Name126" func="var" arg="dir" op="equ" val="norm">
                          <dgm:alg type="hierChild">
                            <dgm:param type="chAlign" val="l"/>
                            <dgm:param type="linDir" val="fromL"/>
                            <dgm:param type="secChAlign" val="t"/>
                            <dgm:param type="secLinDir" val="fromT"/>
                          </dgm:alg>
                        </dgm:if>
                        <dgm:else name="Name127">
                          <dgm:alg type="hierChild">
                            <dgm:param type="chAlign" val="l"/>
                            <dgm:param type="linDir" val="fromR"/>
                            <dgm:param type="secChAlign" val="t"/>
                            <dgm:param type="secLinDir" val="fromT"/>
                          </dgm:alg>
                        </dgm:else>
                      </dgm:choose>
                    </dgm:if>
                    <dgm:if name="Name128" func="var" arg="hierBranch" op="equ" val="std">
                      <dgm:choose name="Name129">
                        <dgm:if name="Name130" func="var" arg="dir" op="equ" val="norm">
                          <dgm:alg type="hierChild"/>
                        </dgm:if>
                        <dgm:else name="Name131">
                          <dgm:alg type="hierChild">
                            <dgm:param type="linDir" val="fromR"/>
                          </dgm:alg>
                        </dgm:else>
                      </dgm:choose>
                    </dgm:if>
                    <dgm:if name="Name132" func="var" arg="hierBranch" op="equ" val="init">
                      <dgm:choose name="Name133">
                        <dgm:if name="Name134" axis="des" func="maxDepth" op="lte" val="1">
                          <dgm:alg type="hierChild">
                            <dgm:param type="chAlign" val="l"/>
                            <dgm:param type="linDir" val="fromT"/>
                          </dgm:alg>
                        </dgm:if>
                        <dgm:else name="Name135">
                          <dgm:alg type="hierChild"/>
                        </dgm:else>
                      </dgm:choose>
                    </dgm:if>
                    <dgm:else name="Name136"/>
                  </dgm:choose>
                  <dgm:shape xmlns:r="http://schemas.openxmlformats.org/officeDocument/2006/relationships" r:blip="">
                    <dgm:adjLst/>
                  </dgm:shape>
                  <dgm:presOf/>
                  <dgm:forEach name="Name137" ref="rep2a"/>
                </dgm:layoutNode>
                <dgm:layoutNode name="hierChild7">
                  <dgm:choose name="Name138">
                    <dgm:if name="Name139" func="var" arg="dir" op="equ" val="norm">
                      <dgm:alg type="hierChild">
                        <dgm:param type="chAlign" val="l"/>
                        <dgm:param type="linDir" val="fromL"/>
                        <dgm:param type="secChAlign" val="t"/>
                        <dgm:param type="secLinDir" val="fromT"/>
                      </dgm:alg>
                    </dgm:if>
                    <dgm:else name="Name140">
                      <dgm:alg type="hierChild">
                        <dgm:param type="chAlign" val="l"/>
                        <dgm:param type="linDir" val="fromR"/>
                        <dgm:param type="secChAlign" val="t"/>
                        <dgm:param type="secLinDir" val="fromT"/>
                      </dgm:alg>
                    </dgm:else>
                  </dgm:choose>
                  <dgm:shape xmlns:r="http://schemas.openxmlformats.org/officeDocument/2006/relationships" r:blip="">
                    <dgm:adjLst/>
                  </dgm:shape>
                  <dgm:presOf/>
                  <dgm:forEach name="Name141"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97364"/>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p:cNvSpPr>
            <a:spLocks noGrp="1"/>
          </p:cNvSpPr>
          <p:nvPr>
            <p:ph type="dt" sz="quarter" idx="1"/>
          </p:nvPr>
        </p:nvSpPr>
        <p:spPr>
          <a:xfrm>
            <a:off x="3884613" y="0"/>
            <a:ext cx="2971800" cy="497364"/>
          </a:xfrm>
          <a:prstGeom prst="rect">
            <a:avLst/>
          </a:prstGeom>
        </p:spPr>
        <p:txBody>
          <a:bodyPr vert="horz" lIns="91440" tIns="45720" rIns="91440" bIns="45720" rtlCol="0"/>
          <a:lstStyle>
            <a:lvl1pPr algn="r">
              <a:defRPr sz="1200"/>
            </a:lvl1pPr>
          </a:lstStyle>
          <a:p>
            <a:pPr>
              <a:defRPr/>
            </a:pPr>
            <a:fld id="{287D9D5A-0DE2-F440-BB14-FEBD80A004E9}" type="datetimeFigureOut">
              <a:rPr lang="en-US"/>
              <a:pPr>
                <a:defRPr/>
              </a:pPr>
              <a:t>27-Mar-26</a:t>
            </a:fld>
            <a:endParaRPr lang="en-US"/>
          </a:p>
        </p:txBody>
      </p:sp>
      <p:sp>
        <p:nvSpPr>
          <p:cNvPr id="4" name="Footer Placeholder 3"/>
          <p:cNvSpPr>
            <a:spLocks noGrp="1"/>
          </p:cNvSpPr>
          <p:nvPr>
            <p:ph type="ftr" sz="quarter" idx="2"/>
          </p:nvPr>
        </p:nvSpPr>
        <p:spPr>
          <a:xfrm>
            <a:off x="0" y="9448185"/>
            <a:ext cx="2971800" cy="497364"/>
          </a:xfrm>
          <a:prstGeom prst="rect">
            <a:avLst/>
          </a:prstGeom>
        </p:spPr>
        <p:txBody>
          <a:bodyPr vert="horz" lIns="91440" tIns="45720" rIns="91440" bIns="45720" rtlCol="0" anchor="b"/>
          <a:lstStyle>
            <a:lvl1pPr algn="l">
              <a:defRPr sz="1200"/>
            </a:lvl1pPr>
          </a:lstStyle>
          <a:p>
            <a:pPr>
              <a:defRPr/>
            </a:pPr>
            <a:endParaRPr lang="en-US"/>
          </a:p>
        </p:txBody>
      </p:sp>
      <p:sp>
        <p:nvSpPr>
          <p:cNvPr id="5" name="Slide Number Placeholder 4"/>
          <p:cNvSpPr>
            <a:spLocks noGrp="1"/>
          </p:cNvSpPr>
          <p:nvPr>
            <p:ph type="sldNum" sz="quarter" idx="3"/>
          </p:nvPr>
        </p:nvSpPr>
        <p:spPr>
          <a:xfrm>
            <a:off x="3884613" y="9448185"/>
            <a:ext cx="2971800" cy="497364"/>
          </a:xfrm>
          <a:prstGeom prst="rect">
            <a:avLst/>
          </a:prstGeom>
        </p:spPr>
        <p:txBody>
          <a:bodyPr vert="horz" lIns="91440" tIns="45720" rIns="91440" bIns="45720" rtlCol="0" anchor="b"/>
          <a:lstStyle>
            <a:lvl1pPr algn="r">
              <a:defRPr sz="1200"/>
            </a:lvl1pPr>
          </a:lstStyle>
          <a:p>
            <a:pPr>
              <a:defRPr/>
            </a:pPr>
            <a:fld id="{DF4354B8-E233-4144-99B1-C56FE32C384D}" type="slidenum">
              <a:rPr lang="en-US"/>
              <a:pPr>
                <a:defRPr/>
              </a:pPr>
              <a:t>‹#›</a:t>
            </a:fld>
            <a:endParaRPr lang="en-US"/>
          </a:p>
        </p:txBody>
      </p:sp>
    </p:spTree>
    <p:extLst>
      <p:ext uri="{BB962C8B-B14F-4D97-AF65-F5344CB8AC3E}">
        <p14:creationId xmlns:p14="http://schemas.microsoft.com/office/powerpoint/2010/main" val="185855280"/>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97364"/>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p:cNvSpPr>
            <a:spLocks noGrp="1"/>
          </p:cNvSpPr>
          <p:nvPr>
            <p:ph type="dt" idx="1"/>
          </p:nvPr>
        </p:nvSpPr>
        <p:spPr>
          <a:xfrm>
            <a:off x="3884613" y="0"/>
            <a:ext cx="2971800" cy="497364"/>
          </a:xfrm>
          <a:prstGeom prst="rect">
            <a:avLst/>
          </a:prstGeom>
        </p:spPr>
        <p:txBody>
          <a:bodyPr vert="horz" lIns="91440" tIns="45720" rIns="91440" bIns="45720" rtlCol="0"/>
          <a:lstStyle>
            <a:lvl1pPr algn="r">
              <a:defRPr sz="1200"/>
            </a:lvl1pPr>
          </a:lstStyle>
          <a:p>
            <a:pPr>
              <a:defRPr/>
            </a:pPr>
            <a:fld id="{8EC71B93-6FEE-7144-B9EF-FF5CB4DBDB93}" type="datetimeFigureOut">
              <a:rPr lang="en-US"/>
              <a:pPr>
                <a:defRPr/>
              </a:pPr>
              <a:t>27-Mar-26</a:t>
            </a:fld>
            <a:endParaRPr lang="en-US"/>
          </a:p>
        </p:txBody>
      </p:sp>
      <p:sp>
        <p:nvSpPr>
          <p:cNvPr id="4" name="Slide Image Placeholder 3"/>
          <p:cNvSpPr>
            <a:spLocks noGrp="1" noRot="1" noChangeAspect="1"/>
          </p:cNvSpPr>
          <p:nvPr>
            <p:ph type="sldImg" idx="2"/>
          </p:nvPr>
        </p:nvSpPr>
        <p:spPr>
          <a:xfrm>
            <a:off x="114300" y="746125"/>
            <a:ext cx="6629400" cy="3730625"/>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724956"/>
            <a:ext cx="5486400" cy="4476274"/>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9448185"/>
            <a:ext cx="2971800" cy="497364"/>
          </a:xfrm>
          <a:prstGeom prst="rect">
            <a:avLst/>
          </a:prstGeom>
        </p:spPr>
        <p:txBody>
          <a:bodyPr vert="horz" lIns="91440" tIns="45720" rIns="91440" bIns="45720" rtlCol="0" anchor="b"/>
          <a:lstStyle>
            <a:lvl1pPr algn="l">
              <a:defRPr sz="1200"/>
            </a:lvl1pPr>
          </a:lstStyle>
          <a:p>
            <a:pPr>
              <a:defRPr/>
            </a:pPr>
            <a:endParaRPr lang="en-US"/>
          </a:p>
        </p:txBody>
      </p:sp>
      <p:sp>
        <p:nvSpPr>
          <p:cNvPr id="7" name="Slide Number Placeholder 6"/>
          <p:cNvSpPr>
            <a:spLocks noGrp="1"/>
          </p:cNvSpPr>
          <p:nvPr>
            <p:ph type="sldNum" sz="quarter" idx="5"/>
          </p:nvPr>
        </p:nvSpPr>
        <p:spPr>
          <a:xfrm>
            <a:off x="3884613" y="9448185"/>
            <a:ext cx="2971800" cy="497364"/>
          </a:xfrm>
          <a:prstGeom prst="rect">
            <a:avLst/>
          </a:prstGeom>
        </p:spPr>
        <p:txBody>
          <a:bodyPr vert="horz" lIns="91440" tIns="45720" rIns="91440" bIns="45720" rtlCol="0" anchor="b"/>
          <a:lstStyle>
            <a:lvl1pPr algn="r">
              <a:defRPr sz="1200"/>
            </a:lvl1pPr>
          </a:lstStyle>
          <a:p>
            <a:pPr>
              <a:defRPr/>
            </a:pPr>
            <a:fld id="{32370884-3424-A840-BC5F-8AE25E9ECA90}" type="slidenum">
              <a:rPr lang="en-US"/>
              <a:pPr>
                <a:defRPr/>
              </a:pPr>
              <a:t>‹#›</a:t>
            </a:fld>
            <a:endParaRPr lang="en-US"/>
          </a:p>
        </p:txBody>
      </p:sp>
    </p:spTree>
    <p:extLst>
      <p:ext uri="{BB962C8B-B14F-4D97-AF65-F5344CB8AC3E}">
        <p14:creationId xmlns:p14="http://schemas.microsoft.com/office/powerpoint/2010/main" val="2455944532"/>
      </p:ext>
    </p:extLst>
  </p:cSld>
  <p:clrMap bg1="lt1" tx1="dk1" bg2="lt2" tx2="dk2" accent1="accent1" accent2="accent2" accent3="accent3" accent4="accent4" accent5="accent5" accent6="accent6" hlink="hlink" folHlink="folHlink"/>
  <p:hf hdr="0" ftr="0" dt="0"/>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B38248-4EBB-1F5D-5D32-316A9C59BA5D}"/>
            </a:ext>
          </a:extLst>
        </p:cNvPr>
        <p:cNvGrpSpPr/>
        <p:nvPr/>
      </p:nvGrpSpPr>
      <p:grpSpPr>
        <a:xfrm>
          <a:off x="0" y="0"/>
          <a:ext cx="0" cy="0"/>
          <a:chOff x="0" y="0"/>
          <a:chExt cx="0" cy="0"/>
        </a:xfrm>
      </p:grpSpPr>
      <p:sp>
        <p:nvSpPr>
          <p:cNvPr id="97282" name="Slide Image Placeholder 1">
            <a:extLst>
              <a:ext uri="{FF2B5EF4-FFF2-40B4-BE49-F238E27FC236}">
                <a16:creationId xmlns:a16="http://schemas.microsoft.com/office/drawing/2014/main" id="{01A7811A-443E-6CAB-38AB-D5FD9B7A8C89}"/>
              </a:ext>
            </a:extLst>
          </p:cNvPr>
          <p:cNvSpPr>
            <a:spLocks noGrp="1" noRot="1" noChangeAspect="1" noTextEdit="1"/>
          </p:cNvSpPr>
          <p:nvPr>
            <p:ph type="sldImg"/>
          </p:nvPr>
        </p:nvSpPr>
        <p:spPr>
          <a:xfrm>
            <a:off x="381000" y="685800"/>
            <a:ext cx="6096000" cy="3429000"/>
          </a:xfrm>
          <a:ln/>
        </p:spPr>
      </p:sp>
      <p:sp>
        <p:nvSpPr>
          <p:cNvPr id="97283" name="Notes Placeholder 2">
            <a:extLst>
              <a:ext uri="{FF2B5EF4-FFF2-40B4-BE49-F238E27FC236}">
                <a16:creationId xmlns:a16="http://schemas.microsoft.com/office/drawing/2014/main" id="{9A5ADDD2-4B69-96B3-AE53-EE252E205DF4}"/>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MY" altLang="en-US">
              <a:ea typeface="ＭＳ Ｐゴシック" pitchFamily="34" charset="-128"/>
            </a:endParaRPr>
          </a:p>
        </p:txBody>
      </p:sp>
      <p:sp>
        <p:nvSpPr>
          <p:cNvPr id="97284" name="Footer Placeholder 3">
            <a:extLst>
              <a:ext uri="{FF2B5EF4-FFF2-40B4-BE49-F238E27FC236}">
                <a16:creationId xmlns:a16="http://schemas.microsoft.com/office/drawing/2014/main" id="{419E55BE-91F6-9D78-1F78-8FAC0C960D61}"/>
              </a:ext>
            </a:extLst>
          </p:cNvPr>
          <p:cNvSpPr>
            <a:spLocks noGrp="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92249">
              <a:defRPr sz="2200" b="1">
                <a:solidFill>
                  <a:schemeClr val="tx1"/>
                </a:solidFill>
                <a:latin typeface="Arial" charset="0"/>
                <a:ea typeface="ＭＳ Ｐゴシック" pitchFamily="34" charset="-128"/>
              </a:defRPr>
            </a:lvl1pPr>
            <a:lvl2pPr marL="685669" indent="-263719" defTabSz="892249">
              <a:defRPr sz="2200" b="1">
                <a:solidFill>
                  <a:schemeClr val="tx1"/>
                </a:solidFill>
                <a:latin typeface="Arial" charset="0"/>
                <a:ea typeface="ＭＳ Ｐゴシック" pitchFamily="34" charset="-128"/>
              </a:defRPr>
            </a:lvl2pPr>
            <a:lvl3pPr marL="1054875" indent="-210975" defTabSz="892249">
              <a:defRPr sz="2200" b="1">
                <a:solidFill>
                  <a:schemeClr val="tx1"/>
                </a:solidFill>
                <a:latin typeface="Arial" charset="0"/>
                <a:ea typeface="ＭＳ Ｐゴシック" pitchFamily="34" charset="-128"/>
              </a:defRPr>
            </a:lvl3pPr>
            <a:lvl4pPr marL="1476825" indent="-210975" defTabSz="892249">
              <a:defRPr sz="2200" b="1">
                <a:solidFill>
                  <a:schemeClr val="tx1"/>
                </a:solidFill>
                <a:latin typeface="Arial" charset="0"/>
                <a:ea typeface="ＭＳ Ｐゴシック" pitchFamily="34" charset="-128"/>
              </a:defRPr>
            </a:lvl4pPr>
            <a:lvl5pPr marL="1898774" indent="-210975" defTabSz="892249">
              <a:defRPr sz="2200" b="1">
                <a:solidFill>
                  <a:schemeClr val="tx1"/>
                </a:solidFill>
                <a:latin typeface="Arial" charset="0"/>
                <a:ea typeface="ＭＳ Ｐゴシック" pitchFamily="34" charset="-128"/>
              </a:defRPr>
            </a:lvl5pPr>
            <a:lvl6pPr marL="2320724" indent="-210975" defTabSz="892249" eaLnBrk="0" fontAlgn="base" hangingPunct="0">
              <a:spcBef>
                <a:spcPct val="0"/>
              </a:spcBef>
              <a:spcAft>
                <a:spcPct val="0"/>
              </a:spcAft>
              <a:defRPr sz="2200" b="1">
                <a:solidFill>
                  <a:schemeClr val="tx1"/>
                </a:solidFill>
                <a:latin typeface="Arial" charset="0"/>
                <a:ea typeface="ＭＳ Ｐゴシック" pitchFamily="34" charset="-128"/>
              </a:defRPr>
            </a:lvl6pPr>
            <a:lvl7pPr marL="2742674" indent="-210975" defTabSz="892249" eaLnBrk="0" fontAlgn="base" hangingPunct="0">
              <a:spcBef>
                <a:spcPct val="0"/>
              </a:spcBef>
              <a:spcAft>
                <a:spcPct val="0"/>
              </a:spcAft>
              <a:defRPr sz="2200" b="1">
                <a:solidFill>
                  <a:schemeClr val="tx1"/>
                </a:solidFill>
                <a:latin typeface="Arial" charset="0"/>
                <a:ea typeface="ＭＳ Ｐゴシック" pitchFamily="34" charset="-128"/>
              </a:defRPr>
            </a:lvl7pPr>
            <a:lvl8pPr marL="3164624" indent="-210975" defTabSz="892249" eaLnBrk="0" fontAlgn="base" hangingPunct="0">
              <a:spcBef>
                <a:spcPct val="0"/>
              </a:spcBef>
              <a:spcAft>
                <a:spcPct val="0"/>
              </a:spcAft>
              <a:defRPr sz="2200" b="1">
                <a:solidFill>
                  <a:schemeClr val="tx1"/>
                </a:solidFill>
                <a:latin typeface="Arial" charset="0"/>
                <a:ea typeface="ＭＳ Ｐゴシック" pitchFamily="34" charset="-128"/>
              </a:defRPr>
            </a:lvl8pPr>
            <a:lvl9pPr marL="3586574" indent="-210975" defTabSz="892249" eaLnBrk="0" fontAlgn="base" hangingPunct="0">
              <a:spcBef>
                <a:spcPct val="0"/>
              </a:spcBef>
              <a:spcAft>
                <a:spcPct val="0"/>
              </a:spcAft>
              <a:defRPr sz="2200" b="1">
                <a:solidFill>
                  <a:schemeClr val="tx1"/>
                </a:solidFill>
                <a:latin typeface="Arial" charset="0"/>
                <a:ea typeface="ＭＳ Ｐゴシック" pitchFamily="34" charset="-128"/>
              </a:defRPr>
            </a:lvl9pPr>
          </a:lstStyle>
          <a:p>
            <a:r>
              <a:rPr lang="en-MY" altLang="en-US" sz="1200" b="0"/>
              <a:t>prepared by Razana Alwee / edited by Suhaila Mohamad Yusuf</a:t>
            </a:r>
            <a:endParaRPr lang="en-US" altLang="en-US" sz="1200" b="0"/>
          </a:p>
        </p:txBody>
      </p:sp>
      <p:sp>
        <p:nvSpPr>
          <p:cNvPr id="97285" name="Slide Number Placeholder 4">
            <a:extLst>
              <a:ext uri="{FF2B5EF4-FFF2-40B4-BE49-F238E27FC236}">
                <a16:creationId xmlns:a16="http://schemas.microsoft.com/office/drawing/2014/main" id="{11C0B6D5-1070-DECD-750E-5EDA8AA5C276}"/>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92249">
              <a:defRPr sz="2200" b="1">
                <a:solidFill>
                  <a:schemeClr val="tx1"/>
                </a:solidFill>
                <a:latin typeface="Arial" charset="0"/>
                <a:ea typeface="ＭＳ Ｐゴシック" pitchFamily="34" charset="-128"/>
              </a:defRPr>
            </a:lvl1pPr>
            <a:lvl2pPr marL="685669" indent="-263719" defTabSz="892249">
              <a:defRPr sz="2200" b="1">
                <a:solidFill>
                  <a:schemeClr val="tx1"/>
                </a:solidFill>
                <a:latin typeface="Arial" charset="0"/>
                <a:ea typeface="ＭＳ Ｐゴシック" pitchFamily="34" charset="-128"/>
              </a:defRPr>
            </a:lvl2pPr>
            <a:lvl3pPr marL="1054875" indent="-210975" defTabSz="892249">
              <a:defRPr sz="2200" b="1">
                <a:solidFill>
                  <a:schemeClr val="tx1"/>
                </a:solidFill>
                <a:latin typeface="Arial" charset="0"/>
                <a:ea typeface="ＭＳ Ｐゴシック" pitchFamily="34" charset="-128"/>
              </a:defRPr>
            </a:lvl3pPr>
            <a:lvl4pPr marL="1476825" indent="-210975" defTabSz="892249">
              <a:defRPr sz="2200" b="1">
                <a:solidFill>
                  <a:schemeClr val="tx1"/>
                </a:solidFill>
                <a:latin typeface="Arial" charset="0"/>
                <a:ea typeface="ＭＳ Ｐゴシック" pitchFamily="34" charset="-128"/>
              </a:defRPr>
            </a:lvl4pPr>
            <a:lvl5pPr marL="1898774" indent="-210975" defTabSz="892249">
              <a:defRPr sz="2200" b="1">
                <a:solidFill>
                  <a:schemeClr val="tx1"/>
                </a:solidFill>
                <a:latin typeface="Arial" charset="0"/>
                <a:ea typeface="ＭＳ Ｐゴシック" pitchFamily="34" charset="-128"/>
              </a:defRPr>
            </a:lvl5pPr>
            <a:lvl6pPr marL="2320724" indent="-210975" defTabSz="892249" eaLnBrk="0" fontAlgn="base" hangingPunct="0">
              <a:spcBef>
                <a:spcPct val="0"/>
              </a:spcBef>
              <a:spcAft>
                <a:spcPct val="0"/>
              </a:spcAft>
              <a:defRPr sz="2200" b="1">
                <a:solidFill>
                  <a:schemeClr val="tx1"/>
                </a:solidFill>
                <a:latin typeface="Arial" charset="0"/>
                <a:ea typeface="ＭＳ Ｐゴシック" pitchFamily="34" charset="-128"/>
              </a:defRPr>
            </a:lvl6pPr>
            <a:lvl7pPr marL="2742674" indent="-210975" defTabSz="892249" eaLnBrk="0" fontAlgn="base" hangingPunct="0">
              <a:spcBef>
                <a:spcPct val="0"/>
              </a:spcBef>
              <a:spcAft>
                <a:spcPct val="0"/>
              </a:spcAft>
              <a:defRPr sz="2200" b="1">
                <a:solidFill>
                  <a:schemeClr val="tx1"/>
                </a:solidFill>
                <a:latin typeface="Arial" charset="0"/>
                <a:ea typeface="ＭＳ Ｐゴシック" pitchFamily="34" charset="-128"/>
              </a:defRPr>
            </a:lvl7pPr>
            <a:lvl8pPr marL="3164624" indent="-210975" defTabSz="892249" eaLnBrk="0" fontAlgn="base" hangingPunct="0">
              <a:spcBef>
                <a:spcPct val="0"/>
              </a:spcBef>
              <a:spcAft>
                <a:spcPct val="0"/>
              </a:spcAft>
              <a:defRPr sz="2200" b="1">
                <a:solidFill>
                  <a:schemeClr val="tx1"/>
                </a:solidFill>
                <a:latin typeface="Arial" charset="0"/>
                <a:ea typeface="ＭＳ Ｐゴシック" pitchFamily="34" charset="-128"/>
              </a:defRPr>
            </a:lvl8pPr>
            <a:lvl9pPr marL="3586574" indent="-210975" defTabSz="892249" eaLnBrk="0" fontAlgn="base" hangingPunct="0">
              <a:spcBef>
                <a:spcPct val="0"/>
              </a:spcBef>
              <a:spcAft>
                <a:spcPct val="0"/>
              </a:spcAft>
              <a:defRPr sz="2200" b="1">
                <a:solidFill>
                  <a:schemeClr val="tx1"/>
                </a:solidFill>
                <a:latin typeface="Arial" charset="0"/>
                <a:ea typeface="ＭＳ Ｐゴシック" pitchFamily="34" charset="-128"/>
              </a:defRPr>
            </a:lvl9pPr>
          </a:lstStyle>
          <a:p>
            <a:fld id="{9E2B35FF-2C05-4E5D-B5D1-428CB668629F}" type="slidenum">
              <a:rPr lang="en-US" altLang="en-US" sz="1200" b="0"/>
              <a:pPr/>
              <a:t>1</a:t>
            </a:fld>
            <a:endParaRPr lang="en-US" altLang="en-US" sz="1200" b="0"/>
          </a:p>
        </p:txBody>
      </p:sp>
    </p:spTree>
    <p:extLst>
      <p:ext uri="{BB962C8B-B14F-4D97-AF65-F5344CB8AC3E}">
        <p14:creationId xmlns:p14="http://schemas.microsoft.com/office/powerpoint/2010/main" val="27111305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2"/>
          <p:cNvSpPr>
            <a:spLocks noGrp="1" noRot="1" noChangeAspect="1" noChangeArrowheads="1" noTextEdit="1"/>
          </p:cNvSpPr>
          <p:nvPr>
            <p:ph type="sldImg"/>
          </p:nvPr>
        </p:nvSpPr>
        <p:spPr bwMode="auto">
          <a:xfrm>
            <a:off x="127000" y="752475"/>
            <a:ext cx="6604000" cy="371633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2662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atin typeface="Calibri"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p:cNvSpPr>
            <a:spLocks noGrp="1" noRot="1" noChangeAspect="1" noChangeArrowheads="1" noTextEdit="1"/>
          </p:cNvSpPr>
          <p:nvPr>
            <p:ph type="sldImg"/>
          </p:nvPr>
        </p:nvSpPr>
        <p:spPr bwMode="auto">
          <a:xfrm>
            <a:off x="127000" y="752475"/>
            <a:ext cx="6604000" cy="371633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2867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atin typeface="Calibri"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p:cNvSpPr>
            <a:spLocks noGrp="1" noRot="1" noChangeAspect="1" noChangeArrowheads="1" noTextEdit="1"/>
          </p:cNvSpPr>
          <p:nvPr>
            <p:ph type="sldImg"/>
          </p:nvPr>
        </p:nvSpPr>
        <p:spPr bwMode="auto">
          <a:xfrm>
            <a:off x="127000" y="752475"/>
            <a:ext cx="6604000" cy="371633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3072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atin typeface="Calibri"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2"/>
          <p:cNvSpPr>
            <a:spLocks noGrp="1" noRot="1" noChangeAspect="1" noChangeArrowheads="1" noTextEdit="1"/>
          </p:cNvSpPr>
          <p:nvPr>
            <p:ph type="sldImg"/>
          </p:nvPr>
        </p:nvSpPr>
        <p:spPr bwMode="auto">
          <a:xfrm>
            <a:off x="127000" y="752475"/>
            <a:ext cx="6604000" cy="371633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3277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atin typeface="Calibri"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2"/>
          <p:cNvSpPr>
            <a:spLocks noGrp="1" noRot="1" noChangeAspect="1" noChangeArrowheads="1" noTextEdit="1"/>
          </p:cNvSpPr>
          <p:nvPr>
            <p:ph type="sldImg"/>
          </p:nvPr>
        </p:nvSpPr>
        <p:spPr bwMode="auto">
          <a:xfrm>
            <a:off x="127000" y="752475"/>
            <a:ext cx="6604000" cy="371633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34818"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atin typeface="Calibri"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2"/>
          <p:cNvSpPr>
            <a:spLocks noGrp="1" noRot="1" noChangeAspect="1" noChangeArrowheads="1" noTextEdit="1"/>
          </p:cNvSpPr>
          <p:nvPr>
            <p:ph type="sldImg"/>
          </p:nvPr>
        </p:nvSpPr>
        <p:spPr bwMode="auto">
          <a:xfrm>
            <a:off x="127000" y="752475"/>
            <a:ext cx="6604000" cy="371633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3686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atin typeface="Calibri"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2"/>
          <p:cNvSpPr>
            <a:spLocks noGrp="1" noRot="1" noChangeAspect="1" noChangeArrowheads="1" noTextEdit="1"/>
          </p:cNvSpPr>
          <p:nvPr>
            <p:ph type="sldImg"/>
          </p:nvPr>
        </p:nvSpPr>
        <p:spPr bwMode="auto">
          <a:xfrm>
            <a:off x="127000" y="752475"/>
            <a:ext cx="6604000" cy="371633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4198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atin typeface="Calibri"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2"/>
          <p:cNvSpPr>
            <a:spLocks noGrp="1" noRot="1" noChangeAspect="1" noChangeArrowheads="1" noTextEdit="1"/>
          </p:cNvSpPr>
          <p:nvPr>
            <p:ph type="sldImg"/>
          </p:nvPr>
        </p:nvSpPr>
        <p:spPr bwMode="auto">
          <a:xfrm>
            <a:off x="127000" y="752475"/>
            <a:ext cx="6604000" cy="371633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4403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atin typeface="Calibri"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Rectangle 2"/>
          <p:cNvSpPr>
            <a:spLocks noGrp="1" noRot="1" noChangeAspect="1" noChangeArrowheads="1" noTextEdit="1"/>
          </p:cNvSpPr>
          <p:nvPr>
            <p:ph type="sldImg"/>
          </p:nvPr>
        </p:nvSpPr>
        <p:spPr bwMode="auto">
          <a:xfrm>
            <a:off x="127000" y="752475"/>
            <a:ext cx="6604000" cy="371633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7475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atin typeface="Calibri"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Slide Image Placeholder 1"/>
          <p:cNvSpPr>
            <a:spLocks noGrp="1" noRot="1" noChangeAspect="1"/>
          </p:cNvSpPr>
          <p:nvPr>
            <p:ph type="sldImg"/>
          </p:nvPr>
        </p:nvSpPr>
        <p:spPr bwMode="auto">
          <a:xfrm>
            <a:off x="114300" y="746125"/>
            <a:ext cx="6629400" cy="373062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84994"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atin typeface="Calibri" charset="0"/>
            </a:endParaRPr>
          </a:p>
        </p:txBody>
      </p:sp>
      <p:sp>
        <p:nvSpPr>
          <p:cNvPr id="84995"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4781C4DF-656C-0941-9B7A-C1A1965B429A}" type="slidenum">
              <a:rPr lang="en-US" sz="1200"/>
              <a:pPr eaLnBrk="1" hangingPunct="1"/>
              <a:t>62</a:t>
            </a:fld>
            <a:endParaRPr lang="en-US" sz="12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Rectangle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atin typeface="Calibri" charset="0"/>
            </a:endParaRPr>
          </a:p>
        </p:txBody>
      </p:sp>
      <p:sp>
        <p:nvSpPr>
          <p:cNvPr id="93186" name="Rectangle 3"/>
          <p:cNvSpPr>
            <a:spLocks noGrp="1" noRot="1" noChangeAspect="1" noChangeArrowheads="1" noTextEdit="1"/>
          </p:cNvSpPr>
          <p:nvPr>
            <p:ph type="sldImg"/>
          </p:nvPr>
        </p:nvSpPr>
        <p:spPr bwMode="auto">
          <a:xfrm>
            <a:off x="127000" y="752475"/>
            <a:ext cx="6604000" cy="3716338"/>
          </a:xfrm>
          <a:noFill/>
          <a:ln cap="flat">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Rectangle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atin typeface="Calibri" charset="0"/>
              </a:rPr>
              <a:t>page 485 of Elementary Statistics, 10th Edition</a:t>
            </a:r>
          </a:p>
        </p:txBody>
      </p:sp>
      <p:sp>
        <p:nvSpPr>
          <p:cNvPr id="95234" name="Rectangle 3"/>
          <p:cNvSpPr>
            <a:spLocks noGrp="1" noRot="1" noChangeAspect="1" noChangeArrowheads="1" noTextEdit="1"/>
          </p:cNvSpPr>
          <p:nvPr>
            <p:ph type="sldImg"/>
          </p:nvPr>
        </p:nvSpPr>
        <p:spPr bwMode="auto">
          <a:xfrm>
            <a:off x="127000" y="752475"/>
            <a:ext cx="6604000" cy="3716338"/>
          </a:xfrm>
          <a:noFill/>
          <a:ln cap="flat">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a:prstGeom prst="rect">
            <a:avLst/>
          </a:prstGeom>
        </p:spPr>
        <p:txBody>
          <a:bodyPr/>
          <a:lstStyle/>
          <a:p>
            <a:r>
              <a:rPr lang="en-US"/>
              <a:t>Click to edit Master title style</a:t>
            </a:r>
            <a:endParaRPr lang="en-MY"/>
          </a:p>
        </p:txBody>
      </p:sp>
      <p:sp>
        <p:nvSpPr>
          <p:cNvPr id="3" name="Subtitle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MY"/>
          </a:p>
        </p:txBody>
      </p:sp>
      <p:sp>
        <p:nvSpPr>
          <p:cNvPr id="4" name="Slide Number Placeholder 5"/>
          <p:cNvSpPr>
            <a:spLocks noGrp="1"/>
          </p:cNvSpPr>
          <p:nvPr>
            <p:ph type="sldNum" sz="quarter" idx="10"/>
          </p:nvPr>
        </p:nvSpPr>
        <p:spPr/>
        <p:txBody>
          <a:bodyPr/>
          <a:lstStyle>
            <a:lvl1pPr>
              <a:defRPr/>
            </a:lvl1pPr>
          </a:lstStyle>
          <a:p>
            <a:pPr>
              <a:defRPr/>
            </a:pPr>
            <a:fld id="{CE89CA2E-2027-F342-855C-0F492B51A937}" type="slidenum">
              <a:rPr lang="en-US"/>
              <a:pPr>
                <a:defRPr/>
              </a:pPr>
              <a:t>‹#›</a:t>
            </a:fld>
            <a:endParaRPr lang="en-US"/>
          </a:p>
        </p:txBody>
      </p:sp>
    </p:spTree>
    <p:extLst>
      <p:ext uri="{BB962C8B-B14F-4D97-AF65-F5344CB8AC3E}">
        <p14:creationId xmlns:p14="http://schemas.microsoft.com/office/powerpoint/2010/main" val="29916189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831637" y="274638"/>
            <a:ext cx="8750763" cy="1143000"/>
          </a:xfrm>
          <a:prstGeom prst="rect">
            <a:avLst/>
          </a:prstGeom>
        </p:spPr>
        <p:txBody>
          <a:bodyPr/>
          <a:lstStyle/>
          <a:p>
            <a:r>
              <a:rPr lang="en-US" dirty="0"/>
              <a:t>Click to edit Master title style</a:t>
            </a:r>
            <a:endParaRPr lang="en-MY" dirty="0"/>
          </a:p>
        </p:txBody>
      </p:sp>
      <p:sp>
        <p:nvSpPr>
          <p:cNvPr id="3" name="Content Placeholder 2"/>
          <p:cNvSpPr>
            <a:spLocks noGrp="1"/>
          </p:cNvSpPr>
          <p:nvPr>
            <p:ph idx="1"/>
          </p:nvPr>
        </p:nvSpPr>
        <p:spPr>
          <a:xfrm>
            <a:off x="2831637" y="1600201"/>
            <a:ext cx="8750763" cy="4525963"/>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MY" dirty="0"/>
          </a:p>
        </p:txBody>
      </p:sp>
      <p:sp>
        <p:nvSpPr>
          <p:cNvPr id="4" name="Slide Number Placeholder 5"/>
          <p:cNvSpPr>
            <a:spLocks noGrp="1"/>
          </p:cNvSpPr>
          <p:nvPr>
            <p:ph type="sldNum" sz="quarter" idx="10"/>
          </p:nvPr>
        </p:nvSpPr>
        <p:spPr/>
        <p:txBody>
          <a:bodyPr/>
          <a:lstStyle>
            <a:lvl1pPr>
              <a:defRPr/>
            </a:lvl1pPr>
          </a:lstStyle>
          <a:p>
            <a:pPr>
              <a:defRPr/>
            </a:pPr>
            <a:fld id="{2F870FEC-E643-794E-A28A-866866268F53}" type="slidenum">
              <a:rPr lang="en-US"/>
              <a:pPr>
                <a:defRPr/>
              </a:pPr>
              <a:t>‹#›</a:t>
            </a:fld>
            <a:endParaRPr lang="en-US"/>
          </a:p>
        </p:txBody>
      </p:sp>
    </p:spTree>
    <p:extLst>
      <p:ext uri="{BB962C8B-B14F-4D97-AF65-F5344CB8AC3E}">
        <p14:creationId xmlns:p14="http://schemas.microsoft.com/office/powerpoint/2010/main" val="9681868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a:prstGeom prst="rect">
            <a:avLst/>
          </a:prstGeom>
        </p:spPr>
        <p:txBody>
          <a:bodyPr anchor="t"/>
          <a:lstStyle>
            <a:lvl1pPr algn="l">
              <a:defRPr sz="4000" b="1" cap="all"/>
            </a:lvl1pPr>
          </a:lstStyle>
          <a:p>
            <a:r>
              <a:rPr lang="en-US"/>
              <a:t>Click to edit Master title style</a:t>
            </a:r>
            <a:endParaRPr lang="en-MY"/>
          </a:p>
        </p:txBody>
      </p:sp>
      <p:sp>
        <p:nvSpPr>
          <p:cNvPr id="3" name="Text Placeholder 2"/>
          <p:cNvSpPr>
            <a:spLocks noGrp="1"/>
          </p:cNvSpPr>
          <p:nvPr>
            <p:ph type="body" idx="1"/>
          </p:nvPr>
        </p:nvSpPr>
        <p:spPr>
          <a:xfrm>
            <a:off x="963084" y="2906713"/>
            <a:ext cx="103632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Slide Number Placeholder 5"/>
          <p:cNvSpPr>
            <a:spLocks noGrp="1"/>
          </p:cNvSpPr>
          <p:nvPr>
            <p:ph type="sldNum" sz="quarter" idx="10"/>
          </p:nvPr>
        </p:nvSpPr>
        <p:spPr/>
        <p:txBody>
          <a:bodyPr/>
          <a:lstStyle>
            <a:lvl1pPr>
              <a:defRPr/>
            </a:lvl1pPr>
          </a:lstStyle>
          <a:p>
            <a:pPr>
              <a:defRPr/>
            </a:pPr>
            <a:fld id="{E86280F3-3CDE-6848-8446-99BBB122822D}" type="slidenum">
              <a:rPr lang="en-US"/>
              <a:pPr>
                <a:defRPr/>
              </a:pPr>
              <a:t>‹#›</a:t>
            </a:fld>
            <a:endParaRPr lang="en-US"/>
          </a:p>
        </p:txBody>
      </p:sp>
    </p:spTree>
    <p:extLst>
      <p:ext uri="{BB962C8B-B14F-4D97-AF65-F5344CB8AC3E}">
        <p14:creationId xmlns:p14="http://schemas.microsoft.com/office/powerpoint/2010/main" val="23538146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2543605" y="274638"/>
            <a:ext cx="9038795" cy="1143000"/>
          </a:xfrm>
          <a:prstGeom prst="rect">
            <a:avLst/>
          </a:prstGeom>
        </p:spPr>
        <p:txBody>
          <a:bodyPr/>
          <a:lstStyle/>
          <a:p>
            <a:r>
              <a:rPr lang="en-US"/>
              <a:t>Click to edit Master title style</a:t>
            </a:r>
            <a:endParaRPr lang="en-MY"/>
          </a:p>
        </p:txBody>
      </p:sp>
      <p:sp>
        <p:nvSpPr>
          <p:cNvPr id="3" name="Content Placeholder 2"/>
          <p:cNvSpPr>
            <a:spLocks noGrp="1"/>
          </p:cNvSpPr>
          <p:nvPr>
            <p:ph sz="half" idx="1"/>
          </p:nvPr>
        </p:nvSpPr>
        <p:spPr>
          <a:xfrm>
            <a:off x="609600" y="1600201"/>
            <a:ext cx="53848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Content Placeholder 3"/>
          <p:cNvSpPr>
            <a:spLocks noGrp="1"/>
          </p:cNvSpPr>
          <p:nvPr>
            <p:ph sz="half" idx="2"/>
          </p:nvPr>
        </p:nvSpPr>
        <p:spPr>
          <a:xfrm>
            <a:off x="6197600" y="1600201"/>
            <a:ext cx="53848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5" name="Slide Number Placeholder 5"/>
          <p:cNvSpPr>
            <a:spLocks noGrp="1"/>
          </p:cNvSpPr>
          <p:nvPr>
            <p:ph type="sldNum" sz="quarter" idx="10"/>
          </p:nvPr>
        </p:nvSpPr>
        <p:spPr/>
        <p:txBody>
          <a:bodyPr/>
          <a:lstStyle>
            <a:lvl1pPr>
              <a:defRPr/>
            </a:lvl1pPr>
          </a:lstStyle>
          <a:p>
            <a:pPr>
              <a:defRPr/>
            </a:pPr>
            <a:fld id="{2563C8CB-9756-164E-B6F6-C077C288F145}" type="slidenum">
              <a:rPr lang="en-US"/>
              <a:pPr>
                <a:defRPr/>
              </a:pPr>
              <a:t>‹#›</a:t>
            </a:fld>
            <a:endParaRPr lang="en-US"/>
          </a:p>
        </p:txBody>
      </p:sp>
    </p:spTree>
    <p:extLst>
      <p:ext uri="{BB962C8B-B14F-4D97-AF65-F5344CB8AC3E}">
        <p14:creationId xmlns:p14="http://schemas.microsoft.com/office/powerpoint/2010/main" val="17537244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2639616" y="274638"/>
            <a:ext cx="8942784" cy="1143000"/>
          </a:xfrm>
          <a:prstGeom prst="rect">
            <a:avLst/>
          </a:prstGeom>
        </p:spPr>
        <p:txBody>
          <a:bodyPr/>
          <a:lstStyle/>
          <a:p>
            <a:r>
              <a:rPr lang="en-US" dirty="0"/>
              <a:t>Click to edit Master title style</a:t>
            </a:r>
            <a:endParaRPr lang="en-MY" dirty="0"/>
          </a:p>
        </p:txBody>
      </p:sp>
      <p:sp>
        <p:nvSpPr>
          <p:cNvPr id="3" name="Slide Number Placeholder 5"/>
          <p:cNvSpPr>
            <a:spLocks noGrp="1"/>
          </p:cNvSpPr>
          <p:nvPr>
            <p:ph type="sldNum" sz="quarter" idx="10"/>
          </p:nvPr>
        </p:nvSpPr>
        <p:spPr/>
        <p:txBody>
          <a:bodyPr/>
          <a:lstStyle>
            <a:lvl1pPr>
              <a:defRPr/>
            </a:lvl1pPr>
          </a:lstStyle>
          <a:p>
            <a:pPr>
              <a:defRPr/>
            </a:pPr>
            <a:fld id="{F0EA56E7-EFDE-A847-86F9-9933977D4342}" type="slidenum">
              <a:rPr lang="en-US"/>
              <a:pPr>
                <a:defRPr/>
              </a:pPr>
              <a:t>‹#›</a:t>
            </a:fld>
            <a:endParaRPr lang="en-US"/>
          </a:p>
        </p:txBody>
      </p:sp>
    </p:spTree>
    <p:extLst>
      <p:ext uri="{BB962C8B-B14F-4D97-AF65-F5344CB8AC3E}">
        <p14:creationId xmlns:p14="http://schemas.microsoft.com/office/powerpoint/2010/main" val="14360571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5"/>
          <p:cNvSpPr>
            <a:spLocks noGrp="1"/>
          </p:cNvSpPr>
          <p:nvPr>
            <p:ph type="sldNum" sz="quarter" idx="10"/>
          </p:nvPr>
        </p:nvSpPr>
        <p:spPr/>
        <p:txBody>
          <a:bodyPr/>
          <a:lstStyle>
            <a:lvl1pPr>
              <a:defRPr/>
            </a:lvl1pPr>
          </a:lstStyle>
          <a:p>
            <a:pPr>
              <a:defRPr/>
            </a:pPr>
            <a:fld id="{B97BA9EC-ACBC-7549-8FBA-F2BDB6CB3FF4}" type="slidenum">
              <a:rPr lang="en-US"/>
              <a:pPr>
                <a:defRPr/>
              </a:pPr>
              <a:t>‹#›</a:t>
            </a:fld>
            <a:endParaRPr lang="en-US"/>
          </a:p>
        </p:txBody>
      </p:sp>
    </p:spTree>
    <p:extLst>
      <p:ext uri="{BB962C8B-B14F-4D97-AF65-F5344CB8AC3E}">
        <p14:creationId xmlns:p14="http://schemas.microsoft.com/office/powerpoint/2010/main" val="24981712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a:prstGeom prst="rect">
            <a:avLst/>
          </a:prstGeom>
        </p:spPr>
        <p:txBody>
          <a:bodyPr anchor="b"/>
          <a:lstStyle>
            <a:lvl1pPr algn="l">
              <a:defRPr sz="2000" b="1"/>
            </a:lvl1pPr>
          </a:lstStyle>
          <a:p>
            <a:r>
              <a:rPr lang="en-US"/>
              <a:t>Click to edit Master title style</a:t>
            </a:r>
            <a:endParaRPr lang="en-MY"/>
          </a:p>
        </p:txBody>
      </p:sp>
      <p:sp>
        <p:nvSpPr>
          <p:cNvPr id="3" name="Content Placeholder 2"/>
          <p:cNvSpPr>
            <a:spLocks noGrp="1"/>
          </p:cNvSpPr>
          <p:nvPr>
            <p:ph idx="1"/>
          </p:nvPr>
        </p:nvSpPr>
        <p:spPr>
          <a:xfrm>
            <a:off x="4766733" y="273051"/>
            <a:ext cx="6815667"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Text Placeholder 3"/>
          <p:cNvSpPr>
            <a:spLocks noGrp="1"/>
          </p:cNvSpPr>
          <p:nvPr>
            <p:ph type="body" sz="half" idx="2"/>
          </p:nvPr>
        </p:nvSpPr>
        <p:spPr>
          <a:xfrm>
            <a:off x="609601" y="1435101"/>
            <a:ext cx="4011084"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Slide Number Placeholder 5"/>
          <p:cNvSpPr>
            <a:spLocks noGrp="1"/>
          </p:cNvSpPr>
          <p:nvPr>
            <p:ph type="sldNum" sz="quarter" idx="10"/>
          </p:nvPr>
        </p:nvSpPr>
        <p:spPr/>
        <p:txBody>
          <a:bodyPr/>
          <a:lstStyle>
            <a:lvl1pPr>
              <a:defRPr/>
            </a:lvl1pPr>
          </a:lstStyle>
          <a:p>
            <a:pPr>
              <a:defRPr/>
            </a:pPr>
            <a:fld id="{5093F2D3-D68E-EC4D-ADCD-BEA677D5A789}" type="slidenum">
              <a:rPr lang="en-US"/>
              <a:pPr>
                <a:defRPr/>
              </a:pPr>
              <a:t>‹#›</a:t>
            </a:fld>
            <a:endParaRPr lang="en-US"/>
          </a:p>
        </p:txBody>
      </p:sp>
    </p:spTree>
    <p:extLst>
      <p:ext uri="{BB962C8B-B14F-4D97-AF65-F5344CB8AC3E}">
        <p14:creationId xmlns:p14="http://schemas.microsoft.com/office/powerpoint/2010/main" val="5931524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a:prstGeom prst="rect">
            <a:avLst/>
          </a:prstGeom>
        </p:spPr>
        <p:txBody>
          <a:bodyPr anchor="b"/>
          <a:lstStyle>
            <a:lvl1pPr algn="l">
              <a:defRPr sz="2000" b="1"/>
            </a:lvl1pPr>
          </a:lstStyle>
          <a:p>
            <a:r>
              <a:rPr lang="en-US"/>
              <a:t>Click to edit Master title style</a:t>
            </a:r>
            <a:endParaRPr lang="en-MY"/>
          </a:p>
        </p:txBody>
      </p:sp>
      <p:sp>
        <p:nvSpPr>
          <p:cNvPr id="3" name="Picture Placeholder 2"/>
          <p:cNvSpPr>
            <a:spLocks noGrp="1"/>
          </p:cNvSpPr>
          <p:nvPr>
            <p:ph type="pic" idx="1"/>
          </p:nvPr>
        </p:nvSpPr>
        <p:spPr>
          <a:xfrm>
            <a:off x="2389717" y="612775"/>
            <a:ext cx="7315200" cy="4114800"/>
          </a:xfrm>
          <a:prstGeom prst="rect">
            <a:avLst/>
          </a:prstGeo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MY" noProof="0"/>
          </a:p>
        </p:txBody>
      </p:sp>
      <p:sp>
        <p:nvSpPr>
          <p:cNvPr id="4" name="Text Placeholder 3"/>
          <p:cNvSpPr>
            <a:spLocks noGrp="1"/>
          </p:cNvSpPr>
          <p:nvPr>
            <p:ph type="body" sz="half" idx="2"/>
          </p:nvPr>
        </p:nvSpPr>
        <p:spPr>
          <a:xfrm>
            <a:off x="2389717" y="5367338"/>
            <a:ext cx="73152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Slide Number Placeholder 5"/>
          <p:cNvSpPr>
            <a:spLocks noGrp="1"/>
          </p:cNvSpPr>
          <p:nvPr>
            <p:ph type="sldNum" sz="quarter" idx="10"/>
          </p:nvPr>
        </p:nvSpPr>
        <p:spPr/>
        <p:txBody>
          <a:bodyPr/>
          <a:lstStyle>
            <a:lvl1pPr>
              <a:defRPr/>
            </a:lvl1pPr>
          </a:lstStyle>
          <a:p>
            <a:pPr>
              <a:defRPr/>
            </a:pPr>
            <a:fld id="{4B259F24-FC94-C14A-B667-E788211C0DBA}" type="slidenum">
              <a:rPr lang="en-US"/>
              <a:pPr>
                <a:defRPr/>
              </a:pPr>
              <a:t>‹#›</a:t>
            </a:fld>
            <a:endParaRPr lang="en-US"/>
          </a:p>
        </p:txBody>
      </p:sp>
    </p:spTree>
    <p:extLst>
      <p:ext uri="{BB962C8B-B14F-4D97-AF65-F5344CB8AC3E}">
        <p14:creationId xmlns:p14="http://schemas.microsoft.com/office/powerpoint/2010/main" val="271846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2735627" y="274638"/>
            <a:ext cx="8846773" cy="1143000"/>
          </a:xfrm>
          <a:prstGeom prst="rect">
            <a:avLst/>
          </a:prstGeom>
        </p:spPr>
        <p:txBody>
          <a:bodyPr/>
          <a:lstStyle/>
          <a:p>
            <a:r>
              <a:rPr lang="en-US"/>
              <a:t>Click to edit Master title style</a:t>
            </a:r>
            <a:endParaRPr lang="en-MY"/>
          </a:p>
        </p:txBody>
      </p:sp>
      <p:sp>
        <p:nvSpPr>
          <p:cNvPr id="3" name="Vertical Text Placeholder 2"/>
          <p:cNvSpPr>
            <a:spLocks noGrp="1"/>
          </p:cNvSpPr>
          <p:nvPr>
            <p:ph type="body" orient="vert" idx="1"/>
          </p:nvPr>
        </p:nvSpPr>
        <p:spPr>
          <a:xfrm>
            <a:off x="609600" y="1600201"/>
            <a:ext cx="10972800" cy="4525963"/>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Slide Number Placeholder 5"/>
          <p:cNvSpPr>
            <a:spLocks noGrp="1"/>
          </p:cNvSpPr>
          <p:nvPr>
            <p:ph type="sldNum" sz="quarter" idx="10"/>
          </p:nvPr>
        </p:nvSpPr>
        <p:spPr/>
        <p:txBody>
          <a:bodyPr/>
          <a:lstStyle>
            <a:lvl1pPr>
              <a:defRPr/>
            </a:lvl1pPr>
          </a:lstStyle>
          <a:p>
            <a:pPr>
              <a:defRPr/>
            </a:pPr>
            <a:fld id="{EE6A7A25-13BE-184A-91DE-741AB1A765F8}" type="slidenum">
              <a:rPr lang="en-US"/>
              <a:pPr>
                <a:defRPr/>
              </a:pPr>
              <a:t>‹#›</a:t>
            </a:fld>
            <a:endParaRPr lang="en-US"/>
          </a:p>
        </p:txBody>
      </p:sp>
    </p:spTree>
    <p:extLst>
      <p:ext uri="{BB962C8B-B14F-4D97-AF65-F5344CB8AC3E}">
        <p14:creationId xmlns:p14="http://schemas.microsoft.com/office/powerpoint/2010/main" val="30802709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a:prstGeom prst="rect">
            <a:avLst/>
          </a:prstGeom>
        </p:spPr>
        <p:txBody>
          <a:bodyPr vert="eaVert"/>
          <a:lstStyle/>
          <a:p>
            <a:r>
              <a:rPr lang="en-US"/>
              <a:t>Click to edit Master title style</a:t>
            </a:r>
            <a:endParaRPr lang="en-MY"/>
          </a:p>
        </p:txBody>
      </p:sp>
      <p:sp>
        <p:nvSpPr>
          <p:cNvPr id="3" name="Vertical Text Placeholder 2"/>
          <p:cNvSpPr>
            <a:spLocks noGrp="1"/>
          </p:cNvSpPr>
          <p:nvPr>
            <p:ph type="body" orient="vert" idx="1"/>
          </p:nvPr>
        </p:nvSpPr>
        <p:spPr>
          <a:xfrm>
            <a:off x="609600" y="274639"/>
            <a:ext cx="8026400" cy="5851525"/>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Slide Number Placeholder 5"/>
          <p:cNvSpPr>
            <a:spLocks noGrp="1"/>
          </p:cNvSpPr>
          <p:nvPr>
            <p:ph type="sldNum" sz="quarter" idx="10"/>
          </p:nvPr>
        </p:nvSpPr>
        <p:spPr/>
        <p:txBody>
          <a:bodyPr/>
          <a:lstStyle>
            <a:lvl1pPr>
              <a:defRPr/>
            </a:lvl1pPr>
          </a:lstStyle>
          <a:p>
            <a:pPr>
              <a:defRPr/>
            </a:pPr>
            <a:fld id="{23AF9D70-E471-9B40-9D3C-5F9F3DE4F49B}" type="slidenum">
              <a:rPr lang="en-US"/>
              <a:pPr>
                <a:defRPr/>
              </a:pPr>
              <a:t>‹#›</a:t>
            </a:fld>
            <a:endParaRPr lang="en-US"/>
          </a:p>
        </p:txBody>
      </p:sp>
    </p:spTree>
    <p:extLst>
      <p:ext uri="{BB962C8B-B14F-4D97-AF65-F5344CB8AC3E}">
        <p14:creationId xmlns:p14="http://schemas.microsoft.com/office/powerpoint/2010/main" val="15202836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9345084" y="6492876"/>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cs typeface="Arial" charset="0"/>
              </a:defRPr>
            </a:lvl1pPr>
          </a:lstStyle>
          <a:p>
            <a:pPr>
              <a:defRPr/>
            </a:pPr>
            <a:fld id="{AB29D22D-444C-7B4F-909B-968E17AD6784}" type="slidenum">
              <a:rPr lang="en-US"/>
              <a:pPr>
                <a:defRPr/>
              </a:pPr>
              <a:t>‹#›</a:t>
            </a:fld>
            <a:endParaRPr lang="en-US"/>
          </a:p>
        </p:txBody>
      </p:sp>
      <p:sp>
        <p:nvSpPr>
          <p:cNvPr id="1027" name="Title Placeholder 1"/>
          <p:cNvSpPr>
            <a:spLocks noGrp="1"/>
          </p:cNvSpPr>
          <p:nvPr>
            <p:ph type="title"/>
          </p:nvPr>
        </p:nvSpPr>
        <p:spPr bwMode="auto">
          <a:xfrm>
            <a:off x="2544233" y="476250"/>
            <a:ext cx="8839200" cy="649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8" name="Text Placeholder 2"/>
          <p:cNvSpPr>
            <a:spLocks noGrp="1"/>
          </p:cNvSpPr>
          <p:nvPr>
            <p:ph type="body" idx="1"/>
          </p:nvPr>
        </p:nvSpPr>
        <p:spPr bwMode="auto">
          <a:xfrm>
            <a:off x="2544234" y="1600200"/>
            <a:ext cx="9038167" cy="444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2" name="Google Shape;263;p1">
            <a:extLst>
              <a:ext uri="{FF2B5EF4-FFF2-40B4-BE49-F238E27FC236}">
                <a16:creationId xmlns:a16="http://schemas.microsoft.com/office/drawing/2014/main" id="{264F8C96-A9BE-34F4-78DC-B34783C75783}"/>
              </a:ext>
            </a:extLst>
          </p:cNvPr>
          <p:cNvGrpSpPr/>
          <p:nvPr userDrawn="1"/>
        </p:nvGrpSpPr>
        <p:grpSpPr>
          <a:xfrm>
            <a:off x="11728422" y="0"/>
            <a:ext cx="158778" cy="6858000"/>
            <a:chOff x="0" y="-47625"/>
            <a:chExt cx="72806" cy="2756958"/>
          </a:xfrm>
        </p:grpSpPr>
        <p:sp>
          <p:nvSpPr>
            <p:cNvPr id="3" name="Google Shape;264;p1">
              <a:extLst>
                <a:ext uri="{FF2B5EF4-FFF2-40B4-BE49-F238E27FC236}">
                  <a16:creationId xmlns:a16="http://schemas.microsoft.com/office/drawing/2014/main" id="{D950AD28-EBA1-662F-9604-287CB1AF20A9}"/>
                </a:ext>
              </a:extLst>
            </p:cNvPr>
            <p:cNvSpPr/>
            <p:nvPr/>
          </p:nvSpPr>
          <p:spPr>
            <a:xfrm>
              <a:off x="0" y="0"/>
              <a:ext cx="72806" cy="2709333"/>
            </a:xfrm>
            <a:custGeom>
              <a:avLst/>
              <a:gdLst/>
              <a:ahLst/>
              <a:cxnLst/>
              <a:rect l="l" t="t" r="r" b="b"/>
              <a:pathLst>
                <a:path w="72806" h="2709333" extrusionOk="0">
                  <a:moveTo>
                    <a:pt x="0" y="0"/>
                  </a:moveTo>
                  <a:lnTo>
                    <a:pt x="72806" y="0"/>
                  </a:lnTo>
                  <a:lnTo>
                    <a:pt x="72806" y="2709333"/>
                  </a:lnTo>
                  <a:lnTo>
                    <a:pt x="0" y="2709333"/>
                  </a:lnTo>
                  <a:close/>
                </a:path>
              </a:pathLst>
            </a:custGeom>
            <a:solidFill>
              <a:srgbClr val="901042"/>
            </a:solidFill>
            <a:ln>
              <a:noFill/>
            </a:ln>
          </p:spPr>
          <p:txBody>
            <a:bodyPr spcFirstLastPara="1" wrap="square" lIns="177700" tIns="88825" rIns="177700" bIns="88825" anchor="t" anchorCtr="0">
              <a:noAutofit/>
            </a:bodyPr>
            <a:lstStyle/>
            <a:p>
              <a:pPr marL="0" marR="0" lvl="0" indent="0" algn="l" rtl="0">
                <a:spcBef>
                  <a:spcPts val="0"/>
                </a:spcBef>
                <a:spcAft>
                  <a:spcPts val="0"/>
                </a:spcAft>
                <a:buNone/>
              </a:pPr>
              <a:endParaRPr sz="3499">
                <a:solidFill>
                  <a:schemeClr val="dk1"/>
                </a:solidFill>
                <a:latin typeface="Calibri"/>
                <a:ea typeface="Calibri"/>
                <a:cs typeface="Calibri"/>
                <a:sym typeface="Calibri"/>
              </a:endParaRPr>
            </a:p>
          </p:txBody>
        </p:sp>
        <p:sp>
          <p:nvSpPr>
            <p:cNvPr id="4" name="Google Shape;265;p1">
              <a:extLst>
                <a:ext uri="{FF2B5EF4-FFF2-40B4-BE49-F238E27FC236}">
                  <a16:creationId xmlns:a16="http://schemas.microsoft.com/office/drawing/2014/main" id="{86B35E3B-C469-4053-1434-6EC3AD8ADAD7}"/>
                </a:ext>
              </a:extLst>
            </p:cNvPr>
            <p:cNvSpPr txBox="1"/>
            <p:nvPr/>
          </p:nvSpPr>
          <p:spPr>
            <a:xfrm>
              <a:off x="0" y="-47625"/>
              <a:ext cx="72806" cy="2756958"/>
            </a:xfrm>
            <a:prstGeom prst="rect">
              <a:avLst/>
            </a:prstGeom>
            <a:noFill/>
            <a:ln>
              <a:noFill/>
            </a:ln>
          </p:spPr>
          <p:txBody>
            <a:bodyPr spcFirstLastPara="1" wrap="square" lIns="98725" tIns="98725" rIns="98725" bIns="98725" anchor="ctr" anchorCtr="0">
              <a:noAutofit/>
            </a:bodyPr>
            <a:lstStyle/>
            <a:p>
              <a:pPr marL="0" marR="0" lvl="0" indent="0" algn="ctr" rtl="0">
                <a:lnSpc>
                  <a:spcPct val="203722"/>
                </a:lnSpc>
                <a:spcBef>
                  <a:spcPts val="0"/>
                </a:spcBef>
                <a:spcAft>
                  <a:spcPts val="0"/>
                </a:spcAft>
                <a:buNone/>
              </a:pPr>
              <a:endParaRPr sz="3499">
                <a:solidFill>
                  <a:schemeClr val="dk1"/>
                </a:solidFill>
                <a:latin typeface="Calibri"/>
                <a:ea typeface="Calibri"/>
                <a:cs typeface="Calibri"/>
                <a:sym typeface="Calibri"/>
              </a:endParaRPr>
            </a:p>
          </p:txBody>
        </p:sp>
      </p:grpSp>
      <p:sp>
        <p:nvSpPr>
          <p:cNvPr id="5" name="Google Shape;268;p1">
            <a:extLst>
              <a:ext uri="{FF2B5EF4-FFF2-40B4-BE49-F238E27FC236}">
                <a16:creationId xmlns:a16="http://schemas.microsoft.com/office/drawing/2014/main" id="{F2E24423-7CEB-D2EC-B2C8-AAEDFD367D01}"/>
              </a:ext>
            </a:extLst>
          </p:cNvPr>
          <p:cNvSpPr/>
          <p:nvPr userDrawn="1"/>
        </p:nvSpPr>
        <p:spPr>
          <a:xfrm>
            <a:off x="631247" y="225438"/>
            <a:ext cx="1577797" cy="536562"/>
          </a:xfrm>
          <a:custGeom>
            <a:avLst/>
            <a:gdLst/>
            <a:ahLst/>
            <a:cxnLst/>
            <a:rect l="l" t="t" r="r" b="b"/>
            <a:pathLst>
              <a:path w="2072975" h="704957" extrusionOk="0">
                <a:moveTo>
                  <a:pt x="0" y="0"/>
                </a:moveTo>
                <a:lnTo>
                  <a:pt x="2072975" y="0"/>
                </a:lnTo>
                <a:lnTo>
                  <a:pt x="2072975" y="704957"/>
                </a:lnTo>
                <a:lnTo>
                  <a:pt x="0" y="704957"/>
                </a:lnTo>
                <a:lnTo>
                  <a:pt x="0" y="0"/>
                </a:lnTo>
                <a:close/>
              </a:path>
            </a:pathLst>
          </a:custGeom>
          <a:blipFill rotWithShape="1">
            <a:blip r:embed="rId12">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 name="Google Shape;269;p1">
            <a:extLst>
              <a:ext uri="{FF2B5EF4-FFF2-40B4-BE49-F238E27FC236}">
                <a16:creationId xmlns:a16="http://schemas.microsoft.com/office/drawing/2014/main" id="{F1CDDF36-BEAA-7AB0-8B1C-EA5D256F1B16}"/>
              </a:ext>
            </a:extLst>
          </p:cNvPr>
          <p:cNvSpPr txBox="1"/>
          <p:nvPr userDrawn="1"/>
        </p:nvSpPr>
        <p:spPr>
          <a:xfrm>
            <a:off x="609476" y="6356352"/>
            <a:ext cx="3860800" cy="323165"/>
          </a:xfrm>
          <a:prstGeom prst="rect">
            <a:avLst/>
          </a:prstGeom>
          <a:noFill/>
          <a:ln>
            <a:noFill/>
          </a:ln>
        </p:spPr>
        <p:txBody>
          <a:bodyPr spcFirstLastPara="1" wrap="square" lIns="0" tIns="0" rIns="0" bIns="0" anchor="t" anchorCtr="0">
            <a:spAutoFit/>
          </a:bodyPr>
          <a:lstStyle/>
          <a:p>
            <a:pPr marL="0" marR="0" lvl="0" indent="0" algn="l" rtl="0">
              <a:lnSpc>
                <a:spcPct val="140028"/>
              </a:lnSpc>
              <a:spcBef>
                <a:spcPts val="0"/>
              </a:spcBef>
              <a:spcAft>
                <a:spcPts val="0"/>
              </a:spcAft>
              <a:buNone/>
            </a:pPr>
            <a:r>
              <a:rPr lang="en-US" sz="1500" b="1" i="1" dirty="0">
                <a:solidFill>
                  <a:srgbClr val="901042"/>
                </a:solidFill>
                <a:latin typeface="Poppins"/>
                <a:ea typeface="Poppins"/>
                <a:cs typeface="Poppins"/>
                <a:sym typeface="Poppins"/>
              </a:rPr>
              <a:t>Innovating Sustainable Solutions</a:t>
            </a:r>
            <a:endParaRPr sz="1500" b="1" i="1" dirty="0">
              <a:solidFill>
                <a:srgbClr val="901042"/>
              </a:solidFil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hdr="0" ftr="0" dt="0"/>
  <p:txStyles>
    <p:titleStyle>
      <a:lvl1pPr algn="ctr" rtl="0" eaLnBrk="0" fontAlgn="base" hangingPunct="0">
        <a:spcBef>
          <a:spcPct val="0"/>
        </a:spcBef>
        <a:spcAft>
          <a:spcPct val="0"/>
        </a:spcAft>
        <a:defRPr sz="3600" kern="1200">
          <a:solidFill>
            <a:schemeClr val="tx1"/>
          </a:solidFill>
          <a:latin typeface="+mj-lt"/>
          <a:ea typeface="ＭＳ Ｐゴシック" charset="0"/>
          <a:cs typeface="ＭＳ Ｐゴシック" charset="0"/>
        </a:defRPr>
      </a:lvl1pPr>
      <a:lvl2pPr algn="ctr" rtl="0" eaLnBrk="0" fontAlgn="base" hangingPunct="0">
        <a:spcBef>
          <a:spcPct val="0"/>
        </a:spcBef>
        <a:spcAft>
          <a:spcPct val="0"/>
        </a:spcAft>
        <a:defRPr sz="3600">
          <a:solidFill>
            <a:schemeClr val="tx1"/>
          </a:solidFill>
          <a:latin typeface="Calibri" pitchFamily="34" charset="0"/>
          <a:ea typeface="ＭＳ Ｐゴシック" charset="0"/>
          <a:cs typeface="ＭＳ Ｐゴシック" charset="0"/>
        </a:defRPr>
      </a:lvl2pPr>
      <a:lvl3pPr algn="ctr" rtl="0" eaLnBrk="0" fontAlgn="base" hangingPunct="0">
        <a:spcBef>
          <a:spcPct val="0"/>
        </a:spcBef>
        <a:spcAft>
          <a:spcPct val="0"/>
        </a:spcAft>
        <a:defRPr sz="3600">
          <a:solidFill>
            <a:schemeClr val="tx1"/>
          </a:solidFill>
          <a:latin typeface="Calibri" pitchFamily="34" charset="0"/>
          <a:ea typeface="ＭＳ Ｐゴシック" charset="0"/>
          <a:cs typeface="ＭＳ Ｐゴシック" charset="0"/>
        </a:defRPr>
      </a:lvl3pPr>
      <a:lvl4pPr algn="ctr" rtl="0" eaLnBrk="0" fontAlgn="base" hangingPunct="0">
        <a:spcBef>
          <a:spcPct val="0"/>
        </a:spcBef>
        <a:spcAft>
          <a:spcPct val="0"/>
        </a:spcAft>
        <a:defRPr sz="3600">
          <a:solidFill>
            <a:schemeClr val="tx1"/>
          </a:solidFill>
          <a:latin typeface="Calibri" pitchFamily="34" charset="0"/>
          <a:ea typeface="ＭＳ Ｐゴシック" charset="0"/>
          <a:cs typeface="ＭＳ Ｐゴシック" charset="0"/>
        </a:defRPr>
      </a:lvl4pPr>
      <a:lvl5pPr algn="ctr" rtl="0" eaLnBrk="0" fontAlgn="base" hangingPunct="0">
        <a:spcBef>
          <a:spcPct val="0"/>
        </a:spcBef>
        <a:spcAft>
          <a:spcPct val="0"/>
        </a:spcAft>
        <a:defRPr sz="3600">
          <a:solidFill>
            <a:schemeClr val="tx1"/>
          </a:solidFill>
          <a:latin typeface="Calibri" pitchFamily="34" charset="0"/>
          <a:ea typeface="ＭＳ Ｐゴシック" charset="0"/>
          <a:cs typeface="ＭＳ Ｐゴシック" charset="0"/>
        </a:defRPr>
      </a:lvl5pPr>
      <a:lvl6pPr marL="457200" algn="ctr" rtl="0" fontAlgn="base">
        <a:spcBef>
          <a:spcPct val="0"/>
        </a:spcBef>
        <a:spcAft>
          <a:spcPct val="0"/>
        </a:spcAft>
        <a:defRPr sz="3600">
          <a:solidFill>
            <a:schemeClr val="tx1"/>
          </a:solidFill>
          <a:latin typeface="Calibri" pitchFamily="34" charset="0"/>
        </a:defRPr>
      </a:lvl6pPr>
      <a:lvl7pPr marL="914400" algn="ctr" rtl="0" fontAlgn="base">
        <a:spcBef>
          <a:spcPct val="0"/>
        </a:spcBef>
        <a:spcAft>
          <a:spcPct val="0"/>
        </a:spcAft>
        <a:defRPr sz="3600">
          <a:solidFill>
            <a:schemeClr val="tx1"/>
          </a:solidFill>
          <a:latin typeface="Calibri" pitchFamily="34" charset="0"/>
        </a:defRPr>
      </a:lvl7pPr>
      <a:lvl8pPr marL="1371600" algn="ctr" rtl="0" fontAlgn="base">
        <a:spcBef>
          <a:spcPct val="0"/>
        </a:spcBef>
        <a:spcAft>
          <a:spcPct val="0"/>
        </a:spcAft>
        <a:defRPr sz="3600">
          <a:solidFill>
            <a:schemeClr val="tx1"/>
          </a:solidFill>
          <a:latin typeface="Calibri" pitchFamily="34" charset="0"/>
        </a:defRPr>
      </a:lvl8pPr>
      <a:lvl9pPr marL="1828800" algn="ctr" rtl="0" fontAlgn="base">
        <a:spcBef>
          <a:spcPct val="0"/>
        </a:spcBef>
        <a:spcAft>
          <a:spcPct val="0"/>
        </a:spcAft>
        <a:defRPr sz="36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ＭＳ Ｐゴシック" charset="0"/>
          <a:cs typeface="ＭＳ Ｐゴシック" charset="0"/>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ＭＳ Ｐゴシック" charset="0"/>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ＭＳ Ｐゴシック" charset="0"/>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ＭＳ Ｐゴシック" charset="0"/>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ＭＳ Ｐゴシック" charset="0"/>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4.em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oleObject" Target="../embeddings/oleObject2.bin"/><Relationship Id="rId1" Type="http://schemas.openxmlformats.org/officeDocument/2006/relationships/slideLayout" Target="../slideLayouts/slideLayout2.xml"/><Relationship Id="rId5" Type="http://schemas.openxmlformats.org/officeDocument/2006/relationships/image" Target="../media/image7.emf"/><Relationship Id="rId4" Type="http://schemas.openxmlformats.org/officeDocument/2006/relationships/oleObject" Target="../embeddings/oleObject3.bin"/></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oleObject" Target="../embeddings/oleObject4.bin"/><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10.emf"/></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image" Target="../media/image11.emf"/></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12.emf"/></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41.xml.rels><?xml version="1.0" encoding="UTF-8" standalone="yes"?>
<Relationships xmlns="http://schemas.openxmlformats.org/package/2006/relationships"><Relationship Id="rId3" Type="http://schemas.openxmlformats.org/officeDocument/2006/relationships/image" Target="../media/image28.png"/><Relationship Id="rId7" Type="http://schemas.openxmlformats.org/officeDocument/2006/relationships/image" Target="../media/image30.emf"/><Relationship Id="rId2" Type="http://schemas.openxmlformats.org/officeDocument/2006/relationships/image" Target="../media/image27.png"/><Relationship Id="rId1" Type="http://schemas.openxmlformats.org/officeDocument/2006/relationships/slideLayout" Target="../slideLayouts/slideLayout2.xml"/><Relationship Id="rId6" Type="http://schemas.openxmlformats.org/officeDocument/2006/relationships/oleObject" Target="../embeddings/oleObject9.bin"/><Relationship Id="rId5" Type="http://schemas.openxmlformats.org/officeDocument/2006/relationships/image" Target="../media/image29.emf"/><Relationship Id="rId4" Type="http://schemas.openxmlformats.org/officeDocument/2006/relationships/oleObject" Target="../embeddings/oleObject8.bin"/></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4.emf"/><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oleObject" Target="../embeddings/oleObject10.bin"/><Relationship Id="rId1" Type="http://schemas.openxmlformats.org/officeDocument/2006/relationships/slideLayout" Target="../slideLayouts/slideLayout2.xml"/><Relationship Id="rId5" Type="http://schemas.openxmlformats.org/officeDocument/2006/relationships/image" Target="../media/image36.emf"/><Relationship Id="rId4" Type="http://schemas.openxmlformats.org/officeDocument/2006/relationships/oleObject" Target="../embeddings/oleObject11.bin"/></Relationships>
</file>

<file path=ppt/slides/_rels/slide49.xml.rels><?xml version="1.0" encoding="UTF-8" standalone="yes"?>
<Relationships xmlns="http://schemas.openxmlformats.org/package/2006/relationships"><Relationship Id="rId3" Type="http://schemas.openxmlformats.org/officeDocument/2006/relationships/image" Target="../media/image37.emf"/><Relationship Id="rId7" Type="http://schemas.openxmlformats.org/officeDocument/2006/relationships/image" Target="../media/image39.emf"/><Relationship Id="rId2" Type="http://schemas.openxmlformats.org/officeDocument/2006/relationships/oleObject" Target="../embeddings/oleObject12.bin"/><Relationship Id="rId1" Type="http://schemas.openxmlformats.org/officeDocument/2006/relationships/slideLayout" Target="../slideLayouts/slideLayout2.xml"/><Relationship Id="rId6" Type="http://schemas.openxmlformats.org/officeDocument/2006/relationships/oleObject" Target="../embeddings/oleObject14.bin"/><Relationship Id="rId5" Type="http://schemas.openxmlformats.org/officeDocument/2006/relationships/image" Target="../media/image38.emf"/><Relationship Id="rId4" Type="http://schemas.openxmlformats.org/officeDocument/2006/relationships/oleObject" Target="../embeddings/oleObject13.bin"/></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41.emf"/><Relationship Id="rId2" Type="http://schemas.openxmlformats.org/officeDocument/2006/relationships/oleObject" Target="../embeddings/oleObject15.bin"/><Relationship Id="rId1" Type="http://schemas.openxmlformats.org/officeDocument/2006/relationships/slideLayout" Target="../slideLayouts/slideLayout2.xml"/><Relationship Id="rId5" Type="http://schemas.openxmlformats.org/officeDocument/2006/relationships/image" Target="../media/image42.emf"/><Relationship Id="rId4" Type="http://schemas.openxmlformats.org/officeDocument/2006/relationships/oleObject" Target="../embeddings/oleObject16.bin"/></Relationships>
</file>

<file path=ppt/slides/_rels/slide57.xml.rels><?xml version="1.0" encoding="UTF-8" standalone="yes"?>
<Relationships xmlns="http://schemas.openxmlformats.org/package/2006/relationships"><Relationship Id="rId8" Type="http://schemas.openxmlformats.org/officeDocument/2006/relationships/oleObject" Target="../embeddings/oleObject20.bin"/><Relationship Id="rId3" Type="http://schemas.openxmlformats.org/officeDocument/2006/relationships/image" Target="../media/image43.emf"/><Relationship Id="rId7" Type="http://schemas.openxmlformats.org/officeDocument/2006/relationships/image" Target="../media/image45.emf"/><Relationship Id="rId2" Type="http://schemas.openxmlformats.org/officeDocument/2006/relationships/oleObject" Target="../embeddings/oleObject17.bin"/><Relationship Id="rId1" Type="http://schemas.openxmlformats.org/officeDocument/2006/relationships/slideLayout" Target="../slideLayouts/slideLayout2.xml"/><Relationship Id="rId6" Type="http://schemas.openxmlformats.org/officeDocument/2006/relationships/oleObject" Target="../embeddings/oleObject19.bin"/><Relationship Id="rId5" Type="http://schemas.openxmlformats.org/officeDocument/2006/relationships/image" Target="../media/image44.emf"/><Relationship Id="rId4" Type="http://schemas.openxmlformats.org/officeDocument/2006/relationships/oleObject" Target="../embeddings/oleObject18.bin"/><Relationship Id="rId9" Type="http://schemas.openxmlformats.org/officeDocument/2006/relationships/image" Target="../media/image46.emf"/></Relationships>
</file>

<file path=ppt/slides/_rels/slide58.xml.rels><?xml version="1.0" encoding="UTF-8" standalone="yes"?>
<Relationships xmlns="http://schemas.openxmlformats.org/package/2006/relationships"><Relationship Id="rId2" Type="http://schemas.openxmlformats.org/officeDocument/2006/relationships/image" Target="../media/image47.emf"/><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48.emf"/><Relationship Id="rId2" Type="http://schemas.openxmlformats.org/officeDocument/2006/relationships/oleObject" Target="../embeddings/oleObject21.bin"/><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49.emf"/><Relationship Id="rId2" Type="http://schemas.openxmlformats.org/officeDocument/2006/relationships/oleObject" Target="../embeddings/oleObject22.bin"/><Relationship Id="rId1" Type="http://schemas.openxmlformats.org/officeDocument/2006/relationships/slideLayout" Target="../slideLayouts/slideLayout2.xml"/><Relationship Id="rId5" Type="http://schemas.openxmlformats.org/officeDocument/2006/relationships/image" Target="../media/image50.emf"/><Relationship Id="rId4" Type="http://schemas.openxmlformats.org/officeDocument/2006/relationships/oleObject" Target="../embeddings/oleObject23.bin"/></Relationships>
</file>

<file path=ppt/slides/_rels/slide62.xml.rels><?xml version="1.0" encoding="UTF-8" standalone="yes"?>
<Relationships xmlns="http://schemas.openxmlformats.org/package/2006/relationships"><Relationship Id="rId3" Type="http://schemas.openxmlformats.org/officeDocument/2006/relationships/image" Target="../media/image51.wmf"/><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53.png"/><Relationship Id="rId5" Type="http://schemas.openxmlformats.org/officeDocument/2006/relationships/image" Target="../media/image52.emf"/><Relationship Id="rId4" Type="http://schemas.openxmlformats.org/officeDocument/2006/relationships/oleObject" Target="../embeddings/oleObject24.bin"/></Relationships>
</file>

<file path=ppt/slides/_rels/slide63.xml.rels><?xml version="1.0" encoding="UTF-8" standalone="yes"?>
<Relationships xmlns="http://schemas.openxmlformats.org/package/2006/relationships"><Relationship Id="rId3" Type="http://schemas.openxmlformats.org/officeDocument/2006/relationships/image" Target="../media/image54.emf"/><Relationship Id="rId2" Type="http://schemas.openxmlformats.org/officeDocument/2006/relationships/oleObject" Target="../embeddings/oleObject25.bin"/><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55.wmf"/><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56.wmf"/><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74.xml.rels><?xml version="1.0" encoding="UTF-8" standalone="yes"?>
<Relationships xmlns="http://schemas.openxmlformats.org/package/2006/relationships"><Relationship Id="rId3" Type="http://schemas.openxmlformats.org/officeDocument/2006/relationships/image" Target="../media/image58.emf"/><Relationship Id="rId2" Type="http://schemas.openxmlformats.org/officeDocument/2006/relationships/oleObject" Target="../embeddings/oleObject26.bin"/><Relationship Id="rId1" Type="http://schemas.openxmlformats.org/officeDocument/2006/relationships/slideLayout" Target="../slideLayouts/slideLayout2.xml"/><Relationship Id="rId4" Type="http://schemas.openxmlformats.org/officeDocument/2006/relationships/image" Target="../media/image59.png"/></Relationships>
</file>

<file path=ppt/slides/_rels/slide75.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64.emf"/><Relationship Id="rId2" Type="http://schemas.openxmlformats.org/officeDocument/2006/relationships/oleObject" Target="../embeddings/oleObject27.bin"/><Relationship Id="rId1" Type="http://schemas.openxmlformats.org/officeDocument/2006/relationships/slideLayout" Target="../slideLayouts/slideLayout2.xml"/><Relationship Id="rId5" Type="http://schemas.openxmlformats.org/officeDocument/2006/relationships/image" Target="../media/image65.emf"/><Relationship Id="rId4" Type="http://schemas.openxmlformats.org/officeDocument/2006/relationships/oleObject" Target="../embeddings/oleObject28.bin"/></Relationships>
</file>

<file path=ppt/slides/_rels/slide81.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68.emf"/><Relationship Id="rId2" Type="http://schemas.openxmlformats.org/officeDocument/2006/relationships/oleObject" Target="../embeddings/oleObject29.bin"/><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C2E2D6-497E-8C52-5028-48C65D6836D4}"/>
            </a:ext>
          </a:extLst>
        </p:cNvPr>
        <p:cNvGrpSpPr/>
        <p:nvPr/>
      </p:nvGrpSpPr>
      <p:grpSpPr>
        <a:xfrm>
          <a:off x="0" y="0"/>
          <a:ext cx="0" cy="0"/>
          <a:chOff x="0" y="0"/>
          <a:chExt cx="0" cy="0"/>
        </a:xfrm>
      </p:grpSpPr>
      <p:sp>
        <p:nvSpPr>
          <p:cNvPr id="3074" name="Slide Number Placeholder 6">
            <a:extLst>
              <a:ext uri="{FF2B5EF4-FFF2-40B4-BE49-F238E27FC236}">
                <a16:creationId xmlns:a16="http://schemas.microsoft.com/office/drawing/2014/main" id="{A3BF57A6-6A28-2252-5149-E9596FEB015D}"/>
              </a:ext>
            </a:extLst>
          </p:cNvPr>
          <p:cNvSpPr>
            <a:spLocks noGrp="1"/>
          </p:cNvSpPr>
          <p:nvPr>
            <p:ph type="sldNum" sz="quarter" idx="12"/>
          </p:nvPr>
        </p:nvSpPr>
        <p:spPr>
          <a:xfrm>
            <a:off x="8737600" y="6356351"/>
            <a:ext cx="28448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fontAlgn="base">
              <a:spcBef>
                <a:spcPct val="0"/>
              </a:spcBef>
              <a:spcAft>
                <a:spcPct val="0"/>
              </a:spcAft>
              <a:defRPr sz="1200" kern="1200">
                <a:solidFill>
                  <a:srgbClr val="898989"/>
                </a:solidFill>
                <a:latin typeface="Calibri" charset="0"/>
                <a:ea typeface="ＭＳ Ｐゴシック" charset="-128"/>
                <a:cs typeface="+mn-cs"/>
              </a:defRPr>
            </a:lvl1pPr>
            <a:lvl2pPr marL="457200" algn="l" rtl="0" fontAlgn="base">
              <a:spcBef>
                <a:spcPct val="0"/>
              </a:spcBef>
              <a:spcAft>
                <a:spcPct val="0"/>
              </a:spcAft>
              <a:defRPr kern="1200">
                <a:solidFill>
                  <a:schemeClr val="tx1"/>
                </a:solidFill>
                <a:latin typeface="Calibri" charset="0"/>
                <a:ea typeface="ＭＳ Ｐゴシック" charset="-128"/>
                <a:cs typeface="+mn-cs"/>
              </a:defRPr>
            </a:lvl2pPr>
            <a:lvl3pPr marL="914400" algn="l" rtl="0" fontAlgn="base">
              <a:spcBef>
                <a:spcPct val="0"/>
              </a:spcBef>
              <a:spcAft>
                <a:spcPct val="0"/>
              </a:spcAft>
              <a:defRPr kern="1200">
                <a:solidFill>
                  <a:schemeClr val="tx1"/>
                </a:solidFill>
                <a:latin typeface="Calibri" charset="0"/>
                <a:ea typeface="ＭＳ Ｐゴシック" charset="-128"/>
                <a:cs typeface="+mn-cs"/>
              </a:defRPr>
            </a:lvl3pPr>
            <a:lvl4pPr marL="1371600" algn="l" rtl="0" fontAlgn="base">
              <a:spcBef>
                <a:spcPct val="0"/>
              </a:spcBef>
              <a:spcAft>
                <a:spcPct val="0"/>
              </a:spcAft>
              <a:defRPr kern="1200">
                <a:solidFill>
                  <a:schemeClr val="tx1"/>
                </a:solidFill>
                <a:latin typeface="Calibri" charset="0"/>
                <a:ea typeface="ＭＳ Ｐゴシック" charset="-128"/>
                <a:cs typeface="+mn-cs"/>
              </a:defRPr>
            </a:lvl4pPr>
            <a:lvl5pPr marL="1828800" algn="l" rtl="0" fontAlgn="base">
              <a:spcBef>
                <a:spcPct val="0"/>
              </a:spcBef>
              <a:spcAft>
                <a:spcPct val="0"/>
              </a:spcAft>
              <a:defRPr kern="1200">
                <a:solidFill>
                  <a:schemeClr val="tx1"/>
                </a:solidFill>
                <a:latin typeface="Calibri" charset="0"/>
                <a:ea typeface="ＭＳ Ｐゴシック" charset="-128"/>
                <a:cs typeface="+mn-cs"/>
              </a:defRPr>
            </a:lvl5pPr>
            <a:lvl6pPr marL="2286000" algn="l" defTabSz="914400" rtl="0" eaLnBrk="1" latinLnBrk="0" hangingPunct="1">
              <a:defRPr kern="1200">
                <a:solidFill>
                  <a:schemeClr val="tx1"/>
                </a:solidFill>
                <a:latin typeface="Calibri" charset="0"/>
                <a:ea typeface="ＭＳ Ｐゴシック" charset="-128"/>
                <a:cs typeface="+mn-cs"/>
              </a:defRPr>
            </a:lvl6pPr>
            <a:lvl7pPr marL="2743200" algn="l" defTabSz="914400" rtl="0" eaLnBrk="1" latinLnBrk="0" hangingPunct="1">
              <a:defRPr kern="1200">
                <a:solidFill>
                  <a:schemeClr val="tx1"/>
                </a:solidFill>
                <a:latin typeface="Calibri" charset="0"/>
                <a:ea typeface="ＭＳ Ｐゴシック" charset="-128"/>
                <a:cs typeface="+mn-cs"/>
              </a:defRPr>
            </a:lvl7pPr>
            <a:lvl8pPr marL="3200400" algn="l" defTabSz="914400" rtl="0" eaLnBrk="1" latinLnBrk="0" hangingPunct="1">
              <a:defRPr kern="1200">
                <a:solidFill>
                  <a:schemeClr val="tx1"/>
                </a:solidFill>
                <a:latin typeface="Calibri" charset="0"/>
                <a:ea typeface="ＭＳ Ｐゴシック" charset="-128"/>
                <a:cs typeface="+mn-cs"/>
              </a:defRPr>
            </a:lvl8pPr>
            <a:lvl9pPr marL="3657600" algn="l" defTabSz="914400" rtl="0" eaLnBrk="1" latinLnBrk="0" hangingPunct="1">
              <a:defRPr kern="1200">
                <a:solidFill>
                  <a:schemeClr val="tx1"/>
                </a:solidFill>
                <a:latin typeface="Calibri" charset="0"/>
                <a:ea typeface="ＭＳ Ｐゴシック" charset="-128"/>
                <a:cs typeface="+mn-cs"/>
              </a:defRPr>
            </a:lvl9pPr>
          </a:lstStyle>
          <a:p>
            <a:fld id="{E84E0A14-FAA9-F840-8F6E-CF85F7234053}" type="slidenum">
              <a:rPr lang="en-US" altLang="x-none" smtClean="0"/>
              <a:pPr/>
              <a:t>1</a:t>
            </a:fld>
            <a:endParaRPr lang="en-US" altLang="en-US" sz="1000">
              <a:solidFill>
                <a:schemeClr val="bg1"/>
              </a:solidFill>
            </a:endParaRPr>
          </a:p>
        </p:txBody>
      </p:sp>
      <p:sp>
        <p:nvSpPr>
          <p:cNvPr id="261" name="Google Shape;261;p1"/>
          <p:cNvSpPr/>
          <p:nvPr/>
        </p:nvSpPr>
        <p:spPr>
          <a:xfrm>
            <a:off x="0" y="0"/>
            <a:ext cx="12192000" cy="6858000"/>
          </a:xfrm>
          <a:custGeom>
            <a:avLst/>
            <a:gdLst/>
            <a:ahLst/>
            <a:cxnLst/>
            <a:rect l="l" t="t" r="r" b="b"/>
            <a:pathLst>
              <a:path w="1610062" h="1086267" extrusionOk="0">
                <a:moveTo>
                  <a:pt x="10933" y="0"/>
                </a:moveTo>
                <a:lnTo>
                  <a:pt x="1599129" y="0"/>
                </a:lnTo>
                <a:cubicBezTo>
                  <a:pt x="1602029" y="0"/>
                  <a:pt x="1604810" y="1152"/>
                  <a:pt x="1606860" y="3202"/>
                </a:cubicBezTo>
                <a:cubicBezTo>
                  <a:pt x="1608910" y="5253"/>
                  <a:pt x="1610062" y="8033"/>
                  <a:pt x="1610062" y="10933"/>
                </a:cubicBezTo>
                <a:lnTo>
                  <a:pt x="1610062" y="1075334"/>
                </a:lnTo>
                <a:cubicBezTo>
                  <a:pt x="1610062" y="1078234"/>
                  <a:pt x="1608910" y="1081014"/>
                  <a:pt x="1606860" y="1083065"/>
                </a:cubicBezTo>
                <a:cubicBezTo>
                  <a:pt x="1604810" y="1085115"/>
                  <a:pt x="1602029" y="1086267"/>
                  <a:pt x="1599129" y="1086267"/>
                </a:cubicBezTo>
                <a:lnTo>
                  <a:pt x="10933" y="1086267"/>
                </a:lnTo>
                <a:cubicBezTo>
                  <a:pt x="8033" y="1086267"/>
                  <a:pt x="5253" y="1085115"/>
                  <a:pt x="3202" y="1083065"/>
                </a:cubicBezTo>
                <a:cubicBezTo>
                  <a:pt x="1152" y="1081014"/>
                  <a:pt x="0" y="1078234"/>
                  <a:pt x="0" y="1075334"/>
                </a:cubicBezTo>
                <a:lnTo>
                  <a:pt x="0" y="10933"/>
                </a:lnTo>
                <a:cubicBezTo>
                  <a:pt x="0" y="8033"/>
                  <a:pt x="1152" y="5253"/>
                  <a:pt x="3202" y="3202"/>
                </a:cubicBezTo>
                <a:cubicBezTo>
                  <a:pt x="5253" y="1152"/>
                  <a:pt x="8033" y="0"/>
                  <a:pt x="10933" y="0"/>
                </a:cubicBezTo>
                <a:close/>
              </a:path>
            </a:pathLst>
          </a:custGeom>
          <a:blipFill rotWithShape="1">
            <a:blip r:embed="rId3">
              <a:alphaModFix amt="40000"/>
            </a:blip>
            <a:stretch>
              <a:fillRect l="-9963" t="2" r="-9976" b="-5291"/>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nvGrpSpPr>
          <p:cNvPr id="5" name="Google Shape;263;p1">
            <a:extLst>
              <a:ext uri="{FF2B5EF4-FFF2-40B4-BE49-F238E27FC236}">
                <a16:creationId xmlns:a16="http://schemas.microsoft.com/office/drawing/2014/main" id="{45B9D261-8C85-6567-87E8-5927E10358C8}"/>
              </a:ext>
            </a:extLst>
          </p:cNvPr>
          <p:cNvGrpSpPr/>
          <p:nvPr/>
        </p:nvGrpSpPr>
        <p:grpSpPr>
          <a:xfrm>
            <a:off x="11707824" y="0"/>
            <a:ext cx="179377" cy="6858000"/>
            <a:chOff x="0" y="-47625"/>
            <a:chExt cx="72806" cy="2756958"/>
          </a:xfrm>
        </p:grpSpPr>
        <p:sp>
          <p:nvSpPr>
            <p:cNvPr id="6" name="Google Shape;264;p1">
              <a:extLst>
                <a:ext uri="{FF2B5EF4-FFF2-40B4-BE49-F238E27FC236}">
                  <a16:creationId xmlns:a16="http://schemas.microsoft.com/office/drawing/2014/main" id="{BAD8433F-375E-AA5E-E320-00DF16B2A62D}"/>
                </a:ext>
              </a:extLst>
            </p:cNvPr>
            <p:cNvSpPr/>
            <p:nvPr/>
          </p:nvSpPr>
          <p:spPr>
            <a:xfrm>
              <a:off x="0" y="0"/>
              <a:ext cx="72806" cy="2709333"/>
            </a:xfrm>
            <a:custGeom>
              <a:avLst/>
              <a:gdLst/>
              <a:ahLst/>
              <a:cxnLst/>
              <a:rect l="l" t="t" r="r" b="b"/>
              <a:pathLst>
                <a:path w="72806" h="2709333" extrusionOk="0">
                  <a:moveTo>
                    <a:pt x="0" y="0"/>
                  </a:moveTo>
                  <a:lnTo>
                    <a:pt x="72806" y="0"/>
                  </a:lnTo>
                  <a:lnTo>
                    <a:pt x="72806" y="2709333"/>
                  </a:lnTo>
                  <a:lnTo>
                    <a:pt x="0" y="2709333"/>
                  </a:lnTo>
                  <a:close/>
                </a:path>
              </a:pathLst>
            </a:custGeom>
            <a:solidFill>
              <a:srgbClr val="901042"/>
            </a:solidFill>
            <a:ln>
              <a:noFill/>
            </a:ln>
          </p:spPr>
          <p:txBody>
            <a:bodyPr spcFirstLastPara="1" wrap="square" lIns="177700" tIns="88825" rIns="177700" bIns="88825" anchor="t" anchorCtr="0">
              <a:noAutofit/>
            </a:bodyPr>
            <a:lstStyle/>
            <a:p>
              <a:pPr marL="0" marR="0" lvl="0" indent="0" algn="l" rtl="0">
                <a:spcBef>
                  <a:spcPts val="0"/>
                </a:spcBef>
                <a:spcAft>
                  <a:spcPts val="0"/>
                </a:spcAft>
                <a:buNone/>
              </a:pPr>
              <a:endParaRPr sz="3499">
                <a:solidFill>
                  <a:schemeClr val="dk1"/>
                </a:solidFill>
                <a:latin typeface="Calibri"/>
                <a:ea typeface="Calibri"/>
                <a:cs typeface="Calibri"/>
                <a:sym typeface="Calibri"/>
              </a:endParaRPr>
            </a:p>
          </p:txBody>
        </p:sp>
        <p:sp>
          <p:nvSpPr>
            <p:cNvPr id="7" name="Google Shape;265;p1">
              <a:extLst>
                <a:ext uri="{FF2B5EF4-FFF2-40B4-BE49-F238E27FC236}">
                  <a16:creationId xmlns:a16="http://schemas.microsoft.com/office/drawing/2014/main" id="{ACFF2846-256C-FA30-15EF-1B964D89676B}"/>
                </a:ext>
              </a:extLst>
            </p:cNvPr>
            <p:cNvSpPr txBox="1"/>
            <p:nvPr/>
          </p:nvSpPr>
          <p:spPr>
            <a:xfrm>
              <a:off x="0" y="-47625"/>
              <a:ext cx="72806" cy="2756958"/>
            </a:xfrm>
            <a:prstGeom prst="rect">
              <a:avLst/>
            </a:prstGeom>
            <a:noFill/>
            <a:ln>
              <a:noFill/>
            </a:ln>
          </p:spPr>
          <p:txBody>
            <a:bodyPr spcFirstLastPara="1" wrap="square" lIns="98725" tIns="98725" rIns="98725" bIns="98725" anchor="ctr" anchorCtr="0">
              <a:noAutofit/>
            </a:bodyPr>
            <a:lstStyle/>
            <a:p>
              <a:pPr marL="0" marR="0" lvl="0" indent="0" algn="ctr" rtl="0">
                <a:lnSpc>
                  <a:spcPct val="203722"/>
                </a:lnSpc>
                <a:spcBef>
                  <a:spcPts val="0"/>
                </a:spcBef>
                <a:spcAft>
                  <a:spcPts val="0"/>
                </a:spcAft>
                <a:buNone/>
              </a:pPr>
              <a:endParaRPr sz="3499">
                <a:solidFill>
                  <a:schemeClr val="dk1"/>
                </a:solidFill>
                <a:latin typeface="Calibri"/>
                <a:ea typeface="Calibri"/>
                <a:cs typeface="Calibri"/>
                <a:sym typeface="Calibri"/>
              </a:endParaRPr>
            </a:p>
          </p:txBody>
        </p:sp>
      </p:grpSp>
      <p:sp>
        <p:nvSpPr>
          <p:cNvPr id="9" name="Google Shape;269;p1">
            <a:extLst>
              <a:ext uri="{FF2B5EF4-FFF2-40B4-BE49-F238E27FC236}">
                <a16:creationId xmlns:a16="http://schemas.microsoft.com/office/drawing/2014/main" id="{1E991F7A-1ACA-9F76-B49B-E7164ED46FE2}"/>
              </a:ext>
            </a:extLst>
          </p:cNvPr>
          <p:cNvSpPr txBox="1"/>
          <p:nvPr/>
        </p:nvSpPr>
        <p:spPr>
          <a:xfrm>
            <a:off x="609600" y="6356351"/>
            <a:ext cx="3671100" cy="231000"/>
          </a:xfrm>
          <a:prstGeom prst="rect">
            <a:avLst/>
          </a:prstGeom>
          <a:noFill/>
          <a:ln>
            <a:noFill/>
          </a:ln>
        </p:spPr>
        <p:txBody>
          <a:bodyPr spcFirstLastPara="1" wrap="square" lIns="0" tIns="0" rIns="0" bIns="0" anchor="t" anchorCtr="0">
            <a:spAutoFit/>
          </a:bodyPr>
          <a:lstStyle/>
          <a:p>
            <a:pPr marL="0" marR="0" lvl="0" indent="0" algn="l" rtl="0">
              <a:lnSpc>
                <a:spcPct val="140028"/>
              </a:lnSpc>
              <a:spcBef>
                <a:spcPts val="0"/>
              </a:spcBef>
              <a:spcAft>
                <a:spcPts val="0"/>
              </a:spcAft>
              <a:buNone/>
            </a:pPr>
            <a:r>
              <a:rPr lang="en-US" sz="1500" b="1" i="1" dirty="0">
                <a:solidFill>
                  <a:srgbClr val="901042"/>
                </a:solidFill>
                <a:latin typeface="Poppins"/>
                <a:ea typeface="Poppins"/>
                <a:cs typeface="Poppins"/>
                <a:sym typeface="Poppins"/>
              </a:rPr>
              <a:t>Innovating Sustainable Solutions</a:t>
            </a:r>
            <a:endParaRPr sz="1500" b="1" i="1" dirty="0">
              <a:solidFill>
                <a:srgbClr val="901042"/>
              </a:solidFill>
            </a:endParaRPr>
          </a:p>
        </p:txBody>
      </p:sp>
      <p:sp>
        <p:nvSpPr>
          <p:cNvPr id="11" name="Title 14">
            <a:extLst>
              <a:ext uri="{FF2B5EF4-FFF2-40B4-BE49-F238E27FC236}">
                <a16:creationId xmlns:a16="http://schemas.microsoft.com/office/drawing/2014/main" id="{702330C8-FBC4-5CA4-11AC-348E6125577C}"/>
              </a:ext>
            </a:extLst>
          </p:cNvPr>
          <p:cNvSpPr txBox="1">
            <a:spLocks/>
          </p:cNvSpPr>
          <p:nvPr/>
        </p:nvSpPr>
        <p:spPr bwMode="auto">
          <a:xfrm>
            <a:off x="1" y="1524000"/>
            <a:ext cx="12192000" cy="1712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lgn="ctr">
              <a:defRPr/>
            </a:pPr>
            <a:r>
              <a:rPr lang="en-US" altLang="en-US" sz="6600" b="1" cap="all" dirty="0">
                <a:ln w="9000" cmpd="sng">
                  <a:solidFill>
                    <a:schemeClr val="accent4">
                      <a:shade val="50000"/>
                      <a:satMod val="120000"/>
                    </a:schemeClr>
                  </a:solidFill>
                  <a:prstDash val="solid"/>
                </a:ln>
                <a:latin typeface="+mj-lt"/>
                <a:ea typeface="ＭＳ Ｐゴシック" charset="0"/>
              </a:rPr>
              <a:t>SCST1223</a:t>
            </a:r>
          </a:p>
          <a:p>
            <a:pPr algn="ctr">
              <a:defRPr/>
            </a:pPr>
            <a:r>
              <a:rPr lang="en-US" altLang="en-US" sz="4000" b="1" cap="all" dirty="0">
                <a:ln w="9000" cmpd="sng">
                  <a:solidFill>
                    <a:schemeClr val="accent4">
                      <a:shade val="50000"/>
                      <a:satMod val="120000"/>
                    </a:schemeClr>
                  </a:solidFill>
                  <a:prstDash val="solid"/>
                </a:ln>
                <a:latin typeface="+mj-lt"/>
                <a:ea typeface="ＭＳ Ｐゴシック" charset="0"/>
              </a:rPr>
              <a:t>Probability &amp; statistical data analysis</a:t>
            </a:r>
          </a:p>
        </p:txBody>
      </p:sp>
      <p:sp>
        <p:nvSpPr>
          <p:cNvPr id="12" name="Content Placeholder 16">
            <a:extLst>
              <a:ext uri="{FF2B5EF4-FFF2-40B4-BE49-F238E27FC236}">
                <a16:creationId xmlns:a16="http://schemas.microsoft.com/office/drawing/2014/main" id="{6200B972-A955-CB75-F22C-D76C7101A561}"/>
              </a:ext>
            </a:extLst>
          </p:cNvPr>
          <p:cNvSpPr txBox="1">
            <a:spLocks/>
          </p:cNvSpPr>
          <p:nvPr/>
        </p:nvSpPr>
        <p:spPr bwMode="auto">
          <a:xfrm>
            <a:off x="2208213" y="3236168"/>
            <a:ext cx="7777162" cy="2455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128"/>
              </a:defRPr>
            </a:lvl1pPr>
            <a:lvl2pPr marL="742950" indent="-285750" eaLnBrk="0" hangingPunct="0">
              <a:defRPr sz="2400">
                <a:solidFill>
                  <a:schemeClr val="tx1"/>
                </a:solidFill>
                <a:latin typeface="Calibri" charset="0"/>
                <a:ea typeface="ＭＳ Ｐゴシック" charset="-128"/>
              </a:defRPr>
            </a:lvl2pPr>
            <a:lvl3pPr marL="1143000" indent="-228600" eaLnBrk="0" hangingPunct="0">
              <a:defRPr sz="2400">
                <a:solidFill>
                  <a:schemeClr val="tx1"/>
                </a:solidFill>
                <a:latin typeface="Calibri" charset="0"/>
                <a:ea typeface="ＭＳ Ｐゴシック" charset="-128"/>
              </a:defRPr>
            </a:lvl3pPr>
            <a:lvl4pPr marL="1600200" indent="-228600" eaLnBrk="0" hangingPunct="0">
              <a:defRPr sz="2400">
                <a:solidFill>
                  <a:schemeClr val="tx1"/>
                </a:solidFill>
                <a:latin typeface="Calibri" charset="0"/>
                <a:ea typeface="ＭＳ Ｐゴシック" charset="-128"/>
              </a:defRPr>
            </a:lvl4pPr>
            <a:lvl5pPr marL="2057400" indent="-228600" eaLnBrk="0" hangingPunct="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ctr" eaLnBrk="1" hangingPunct="1">
              <a:buFont typeface="Arial" charset="0"/>
              <a:buNone/>
            </a:pPr>
            <a:r>
              <a:rPr lang="en-US" altLang="x-none" sz="4800" b="1" dirty="0">
                <a:latin typeface="+mj-lt"/>
              </a:rPr>
              <a:t>CHAPTER 5</a:t>
            </a:r>
          </a:p>
          <a:p>
            <a:pPr algn="ctr" eaLnBrk="1" hangingPunct="1">
              <a:buFont typeface="Arial" charset="0"/>
              <a:buNone/>
            </a:pPr>
            <a:r>
              <a:rPr lang="en-US" altLang="x-none" sz="4800" b="1" dirty="0">
                <a:latin typeface="+mj-lt"/>
              </a:rPr>
              <a:t>Part 3</a:t>
            </a:r>
          </a:p>
          <a:p>
            <a:pPr algn="ctr" eaLnBrk="1" hangingPunct="1">
              <a:buFont typeface="Arial" charset="0"/>
              <a:buNone/>
            </a:pPr>
            <a:r>
              <a:rPr lang="en-US" sz="5400" dirty="0">
                <a:latin typeface="Britannic Bold" charset="0"/>
                <a:cs typeface="Arial" charset="0"/>
              </a:rPr>
              <a:t>HYPOTHESIS TESTING</a:t>
            </a:r>
          </a:p>
          <a:p>
            <a:pPr algn="ctr" eaLnBrk="1" hangingPunct="1">
              <a:buFont typeface="Arial" charset="0"/>
              <a:buNone/>
            </a:pPr>
            <a:r>
              <a:rPr lang="en-US" sz="5400" dirty="0">
                <a:latin typeface="Britannic Bold" charset="0"/>
                <a:cs typeface="Arial" charset="0"/>
              </a:rPr>
              <a:t>(Two Samples Test)</a:t>
            </a:r>
          </a:p>
        </p:txBody>
      </p:sp>
      <p:grpSp>
        <p:nvGrpSpPr>
          <p:cNvPr id="13" name="Google Shape;263;p1">
            <a:extLst>
              <a:ext uri="{FF2B5EF4-FFF2-40B4-BE49-F238E27FC236}">
                <a16:creationId xmlns:a16="http://schemas.microsoft.com/office/drawing/2014/main" id="{D772AF11-1559-96E1-7205-5B2275C19447}"/>
              </a:ext>
            </a:extLst>
          </p:cNvPr>
          <p:cNvGrpSpPr/>
          <p:nvPr/>
        </p:nvGrpSpPr>
        <p:grpSpPr>
          <a:xfrm>
            <a:off x="11728422" y="0"/>
            <a:ext cx="158778" cy="6858000"/>
            <a:chOff x="0" y="-47625"/>
            <a:chExt cx="72806" cy="2756958"/>
          </a:xfrm>
        </p:grpSpPr>
        <p:sp>
          <p:nvSpPr>
            <p:cNvPr id="14" name="Google Shape;264;p1">
              <a:extLst>
                <a:ext uri="{FF2B5EF4-FFF2-40B4-BE49-F238E27FC236}">
                  <a16:creationId xmlns:a16="http://schemas.microsoft.com/office/drawing/2014/main" id="{51C7C212-47D8-D864-A522-5676BFABE75F}"/>
                </a:ext>
              </a:extLst>
            </p:cNvPr>
            <p:cNvSpPr/>
            <p:nvPr/>
          </p:nvSpPr>
          <p:spPr>
            <a:xfrm>
              <a:off x="0" y="0"/>
              <a:ext cx="72806" cy="2709333"/>
            </a:xfrm>
            <a:custGeom>
              <a:avLst/>
              <a:gdLst/>
              <a:ahLst/>
              <a:cxnLst/>
              <a:rect l="l" t="t" r="r" b="b"/>
              <a:pathLst>
                <a:path w="72806" h="2709333" extrusionOk="0">
                  <a:moveTo>
                    <a:pt x="0" y="0"/>
                  </a:moveTo>
                  <a:lnTo>
                    <a:pt x="72806" y="0"/>
                  </a:lnTo>
                  <a:lnTo>
                    <a:pt x="72806" y="2709333"/>
                  </a:lnTo>
                  <a:lnTo>
                    <a:pt x="0" y="2709333"/>
                  </a:lnTo>
                  <a:close/>
                </a:path>
              </a:pathLst>
            </a:custGeom>
            <a:solidFill>
              <a:srgbClr val="901042"/>
            </a:solidFill>
            <a:ln>
              <a:noFill/>
            </a:ln>
          </p:spPr>
          <p:txBody>
            <a:bodyPr spcFirstLastPara="1" wrap="square" lIns="177700" tIns="88825" rIns="177700" bIns="88825" anchor="t" anchorCtr="0">
              <a:noAutofit/>
            </a:bodyPr>
            <a:lstStyle/>
            <a:p>
              <a:pPr marL="0" marR="0" lvl="0" indent="0" algn="l" rtl="0">
                <a:spcBef>
                  <a:spcPts val="0"/>
                </a:spcBef>
                <a:spcAft>
                  <a:spcPts val="0"/>
                </a:spcAft>
                <a:buNone/>
              </a:pPr>
              <a:endParaRPr sz="3499">
                <a:solidFill>
                  <a:schemeClr val="dk1"/>
                </a:solidFill>
                <a:latin typeface="Calibri"/>
                <a:ea typeface="Calibri"/>
                <a:cs typeface="Calibri"/>
                <a:sym typeface="Calibri"/>
              </a:endParaRPr>
            </a:p>
          </p:txBody>
        </p:sp>
        <p:sp>
          <p:nvSpPr>
            <p:cNvPr id="15" name="Google Shape;265;p1">
              <a:extLst>
                <a:ext uri="{FF2B5EF4-FFF2-40B4-BE49-F238E27FC236}">
                  <a16:creationId xmlns:a16="http://schemas.microsoft.com/office/drawing/2014/main" id="{28B0BB84-93C8-2499-A2C1-5BCC5F03730D}"/>
                </a:ext>
              </a:extLst>
            </p:cNvPr>
            <p:cNvSpPr txBox="1"/>
            <p:nvPr/>
          </p:nvSpPr>
          <p:spPr>
            <a:xfrm>
              <a:off x="0" y="-47625"/>
              <a:ext cx="72806" cy="2756958"/>
            </a:xfrm>
            <a:prstGeom prst="rect">
              <a:avLst/>
            </a:prstGeom>
            <a:noFill/>
            <a:ln>
              <a:noFill/>
            </a:ln>
          </p:spPr>
          <p:txBody>
            <a:bodyPr spcFirstLastPara="1" wrap="square" lIns="98725" tIns="98725" rIns="98725" bIns="98725" anchor="ctr" anchorCtr="0">
              <a:noAutofit/>
            </a:bodyPr>
            <a:lstStyle/>
            <a:p>
              <a:pPr marL="0" marR="0" lvl="0" indent="0" algn="ctr" rtl="0">
                <a:lnSpc>
                  <a:spcPct val="203722"/>
                </a:lnSpc>
                <a:spcBef>
                  <a:spcPts val="0"/>
                </a:spcBef>
                <a:spcAft>
                  <a:spcPts val="0"/>
                </a:spcAft>
                <a:buNone/>
              </a:pPr>
              <a:endParaRPr sz="3499">
                <a:solidFill>
                  <a:schemeClr val="dk1"/>
                </a:solidFill>
                <a:latin typeface="Calibri"/>
                <a:ea typeface="Calibri"/>
                <a:cs typeface="Calibri"/>
                <a:sym typeface="Calibri"/>
              </a:endParaRPr>
            </a:p>
          </p:txBody>
        </p:sp>
      </p:grpSp>
      <p:sp>
        <p:nvSpPr>
          <p:cNvPr id="16" name="Google Shape;268;p1">
            <a:extLst>
              <a:ext uri="{FF2B5EF4-FFF2-40B4-BE49-F238E27FC236}">
                <a16:creationId xmlns:a16="http://schemas.microsoft.com/office/drawing/2014/main" id="{E6309E2C-2C31-D3D9-CE01-A1B61E88A57A}"/>
              </a:ext>
            </a:extLst>
          </p:cNvPr>
          <p:cNvSpPr/>
          <p:nvPr/>
        </p:nvSpPr>
        <p:spPr>
          <a:xfrm>
            <a:off x="631247" y="225438"/>
            <a:ext cx="1577797" cy="536562"/>
          </a:xfrm>
          <a:custGeom>
            <a:avLst/>
            <a:gdLst/>
            <a:ahLst/>
            <a:cxnLst/>
            <a:rect l="l" t="t" r="r" b="b"/>
            <a:pathLst>
              <a:path w="2072975" h="704957" extrusionOk="0">
                <a:moveTo>
                  <a:pt x="0" y="0"/>
                </a:moveTo>
                <a:lnTo>
                  <a:pt x="2072975" y="0"/>
                </a:lnTo>
                <a:lnTo>
                  <a:pt x="2072975" y="704957"/>
                </a:lnTo>
                <a:lnTo>
                  <a:pt x="0" y="704957"/>
                </a:lnTo>
                <a:lnTo>
                  <a:pt x="0"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236236507"/>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Title 1"/>
          <p:cNvSpPr>
            <a:spLocks noGrp="1"/>
          </p:cNvSpPr>
          <p:nvPr>
            <p:ph type="title"/>
          </p:nvPr>
        </p:nvSpPr>
        <p:spPr>
          <a:xfrm>
            <a:off x="3648076" y="274639"/>
            <a:ext cx="6562725" cy="706437"/>
          </a:xfrm>
        </p:spPr>
        <p:txBody>
          <a:bodyPr/>
          <a:lstStyle/>
          <a:p>
            <a:r>
              <a:rPr lang="en-AU" sz="4000" b="1" dirty="0">
                <a:latin typeface="Calibri" charset="0"/>
              </a:rPr>
              <a:t>Example Questions on 2 Samples Test</a:t>
            </a:r>
          </a:p>
        </p:txBody>
      </p:sp>
      <p:sp>
        <p:nvSpPr>
          <p:cNvPr id="15362" name="Content Placeholder 2"/>
          <p:cNvSpPr>
            <a:spLocks noGrp="1"/>
          </p:cNvSpPr>
          <p:nvPr>
            <p:ph idx="1"/>
          </p:nvPr>
        </p:nvSpPr>
        <p:spPr>
          <a:xfrm>
            <a:off x="1774825" y="1639888"/>
            <a:ext cx="8497888" cy="4525962"/>
          </a:xfrm>
        </p:spPr>
        <p:txBody>
          <a:bodyPr/>
          <a:lstStyle/>
          <a:p>
            <a:pPr algn="just"/>
            <a:r>
              <a:rPr lang="en-AU" sz="2800" dirty="0">
                <a:latin typeface="Calibri" charset="0"/>
              </a:rPr>
              <a:t>Does taking a small dose of aspirin every day reduce the risk of heart attack?</a:t>
            </a:r>
          </a:p>
          <a:p>
            <a:pPr lvl="1" algn="just">
              <a:buFont typeface="Wingdings" charset="0"/>
              <a:buChar char="§"/>
            </a:pPr>
            <a:r>
              <a:rPr lang="en-AU" sz="2400" i="1" dirty="0">
                <a:latin typeface="Calibri" charset="0"/>
              </a:rPr>
              <a:t> Compare a group that takes aspirin with one that doesn’t.</a:t>
            </a:r>
          </a:p>
          <a:p>
            <a:pPr algn="just"/>
            <a:r>
              <a:rPr lang="en-AU" sz="2800" dirty="0">
                <a:latin typeface="Calibri" charset="0"/>
              </a:rPr>
              <a:t>Do men and women in the same occupation have different salaries.</a:t>
            </a:r>
          </a:p>
          <a:p>
            <a:pPr lvl="1" algn="just">
              <a:buFont typeface="Wingdings" charset="0"/>
              <a:buChar char="§"/>
            </a:pPr>
            <a:r>
              <a:rPr lang="en-AU" sz="2400" i="1" dirty="0">
                <a:latin typeface="Calibri" charset="0"/>
              </a:rPr>
              <a:t> Compare a sample of men with a sample of women.</a:t>
            </a:r>
          </a:p>
          <a:p>
            <a:pPr algn="just"/>
            <a:r>
              <a:rPr lang="en-AU" sz="2800" dirty="0">
                <a:latin typeface="Calibri" charset="0"/>
              </a:rPr>
              <a:t>Does fuel A lead to better gas mileage than fuel B?</a:t>
            </a:r>
          </a:p>
          <a:p>
            <a:pPr lvl="1" algn="just">
              <a:buFont typeface="Wingdings" charset="0"/>
              <a:buChar char="§"/>
            </a:pPr>
            <a:r>
              <a:rPr lang="en-AU" sz="2400" dirty="0">
                <a:latin typeface="Calibri" charset="0"/>
              </a:rPr>
              <a:t> </a:t>
            </a:r>
            <a:r>
              <a:rPr lang="en-AU" sz="2400" i="1" dirty="0">
                <a:latin typeface="Calibri" charset="0"/>
              </a:rPr>
              <a:t>Compare the gas mileage for a fleet of cars when they   use fuel A, to when those same cars use fuel B</a:t>
            </a:r>
            <a:r>
              <a:rPr lang="en-AU" sz="3600" dirty="0">
                <a:latin typeface="Calibri" charset="0"/>
              </a:rPr>
              <a:t>.</a:t>
            </a:r>
            <a:endParaRPr lang="en-AU" sz="2400" i="1" dirty="0">
              <a:latin typeface="Calibri" charset="0"/>
            </a:endParaRPr>
          </a:p>
        </p:txBody>
      </p:sp>
      <p:sp>
        <p:nvSpPr>
          <p:cNvPr id="15363" name="Slide Number Placeholder 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CA171C3E-B381-234D-BE1B-E4846B6619D2}" type="slidenum">
              <a:rPr lang="en-US" sz="1200">
                <a:solidFill>
                  <a:srgbClr val="898989"/>
                </a:solidFill>
                <a:cs typeface="Arial" charset="0"/>
              </a:rPr>
              <a:pPr eaLnBrk="1" hangingPunct="1"/>
              <a:t>2</a:t>
            </a:fld>
            <a:endParaRPr lang="en-US" sz="1200">
              <a:solidFill>
                <a:srgbClr val="898989"/>
              </a:solidFill>
              <a:cs typeface="Arial"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03512" y="1412777"/>
            <a:ext cx="8812088" cy="4525963"/>
          </a:xfrm>
        </p:spPr>
        <p:txBody>
          <a:bodyPr/>
          <a:lstStyle/>
          <a:p>
            <a:pPr marL="0" indent="0" algn="just">
              <a:buNone/>
              <a:defRPr/>
            </a:pPr>
            <a:r>
              <a:rPr lang="en-US" altLang="en-US" sz="2400" dirty="0">
                <a:ea typeface="+mn-ea"/>
                <a:cs typeface="+mn-cs"/>
              </a:rPr>
              <a:t>Suppose we have a population of adult men with a mean height of 71 inches and standard deviation of 2.5 inches.  We also have a population of adult women with a mean height of 65 inches and standard deviation of 2.3 inches.</a:t>
            </a:r>
            <a:r>
              <a:rPr lang="en-US" altLang="en-US" sz="2400" dirty="0">
                <a:solidFill>
                  <a:srgbClr val="0000FF"/>
                </a:solidFill>
                <a:ea typeface="+mn-ea"/>
                <a:cs typeface="+mn-cs"/>
              </a:rPr>
              <a:t> </a:t>
            </a:r>
            <a:r>
              <a:rPr lang="en-US" altLang="en-US" sz="2400" dirty="0">
                <a:ea typeface="+mn-ea"/>
                <a:cs typeface="+mn-cs"/>
              </a:rPr>
              <a:t>In this case the researcher is interested in comparing the mean height between men and women. His research question is: </a:t>
            </a:r>
            <a:r>
              <a:rPr lang="en-US" altLang="en-US" sz="2400" b="1" dirty="0">
                <a:ea typeface="+mn-ea"/>
                <a:cs typeface="+mn-cs"/>
              </a:rPr>
              <a:t>Does the mean height of men differ from the mean height of women?</a:t>
            </a:r>
            <a:r>
              <a:rPr lang="en-US" altLang="en-US" sz="2400" dirty="0">
                <a:ea typeface="+mn-ea"/>
                <a:cs typeface="+mn-cs"/>
              </a:rPr>
              <a:t>. Here, the hypotheses are</a:t>
            </a:r>
          </a:p>
          <a:p>
            <a:pPr marL="0" indent="0" algn="just">
              <a:buNone/>
              <a:defRPr/>
            </a:pPr>
            <a:r>
              <a:rPr lang="en-US" altLang="en-US" sz="2400" dirty="0">
                <a:ea typeface="+mn-ea"/>
                <a:cs typeface="+mn-cs"/>
              </a:rPr>
              <a:t>		</a:t>
            </a:r>
          </a:p>
          <a:p>
            <a:pPr marL="0" indent="0" algn="just">
              <a:buNone/>
              <a:defRPr/>
            </a:pPr>
            <a:endParaRPr lang="en-US" altLang="en-US" sz="2400" dirty="0">
              <a:ea typeface="+mn-ea"/>
              <a:cs typeface="+mn-cs"/>
            </a:endParaRPr>
          </a:p>
          <a:p>
            <a:pPr marL="0" indent="0" algn="just">
              <a:buNone/>
              <a:defRPr/>
            </a:pPr>
            <a:r>
              <a:rPr lang="en-US" altLang="en-US" sz="2400" dirty="0"/>
              <a:t>where, 	</a:t>
            </a:r>
          </a:p>
          <a:p>
            <a:pPr marL="0" indent="0" algn="just">
              <a:buNone/>
              <a:defRPr/>
            </a:pPr>
            <a:r>
              <a:rPr lang="en-US" altLang="en-US" sz="2400" dirty="0"/>
              <a:t>          m</a:t>
            </a:r>
            <a:r>
              <a:rPr lang="en-US" altLang="en-US" sz="2400" baseline="-25000" dirty="0"/>
              <a:t>1</a:t>
            </a:r>
            <a:r>
              <a:rPr lang="en-US" altLang="en-US" sz="2400" dirty="0"/>
              <a:t>= mean height of men	</a:t>
            </a:r>
          </a:p>
          <a:p>
            <a:pPr marL="0" lvl="1" indent="0">
              <a:buNone/>
              <a:defRPr/>
            </a:pPr>
            <a:r>
              <a:rPr lang="en-US" altLang="en-US" sz="2400" dirty="0"/>
              <a:t>         m</a:t>
            </a:r>
            <a:r>
              <a:rPr lang="en-US" altLang="en-US" sz="2400" baseline="-25000" dirty="0"/>
              <a:t>2</a:t>
            </a:r>
            <a:r>
              <a:rPr lang="en-US" altLang="en-US" sz="2400" dirty="0"/>
              <a:t>= mean height of women	</a:t>
            </a:r>
          </a:p>
          <a:p>
            <a:pPr>
              <a:defRPr/>
            </a:pPr>
            <a:endParaRPr lang="en-AU" sz="3600" dirty="0">
              <a:ea typeface="+mn-ea"/>
              <a:cs typeface="+mn-cs"/>
            </a:endParaRPr>
          </a:p>
        </p:txBody>
      </p:sp>
      <p:sp>
        <p:nvSpPr>
          <p:cNvPr id="16386" name="Slide Number Placeholder 4"/>
          <p:cNvSpPr>
            <a:spLocks noGrp="1"/>
          </p:cNvSpPr>
          <p:nvPr>
            <p:ph type="sldNum" sz="quarter" idx="10"/>
          </p:nvPr>
        </p:nvSpPr>
        <p:spPr bwMode="auto">
          <a:xfrm>
            <a:off x="9417050" y="6553200"/>
            <a:ext cx="1143000" cy="30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92BC89A6-FE98-6545-A95F-AE0C23108433}" type="slidenum">
              <a:rPr lang="en-US" sz="1000">
                <a:solidFill>
                  <a:srgbClr val="FFFFFF"/>
                </a:solidFill>
                <a:latin typeface="Arial" charset="0"/>
              </a:rPr>
              <a:pPr eaLnBrk="1" hangingPunct="1"/>
              <a:t>3</a:t>
            </a:fld>
            <a:endParaRPr lang="en-US" sz="1000">
              <a:solidFill>
                <a:srgbClr val="FFFFFF"/>
              </a:solidFill>
              <a:latin typeface="Arial" charset="0"/>
            </a:endParaRPr>
          </a:p>
        </p:txBody>
      </p:sp>
      <p:pic>
        <p:nvPicPr>
          <p:cNvPr id="16387" name="Picture 5" descr="MCj04316150000[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00256" y="4077072"/>
            <a:ext cx="1728192" cy="1728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6388" name="Object 3"/>
          <p:cNvGraphicFramePr>
            <a:graphicFrameLocks noChangeAspect="1"/>
          </p:cNvGraphicFramePr>
          <p:nvPr>
            <p:extLst>
              <p:ext uri="{D42A27DB-BD31-4B8C-83A1-F6EECF244321}">
                <p14:modId xmlns:p14="http://schemas.microsoft.com/office/powerpoint/2010/main" val="50650805"/>
              </p:ext>
            </p:extLst>
          </p:nvPr>
        </p:nvGraphicFramePr>
        <p:xfrm>
          <a:off x="3886200" y="4191001"/>
          <a:ext cx="1709738" cy="1012825"/>
        </p:xfrm>
        <a:graphic>
          <a:graphicData uri="http://schemas.openxmlformats.org/presentationml/2006/ole">
            <mc:AlternateContent xmlns:mc="http://schemas.openxmlformats.org/markup-compatibility/2006">
              <mc:Choice xmlns:v="urn:schemas-microsoft-com:vml" Requires="v">
                <p:oleObj name="Equation" r:id="rId3" imgW="950760" imgH="557640" progId="Equation.3">
                  <p:embed/>
                </p:oleObj>
              </mc:Choice>
              <mc:Fallback>
                <p:oleObj name="Equation" r:id="rId3" imgW="950760" imgH="557640" progId="Equation.3">
                  <p:embed/>
                  <p:pic>
                    <p:nvPicPr>
                      <p:cNvPr id="0" name="Picture 4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86200" y="4191001"/>
                        <a:ext cx="1709738" cy="1012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Title 1"/>
          <p:cNvSpPr txBox="1">
            <a:spLocks/>
          </p:cNvSpPr>
          <p:nvPr/>
        </p:nvSpPr>
        <p:spPr bwMode="auto">
          <a:xfrm>
            <a:off x="3648076" y="274639"/>
            <a:ext cx="6562725" cy="706437"/>
          </a:xfrm>
          <a:prstGeom prst="rect">
            <a:avLst/>
          </a:prstGeom>
          <a:noFill/>
          <a:ln>
            <a:noFill/>
          </a:ln>
          <a:extLst>
            <a:ext uri="{FAA26D3D-D897-4be2-8F04-BA451C77F1D7}">
              <ma14:placeholderFlag xmlns="" xmlns:ma14="http://schemas.microsoft.com/office/mac/drawingml/2011/main" val="1"/>
            </a:ext>
          </a:extLst>
        </p:spPr>
        <p:style>
          <a:lnRef idx="2">
            <a:schemeClr val="accent2"/>
          </a:lnRef>
          <a:fillRef idx="1">
            <a:schemeClr val="lt1"/>
          </a:fillRef>
          <a:effectRef idx="0">
            <a:schemeClr val="accent2"/>
          </a:effectRef>
          <a:fontRef idx="minor">
            <a:schemeClr val="dk1"/>
          </a:fontRef>
        </p:style>
        <p:txBody>
          <a:bodyPr/>
          <a:lstStyle>
            <a:lvl1pPr algn="ctr" rtl="0" eaLnBrk="0" fontAlgn="base" hangingPunct="0">
              <a:spcBef>
                <a:spcPct val="0"/>
              </a:spcBef>
              <a:spcAft>
                <a:spcPct val="0"/>
              </a:spcAft>
              <a:defRPr sz="3600" kern="1200">
                <a:solidFill>
                  <a:schemeClr val="dk1"/>
                </a:solidFill>
                <a:latin typeface="+mn-lt"/>
                <a:ea typeface="+mn-ea"/>
                <a:cs typeface="+mn-cs"/>
              </a:defRPr>
            </a:lvl1pPr>
            <a:lvl2pPr algn="ctr" rtl="0" eaLnBrk="0" fontAlgn="base" hangingPunct="0">
              <a:spcBef>
                <a:spcPct val="0"/>
              </a:spcBef>
              <a:spcAft>
                <a:spcPct val="0"/>
              </a:spcAft>
              <a:defRPr sz="3600">
                <a:solidFill>
                  <a:schemeClr val="dk1"/>
                </a:solidFill>
                <a:latin typeface="+mn-lt"/>
                <a:ea typeface="+mn-ea"/>
                <a:cs typeface="+mn-cs"/>
              </a:defRPr>
            </a:lvl2pPr>
            <a:lvl3pPr algn="ctr" rtl="0" eaLnBrk="0" fontAlgn="base" hangingPunct="0">
              <a:spcBef>
                <a:spcPct val="0"/>
              </a:spcBef>
              <a:spcAft>
                <a:spcPct val="0"/>
              </a:spcAft>
              <a:defRPr sz="3600">
                <a:solidFill>
                  <a:schemeClr val="dk1"/>
                </a:solidFill>
                <a:latin typeface="+mn-lt"/>
                <a:ea typeface="+mn-ea"/>
                <a:cs typeface="+mn-cs"/>
              </a:defRPr>
            </a:lvl3pPr>
            <a:lvl4pPr algn="ctr" rtl="0" eaLnBrk="0" fontAlgn="base" hangingPunct="0">
              <a:spcBef>
                <a:spcPct val="0"/>
              </a:spcBef>
              <a:spcAft>
                <a:spcPct val="0"/>
              </a:spcAft>
              <a:defRPr sz="3600">
                <a:solidFill>
                  <a:schemeClr val="dk1"/>
                </a:solidFill>
                <a:latin typeface="+mn-lt"/>
                <a:ea typeface="+mn-ea"/>
                <a:cs typeface="+mn-cs"/>
              </a:defRPr>
            </a:lvl4pPr>
            <a:lvl5pPr algn="ctr" rtl="0" eaLnBrk="0" fontAlgn="base" hangingPunct="0">
              <a:spcBef>
                <a:spcPct val="0"/>
              </a:spcBef>
              <a:spcAft>
                <a:spcPct val="0"/>
              </a:spcAft>
              <a:defRPr sz="3600">
                <a:solidFill>
                  <a:schemeClr val="dk1"/>
                </a:solidFill>
                <a:latin typeface="+mn-lt"/>
                <a:ea typeface="+mn-ea"/>
                <a:cs typeface="+mn-cs"/>
              </a:defRPr>
            </a:lvl5pPr>
            <a:lvl6pPr marL="457200" algn="ctr" rtl="0" fontAlgn="base">
              <a:spcBef>
                <a:spcPct val="0"/>
              </a:spcBef>
              <a:spcAft>
                <a:spcPct val="0"/>
              </a:spcAft>
              <a:defRPr sz="3600">
                <a:solidFill>
                  <a:schemeClr val="dk1"/>
                </a:solidFill>
                <a:latin typeface="+mn-lt"/>
                <a:ea typeface="+mn-ea"/>
                <a:cs typeface="+mn-cs"/>
              </a:defRPr>
            </a:lvl6pPr>
            <a:lvl7pPr marL="914400" algn="ctr" rtl="0" fontAlgn="base">
              <a:spcBef>
                <a:spcPct val="0"/>
              </a:spcBef>
              <a:spcAft>
                <a:spcPct val="0"/>
              </a:spcAft>
              <a:defRPr sz="3600">
                <a:solidFill>
                  <a:schemeClr val="dk1"/>
                </a:solidFill>
                <a:latin typeface="+mn-lt"/>
                <a:ea typeface="+mn-ea"/>
                <a:cs typeface="+mn-cs"/>
              </a:defRPr>
            </a:lvl7pPr>
            <a:lvl8pPr marL="1371600" algn="ctr" rtl="0" fontAlgn="base">
              <a:spcBef>
                <a:spcPct val="0"/>
              </a:spcBef>
              <a:spcAft>
                <a:spcPct val="0"/>
              </a:spcAft>
              <a:defRPr sz="3600">
                <a:solidFill>
                  <a:schemeClr val="dk1"/>
                </a:solidFill>
                <a:latin typeface="+mn-lt"/>
                <a:ea typeface="+mn-ea"/>
                <a:cs typeface="+mn-cs"/>
              </a:defRPr>
            </a:lvl8pPr>
            <a:lvl9pPr marL="1828800" algn="ctr" rtl="0" fontAlgn="base">
              <a:spcBef>
                <a:spcPct val="0"/>
              </a:spcBef>
              <a:spcAft>
                <a:spcPct val="0"/>
              </a:spcAft>
              <a:defRPr sz="3600">
                <a:solidFill>
                  <a:schemeClr val="dk1"/>
                </a:solidFill>
                <a:latin typeface="+mn-lt"/>
                <a:ea typeface="+mn-ea"/>
                <a:cs typeface="+mn-cs"/>
              </a:defRPr>
            </a:lvl9pPr>
          </a:lstStyle>
          <a:p>
            <a:pPr>
              <a:defRPr/>
            </a:pPr>
            <a:r>
              <a:rPr lang="en-US" sz="4400" b="1" dirty="0">
                <a:latin typeface="+mj-lt"/>
              </a:rPr>
              <a:t>Example</a:t>
            </a:r>
            <a:endParaRPr lang="en-AU" sz="3200" b="1" dirty="0">
              <a:latin typeface="+mj-l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p:cNvSpPr>
            <a:spLocks noGrp="1"/>
          </p:cNvSpPr>
          <p:nvPr>
            <p:ph type="title"/>
          </p:nvPr>
        </p:nvSpPr>
        <p:spPr>
          <a:xfrm>
            <a:off x="3648076" y="274638"/>
            <a:ext cx="6562725" cy="1143000"/>
          </a:xfrm>
        </p:spPr>
        <p:txBody>
          <a:bodyPr/>
          <a:lstStyle/>
          <a:p>
            <a:r>
              <a:rPr lang="en-AU" sz="4400" b="1" dirty="0">
                <a:latin typeface="Calibri" charset="0"/>
              </a:rPr>
              <a:t>Inferences from two samples</a:t>
            </a:r>
          </a:p>
        </p:txBody>
      </p:sp>
      <p:sp>
        <p:nvSpPr>
          <p:cNvPr id="17410" name="Content Placeholder 2"/>
          <p:cNvSpPr>
            <a:spLocks noGrp="1"/>
          </p:cNvSpPr>
          <p:nvPr>
            <p:ph idx="1"/>
          </p:nvPr>
        </p:nvSpPr>
        <p:spPr>
          <a:xfrm>
            <a:off x="1847850" y="1600201"/>
            <a:ext cx="8362950" cy="4525963"/>
          </a:xfrm>
        </p:spPr>
        <p:txBody>
          <a:bodyPr/>
          <a:lstStyle/>
          <a:p>
            <a:pPr marL="690563" indent="-677863" defTabSz="690563">
              <a:spcBef>
                <a:spcPct val="50000"/>
              </a:spcBef>
              <a:buFont typeface="Wingdings" charset="0"/>
              <a:buChar char="§"/>
            </a:pPr>
            <a:r>
              <a:rPr lang="en-US" dirty="0">
                <a:latin typeface="Calibri" charset="0"/>
              </a:rPr>
              <a:t>Two Proportions</a:t>
            </a:r>
          </a:p>
          <a:p>
            <a:pPr marL="690563" indent="-677863" defTabSz="690563">
              <a:spcBef>
                <a:spcPct val="50000"/>
              </a:spcBef>
              <a:buFont typeface="Wingdings" charset="0"/>
              <a:buChar char="§"/>
            </a:pPr>
            <a:r>
              <a:rPr lang="en-US" dirty="0">
                <a:latin typeface="Calibri" charset="0"/>
              </a:rPr>
              <a:t>Two Means:  Independent Samples</a:t>
            </a:r>
          </a:p>
          <a:p>
            <a:pPr marL="690563" indent="-677863" defTabSz="690563">
              <a:spcBef>
                <a:spcPct val="50000"/>
              </a:spcBef>
              <a:buFont typeface="Wingdings" charset="0"/>
              <a:buChar char="§"/>
            </a:pPr>
            <a:r>
              <a:rPr lang="en-US" dirty="0">
                <a:latin typeface="Calibri" charset="0"/>
              </a:rPr>
              <a:t>Two Dependent Samples (Matched Pairs)</a:t>
            </a:r>
          </a:p>
          <a:p>
            <a:pPr marL="690563" indent="-677863" defTabSz="690563">
              <a:spcBef>
                <a:spcPct val="50000"/>
              </a:spcBef>
              <a:buFont typeface="Wingdings" charset="0"/>
              <a:buChar char="§"/>
            </a:pPr>
            <a:r>
              <a:rPr lang="en-US" dirty="0">
                <a:latin typeface="Calibri" charset="0"/>
              </a:rPr>
              <a:t>Two Variances or Standard Deviations</a:t>
            </a:r>
          </a:p>
          <a:p>
            <a:pPr marL="690563" indent="-677863" defTabSz="690563"/>
            <a:endParaRPr lang="en-AU" dirty="0">
              <a:latin typeface="Calibri" charset="0"/>
            </a:endParaRPr>
          </a:p>
        </p:txBody>
      </p:sp>
      <p:sp>
        <p:nvSpPr>
          <p:cNvPr id="17411" name="Slide Number Placeholder 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9B2EB21C-9DAE-9246-94EF-A56523EE5E92}" type="slidenum">
              <a:rPr lang="en-US" sz="1200">
                <a:solidFill>
                  <a:srgbClr val="898989"/>
                </a:solidFill>
                <a:cs typeface="Arial" charset="0"/>
              </a:rPr>
              <a:pPr eaLnBrk="1" hangingPunct="1"/>
              <a:t>4</a:t>
            </a:fld>
            <a:endParaRPr lang="en-US" sz="1200">
              <a:solidFill>
                <a:srgbClr val="898989"/>
              </a:solidFill>
              <a:cs typeface="Arial"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ext Placeholder 2"/>
          <p:cNvSpPr>
            <a:spLocks noGrp="1"/>
          </p:cNvSpPr>
          <p:nvPr>
            <p:ph type="body" idx="1"/>
          </p:nvPr>
        </p:nvSpPr>
        <p:spPr>
          <a:xfrm>
            <a:off x="2246313" y="2636913"/>
            <a:ext cx="7772400" cy="1500187"/>
          </a:xfrm>
        </p:spPr>
        <p:txBody>
          <a:bodyPr/>
          <a:lstStyle/>
          <a:p>
            <a:pPr algn="ctr">
              <a:defRPr/>
            </a:pPr>
            <a:r>
              <a:rPr lang="en-US" altLang="en-US" sz="4000" b="1"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Inferences About Two Proportion</a:t>
            </a:r>
          </a:p>
          <a:p>
            <a:pPr algn="ctr">
              <a:defRPr/>
            </a:pPr>
            <a:endParaRPr lang="en-AU" altLang="en-US" b="1"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endParaRPr>
          </a:p>
        </p:txBody>
      </p:sp>
      <p:sp>
        <p:nvSpPr>
          <p:cNvPr id="38914" name="Slide Number Placeholder 3"/>
          <p:cNvSpPr>
            <a:spLocks noGrp="1"/>
          </p:cNvSpPr>
          <p:nvPr>
            <p:ph type="sldNum" sz="quarter" idx="10"/>
          </p:nvPr>
        </p:nvSpPr>
        <p:spPr bwMode="auto">
          <a:xfrm>
            <a:off x="9490075" y="6553200"/>
            <a:ext cx="1143000" cy="30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E00B7103-8302-8A4B-8E5F-AD09B405A343}" type="slidenum">
              <a:rPr lang="en-US" sz="1200">
                <a:solidFill>
                  <a:srgbClr val="FFFFFF"/>
                </a:solidFill>
                <a:latin typeface="Arial" charset="0"/>
                <a:cs typeface="Arial" charset="0"/>
              </a:rPr>
              <a:pPr eaLnBrk="1" hangingPunct="1"/>
              <a:t>5</a:t>
            </a:fld>
            <a:endParaRPr lang="en-US" sz="1200">
              <a:solidFill>
                <a:srgbClr val="FFFFFF"/>
              </a:solidFill>
              <a:latin typeface="Arial" charset="0"/>
              <a:cs typeface="Arial" charset="0"/>
            </a:endParaRPr>
          </a:p>
        </p:txBody>
      </p:sp>
    </p:spTree>
    <p:extLst>
      <p:ext uri="{BB962C8B-B14F-4D97-AF65-F5344CB8AC3E}">
        <p14:creationId xmlns:p14="http://schemas.microsoft.com/office/powerpoint/2010/main" val="12204051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Title 1"/>
          <p:cNvSpPr>
            <a:spLocks/>
          </p:cNvSpPr>
          <p:nvPr/>
        </p:nvSpPr>
        <p:spPr bwMode="auto">
          <a:xfrm>
            <a:off x="2209800" y="130175"/>
            <a:ext cx="7488238" cy="706438"/>
          </a:xfrm>
          <a:prstGeom prst="rect">
            <a:avLst/>
          </a:prstGeom>
          <a:noFill/>
          <a:ln w="9525">
            <a:noFill/>
            <a:miter lim="800000"/>
            <a:headEnd/>
            <a:tailEnd/>
          </a:ln>
        </p:spPr>
        <p:txBody>
          <a:bodyPr anchor="ctr"/>
          <a:lstStyle/>
          <a:p>
            <a:pPr>
              <a:defRPr/>
            </a:pPr>
            <a:endParaRPr lang="en-US" sz="4000" b="1">
              <a:solidFill>
                <a:srgbClr val="0070C0"/>
              </a:solidFill>
              <a:effectLst>
                <a:outerShdw blurRad="38100" dist="38100" dir="2700000" algn="tl">
                  <a:srgbClr val="C0C0C0"/>
                </a:outerShdw>
              </a:effectLst>
              <a:latin typeface="Trebuchet MS" pitchFamily="-112" charset="0"/>
              <a:ea typeface="ＭＳ Ｐゴシック" pitchFamily="-112" charset="-128"/>
            </a:endParaRPr>
          </a:p>
        </p:txBody>
      </p:sp>
      <p:sp>
        <p:nvSpPr>
          <p:cNvPr id="18434" name="Slide Number Placeholder 6"/>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295B4D91-D570-F242-95DF-876B8AF2391E}" type="slidenum">
              <a:rPr lang="en-US" sz="1100" b="1">
                <a:solidFill>
                  <a:schemeClr val="bg1"/>
                </a:solidFill>
                <a:latin typeface="Trebuchet MS" charset="0"/>
                <a:cs typeface="Trebuchet MS" charset="0"/>
              </a:rPr>
              <a:pPr eaLnBrk="1" hangingPunct="1"/>
              <a:t>6</a:t>
            </a:fld>
            <a:endParaRPr lang="en-US" sz="1100" b="1">
              <a:solidFill>
                <a:schemeClr val="bg1"/>
              </a:solidFill>
              <a:latin typeface="Trebuchet MS" charset="0"/>
              <a:cs typeface="Trebuchet MS" charset="0"/>
            </a:endParaRPr>
          </a:p>
        </p:txBody>
      </p:sp>
      <p:sp>
        <p:nvSpPr>
          <p:cNvPr id="18435" name="Title 3"/>
          <p:cNvSpPr>
            <a:spLocks noGrp="1"/>
          </p:cNvSpPr>
          <p:nvPr>
            <p:ph type="title"/>
          </p:nvPr>
        </p:nvSpPr>
        <p:spPr>
          <a:xfrm>
            <a:off x="3792538" y="333375"/>
            <a:ext cx="6551612" cy="685800"/>
          </a:xfrm>
        </p:spPr>
        <p:txBody>
          <a:bodyPr/>
          <a:lstStyle/>
          <a:p>
            <a:r>
              <a:rPr lang="en-US" sz="4400" b="1" dirty="0">
                <a:solidFill>
                  <a:srgbClr val="0000FF"/>
                </a:solidFill>
                <a:latin typeface="Calibri" charset="0"/>
              </a:rPr>
              <a:t>Two Proportions</a:t>
            </a:r>
            <a:endParaRPr lang="en-US" sz="4400" b="1" dirty="0">
              <a:latin typeface="Calibri" charset="0"/>
            </a:endParaRPr>
          </a:p>
        </p:txBody>
      </p:sp>
      <p:pic>
        <p:nvPicPr>
          <p:cNvPr id="18436" name="Picture 3" descr="Screen Shot 2015-04-15 at 4.19.56 PM.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847528" y="1614636"/>
            <a:ext cx="7874000" cy="483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1991544" y="1196752"/>
            <a:ext cx="2931508" cy="523220"/>
          </a:xfrm>
          <a:prstGeom prst="rect">
            <a:avLst/>
          </a:prstGeom>
        </p:spPr>
        <p:txBody>
          <a:bodyPr wrap="none">
            <a:spAutoFit/>
          </a:bodyPr>
          <a:lstStyle/>
          <a:p>
            <a:r>
              <a:rPr lang="en-US" sz="2800" b="1" dirty="0"/>
              <a:t>Notation Symbols:</a:t>
            </a:r>
            <a:endParaRPr lang="en-US" sz="2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Title 1"/>
          <p:cNvSpPr>
            <a:spLocks/>
          </p:cNvSpPr>
          <p:nvPr/>
        </p:nvSpPr>
        <p:spPr bwMode="auto">
          <a:xfrm>
            <a:off x="2209800" y="130175"/>
            <a:ext cx="7488238" cy="706438"/>
          </a:xfrm>
          <a:prstGeom prst="rect">
            <a:avLst/>
          </a:prstGeom>
          <a:noFill/>
          <a:ln w="9525">
            <a:noFill/>
            <a:miter lim="800000"/>
            <a:headEnd/>
            <a:tailEnd/>
          </a:ln>
        </p:spPr>
        <p:txBody>
          <a:bodyPr anchor="ctr"/>
          <a:lstStyle/>
          <a:p>
            <a:pPr>
              <a:defRPr/>
            </a:pPr>
            <a:endParaRPr lang="en-US" sz="4000" b="1">
              <a:solidFill>
                <a:srgbClr val="0070C0"/>
              </a:solidFill>
              <a:effectLst>
                <a:outerShdw blurRad="38100" dist="38100" dir="2700000" algn="tl">
                  <a:srgbClr val="C0C0C0"/>
                </a:outerShdw>
              </a:effectLst>
              <a:latin typeface="Trebuchet MS" pitchFamily="-112" charset="0"/>
              <a:ea typeface="ＭＳ Ｐゴシック" pitchFamily="-112" charset="-128"/>
            </a:endParaRPr>
          </a:p>
        </p:txBody>
      </p:sp>
      <p:sp>
        <p:nvSpPr>
          <p:cNvPr id="19458" name="Content Placeholder 5"/>
          <p:cNvSpPr>
            <a:spLocks noGrp="1"/>
          </p:cNvSpPr>
          <p:nvPr>
            <p:ph idx="1"/>
          </p:nvPr>
        </p:nvSpPr>
        <p:spPr>
          <a:xfrm>
            <a:off x="1703388" y="1773238"/>
            <a:ext cx="8362950" cy="4525962"/>
          </a:xfrm>
        </p:spPr>
        <p:txBody>
          <a:bodyPr/>
          <a:lstStyle/>
          <a:p>
            <a:pPr marL="0" indent="0">
              <a:buNone/>
            </a:pPr>
            <a:r>
              <a:rPr lang="en-US" sz="2800" dirty="0">
                <a:latin typeface="Calibri" charset="0"/>
              </a:rPr>
              <a:t>The pooled sample proportion is given by:</a:t>
            </a:r>
          </a:p>
        </p:txBody>
      </p:sp>
      <p:sp>
        <p:nvSpPr>
          <p:cNvPr id="19459" name="Slide Number Placeholder 6"/>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3D37A618-71FB-7745-9F69-FFDAB12E7C87}" type="slidenum">
              <a:rPr lang="en-US" sz="1100" b="1">
                <a:solidFill>
                  <a:schemeClr val="bg1"/>
                </a:solidFill>
                <a:latin typeface="Trebuchet MS" charset="0"/>
                <a:cs typeface="Trebuchet MS" charset="0"/>
              </a:rPr>
              <a:pPr eaLnBrk="1" hangingPunct="1"/>
              <a:t>7</a:t>
            </a:fld>
            <a:endParaRPr lang="en-US" sz="1100" b="1">
              <a:solidFill>
                <a:schemeClr val="bg1"/>
              </a:solidFill>
              <a:latin typeface="Trebuchet MS" charset="0"/>
              <a:cs typeface="Trebuchet MS" charset="0"/>
            </a:endParaRPr>
          </a:p>
        </p:txBody>
      </p:sp>
      <p:graphicFrame>
        <p:nvGraphicFramePr>
          <p:cNvPr id="19461" name="Object 3"/>
          <p:cNvGraphicFramePr>
            <a:graphicFrameLocks noChangeAspect="1"/>
          </p:cNvGraphicFramePr>
          <p:nvPr/>
        </p:nvGraphicFramePr>
        <p:xfrm>
          <a:off x="3287714" y="2762251"/>
          <a:ext cx="2130425" cy="1211263"/>
        </p:xfrm>
        <a:graphic>
          <a:graphicData uri="http://schemas.openxmlformats.org/presentationml/2006/ole">
            <mc:AlternateContent xmlns:mc="http://schemas.openxmlformats.org/markup-compatibility/2006">
              <mc:Choice xmlns:v="urn:schemas-microsoft-com:vml" Requires="v">
                <p:oleObj name="Equation" r:id="rId2" imgW="1612900" imgH="914400" progId="">
                  <p:embed/>
                </p:oleObj>
              </mc:Choice>
              <mc:Fallback>
                <p:oleObj name="Equation" r:id="rId2" imgW="1612900" imgH="914400" progId="">
                  <p:embed/>
                  <p:pic>
                    <p:nvPicPr>
                      <p:cNvPr id="0" name="Picture 5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87714" y="2762251"/>
                        <a:ext cx="2130425" cy="1211263"/>
                      </a:xfrm>
                      <a:prstGeom prst="rect">
                        <a:avLst/>
                      </a:prstGeom>
                      <a:noFill/>
                      <a:ln>
                        <a:noFill/>
                      </a:ln>
                      <a:effectLst/>
                      <a:extLst>
                        <a:ext uri="{909E8E84-426E-40DD-AFC4-6F175D3DCCD1}">
                          <a14:hiddenFill xmlns:a14="http://schemas.microsoft.com/office/drawing/2010/main">
                            <a:solidFill>
                              <a:srgbClr val="C1CE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9462" name="Object 6"/>
          <p:cNvGraphicFramePr>
            <a:graphicFrameLocks noChangeAspect="1"/>
          </p:cNvGraphicFramePr>
          <p:nvPr/>
        </p:nvGraphicFramePr>
        <p:xfrm>
          <a:off x="3432175" y="4562475"/>
          <a:ext cx="1709738" cy="522288"/>
        </p:xfrm>
        <a:graphic>
          <a:graphicData uri="http://schemas.openxmlformats.org/presentationml/2006/ole">
            <mc:AlternateContent xmlns:mc="http://schemas.openxmlformats.org/markup-compatibility/2006">
              <mc:Choice xmlns:v="urn:schemas-microsoft-com:vml" Requires="v">
                <p:oleObj name="Equation" r:id="rId4" imgW="1295400" imgH="393700" progId="Equation.3">
                  <p:embed/>
                </p:oleObj>
              </mc:Choice>
              <mc:Fallback>
                <p:oleObj name="Equation" r:id="rId4" imgW="1295400" imgH="393700" progId="Equation.3">
                  <p:embed/>
                  <p:pic>
                    <p:nvPicPr>
                      <p:cNvPr id="0" name="Picture 5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32175" y="4562475"/>
                        <a:ext cx="1709738" cy="522288"/>
                      </a:xfrm>
                      <a:prstGeom prst="rect">
                        <a:avLst/>
                      </a:prstGeom>
                      <a:noFill/>
                      <a:ln>
                        <a:noFill/>
                      </a:ln>
                      <a:effectLst/>
                      <a:extLst>
                        <a:ext uri="{909E8E84-426E-40DD-AFC4-6F175D3DCCD1}">
                          <a14:hiddenFill xmlns:a14="http://schemas.microsoft.com/office/drawing/2010/main">
                            <a:solidFill>
                              <a:srgbClr val="C1CE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Title 1"/>
          <p:cNvSpPr>
            <a:spLocks/>
          </p:cNvSpPr>
          <p:nvPr/>
        </p:nvSpPr>
        <p:spPr bwMode="auto">
          <a:xfrm>
            <a:off x="2209800" y="130175"/>
            <a:ext cx="7488238" cy="706438"/>
          </a:xfrm>
          <a:prstGeom prst="rect">
            <a:avLst/>
          </a:prstGeom>
          <a:noFill/>
          <a:ln w="9525">
            <a:noFill/>
            <a:miter lim="800000"/>
            <a:headEnd/>
            <a:tailEnd/>
          </a:ln>
        </p:spPr>
        <p:txBody>
          <a:bodyPr anchor="ctr"/>
          <a:lstStyle/>
          <a:p>
            <a:pPr>
              <a:defRPr/>
            </a:pPr>
            <a:endParaRPr lang="en-US" sz="4000" b="1">
              <a:solidFill>
                <a:srgbClr val="0070C0"/>
              </a:solidFill>
              <a:effectLst>
                <a:outerShdw blurRad="38100" dist="38100" dir="2700000" algn="tl">
                  <a:srgbClr val="C0C0C0"/>
                </a:outerShdw>
              </a:effectLst>
              <a:latin typeface="Trebuchet MS" pitchFamily="-112" charset="0"/>
              <a:ea typeface="ＭＳ Ｐゴシック" pitchFamily="-112" charset="-128"/>
            </a:endParaRPr>
          </a:p>
        </p:txBody>
      </p:sp>
      <p:sp>
        <p:nvSpPr>
          <p:cNvPr id="20482" name="Content Placeholder 5"/>
          <p:cNvSpPr>
            <a:spLocks noGrp="1"/>
          </p:cNvSpPr>
          <p:nvPr>
            <p:ph idx="1"/>
          </p:nvPr>
        </p:nvSpPr>
        <p:spPr>
          <a:xfrm>
            <a:off x="1919288" y="1600201"/>
            <a:ext cx="8291512" cy="4525963"/>
          </a:xfrm>
        </p:spPr>
        <p:txBody>
          <a:bodyPr/>
          <a:lstStyle/>
          <a:p>
            <a:pPr marL="512763" indent="-512763" algn="just" defTabSz="515938">
              <a:spcAft>
                <a:spcPct val="30000"/>
              </a:spcAft>
              <a:buNone/>
            </a:pPr>
            <a:r>
              <a:rPr lang="en-US" dirty="0">
                <a:latin typeface="Calibri" charset="0"/>
              </a:rPr>
              <a:t>1. We have proportions from two independent simple random samples.</a:t>
            </a:r>
          </a:p>
          <a:p>
            <a:pPr marL="512763" indent="-512763" algn="just" defTabSz="515938">
              <a:spcAft>
                <a:spcPct val="30000"/>
              </a:spcAft>
              <a:buNone/>
            </a:pPr>
            <a:r>
              <a:rPr lang="en-US" dirty="0">
                <a:latin typeface="Calibri" charset="0"/>
              </a:rPr>
              <a:t>2. For each of the two samples, the number of successes is at least 5 and the number of failures is at least 5.</a:t>
            </a:r>
          </a:p>
        </p:txBody>
      </p:sp>
      <p:sp>
        <p:nvSpPr>
          <p:cNvPr id="20483" name="Slide Number Placeholder 6"/>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E49AE6DC-D894-A145-9812-146DB8CC6151}" type="slidenum">
              <a:rPr lang="en-US" sz="1100" b="1">
                <a:solidFill>
                  <a:schemeClr val="bg1"/>
                </a:solidFill>
                <a:latin typeface="Trebuchet MS" charset="0"/>
                <a:cs typeface="Trebuchet MS" charset="0"/>
              </a:rPr>
              <a:pPr eaLnBrk="1" hangingPunct="1"/>
              <a:t>8</a:t>
            </a:fld>
            <a:endParaRPr lang="en-US" sz="1100" b="1">
              <a:solidFill>
                <a:schemeClr val="bg1"/>
              </a:solidFill>
              <a:latin typeface="Trebuchet MS" charset="0"/>
              <a:cs typeface="Trebuchet MS" charset="0"/>
            </a:endParaRPr>
          </a:p>
        </p:txBody>
      </p:sp>
      <p:sp>
        <p:nvSpPr>
          <p:cNvPr id="20484" name="Title 3"/>
          <p:cNvSpPr>
            <a:spLocks noGrp="1"/>
          </p:cNvSpPr>
          <p:nvPr>
            <p:ph type="title"/>
          </p:nvPr>
        </p:nvSpPr>
        <p:spPr>
          <a:xfrm>
            <a:off x="3648076" y="274639"/>
            <a:ext cx="6562725" cy="777875"/>
          </a:xfrm>
        </p:spPr>
        <p:txBody>
          <a:bodyPr/>
          <a:lstStyle/>
          <a:p>
            <a:r>
              <a:rPr lang="en-US" sz="4400" b="1" dirty="0">
                <a:latin typeface="Calibri" charset="0"/>
              </a:rPr>
              <a:t>Requirements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Title 1"/>
          <p:cNvSpPr>
            <a:spLocks/>
          </p:cNvSpPr>
          <p:nvPr/>
        </p:nvSpPr>
        <p:spPr bwMode="auto">
          <a:xfrm>
            <a:off x="2209800" y="130175"/>
            <a:ext cx="7488238" cy="706438"/>
          </a:xfrm>
          <a:prstGeom prst="rect">
            <a:avLst/>
          </a:prstGeom>
          <a:noFill/>
          <a:ln w="9525">
            <a:noFill/>
            <a:miter lim="800000"/>
            <a:headEnd/>
            <a:tailEnd/>
          </a:ln>
        </p:spPr>
        <p:txBody>
          <a:bodyPr anchor="ctr"/>
          <a:lstStyle/>
          <a:p>
            <a:pPr>
              <a:defRPr/>
            </a:pPr>
            <a:endParaRPr lang="en-US" sz="4000" b="1">
              <a:solidFill>
                <a:srgbClr val="0070C0"/>
              </a:solidFill>
              <a:effectLst>
                <a:outerShdw blurRad="38100" dist="38100" dir="2700000" algn="tl">
                  <a:srgbClr val="C0C0C0"/>
                </a:outerShdw>
              </a:effectLst>
              <a:latin typeface="Trebuchet MS" pitchFamily="-112" charset="0"/>
              <a:ea typeface="ＭＳ Ｐゴシック" pitchFamily="-112" charset="-128"/>
            </a:endParaRPr>
          </a:p>
        </p:txBody>
      </p:sp>
      <p:sp>
        <p:nvSpPr>
          <p:cNvPr id="21506" name="Slide Number Placeholder 6"/>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4D5EFB9D-F693-FD4F-8FDB-FC1FC5AFD3A8}" type="slidenum">
              <a:rPr lang="en-US" sz="1100" b="1">
                <a:solidFill>
                  <a:schemeClr val="bg1"/>
                </a:solidFill>
                <a:latin typeface="Trebuchet MS" charset="0"/>
                <a:cs typeface="Trebuchet MS" charset="0"/>
              </a:rPr>
              <a:pPr eaLnBrk="1" hangingPunct="1"/>
              <a:t>9</a:t>
            </a:fld>
            <a:endParaRPr lang="en-US" sz="1100" b="1">
              <a:solidFill>
                <a:schemeClr val="bg1"/>
              </a:solidFill>
              <a:latin typeface="Trebuchet MS" charset="0"/>
              <a:cs typeface="Trebuchet MS" charset="0"/>
            </a:endParaRPr>
          </a:p>
        </p:txBody>
      </p:sp>
      <p:sp>
        <p:nvSpPr>
          <p:cNvPr id="21507" name="Title 3"/>
          <p:cNvSpPr>
            <a:spLocks noGrp="1"/>
          </p:cNvSpPr>
          <p:nvPr>
            <p:ph type="title"/>
          </p:nvPr>
        </p:nvSpPr>
        <p:spPr>
          <a:xfrm>
            <a:off x="3719513" y="333375"/>
            <a:ext cx="6697662" cy="685800"/>
          </a:xfrm>
        </p:spPr>
        <p:txBody>
          <a:bodyPr/>
          <a:lstStyle/>
          <a:p>
            <a:r>
              <a:rPr lang="en-US" sz="4400" b="1" dirty="0">
                <a:latin typeface="Calibri" charset="0"/>
              </a:rPr>
              <a:t>Test Statistic for Two Proportions</a:t>
            </a:r>
          </a:p>
        </p:txBody>
      </p:sp>
      <p:pic>
        <p:nvPicPr>
          <p:cNvPr id="21508" name="Picture 2" descr="Screen Shot 2015-04-15 at 4.24.59 PM.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095500" y="1530350"/>
            <a:ext cx="7988300" cy="463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Title 1"/>
          <p:cNvSpPr>
            <a:spLocks/>
          </p:cNvSpPr>
          <p:nvPr/>
        </p:nvSpPr>
        <p:spPr bwMode="auto">
          <a:xfrm>
            <a:off x="2209800" y="130175"/>
            <a:ext cx="7488238" cy="706438"/>
          </a:xfrm>
          <a:prstGeom prst="rect">
            <a:avLst/>
          </a:prstGeom>
          <a:noFill/>
          <a:ln w="9525">
            <a:noFill/>
            <a:miter lim="800000"/>
            <a:headEnd/>
            <a:tailEnd/>
          </a:ln>
        </p:spPr>
        <p:txBody>
          <a:bodyPr anchor="ctr"/>
          <a:lstStyle/>
          <a:p>
            <a:pPr>
              <a:defRPr/>
            </a:pPr>
            <a:endParaRPr lang="en-US" sz="4000" b="1">
              <a:solidFill>
                <a:srgbClr val="0070C0"/>
              </a:solidFill>
              <a:effectLst>
                <a:outerShdw blurRad="38100" dist="38100" dir="2700000" algn="tl">
                  <a:srgbClr val="C0C0C0"/>
                </a:outerShdw>
              </a:effectLst>
              <a:latin typeface="Trebuchet MS" pitchFamily="-112" charset="0"/>
              <a:ea typeface="ＭＳ Ｐゴシック" pitchFamily="-112" charset="-128"/>
            </a:endParaRPr>
          </a:p>
        </p:txBody>
      </p:sp>
      <p:sp>
        <p:nvSpPr>
          <p:cNvPr id="22530" name="Content Placeholder 5"/>
          <p:cNvSpPr>
            <a:spLocks noGrp="1"/>
          </p:cNvSpPr>
          <p:nvPr>
            <p:ph idx="1"/>
          </p:nvPr>
        </p:nvSpPr>
        <p:spPr>
          <a:xfrm>
            <a:off x="1693863" y="1196976"/>
            <a:ext cx="8578850" cy="4525963"/>
          </a:xfrm>
        </p:spPr>
        <p:txBody>
          <a:bodyPr/>
          <a:lstStyle/>
          <a:p>
            <a:pPr marL="0" indent="0" algn="just">
              <a:spcBef>
                <a:spcPct val="50000"/>
              </a:spcBef>
              <a:buNone/>
              <a:defRPr/>
            </a:pPr>
            <a:endParaRPr lang="en-US" i="1" dirty="0">
              <a:latin typeface="Calibri" charset="0"/>
            </a:endParaRPr>
          </a:p>
          <a:p>
            <a:pPr algn="just">
              <a:spcBef>
                <a:spcPct val="50000"/>
              </a:spcBef>
              <a:defRPr/>
            </a:pPr>
            <a:r>
              <a:rPr lang="en-US" i="1" dirty="0">
                <a:latin typeface="Calibri" charset="0"/>
              </a:rPr>
              <a:t>P</a:t>
            </a:r>
            <a:r>
              <a:rPr lang="en-US" dirty="0">
                <a:latin typeface="Calibri" charset="0"/>
              </a:rPr>
              <a:t>-value:  </a:t>
            </a:r>
            <a:r>
              <a:rPr lang="en-US" i="1" dirty="0">
                <a:latin typeface="Calibri" charset="0"/>
              </a:rPr>
              <a:t>P</a:t>
            </a:r>
            <a:r>
              <a:rPr lang="en-US" dirty="0">
                <a:latin typeface="Calibri" charset="0"/>
              </a:rPr>
              <a:t>-values are automatically provided by statistical software (e.g., SPSS). If statistical software is not available, use Table.  </a:t>
            </a:r>
          </a:p>
          <a:p>
            <a:pPr algn="just">
              <a:spcBef>
                <a:spcPct val="50000"/>
              </a:spcBef>
              <a:defRPr/>
            </a:pPr>
            <a:endParaRPr lang="en-US" dirty="0">
              <a:latin typeface="Calibri" charset="0"/>
            </a:endParaRPr>
          </a:p>
          <a:p>
            <a:pPr algn="just">
              <a:spcBef>
                <a:spcPct val="50000"/>
              </a:spcBef>
              <a:defRPr/>
            </a:pPr>
            <a:r>
              <a:rPr lang="en-US" dirty="0">
                <a:latin typeface="Calibri" charset="0"/>
              </a:rPr>
              <a:t>Critical values:  Use Table A-2.</a:t>
            </a:r>
          </a:p>
        </p:txBody>
      </p:sp>
      <p:sp>
        <p:nvSpPr>
          <p:cNvPr id="22531" name="Slide Number Placeholder 6"/>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78F2CD03-194D-AE4D-90B0-BF1C2138F385}" type="slidenum">
              <a:rPr lang="en-US" sz="1100" b="1">
                <a:solidFill>
                  <a:schemeClr val="bg1"/>
                </a:solidFill>
                <a:latin typeface="Trebuchet MS" charset="0"/>
                <a:cs typeface="Trebuchet MS" charset="0"/>
              </a:rPr>
              <a:pPr eaLnBrk="1" hangingPunct="1"/>
              <a:t>10</a:t>
            </a:fld>
            <a:endParaRPr lang="en-US" sz="1100" b="1">
              <a:solidFill>
                <a:schemeClr val="bg1"/>
              </a:solidFill>
              <a:latin typeface="Trebuchet MS" charset="0"/>
              <a:cs typeface="Trebuchet MS" charset="0"/>
            </a:endParaRPr>
          </a:p>
        </p:txBody>
      </p:sp>
      <p:sp>
        <p:nvSpPr>
          <p:cNvPr id="22532" name="TextBox 1"/>
          <p:cNvSpPr txBox="1">
            <a:spLocks noChangeArrowheads="1"/>
          </p:cNvSpPr>
          <p:nvPr/>
        </p:nvSpPr>
        <p:spPr bwMode="auto">
          <a:xfrm>
            <a:off x="10290175" y="1146175"/>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endParaRPr lang="en-US" sz="1800"/>
          </a:p>
        </p:txBody>
      </p:sp>
      <p:sp>
        <p:nvSpPr>
          <p:cNvPr id="6" name="Title 3"/>
          <p:cNvSpPr>
            <a:spLocks noGrp="1"/>
          </p:cNvSpPr>
          <p:nvPr>
            <p:ph type="title"/>
          </p:nvPr>
        </p:nvSpPr>
        <p:spPr>
          <a:xfrm>
            <a:off x="3719513" y="333375"/>
            <a:ext cx="6697662" cy="685800"/>
          </a:xfrm>
        </p:spPr>
        <p:txBody>
          <a:bodyPr/>
          <a:lstStyle/>
          <a:p>
            <a:r>
              <a:rPr lang="en-US" sz="4400" b="1" dirty="0">
                <a:latin typeface="Calibri" charset="0"/>
              </a:rPr>
              <a:t>Decision Criteria for Two Proportions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Title 1"/>
          <p:cNvSpPr>
            <a:spLocks/>
          </p:cNvSpPr>
          <p:nvPr/>
        </p:nvSpPr>
        <p:spPr bwMode="auto">
          <a:xfrm>
            <a:off x="2209800" y="130175"/>
            <a:ext cx="7488238" cy="706438"/>
          </a:xfrm>
          <a:prstGeom prst="rect">
            <a:avLst/>
          </a:prstGeom>
          <a:noFill/>
          <a:ln w="9525">
            <a:noFill/>
            <a:miter lim="800000"/>
            <a:headEnd/>
            <a:tailEnd/>
          </a:ln>
        </p:spPr>
        <p:txBody>
          <a:bodyPr anchor="ctr"/>
          <a:lstStyle/>
          <a:p>
            <a:pPr>
              <a:defRPr/>
            </a:pPr>
            <a:endParaRPr lang="en-US" sz="4000" b="1">
              <a:solidFill>
                <a:srgbClr val="0070C0"/>
              </a:solidFill>
              <a:effectLst>
                <a:outerShdw blurRad="38100" dist="38100" dir="2700000" algn="tl">
                  <a:srgbClr val="C0C0C0"/>
                </a:outerShdw>
              </a:effectLst>
              <a:latin typeface="Trebuchet MS" pitchFamily="-112" charset="0"/>
              <a:ea typeface="ＭＳ Ｐゴシック" pitchFamily="-112" charset="-128"/>
            </a:endParaRPr>
          </a:p>
        </p:txBody>
      </p:sp>
      <p:sp>
        <p:nvSpPr>
          <p:cNvPr id="23554" name="Content Placeholder 5"/>
          <p:cNvSpPr>
            <a:spLocks noGrp="1"/>
          </p:cNvSpPr>
          <p:nvPr>
            <p:ph idx="1"/>
          </p:nvPr>
        </p:nvSpPr>
        <p:spPr>
          <a:xfrm>
            <a:off x="1774826" y="1600201"/>
            <a:ext cx="8435975" cy="4525963"/>
          </a:xfrm>
        </p:spPr>
        <p:txBody>
          <a:bodyPr/>
          <a:lstStyle/>
          <a:p>
            <a:pPr marL="0" indent="0" algn="just">
              <a:spcBef>
                <a:spcPct val="50000"/>
              </a:spcBef>
              <a:buNone/>
            </a:pPr>
            <a:r>
              <a:rPr lang="en-US" sz="2800" dirty="0">
                <a:latin typeface="Calibri" charset="0"/>
              </a:rPr>
              <a:t>Do people having different spending habits depending on the type of money they have?</a:t>
            </a:r>
          </a:p>
          <a:p>
            <a:pPr marL="0" indent="0" algn="just">
              <a:spcBef>
                <a:spcPct val="50000"/>
              </a:spcBef>
              <a:buNone/>
            </a:pPr>
            <a:r>
              <a:rPr lang="en-US" sz="2800" dirty="0">
                <a:latin typeface="Calibri" charset="0"/>
                <a:cs typeface="Arial" charset="0"/>
              </a:rPr>
              <a:t>89 undergraduates were randomly assigned to two groups and were given a choice of keeping the money or buying gum or mints.  </a:t>
            </a:r>
          </a:p>
          <a:p>
            <a:pPr marL="0" indent="0" algn="just">
              <a:spcBef>
                <a:spcPct val="50000"/>
              </a:spcBef>
              <a:buNone/>
            </a:pPr>
            <a:r>
              <a:rPr lang="en-US" sz="2800" dirty="0">
                <a:latin typeface="Calibri" charset="0"/>
                <a:cs typeface="Arial" charset="0"/>
              </a:rPr>
              <a:t>The claim is that “money in large denominations is less likely to be spent relative to an equivalent amount in many smaller denominations”.  </a:t>
            </a:r>
          </a:p>
          <a:p>
            <a:pPr marL="0" indent="0" algn="just">
              <a:spcBef>
                <a:spcPct val="50000"/>
              </a:spcBef>
              <a:buNone/>
            </a:pPr>
            <a:r>
              <a:rPr lang="en-US" sz="2800" dirty="0">
                <a:latin typeface="Calibri" charset="0"/>
                <a:cs typeface="Arial" charset="0"/>
              </a:rPr>
              <a:t>Let’s test the claim at the 0.05 significance level.</a:t>
            </a:r>
            <a:r>
              <a:rPr lang="en-US" sz="2800" dirty="0">
                <a:latin typeface="Calibri" charset="0"/>
              </a:rPr>
              <a:t>  </a:t>
            </a:r>
          </a:p>
        </p:txBody>
      </p:sp>
      <p:sp>
        <p:nvSpPr>
          <p:cNvPr id="23555" name="Slide Number Placeholder 6"/>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3FAE4A67-7840-8A43-98E0-51A5B4D87BE6}" type="slidenum">
              <a:rPr lang="en-US" sz="1100" b="1">
                <a:solidFill>
                  <a:schemeClr val="bg1"/>
                </a:solidFill>
                <a:latin typeface="Trebuchet MS" charset="0"/>
                <a:cs typeface="Trebuchet MS" charset="0"/>
              </a:rPr>
              <a:pPr eaLnBrk="1" hangingPunct="1"/>
              <a:t>11</a:t>
            </a:fld>
            <a:endParaRPr lang="en-US" sz="1100" b="1">
              <a:solidFill>
                <a:schemeClr val="bg1"/>
              </a:solidFill>
              <a:latin typeface="Trebuchet MS" charset="0"/>
              <a:cs typeface="Trebuchet MS" charset="0"/>
            </a:endParaRPr>
          </a:p>
        </p:txBody>
      </p:sp>
      <p:sp>
        <p:nvSpPr>
          <p:cNvPr id="23556" name="Title 3"/>
          <p:cNvSpPr>
            <a:spLocks noGrp="1"/>
          </p:cNvSpPr>
          <p:nvPr>
            <p:ph type="title"/>
          </p:nvPr>
        </p:nvSpPr>
        <p:spPr>
          <a:xfrm>
            <a:off x="3648076" y="274639"/>
            <a:ext cx="6562725" cy="706437"/>
          </a:xfrm>
        </p:spPr>
        <p:txBody>
          <a:bodyPr/>
          <a:lstStyle/>
          <a:p>
            <a:r>
              <a:rPr lang="en-US" sz="4400" b="1" dirty="0">
                <a:latin typeface="Calibri" charset="0"/>
              </a:rPr>
              <a:t>Example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Title 1"/>
          <p:cNvSpPr>
            <a:spLocks/>
          </p:cNvSpPr>
          <p:nvPr/>
        </p:nvSpPr>
        <p:spPr bwMode="auto">
          <a:xfrm>
            <a:off x="2209800" y="130175"/>
            <a:ext cx="7488238" cy="706438"/>
          </a:xfrm>
          <a:prstGeom prst="rect">
            <a:avLst/>
          </a:prstGeom>
          <a:noFill/>
          <a:ln w="9525">
            <a:noFill/>
            <a:miter lim="800000"/>
            <a:headEnd/>
            <a:tailEnd/>
          </a:ln>
        </p:spPr>
        <p:txBody>
          <a:bodyPr anchor="ctr"/>
          <a:lstStyle/>
          <a:p>
            <a:pPr>
              <a:defRPr/>
            </a:pPr>
            <a:endParaRPr lang="en-US" sz="4000" b="1">
              <a:solidFill>
                <a:srgbClr val="0070C0"/>
              </a:solidFill>
              <a:effectLst>
                <a:outerShdw blurRad="38100" dist="38100" dir="2700000" algn="tl">
                  <a:srgbClr val="C0C0C0"/>
                </a:outerShdw>
              </a:effectLst>
              <a:latin typeface="Trebuchet MS" pitchFamily="-112" charset="0"/>
              <a:ea typeface="ＭＳ Ｐゴシック" pitchFamily="-112" charset="-128"/>
            </a:endParaRPr>
          </a:p>
        </p:txBody>
      </p:sp>
      <p:sp>
        <p:nvSpPr>
          <p:cNvPr id="11267" name="Content Placeholder 5"/>
          <p:cNvSpPr>
            <a:spLocks noGrp="1"/>
          </p:cNvSpPr>
          <p:nvPr>
            <p:ph idx="1"/>
          </p:nvPr>
        </p:nvSpPr>
        <p:spPr>
          <a:xfrm>
            <a:off x="1847851" y="1341438"/>
            <a:ext cx="8291513" cy="4525962"/>
          </a:xfrm>
        </p:spPr>
        <p:txBody>
          <a:bodyPr/>
          <a:lstStyle/>
          <a:p>
            <a:pPr>
              <a:spcBef>
                <a:spcPct val="50000"/>
              </a:spcBef>
              <a:defRPr/>
            </a:pPr>
            <a:r>
              <a:rPr lang="en-US" altLang="en-US" sz="2800" dirty="0"/>
              <a:t>Below are the sample data and summary statistics:</a:t>
            </a:r>
          </a:p>
          <a:p>
            <a:pPr marL="0" indent="0">
              <a:spcBef>
                <a:spcPct val="50000"/>
              </a:spcBef>
              <a:buNone/>
              <a:defRPr/>
            </a:pPr>
            <a:r>
              <a:rPr lang="en-US" altLang="en-US" sz="2800" dirty="0">
                <a:cs typeface="Arial" charset="0"/>
              </a:rPr>
              <a:t>	</a:t>
            </a:r>
            <a:endParaRPr lang="el-GR" altLang="en-US" sz="2800" dirty="0">
              <a:cs typeface="Arial" charset="0"/>
            </a:endParaRPr>
          </a:p>
        </p:txBody>
      </p:sp>
      <p:sp>
        <p:nvSpPr>
          <p:cNvPr id="24579" name="Slide Number Placeholder 6"/>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49413F3D-D735-B448-AF2D-ECF3CB5A3469}" type="slidenum">
              <a:rPr lang="en-US" sz="1100" b="1">
                <a:solidFill>
                  <a:schemeClr val="bg1"/>
                </a:solidFill>
                <a:latin typeface="Trebuchet MS" charset="0"/>
                <a:cs typeface="Trebuchet MS" charset="0"/>
              </a:rPr>
              <a:pPr eaLnBrk="1" hangingPunct="1"/>
              <a:t>12</a:t>
            </a:fld>
            <a:endParaRPr lang="en-US" sz="1100" b="1">
              <a:solidFill>
                <a:schemeClr val="bg1"/>
              </a:solidFill>
              <a:latin typeface="Trebuchet MS" charset="0"/>
              <a:cs typeface="Trebuchet MS" charset="0"/>
            </a:endParaRPr>
          </a:p>
        </p:txBody>
      </p:sp>
      <p:sp>
        <p:nvSpPr>
          <p:cNvPr id="24580" name="Title 3"/>
          <p:cNvSpPr>
            <a:spLocks noGrp="1"/>
          </p:cNvSpPr>
          <p:nvPr>
            <p:ph type="title"/>
          </p:nvPr>
        </p:nvSpPr>
        <p:spPr>
          <a:xfrm>
            <a:off x="3648076" y="274639"/>
            <a:ext cx="6562725" cy="706437"/>
          </a:xfrm>
        </p:spPr>
        <p:txBody>
          <a:bodyPr/>
          <a:lstStyle/>
          <a:p>
            <a:r>
              <a:rPr lang="en-US" sz="4400" b="1" dirty="0">
                <a:latin typeface="Calibri" charset="0"/>
              </a:rPr>
              <a:t>Example - Solution</a:t>
            </a:r>
          </a:p>
        </p:txBody>
      </p:sp>
      <p:graphicFrame>
        <p:nvGraphicFramePr>
          <p:cNvPr id="24581" name="Object 1"/>
          <p:cNvGraphicFramePr>
            <a:graphicFrameLocks noChangeAspect="1"/>
          </p:cNvGraphicFramePr>
          <p:nvPr/>
        </p:nvGraphicFramePr>
        <p:xfrm>
          <a:off x="4867276" y="4713289"/>
          <a:ext cx="2835275" cy="1616075"/>
        </p:xfrm>
        <a:graphic>
          <a:graphicData uri="http://schemas.openxmlformats.org/presentationml/2006/ole">
            <mc:AlternateContent xmlns:mc="http://schemas.openxmlformats.org/markup-compatibility/2006">
              <mc:Choice xmlns:v="urn:schemas-microsoft-com:vml" Requires="v">
                <p:oleObj name="Equation" r:id="rId2" imgW="1435320" imgH="813600" progId="Equation.3">
                  <p:embed/>
                </p:oleObj>
              </mc:Choice>
              <mc:Fallback>
                <p:oleObj name="Equation" r:id="rId2" imgW="1435320" imgH="813600" progId="Equation.3">
                  <p:embed/>
                  <p:pic>
                    <p:nvPicPr>
                      <p:cNvPr id="0" name="Picture 5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67276" y="4713289"/>
                        <a:ext cx="2835275" cy="1616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 name="Table 2"/>
          <p:cNvGraphicFramePr>
            <a:graphicFrameLocks noGrp="1"/>
          </p:cNvGraphicFramePr>
          <p:nvPr/>
        </p:nvGraphicFramePr>
        <p:xfrm>
          <a:off x="2279650" y="2060576"/>
          <a:ext cx="7777164" cy="2643825"/>
        </p:xfrm>
        <a:graphic>
          <a:graphicData uri="http://schemas.openxmlformats.org/drawingml/2006/table">
            <a:tbl>
              <a:tblPr firstRow="1" bandRow="1">
                <a:tableStyleId>{5C22544A-7EE6-4342-B048-85BDC9FD1C3A}</a:tableStyleId>
              </a:tblPr>
              <a:tblGrid>
                <a:gridCol w="2356716">
                  <a:extLst>
                    <a:ext uri="{9D8B030D-6E8A-4147-A177-3AD203B41FA5}">
                      <a16:colId xmlns:a16="http://schemas.microsoft.com/office/drawing/2014/main" val="20000"/>
                    </a:ext>
                  </a:extLst>
                </a:gridCol>
                <a:gridCol w="2828060">
                  <a:extLst>
                    <a:ext uri="{9D8B030D-6E8A-4147-A177-3AD203B41FA5}">
                      <a16:colId xmlns:a16="http://schemas.microsoft.com/office/drawing/2014/main" val="20001"/>
                    </a:ext>
                  </a:extLst>
                </a:gridCol>
                <a:gridCol w="2592388">
                  <a:extLst>
                    <a:ext uri="{9D8B030D-6E8A-4147-A177-3AD203B41FA5}">
                      <a16:colId xmlns:a16="http://schemas.microsoft.com/office/drawing/2014/main" val="20002"/>
                    </a:ext>
                  </a:extLst>
                </a:gridCol>
              </a:tblGrid>
              <a:tr h="546013">
                <a:tc rowSpan="2">
                  <a:txBody>
                    <a:bodyPr/>
                    <a:lstStyle/>
                    <a:p>
                      <a:endParaRPr lang="en-AU" sz="2000" dirty="0">
                        <a:solidFill>
                          <a:schemeClr val="tx1"/>
                        </a:solidFill>
                      </a:endParaRPr>
                    </a:p>
                  </a:txBody>
                  <a:tcPr marL="91453" marR="91453" marT="45693" marB="4569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AU" sz="2000" dirty="0">
                          <a:solidFill>
                            <a:schemeClr val="tx1"/>
                          </a:solidFill>
                        </a:rPr>
                        <a:t>Group</a:t>
                      </a:r>
                      <a:r>
                        <a:rPr lang="en-AU" sz="2000" baseline="0" dirty="0">
                          <a:solidFill>
                            <a:schemeClr val="tx1"/>
                          </a:solidFill>
                        </a:rPr>
                        <a:t> 1</a:t>
                      </a:r>
                      <a:endParaRPr lang="en-AU" sz="2000" dirty="0">
                        <a:solidFill>
                          <a:schemeClr val="tx1"/>
                        </a:solidFill>
                      </a:endParaRPr>
                    </a:p>
                  </a:txBody>
                  <a:tcPr marL="91453" marR="91453" marT="45693" marB="4569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AU" sz="2000" dirty="0">
                          <a:solidFill>
                            <a:schemeClr val="tx1"/>
                          </a:solidFill>
                        </a:rPr>
                        <a:t>Group 2</a:t>
                      </a:r>
                    </a:p>
                  </a:txBody>
                  <a:tcPr marL="91453" marR="91453" marT="45693" marB="4569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640025">
                <a:tc vMerge="1">
                  <a:txBody>
                    <a:bodyPr/>
                    <a:lstStyle/>
                    <a:p>
                      <a:endParaRPr lang="en-AU" sz="1800" dirty="0">
                        <a:solidFill>
                          <a:schemeClr val="tx1"/>
                        </a:solidFill>
                      </a:endParaRPr>
                    </a:p>
                  </a:txBody>
                  <a:tcPr marL="91449" marR="91449" marT="45694" marB="4569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AU" sz="2000" dirty="0">
                          <a:solidFill>
                            <a:schemeClr val="tx1"/>
                          </a:solidFill>
                        </a:rPr>
                        <a:t>Subjects</a:t>
                      </a:r>
                      <a:r>
                        <a:rPr lang="en-AU" sz="2000" baseline="0" dirty="0">
                          <a:solidFill>
                            <a:schemeClr val="tx1"/>
                          </a:solidFill>
                        </a:rPr>
                        <a:t> Given $1</a:t>
                      </a:r>
                      <a:endParaRPr lang="en-AU" sz="2000" dirty="0">
                        <a:solidFill>
                          <a:schemeClr val="tx1"/>
                        </a:solidFill>
                      </a:endParaRPr>
                    </a:p>
                  </a:txBody>
                  <a:tcPr marL="91453" marR="91453" marT="45693" marB="4569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AU" sz="2000" dirty="0">
                          <a:solidFill>
                            <a:schemeClr val="tx1"/>
                          </a:solidFill>
                        </a:rPr>
                        <a:t>Subjects Given 4 quarters (1 quarter = 25</a:t>
                      </a:r>
                      <a:r>
                        <a:rPr lang="en-AU" sz="2000" baseline="0" dirty="0">
                          <a:solidFill>
                            <a:schemeClr val="tx1"/>
                          </a:solidFill>
                        </a:rPr>
                        <a:t> cent)</a:t>
                      </a:r>
                      <a:endParaRPr lang="en-AU" sz="2000" dirty="0">
                        <a:solidFill>
                          <a:schemeClr val="tx1"/>
                        </a:solidFill>
                      </a:endParaRPr>
                    </a:p>
                  </a:txBody>
                  <a:tcPr marL="91453" marR="91453" marT="45693" marB="4569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546013">
                <a:tc>
                  <a:txBody>
                    <a:bodyPr/>
                    <a:lstStyle/>
                    <a:p>
                      <a:r>
                        <a:rPr lang="en-AU" sz="2000" dirty="0">
                          <a:solidFill>
                            <a:schemeClr val="tx1"/>
                          </a:solidFill>
                        </a:rPr>
                        <a:t>Spent the money</a:t>
                      </a:r>
                    </a:p>
                  </a:txBody>
                  <a:tcPr marL="91453" marR="91453" marT="45693" marB="4569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AU" sz="2000" dirty="0">
                          <a:solidFill>
                            <a:schemeClr val="tx1"/>
                          </a:solidFill>
                        </a:rPr>
                        <a:t>x</a:t>
                      </a:r>
                      <a:r>
                        <a:rPr lang="en-AU" sz="2000" baseline="-25000" dirty="0">
                          <a:solidFill>
                            <a:schemeClr val="tx1"/>
                          </a:solidFill>
                        </a:rPr>
                        <a:t>1</a:t>
                      </a:r>
                      <a:r>
                        <a:rPr lang="en-AU" sz="2000" dirty="0">
                          <a:solidFill>
                            <a:schemeClr val="tx1"/>
                          </a:solidFill>
                        </a:rPr>
                        <a:t>=12</a:t>
                      </a:r>
                    </a:p>
                  </a:txBody>
                  <a:tcPr marL="91453" marR="91453" marT="45693" marB="4569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AU" sz="2000" dirty="0">
                          <a:solidFill>
                            <a:schemeClr val="tx1"/>
                          </a:solidFill>
                        </a:rPr>
                        <a:t>x</a:t>
                      </a:r>
                      <a:r>
                        <a:rPr lang="en-AU" sz="2000" baseline="-25000" dirty="0">
                          <a:solidFill>
                            <a:schemeClr val="tx1"/>
                          </a:solidFill>
                        </a:rPr>
                        <a:t>2</a:t>
                      </a:r>
                      <a:r>
                        <a:rPr lang="en-AU" sz="2000" dirty="0">
                          <a:solidFill>
                            <a:schemeClr val="tx1"/>
                          </a:solidFill>
                        </a:rPr>
                        <a:t>=27</a:t>
                      </a:r>
                    </a:p>
                  </a:txBody>
                  <a:tcPr marL="91453" marR="91453" marT="45693" marB="4569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546013">
                <a:tc>
                  <a:txBody>
                    <a:bodyPr/>
                    <a:lstStyle/>
                    <a:p>
                      <a:r>
                        <a:rPr lang="en-AU" sz="2000" dirty="0">
                          <a:solidFill>
                            <a:schemeClr val="tx1"/>
                          </a:solidFill>
                        </a:rPr>
                        <a:t>Subjects in group</a:t>
                      </a:r>
                    </a:p>
                  </a:txBody>
                  <a:tcPr marL="91453" marR="91453" marT="45693" marB="4569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AU" sz="2000" dirty="0">
                          <a:solidFill>
                            <a:schemeClr val="tx1"/>
                          </a:solidFill>
                        </a:rPr>
                        <a:t>n</a:t>
                      </a:r>
                      <a:r>
                        <a:rPr lang="en-AU" sz="2000" baseline="-25000" dirty="0">
                          <a:solidFill>
                            <a:schemeClr val="tx1"/>
                          </a:solidFill>
                        </a:rPr>
                        <a:t>1</a:t>
                      </a:r>
                      <a:r>
                        <a:rPr lang="en-AU" sz="2000" dirty="0">
                          <a:solidFill>
                            <a:schemeClr val="tx1"/>
                          </a:solidFill>
                        </a:rPr>
                        <a:t>=46</a:t>
                      </a:r>
                    </a:p>
                  </a:txBody>
                  <a:tcPr marL="91453" marR="91453" marT="45693" marB="4569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AU" sz="2000" dirty="0">
                          <a:solidFill>
                            <a:schemeClr val="tx1"/>
                          </a:solidFill>
                        </a:rPr>
                        <a:t>n</a:t>
                      </a:r>
                      <a:r>
                        <a:rPr lang="en-AU" sz="2000" baseline="-25000" dirty="0">
                          <a:solidFill>
                            <a:schemeClr val="tx1"/>
                          </a:solidFill>
                        </a:rPr>
                        <a:t>2</a:t>
                      </a:r>
                      <a:r>
                        <a:rPr lang="en-AU" sz="2000" dirty="0">
                          <a:solidFill>
                            <a:schemeClr val="tx1"/>
                          </a:solidFill>
                        </a:rPr>
                        <a:t>=43</a:t>
                      </a:r>
                    </a:p>
                  </a:txBody>
                  <a:tcPr marL="91453" marR="91453" marT="45693" marB="4569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Footer Placeholder 1"/>
          <p:cNvSpPr txBox="1">
            <a:spLocks noGrp="1"/>
          </p:cNvSpPr>
          <p:nvPr/>
        </p:nvSpPr>
        <p:spPr bwMode="auto">
          <a:xfrm>
            <a:off x="1863726" y="6472239"/>
            <a:ext cx="5707063" cy="319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endParaRPr lang="en-US" sz="1200">
              <a:latin typeface="Times New Roman" charset="0"/>
            </a:endParaRPr>
          </a:p>
        </p:txBody>
      </p:sp>
      <p:sp>
        <p:nvSpPr>
          <p:cNvPr id="13315" name="Rectangle 4"/>
          <p:cNvSpPr>
            <a:spLocks noChangeArrowheads="1"/>
          </p:cNvSpPr>
          <p:nvPr/>
        </p:nvSpPr>
        <p:spPr bwMode="auto">
          <a:xfrm>
            <a:off x="2170113" y="533400"/>
            <a:ext cx="869315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nchor="ct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lnSpc>
                <a:spcPct val="90000"/>
              </a:lnSpc>
              <a:spcBef>
                <a:spcPct val="0"/>
              </a:spcBef>
              <a:spcAft>
                <a:spcPct val="0"/>
              </a:spcAft>
              <a:defRPr sz="2000" b="1">
                <a:solidFill>
                  <a:schemeClr val="tx1"/>
                </a:solidFill>
                <a:latin typeface="Arial" charset="0"/>
              </a:defRPr>
            </a:lvl6pPr>
            <a:lvl7pPr marL="2971800" indent="-228600" eaLnBrk="0" fontAlgn="base" hangingPunct="0">
              <a:lnSpc>
                <a:spcPct val="90000"/>
              </a:lnSpc>
              <a:spcBef>
                <a:spcPct val="0"/>
              </a:spcBef>
              <a:spcAft>
                <a:spcPct val="0"/>
              </a:spcAft>
              <a:defRPr sz="2000" b="1">
                <a:solidFill>
                  <a:schemeClr val="tx1"/>
                </a:solidFill>
                <a:latin typeface="Arial" charset="0"/>
              </a:defRPr>
            </a:lvl7pPr>
            <a:lvl8pPr marL="3429000" indent="-228600" eaLnBrk="0" fontAlgn="base" hangingPunct="0">
              <a:lnSpc>
                <a:spcPct val="90000"/>
              </a:lnSpc>
              <a:spcBef>
                <a:spcPct val="0"/>
              </a:spcBef>
              <a:spcAft>
                <a:spcPct val="0"/>
              </a:spcAft>
              <a:defRPr sz="2000" b="1">
                <a:solidFill>
                  <a:schemeClr val="tx1"/>
                </a:solidFill>
                <a:latin typeface="Arial" charset="0"/>
              </a:defRPr>
            </a:lvl8pPr>
            <a:lvl9pPr marL="3886200" indent="-228600" eaLnBrk="0" fontAlgn="base" hangingPunct="0">
              <a:lnSpc>
                <a:spcPct val="90000"/>
              </a:lnSpc>
              <a:spcBef>
                <a:spcPct val="0"/>
              </a:spcBef>
              <a:spcAft>
                <a:spcPct val="0"/>
              </a:spcAft>
              <a:defRPr sz="2000" b="1">
                <a:solidFill>
                  <a:schemeClr val="tx1"/>
                </a:solidFill>
                <a:latin typeface="Arial" charset="0"/>
              </a:defRPr>
            </a:lvl9pPr>
          </a:lstStyle>
          <a:p>
            <a:pPr algn="ctr">
              <a:defRPr/>
            </a:pPr>
            <a:r>
              <a:rPr lang="en-US" altLang="en-US" sz="2800" dirty="0">
                <a:solidFill>
                  <a:schemeClr val="bg1"/>
                </a:solidFill>
                <a:latin typeface="+mj-lt"/>
              </a:rPr>
              <a:t>Example</a:t>
            </a:r>
          </a:p>
        </p:txBody>
      </p:sp>
      <p:sp>
        <p:nvSpPr>
          <p:cNvPr id="5125" name="Text Box 5"/>
          <p:cNvSpPr txBox="1">
            <a:spLocks noChangeArrowheads="1"/>
          </p:cNvSpPr>
          <p:nvPr/>
        </p:nvSpPr>
        <p:spPr bwMode="auto">
          <a:xfrm>
            <a:off x="1919289" y="1412875"/>
            <a:ext cx="8091487" cy="4400550"/>
          </a:xfrm>
          <a:prstGeom prst="rect">
            <a:avLst/>
          </a:prstGeom>
          <a:noFill/>
          <a:ln w="12700">
            <a:noFill/>
            <a:miter lim="800000"/>
            <a:headEnd/>
            <a:tailEnd/>
          </a:ln>
        </p:spPr>
        <p:txBody>
          <a:bodyPr>
            <a:spAutoFit/>
          </a:bodyPr>
          <a:lstStyle/>
          <a:p>
            <a:pPr algn="just">
              <a:spcBef>
                <a:spcPct val="50000"/>
              </a:spcBef>
              <a:defRPr/>
            </a:pPr>
            <a:r>
              <a:rPr lang="en-US" sz="2800" dirty="0"/>
              <a:t>Requirement Check:</a:t>
            </a:r>
          </a:p>
          <a:p>
            <a:pPr marL="457200" indent="-457200" algn="just">
              <a:spcBef>
                <a:spcPct val="50000"/>
              </a:spcBef>
              <a:buFontTx/>
              <a:buAutoNum type="arabicPeriod"/>
              <a:defRPr/>
            </a:pPr>
            <a:r>
              <a:rPr lang="en-US" sz="2800" dirty="0">
                <a:cs typeface="Arial" charset="0"/>
              </a:rPr>
              <a:t>The 89 subjects were randomly assigned to two groups, so we consider these independent random samples.</a:t>
            </a:r>
          </a:p>
          <a:p>
            <a:pPr marL="457200" indent="-457200" algn="just">
              <a:spcBef>
                <a:spcPct val="50000"/>
              </a:spcBef>
              <a:buFontTx/>
              <a:buAutoNum type="arabicPeriod"/>
              <a:defRPr/>
            </a:pPr>
            <a:r>
              <a:rPr lang="en-US" sz="2800" dirty="0">
                <a:cs typeface="Arial" charset="0"/>
              </a:rPr>
              <a:t>The subjects given the $1 bill include 12 who spent it and 34 who did not.  The subjects given the quarters include 27 who spent it and 16 who did not.  All counts are above 5, so the requirements are all met.</a:t>
            </a:r>
            <a:endParaRPr lang="el-GR" sz="2800" dirty="0">
              <a:cs typeface="Arial" charset="0"/>
            </a:endParaRPr>
          </a:p>
        </p:txBody>
      </p:sp>
      <p:sp>
        <p:nvSpPr>
          <p:cNvPr id="25604" name="Slide Number Placeholder 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4D1DEF68-510C-794C-9DC4-BBE8933DA338}" type="slidenum">
              <a:rPr lang="en-US" sz="1200">
                <a:solidFill>
                  <a:srgbClr val="898989"/>
                </a:solidFill>
                <a:cs typeface="Arial" charset="0"/>
              </a:rPr>
              <a:pPr eaLnBrk="1" hangingPunct="1"/>
              <a:t>13</a:t>
            </a:fld>
            <a:endParaRPr lang="en-US" sz="1200">
              <a:solidFill>
                <a:srgbClr val="898989"/>
              </a:solidFill>
              <a:cs typeface="Arial" charset="0"/>
            </a:endParaRP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Footer Placeholder 1"/>
          <p:cNvSpPr txBox="1">
            <a:spLocks noGrp="1"/>
          </p:cNvSpPr>
          <p:nvPr/>
        </p:nvSpPr>
        <p:spPr bwMode="auto">
          <a:xfrm>
            <a:off x="1863726" y="6472239"/>
            <a:ext cx="5707063" cy="319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endParaRPr lang="en-US" sz="1200">
              <a:latin typeface="Times New Roman" charset="0"/>
            </a:endParaRPr>
          </a:p>
        </p:txBody>
      </p:sp>
      <p:sp>
        <p:nvSpPr>
          <p:cNvPr id="14339" name="Rectangle 4"/>
          <p:cNvSpPr>
            <a:spLocks noChangeArrowheads="1"/>
          </p:cNvSpPr>
          <p:nvPr/>
        </p:nvSpPr>
        <p:spPr bwMode="auto">
          <a:xfrm>
            <a:off x="2154238" y="476250"/>
            <a:ext cx="869315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nchor="ct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lnSpc>
                <a:spcPct val="90000"/>
              </a:lnSpc>
              <a:spcBef>
                <a:spcPct val="0"/>
              </a:spcBef>
              <a:spcAft>
                <a:spcPct val="0"/>
              </a:spcAft>
              <a:defRPr sz="2000" b="1">
                <a:solidFill>
                  <a:schemeClr val="tx1"/>
                </a:solidFill>
                <a:latin typeface="Arial" charset="0"/>
              </a:defRPr>
            </a:lvl6pPr>
            <a:lvl7pPr marL="2971800" indent="-228600" eaLnBrk="0" fontAlgn="base" hangingPunct="0">
              <a:lnSpc>
                <a:spcPct val="90000"/>
              </a:lnSpc>
              <a:spcBef>
                <a:spcPct val="0"/>
              </a:spcBef>
              <a:spcAft>
                <a:spcPct val="0"/>
              </a:spcAft>
              <a:defRPr sz="2000" b="1">
                <a:solidFill>
                  <a:schemeClr val="tx1"/>
                </a:solidFill>
                <a:latin typeface="Arial" charset="0"/>
              </a:defRPr>
            </a:lvl7pPr>
            <a:lvl8pPr marL="3429000" indent="-228600" eaLnBrk="0" fontAlgn="base" hangingPunct="0">
              <a:lnSpc>
                <a:spcPct val="90000"/>
              </a:lnSpc>
              <a:spcBef>
                <a:spcPct val="0"/>
              </a:spcBef>
              <a:spcAft>
                <a:spcPct val="0"/>
              </a:spcAft>
              <a:defRPr sz="2000" b="1">
                <a:solidFill>
                  <a:schemeClr val="tx1"/>
                </a:solidFill>
                <a:latin typeface="Arial" charset="0"/>
              </a:defRPr>
            </a:lvl8pPr>
            <a:lvl9pPr marL="3886200" indent="-228600" eaLnBrk="0" fontAlgn="base" hangingPunct="0">
              <a:lnSpc>
                <a:spcPct val="90000"/>
              </a:lnSpc>
              <a:spcBef>
                <a:spcPct val="0"/>
              </a:spcBef>
              <a:spcAft>
                <a:spcPct val="0"/>
              </a:spcAft>
              <a:defRPr sz="2000" b="1">
                <a:solidFill>
                  <a:schemeClr val="tx1"/>
                </a:solidFill>
                <a:latin typeface="Arial" charset="0"/>
              </a:defRPr>
            </a:lvl9pPr>
          </a:lstStyle>
          <a:p>
            <a:pPr algn="ctr">
              <a:defRPr/>
            </a:pPr>
            <a:r>
              <a:rPr lang="en-US" altLang="en-US" sz="2800" dirty="0">
                <a:solidFill>
                  <a:schemeClr val="bg1"/>
                </a:solidFill>
                <a:latin typeface="+mj-lt"/>
              </a:rPr>
              <a:t>Example</a:t>
            </a:r>
          </a:p>
        </p:txBody>
      </p:sp>
      <p:sp>
        <p:nvSpPr>
          <p:cNvPr id="27651" name="Text Box 5"/>
          <p:cNvSpPr txBox="1">
            <a:spLocks noChangeArrowheads="1"/>
          </p:cNvSpPr>
          <p:nvPr/>
        </p:nvSpPr>
        <p:spPr bwMode="auto">
          <a:xfrm>
            <a:off x="1820938" y="1066801"/>
            <a:ext cx="8595543" cy="41857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algn="just" eaLnBrk="1" hangingPunct="1">
              <a:spcBef>
                <a:spcPct val="50000"/>
              </a:spcBef>
            </a:pPr>
            <a:r>
              <a:rPr lang="en-US" sz="2800" dirty="0">
                <a:solidFill>
                  <a:srgbClr val="FF0000"/>
                </a:solidFill>
                <a:latin typeface="+mn-lt"/>
              </a:rPr>
              <a:t>Step 1:</a:t>
            </a:r>
            <a:r>
              <a:rPr lang="en-US" sz="2800" dirty="0">
                <a:latin typeface="+mn-lt"/>
              </a:rPr>
              <a:t>  </a:t>
            </a:r>
          </a:p>
          <a:p>
            <a:pPr algn="just" eaLnBrk="1" hangingPunct="1">
              <a:spcBef>
                <a:spcPct val="50000"/>
              </a:spcBef>
            </a:pPr>
            <a:r>
              <a:rPr lang="en-US" sz="2800" dirty="0">
                <a:latin typeface="+mn-lt"/>
              </a:rPr>
              <a:t>The claim that “money in large denominations is less likely to be spent” can be expressed as </a:t>
            </a:r>
            <a:r>
              <a:rPr lang="en-US" sz="2800" i="1" dirty="0">
                <a:latin typeface="+mn-lt"/>
              </a:rPr>
              <a:t>p</a:t>
            </a:r>
            <a:r>
              <a:rPr lang="en-US" sz="2800" baseline="-25000" dirty="0">
                <a:latin typeface="+mn-lt"/>
              </a:rPr>
              <a:t>1</a:t>
            </a:r>
            <a:r>
              <a:rPr lang="en-US" sz="2800" dirty="0">
                <a:latin typeface="+mn-lt"/>
              </a:rPr>
              <a:t> &lt; </a:t>
            </a:r>
            <a:r>
              <a:rPr lang="en-US" sz="2800" i="1" dirty="0">
                <a:latin typeface="+mn-lt"/>
              </a:rPr>
              <a:t>p</a:t>
            </a:r>
            <a:r>
              <a:rPr lang="en-US" sz="2800" baseline="-25000" dirty="0">
                <a:latin typeface="+mn-lt"/>
              </a:rPr>
              <a:t>2</a:t>
            </a:r>
            <a:r>
              <a:rPr lang="en-US" sz="2800" dirty="0">
                <a:latin typeface="+mn-lt"/>
              </a:rPr>
              <a:t>.</a:t>
            </a:r>
          </a:p>
          <a:p>
            <a:pPr algn="just" eaLnBrk="1" hangingPunct="1">
              <a:spcBef>
                <a:spcPct val="50000"/>
              </a:spcBef>
            </a:pPr>
            <a:endParaRPr lang="en-US" sz="2800" dirty="0">
              <a:latin typeface="+mn-lt"/>
              <a:cs typeface="Arial" charset="0"/>
            </a:endParaRPr>
          </a:p>
          <a:p>
            <a:pPr algn="just" eaLnBrk="1" hangingPunct="1">
              <a:spcBef>
                <a:spcPct val="50000"/>
              </a:spcBef>
            </a:pPr>
            <a:r>
              <a:rPr lang="en-US" sz="2800" dirty="0">
                <a:solidFill>
                  <a:srgbClr val="FF0000"/>
                </a:solidFill>
                <a:latin typeface="+mn-lt"/>
                <a:cs typeface="Arial" charset="0"/>
              </a:rPr>
              <a:t>Step 2:</a:t>
            </a:r>
            <a:r>
              <a:rPr lang="en-US" sz="2800" dirty="0">
                <a:latin typeface="+mn-lt"/>
                <a:cs typeface="Arial" charset="0"/>
              </a:rPr>
              <a:t> If </a:t>
            </a:r>
            <a:r>
              <a:rPr lang="en-US" sz="2800" i="1" dirty="0">
                <a:latin typeface="+mn-lt"/>
              </a:rPr>
              <a:t>p</a:t>
            </a:r>
            <a:r>
              <a:rPr lang="en-US" sz="2800" baseline="-25000" dirty="0">
                <a:latin typeface="+mn-lt"/>
              </a:rPr>
              <a:t>1</a:t>
            </a:r>
            <a:r>
              <a:rPr lang="en-US" sz="2800" dirty="0">
                <a:latin typeface="+mn-lt"/>
              </a:rPr>
              <a:t> &lt; </a:t>
            </a:r>
            <a:r>
              <a:rPr lang="en-US" sz="2800" i="1" dirty="0">
                <a:latin typeface="+mn-lt"/>
              </a:rPr>
              <a:t>p</a:t>
            </a:r>
            <a:r>
              <a:rPr lang="en-US" sz="2800" baseline="-25000" dirty="0">
                <a:latin typeface="+mn-lt"/>
              </a:rPr>
              <a:t>2</a:t>
            </a:r>
            <a:r>
              <a:rPr lang="en-US" sz="2800" dirty="0">
                <a:latin typeface="+mn-lt"/>
              </a:rPr>
              <a:t> is false, then </a:t>
            </a:r>
            <a:r>
              <a:rPr lang="en-US" sz="2800" i="1" dirty="0">
                <a:latin typeface="+mn-lt"/>
              </a:rPr>
              <a:t>p</a:t>
            </a:r>
            <a:r>
              <a:rPr lang="en-US" sz="2800" baseline="-25000" dirty="0">
                <a:latin typeface="+mn-lt"/>
              </a:rPr>
              <a:t>1</a:t>
            </a:r>
            <a:r>
              <a:rPr lang="en-US" sz="2800" dirty="0">
                <a:latin typeface="+mn-lt"/>
              </a:rPr>
              <a:t> ≥ </a:t>
            </a:r>
            <a:r>
              <a:rPr lang="en-US" sz="2800" i="1" dirty="0">
                <a:latin typeface="+mn-lt"/>
              </a:rPr>
              <a:t>p</a:t>
            </a:r>
            <a:r>
              <a:rPr lang="en-US" sz="2800" baseline="-25000" dirty="0">
                <a:latin typeface="+mn-lt"/>
              </a:rPr>
              <a:t>2</a:t>
            </a:r>
            <a:r>
              <a:rPr lang="en-US" sz="2800" dirty="0">
                <a:latin typeface="+mn-lt"/>
              </a:rPr>
              <a:t>.</a:t>
            </a:r>
          </a:p>
          <a:p>
            <a:pPr algn="just" eaLnBrk="1" hangingPunct="1">
              <a:spcBef>
                <a:spcPct val="50000"/>
              </a:spcBef>
            </a:pPr>
            <a:endParaRPr lang="en-US" sz="2800" dirty="0">
              <a:latin typeface="+mn-lt"/>
              <a:cs typeface="Arial" charset="0"/>
            </a:endParaRPr>
          </a:p>
          <a:p>
            <a:pPr algn="just" eaLnBrk="1" hangingPunct="1">
              <a:spcBef>
                <a:spcPct val="50000"/>
              </a:spcBef>
            </a:pPr>
            <a:r>
              <a:rPr lang="en-US" sz="2800" dirty="0">
                <a:solidFill>
                  <a:srgbClr val="FF0000"/>
                </a:solidFill>
                <a:latin typeface="+mn-lt"/>
                <a:cs typeface="Arial" charset="0"/>
              </a:rPr>
              <a:t>Step 3:</a:t>
            </a:r>
            <a:r>
              <a:rPr lang="en-US" sz="2800" dirty="0">
                <a:latin typeface="+mn-lt"/>
                <a:cs typeface="Arial" charset="0"/>
              </a:rPr>
              <a:t>  The hypotheses can be written as:</a:t>
            </a:r>
            <a:endParaRPr lang="el-GR" sz="2800" dirty="0">
              <a:latin typeface="+mn-lt"/>
              <a:cs typeface="Arial" charset="0"/>
            </a:endParaRPr>
          </a:p>
        </p:txBody>
      </p:sp>
      <p:graphicFrame>
        <p:nvGraphicFramePr>
          <p:cNvPr id="27652" name="Object 2"/>
          <p:cNvGraphicFramePr>
            <a:graphicFrameLocks noChangeAspect="1"/>
          </p:cNvGraphicFramePr>
          <p:nvPr>
            <p:extLst>
              <p:ext uri="{D42A27DB-BD31-4B8C-83A1-F6EECF244321}">
                <p14:modId xmlns:p14="http://schemas.microsoft.com/office/powerpoint/2010/main" val="3629385555"/>
              </p:ext>
            </p:extLst>
          </p:nvPr>
        </p:nvGraphicFramePr>
        <p:xfrm>
          <a:off x="4800600" y="5172670"/>
          <a:ext cx="2027238" cy="1136650"/>
        </p:xfrm>
        <a:graphic>
          <a:graphicData uri="http://schemas.openxmlformats.org/presentationml/2006/ole">
            <mc:AlternateContent xmlns:mc="http://schemas.openxmlformats.org/markup-compatibility/2006">
              <mc:Choice xmlns:v="urn:schemas-microsoft-com:vml" Requires="v">
                <p:oleObj name="Equation" r:id="rId3" imgW="1727200" imgH="965200" progId="Equation.3">
                  <p:embed/>
                </p:oleObj>
              </mc:Choice>
              <mc:Fallback>
                <p:oleObj name="Equation" r:id="rId3" imgW="1727200" imgH="965200" progId="Equation.3">
                  <p:embed/>
                  <p:pic>
                    <p:nvPicPr>
                      <p:cNvPr id="0" name="Picture 3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00600" y="5172670"/>
                        <a:ext cx="2027238" cy="1136650"/>
                      </a:xfrm>
                      <a:prstGeom prst="rect">
                        <a:avLst/>
                      </a:prstGeom>
                      <a:noFill/>
                      <a:ln>
                        <a:noFill/>
                      </a:ln>
                      <a:effectLst/>
                      <a:extLst>
                        <a:ext uri="{909E8E84-426E-40DD-AFC4-6F175D3DCCD1}">
                          <a14:hiddenFill xmlns:a14="http://schemas.microsoft.com/office/drawing/2010/main">
                            <a:solidFill>
                              <a:srgbClr val="C1CE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7653" name="Slide Number Placeholder 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7427D496-4BF9-354F-B483-7C37AAA0CF84}" type="slidenum">
              <a:rPr lang="en-US" sz="1200">
                <a:solidFill>
                  <a:srgbClr val="898989"/>
                </a:solidFill>
                <a:cs typeface="Arial" charset="0"/>
              </a:rPr>
              <a:pPr eaLnBrk="1" hangingPunct="1"/>
              <a:t>14</a:t>
            </a:fld>
            <a:endParaRPr lang="en-US" sz="1200">
              <a:solidFill>
                <a:srgbClr val="898989"/>
              </a:solidFill>
              <a:cs typeface="Arial" charset="0"/>
            </a:endParaRP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Footer Placeholder 1"/>
          <p:cNvSpPr txBox="1">
            <a:spLocks noGrp="1"/>
          </p:cNvSpPr>
          <p:nvPr/>
        </p:nvSpPr>
        <p:spPr bwMode="auto">
          <a:xfrm>
            <a:off x="1863726" y="6472239"/>
            <a:ext cx="5707063" cy="319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endParaRPr lang="en-US" sz="1200">
              <a:latin typeface="Times New Roman" charset="0"/>
            </a:endParaRPr>
          </a:p>
        </p:txBody>
      </p:sp>
      <p:sp>
        <p:nvSpPr>
          <p:cNvPr id="15363" name="Rectangle 4"/>
          <p:cNvSpPr>
            <a:spLocks noChangeArrowheads="1"/>
          </p:cNvSpPr>
          <p:nvPr/>
        </p:nvSpPr>
        <p:spPr bwMode="auto">
          <a:xfrm>
            <a:off x="2135188" y="476250"/>
            <a:ext cx="869315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nchor="ct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lnSpc>
                <a:spcPct val="90000"/>
              </a:lnSpc>
              <a:spcBef>
                <a:spcPct val="0"/>
              </a:spcBef>
              <a:spcAft>
                <a:spcPct val="0"/>
              </a:spcAft>
              <a:defRPr sz="2000" b="1">
                <a:solidFill>
                  <a:schemeClr val="tx1"/>
                </a:solidFill>
                <a:latin typeface="Arial" charset="0"/>
              </a:defRPr>
            </a:lvl6pPr>
            <a:lvl7pPr marL="2971800" indent="-228600" eaLnBrk="0" fontAlgn="base" hangingPunct="0">
              <a:lnSpc>
                <a:spcPct val="90000"/>
              </a:lnSpc>
              <a:spcBef>
                <a:spcPct val="0"/>
              </a:spcBef>
              <a:spcAft>
                <a:spcPct val="0"/>
              </a:spcAft>
              <a:defRPr sz="2000" b="1">
                <a:solidFill>
                  <a:schemeClr val="tx1"/>
                </a:solidFill>
                <a:latin typeface="Arial" charset="0"/>
              </a:defRPr>
            </a:lvl7pPr>
            <a:lvl8pPr marL="3429000" indent="-228600" eaLnBrk="0" fontAlgn="base" hangingPunct="0">
              <a:lnSpc>
                <a:spcPct val="90000"/>
              </a:lnSpc>
              <a:spcBef>
                <a:spcPct val="0"/>
              </a:spcBef>
              <a:spcAft>
                <a:spcPct val="0"/>
              </a:spcAft>
              <a:defRPr sz="2000" b="1">
                <a:solidFill>
                  <a:schemeClr val="tx1"/>
                </a:solidFill>
                <a:latin typeface="Arial" charset="0"/>
              </a:defRPr>
            </a:lvl8pPr>
            <a:lvl9pPr marL="3886200" indent="-228600" eaLnBrk="0" fontAlgn="base" hangingPunct="0">
              <a:lnSpc>
                <a:spcPct val="90000"/>
              </a:lnSpc>
              <a:spcBef>
                <a:spcPct val="0"/>
              </a:spcBef>
              <a:spcAft>
                <a:spcPct val="0"/>
              </a:spcAft>
              <a:defRPr sz="2000" b="1">
                <a:solidFill>
                  <a:schemeClr val="tx1"/>
                </a:solidFill>
                <a:latin typeface="Arial" charset="0"/>
              </a:defRPr>
            </a:lvl9pPr>
          </a:lstStyle>
          <a:p>
            <a:pPr algn="ctr">
              <a:defRPr/>
            </a:pPr>
            <a:r>
              <a:rPr lang="en-US" altLang="en-US" sz="2800" dirty="0">
                <a:solidFill>
                  <a:schemeClr val="bg1"/>
                </a:solidFill>
                <a:latin typeface="+mj-lt"/>
              </a:rPr>
              <a:t>Example</a:t>
            </a:r>
          </a:p>
        </p:txBody>
      </p:sp>
      <p:sp>
        <p:nvSpPr>
          <p:cNvPr id="29699" name="Text Box 5"/>
          <p:cNvSpPr txBox="1">
            <a:spLocks noChangeArrowheads="1"/>
          </p:cNvSpPr>
          <p:nvPr/>
        </p:nvSpPr>
        <p:spPr bwMode="auto">
          <a:xfrm>
            <a:off x="1703388" y="1628776"/>
            <a:ext cx="8856662"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spcBef>
                <a:spcPct val="50000"/>
              </a:spcBef>
            </a:pPr>
            <a:r>
              <a:rPr lang="en-US" sz="2800" dirty="0">
                <a:solidFill>
                  <a:srgbClr val="FF0000"/>
                </a:solidFill>
                <a:latin typeface="+mn-lt"/>
              </a:rPr>
              <a:t>Step 4:</a:t>
            </a:r>
            <a:r>
              <a:rPr lang="en-US" sz="2800" dirty="0">
                <a:latin typeface="+mn-lt"/>
              </a:rPr>
              <a:t>  The significance level is </a:t>
            </a:r>
            <a:r>
              <a:rPr lang="el-GR" sz="2800" i="1" dirty="0">
                <a:latin typeface="+mn-lt"/>
              </a:rPr>
              <a:t>α</a:t>
            </a:r>
            <a:r>
              <a:rPr lang="en-US" sz="2800" dirty="0">
                <a:latin typeface="+mn-lt"/>
              </a:rPr>
              <a:t> = 0.05.</a:t>
            </a:r>
          </a:p>
          <a:p>
            <a:pPr eaLnBrk="1" hangingPunct="1">
              <a:spcBef>
                <a:spcPct val="50000"/>
              </a:spcBef>
            </a:pPr>
            <a:endParaRPr lang="en-US" sz="2800" dirty="0">
              <a:latin typeface="+mn-lt"/>
              <a:cs typeface="Arial" charset="0"/>
            </a:endParaRPr>
          </a:p>
          <a:p>
            <a:pPr eaLnBrk="1" hangingPunct="1">
              <a:spcBef>
                <a:spcPct val="50000"/>
              </a:spcBef>
            </a:pPr>
            <a:r>
              <a:rPr lang="en-US" sz="2800" dirty="0">
                <a:solidFill>
                  <a:srgbClr val="FF0000"/>
                </a:solidFill>
                <a:latin typeface="+mn-lt"/>
                <a:cs typeface="Arial" charset="0"/>
              </a:rPr>
              <a:t>Step 5:</a:t>
            </a:r>
            <a:r>
              <a:rPr lang="en-US" sz="2800" dirty="0">
                <a:latin typeface="+mn-lt"/>
                <a:cs typeface="Arial" charset="0"/>
              </a:rPr>
              <a:t>  We will use the normal distribution to run the test with:</a:t>
            </a:r>
            <a:endParaRPr lang="el-GR" sz="2800" dirty="0">
              <a:latin typeface="+mn-lt"/>
              <a:cs typeface="Arial" charset="0"/>
            </a:endParaRPr>
          </a:p>
        </p:txBody>
      </p:sp>
      <p:graphicFrame>
        <p:nvGraphicFramePr>
          <p:cNvPr id="29700" name="Object 3"/>
          <p:cNvGraphicFramePr>
            <a:graphicFrameLocks noChangeAspect="1"/>
          </p:cNvGraphicFramePr>
          <p:nvPr/>
        </p:nvGraphicFramePr>
        <p:xfrm>
          <a:off x="3328989" y="3632201"/>
          <a:ext cx="4649787" cy="2270125"/>
        </p:xfrm>
        <a:graphic>
          <a:graphicData uri="http://schemas.openxmlformats.org/presentationml/2006/ole">
            <mc:AlternateContent xmlns:mc="http://schemas.openxmlformats.org/markup-compatibility/2006">
              <mc:Choice xmlns:v="urn:schemas-microsoft-com:vml" Requires="v">
                <p:oleObj name="Equation" r:id="rId3" imgW="2148480" imgH="1042200" progId="Equation.3">
                  <p:embed/>
                </p:oleObj>
              </mc:Choice>
              <mc:Fallback>
                <p:oleObj name="Equation" r:id="rId3" imgW="2148480" imgH="1042200" progId="Equation.3">
                  <p:embed/>
                  <p:pic>
                    <p:nvPicPr>
                      <p:cNvPr id="0" name="Picture 3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28989" y="3632201"/>
                        <a:ext cx="4649787" cy="2270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9701" name="Slide Number Placeholder 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58A32317-D602-D449-8B44-49A1CC18A63A}" type="slidenum">
              <a:rPr lang="en-US" sz="1200">
                <a:solidFill>
                  <a:srgbClr val="898989"/>
                </a:solidFill>
                <a:cs typeface="Arial" charset="0"/>
              </a:rPr>
              <a:pPr eaLnBrk="1" hangingPunct="1"/>
              <a:t>15</a:t>
            </a:fld>
            <a:endParaRPr lang="en-US" sz="1200">
              <a:solidFill>
                <a:srgbClr val="898989"/>
              </a:solidFill>
              <a:cs typeface="Arial" charset="0"/>
            </a:endParaRP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Footer Placeholder 1"/>
          <p:cNvSpPr txBox="1">
            <a:spLocks noGrp="1"/>
          </p:cNvSpPr>
          <p:nvPr/>
        </p:nvSpPr>
        <p:spPr bwMode="auto">
          <a:xfrm>
            <a:off x="1863726" y="6472239"/>
            <a:ext cx="5707063" cy="319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endParaRPr lang="en-US" sz="1200">
              <a:latin typeface="Times New Roman" charset="0"/>
            </a:endParaRPr>
          </a:p>
        </p:txBody>
      </p:sp>
      <p:sp>
        <p:nvSpPr>
          <p:cNvPr id="16387" name="Rectangle 4"/>
          <p:cNvSpPr>
            <a:spLocks noChangeArrowheads="1"/>
          </p:cNvSpPr>
          <p:nvPr/>
        </p:nvSpPr>
        <p:spPr bwMode="auto">
          <a:xfrm>
            <a:off x="1835150" y="404813"/>
            <a:ext cx="883285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nchor="ct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lnSpc>
                <a:spcPct val="90000"/>
              </a:lnSpc>
              <a:spcBef>
                <a:spcPct val="0"/>
              </a:spcBef>
              <a:spcAft>
                <a:spcPct val="0"/>
              </a:spcAft>
              <a:defRPr sz="2000" b="1">
                <a:solidFill>
                  <a:schemeClr val="tx1"/>
                </a:solidFill>
                <a:latin typeface="Arial" charset="0"/>
              </a:defRPr>
            </a:lvl6pPr>
            <a:lvl7pPr marL="2971800" indent="-228600" eaLnBrk="0" fontAlgn="base" hangingPunct="0">
              <a:lnSpc>
                <a:spcPct val="90000"/>
              </a:lnSpc>
              <a:spcBef>
                <a:spcPct val="0"/>
              </a:spcBef>
              <a:spcAft>
                <a:spcPct val="0"/>
              </a:spcAft>
              <a:defRPr sz="2000" b="1">
                <a:solidFill>
                  <a:schemeClr val="tx1"/>
                </a:solidFill>
                <a:latin typeface="Arial" charset="0"/>
              </a:defRPr>
            </a:lvl7pPr>
            <a:lvl8pPr marL="3429000" indent="-228600" eaLnBrk="0" fontAlgn="base" hangingPunct="0">
              <a:lnSpc>
                <a:spcPct val="90000"/>
              </a:lnSpc>
              <a:spcBef>
                <a:spcPct val="0"/>
              </a:spcBef>
              <a:spcAft>
                <a:spcPct val="0"/>
              </a:spcAft>
              <a:defRPr sz="2000" b="1">
                <a:solidFill>
                  <a:schemeClr val="tx1"/>
                </a:solidFill>
                <a:latin typeface="Arial" charset="0"/>
              </a:defRPr>
            </a:lvl8pPr>
            <a:lvl9pPr marL="3886200" indent="-228600" eaLnBrk="0" fontAlgn="base" hangingPunct="0">
              <a:lnSpc>
                <a:spcPct val="90000"/>
              </a:lnSpc>
              <a:spcBef>
                <a:spcPct val="0"/>
              </a:spcBef>
              <a:spcAft>
                <a:spcPct val="0"/>
              </a:spcAft>
              <a:defRPr sz="2000" b="1">
                <a:solidFill>
                  <a:schemeClr val="tx1"/>
                </a:solidFill>
                <a:latin typeface="Arial" charset="0"/>
              </a:defRPr>
            </a:lvl9pPr>
          </a:lstStyle>
          <a:p>
            <a:pPr algn="ctr">
              <a:defRPr/>
            </a:pPr>
            <a:r>
              <a:rPr lang="en-US" altLang="en-US" sz="4000" dirty="0">
                <a:solidFill>
                  <a:srgbClr val="008000"/>
                </a:solidFill>
              </a:rPr>
              <a:t>      </a:t>
            </a:r>
            <a:r>
              <a:rPr lang="en-US" altLang="en-US" sz="2800" dirty="0">
                <a:solidFill>
                  <a:schemeClr val="bg1"/>
                </a:solidFill>
                <a:latin typeface="+mj-lt"/>
              </a:rPr>
              <a:t>Example</a:t>
            </a:r>
          </a:p>
        </p:txBody>
      </p:sp>
      <p:sp>
        <p:nvSpPr>
          <p:cNvPr id="31747" name="Text Box 5"/>
          <p:cNvSpPr txBox="1">
            <a:spLocks noChangeArrowheads="1"/>
          </p:cNvSpPr>
          <p:nvPr/>
        </p:nvSpPr>
        <p:spPr bwMode="auto">
          <a:xfrm>
            <a:off x="2135189" y="1341438"/>
            <a:ext cx="809148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spcBef>
                <a:spcPct val="50000"/>
              </a:spcBef>
            </a:pPr>
            <a:r>
              <a:rPr lang="en-US" sz="2800" dirty="0">
                <a:solidFill>
                  <a:srgbClr val="FF0000"/>
                </a:solidFill>
                <a:latin typeface="+mn-lt"/>
              </a:rPr>
              <a:t>Step 6:  </a:t>
            </a:r>
            <a:r>
              <a:rPr lang="en-US" sz="2800" dirty="0">
                <a:latin typeface="+mn-lt"/>
              </a:rPr>
              <a:t>Calculate the value of the test statistic:</a:t>
            </a:r>
            <a:endParaRPr lang="el-GR" sz="2800" dirty="0">
              <a:latin typeface="+mn-lt"/>
              <a:cs typeface="Arial" charset="0"/>
            </a:endParaRPr>
          </a:p>
        </p:txBody>
      </p:sp>
      <p:graphicFrame>
        <p:nvGraphicFramePr>
          <p:cNvPr id="31748" name="Object 4"/>
          <p:cNvGraphicFramePr>
            <a:graphicFrameLocks noChangeAspect="1"/>
          </p:cNvGraphicFramePr>
          <p:nvPr/>
        </p:nvGraphicFramePr>
        <p:xfrm>
          <a:off x="2590800" y="2349500"/>
          <a:ext cx="7131050" cy="3900488"/>
        </p:xfrm>
        <a:graphic>
          <a:graphicData uri="http://schemas.openxmlformats.org/presentationml/2006/ole">
            <mc:AlternateContent xmlns:mc="http://schemas.openxmlformats.org/markup-compatibility/2006">
              <mc:Choice xmlns:v="urn:schemas-microsoft-com:vml" Requires="v">
                <p:oleObj name="Equation" r:id="rId3" imgW="7772400" imgH="4495800" progId="Equation.3">
                  <p:embed/>
                </p:oleObj>
              </mc:Choice>
              <mc:Fallback>
                <p:oleObj name="Equation" r:id="rId3" imgW="7772400" imgH="4495800" progId="Equation.3">
                  <p:embed/>
                  <p:pic>
                    <p:nvPicPr>
                      <p:cNvPr id="0" name="Picture 3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90800" y="2349500"/>
                        <a:ext cx="7131050" cy="39004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1749" name="Slide Number Placeholder 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C0E6F0A0-19BA-D04B-BD70-E2E8750FF683}" type="slidenum">
              <a:rPr lang="en-US" sz="1200">
                <a:solidFill>
                  <a:srgbClr val="898989"/>
                </a:solidFill>
                <a:cs typeface="Arial" charset="0"/>
              </a:rPr>
              <a:pPr eaLnBrk="1" hangingPunct="1"/>
              <a:t>16</a:t>
            </a:fld>
            <a:endParaRPr lang="en-US" sz="1200">
              <a:solidFill>
                <a:srgbClr val="898989"/>
              </a:solidFill>
              <a:cs typeface="Arial" charset="0"/>
            </a:endParaRP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Footer Placeholder 1"/>
          <p:cNvSpPr txBox="1">
            <a:spLocks noGrp="1"/>
          </p:cNvSpPr>
          <p:nvPr/>
        </p:nvSpPr>
        <p:spPr bwMode="auto">
          <a:xfrm>
            <a:off x="1863726" y="6472239"/>
            <a:ext cx="5707063" cy="319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endParaRPr lang="en-US" sz="1200">
              <a:latin typeface="Times New Roman" charset="0"/>
            </a:endParaRPr>
          </a:p>
        </p:txBody>
      </p:sp>
      <p:sp>
        <p:nvSpPr>
          <p:cNvPr id="17411" name="Rectangle 4"/>
          <p:cNvSpPr>
            <a:spLocks noChangeArrowheads="1"/>
          </p:cNvSpPr>
          <p:nvPr/>
        </p:nvSpPr>
        <p:spPr bwMode="auto">
          <a:xfrm>
            <a:off x="1944688" y="476250"/>
            <a:ext cx="869315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nchor="ct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lnSpc>
                <a:spcPct val="90000"/>
              </a:lnSpc>
              <a:spcBef>
                <a:spcPct val="0"/>
              </a:spcBef>
              <a:spcAft>
                <a:spcPct val="0"/>
              </a:spcAft>
              <a:defRPr sz="2000" b="1">
                <a:solidFill>
                  <a:schemeClr val="tx1"/>
                </a:solidFill>
                <a:latin typeface="Arial" charset="0"/>
              </a:defRPr>
            </a:lvl6pPr>
            <a:lvl7pPr marL="2971800" indent="-228600" eaLnBrk="0" fontAlgn="base" hangingPunct="0">
              <a:lnSpc>
                <a:spcPct val="90000"/>
              </a:lnSpc>
              <a:spcBef>
                <a:spcPct val="0"/>
              </a:spcBef>
              <a:spcAft>
                <a:spcPct val="0"/>
              </a:spcAft>
              <a:defRPr sz="2000" b="1">
                <a:solidFill>
                  <a:schemeClr val="tx1"/>
                </a:solidFill>
                <a:latin typeface="Arial" charset="0"/>
              </a:defRPr>
            </a:lvl7pPr>
            <a:lvl8pPr marL="3429000" indent="-228600" eaLnBrk="0" fontAlgn="base" hangingPunct="0">
              <a:lnSpc>
                <a:spcPct val="90000"/>
              </a:lnSpc>
              <a:spcBef>
                <a:spcPct val="0"/>
              </a:spcBef>
              <a:spcAft>
                <a:spcPct val="0"/>
              </a:spcAft>
              <a:defRPr sz="2000" b="1">
                <a:solidFill>
                  <a:schemeClr val="tx1"/>
                </a:solidFill>
                <a:latin typeface="Arial" charset="0"/>
              </a:defRPr>
            </a:lvl8pPr>
            <a:lvl9pPr marL="3886200" indent="-228600" eaLnBrk="0" fontAlgn="base" hangingPunct="0">
              <a:lnSpc>
                <a:spcPct val="90000"/>
              </a:lnSpc>
              <a:spcBef>
                <a:spcPct val="0"/>
              </a:spcBef>
              <a:spcAft>
                <a:spcPct val="0"/>
              </a:spcAft>
              <a:defRPr sz="2000" b="1">
                <a:solidFill>
                  <a:schemeClr val="tx1"/>
                </a:solidFill>
                <a:latin typeface="Arial" charset="0"/>
              </a:defRPr>
            </a:lvl9pPr>
          </a:lstStyle>
          <a:p>
            <a:pPr algn="ctr">
              <a:defRPr/>
            </a:pPr>
            <a:r>
              <a:rPr lang="en-US" altLang="en-US" sz="2800" dirty="0">
                <a:solidFill>
                  <a:schemeClr val="bg1"/>
                </a:solidFill>
                <a:latin typeface="+mj-lt"/>
              </a:rPr>
              <a:t>Example</a:t>
            </a:r>
          </a:p>
        </p:txBody>
      </p:sp>
      <p:sp>
        <p:nvSpPr>
          <p:cNvPr id="33795" name="Text Box 5"/>
          <p:cNvSpPr txBox="1">
            <a:spLocks noChangeArrowheads="1"/>
          </p:cNvSpPr>
          <p:nvPr/>
        </p:nvSpPr>
        <p:spPr bwMode="auto">
          <a:xfrm>
            <a:off x="2063750" y="1341439"/>
            <a:ext cx="8091488"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algn="just" eaLnBrk="1" hangingPunct="1">
              <a:spcBef>
                <a:spcPct val="50000"/>
              </a:spcBef>
            </a:pPr>
            <a:r>
              <a:rPr lang="en-US" sz="2800" dirty="0">
                <a:solidFill>
                  <a:srgbClr val="FF0000"/>
                </a:solidFill>
                <a:latin typeface="+mn-lt"/>
              </a:rPr>
              <a:t>Step 7:  </a:t>
            </a:r>
            <a:r>
              <a:rPr lang="en-US" sz="2800" dirty="0">
                <a:latin typeface="+mn-lt"/>
              </a:rPr>
              <a:t>This is a left-tailed test, so the </a:t>
            </a:r>
            <a:r>
              <a:rPr lang="en-US" sz="2800" i="1" dirty="0">
                <a:latin typeface="+mn-lt"/>
              </a:rPr>
              <a:t>P</a:t>
            </a:r>
            <a:r>
              <a:rPr lang="en-US" sz="2800" dirty="0">
                <a:latin typeface="+mn-lt"/>
              </a:rPr>
              <a:t>-value is the area to the left of the test statistic </a:t>
            </a:r>
            <a:r>
              <a:rPr lang="en-US" sz="2800" i="1" dirty="0">
                <a:latin typeface="+mn-lt"/>
              </a:rPr>
              <a:t>z</a:t>
            </a:r>
            <a:r>
              <a:rPr lang="en-US" sz="2800" dirty="0">
                <a:latin typeface="+mn-lt"/>
              </a:rPr>
              <a:t> = –3.49, or 0.0001.  The critical value is also shown below.</a:t>
            </a:r>
          </a:p>
        </p:txBody>
      </p:sp>
      <p:sp>
        <p:nvSpPr>
          <p:cNvPr id="33796" name="Slide Number Placeholder 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49688E3B-C217-D945-A590-F77D58D915A0}" type="slidenum">
              <a:rPr lang="en-US" sz="1200">
                <a:solidFill>
                  <a:srgbClr val="898989"/>
                </a:solidFill>
                <a:cs typeface="Arial" charset="0"/>
              </a:rPr>
              <a:pPr eaLnBrk="1" hangingPunct="1"/>
              <a:t>17</a:t>
            </a:fld>
            <a:endParaRPr lang="en-US" sz="1200">
              <a:solidFill>
                <a:srgbClr val="898989"/>
              </a:solidFill>
              <a:cs typeface="Arial" charset="0"/>
            </a:endParaRPr>
          </a:p>
        </p:txBody>
      </p:sp>
      <p:grpSp>
        <p:nvGrpSpPr>
          <p:cNvPr id="33797" name="Group 2"/>
          <p:cNvGrpSpPr>
            <a:grpSpLocks/>
          </p:cNvGrpSpPr>
          <p:nvPr/>
        </p:nvGrpSpPr>
        <p:grpSpPr bwMode="auto">
          <a:xfrm>
            <a:off x="1989138" y="3141663"/>
            <a:ext cx="8534400" cy="3105150"/>
            <a:chOff x="465138" y="3141663"/>
            <a:chExt cx="8534400" cy="3105150"/>
          </a:xfrm>
        </p:grpSpPr>
        <p:pic>
          <p:nvPicPr>
            <p:cNvPr id="33798" name="Picture 5" descr="C:\Users\Joe\Desktop\Triola Job\Graphics\Rounds_3_and_4\Ch0902-Slide-16.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5138" y="3141663"/>
              <a:ext cx="8534400" cy="310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9" name="TextBox 1"/>
            <p:cNvSpPr txBox="1">
              <a:spLocks noChangeArrowheads="1"/>
            </p:cNvSpPr>
            <p:nvPr/>
          </p:nvSpPr>
          <p:spPr bwMode="auto">
            <a:xfrm>
              <a:off x="1259632" y="3356992"/>
              <a:ext cx="827908"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r>
                <a:rPr lang="en-US" sz="1800">
                  <a:solidFill>
                    <a:srgbClr val="FF00FF"/>
                  </a:solidFill>
                </a:rPr>
                <a:t>0.0001</a:t>
              </a:r>
            </a:p>
          </p:txBody>
        </p:sp>
      </p:gr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Footer Placeholder 1"/>
          <p:cNvSpPr txBox="1">
            <a:spLocks noGrp="1"/>
          </p:cNvSpPr>
          <p:nvPr/>
        </p:nvSpPr>
        <p:spPr bwMode="auto">
          <a:xfrm>
            <a:off x="1863726" y="6472239"/>
            <a:ext cx="5707063" cy="319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endParaRPr lang="en-US" sz="1200">
              <a:latin typeface="Times New Roman" charset="0"/>
            </a:endParaRPr>
          </a:p>
        </p:txBody>
      </p:sp>
      <p:sp>
        <p:nvSpPr>
          <p:cNvPr id="18435" name="Rectangle 4"/>
          <p:cNvSpPr>
            <a:spLocks noChangeArrowheads="1"/>
          </p:cNvSpPr>
          <p:nvPr/>
        </p:nvSpPr>
        <p:spPr bwMode="auto">
          <a:xfrm>
            <a:off x="2009775" y="476250"/>
            <a:ext cx="869315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nchor="ctr"/>
          <a:lstStyle>
            <a:lvl1pPr>
              <a:defRPr sz="2000" b="1">
                <a:solidFill>
                  <a:schemeClr val="tx1"/>
                </a:solidFill>
                <a:latin typeface="Arial" charset="0"/>
              </a:defRPr>
            </a:lvl1pPr>
            <a:lvl2pPr marL="742950" indent="-285750">
              <a:defRPr sz="2000" b="1">
                <a:solidFill>
                  <a:schemeClr val="tx1"/>
                </a:solidFill>
                <a:latin typeface="Arial" charset="0"/>
              </a:defRPr>
            </a:lvl2pPr>
            <a:lvl3pPr marL="1143000" indent="-228600">
              <a:defRPr sz="2000" b="1">
                <a:solidFill>
                  <a:schemeClr val="tx1"/>
                </a:solidFill>
                <a:latin typeface="Arial" charset="0"/>
              </a:defRPr>
            </a:lvl3pPr>
            <a:lvl4pPr marL="1600200" indent="-228600">
              <a:defRPr sz="2000" b="1">
                <a:solidFill>
                  <a:schemeClr val="tx1"/>
                </a:solidFill>
                <a:latin typeface="Arial" charset="0"/>
              </a:defRPr>
            </a:lvl4pPr>
            <a:lvl5pPr marL="2057400" indent="-228600">
              <a:defRPr sz="2000" b="1">
                <a:solidFill>
                  <a:schemeClr val="tx1"/>
                </a:solidFill>
                <a:latin typeface="Arial" charset="0"/>
              </a:defRPr>
            </a:lvl5pPr>
            <a:lvl6pPr marL="2514600" indent="-228600" eaLnBrk="0" fontAlgn="base" hangingPunct="0">
              <a:lnSpc>
                <a:spcPct val="90000"/>
              </a:lnSpc>
              <a:spcBef>
                <a:spcPct val="0"/>
              </a:spcBef>
              <a:spcAft>
                <a:spcPct val="0"/>
              </a:spcAft>
              <a:defRPr sz="2000" b="1">
                <a:solidFill>
                  <a:schemeClr val="tx1"/>
                </a:solidFill>
                <a:latin typeface="Arial" charset="0"/>
              </a:defRPr>
            </a:lvl6pPr>
            <a:lvl7pPr marL="2971800" indent="-228600" eaLnBrk="0" fontAlgn="base" hangingPunct="0">
              <a:lnSpc>
                <a:spcPct val="90000"/>
              </a:lnSpc>
              <a:spcBef>
                <a:spcPct val="0"/>
              </a:spcBef>
              <a:spcAft>
                <a:spcPct val="0"/>
              </a:spcAft>
              <a:defRPr sz="2000" b="1">
                <a:solidFill>
                  <a:schemeClr val="tx1"/>
                </a:solidFill>
                <a:latin typeface="Arial" charset="0"/>
              </a:defRPr>
            </a:lvl7pPr>
            <a:lvl8pPr marL="3429000" indent="-228600" eaLnBrk="0" fontAlgn="base" hangingPunct="0">
              <a:lnSpc>
                <a:spcPct val="90000"/>
              </a:lnSpc>
              <a:spcBef>
                <a:spcPct val="0"/>
              </a:spcBef>
              <a:spcAft>
                <a:spcPct val="0"/>
              </a:spcAft>
              <a:defRPr sz="2000" b="1">
                <a:solidFill>
                  <a:schemeClr val="tx1"/>
                </a:solidFill>
                <a:latin typeface="Arial" charset="0"/>
              </a:defRPr>
            </a:lvl8pPr>
            <a:lvl9pPr marL="3886200" indent="-228600" eaLnBrk="0" fontAlgn="base" hangingPunct="0">
              <a:lnSpc>
                <a:spcPct val="90000"/>
              </a:lnSpc>
              <a:spcBef>
                <a:spcPct val="0"/>
              </a:spcBef>
              <a:spcAft>
                <a:spcPct val="0"/>
              </a:spcAft>
              <a:defRPr sz="2000" b="1">
                <a:solidFill>
                  <a:schemeClr val="tx1"/>
                </a:solidFill>
                <a:latin typeface="Arial" charset="0"/>
              </a:defRPr>
            </a:lvl9pPr>
          </a:lstStyle>
          <a:p>
            <a:pPr algn="ctr">
              <a:defRPr/>
            </a:pPr>
            <a:r>
              <a:rPr lang="en-US" altLang="en-US" sz="2800" dirty="0">
                <a:solidFill>
                  <a:schemeClr val="bg1"/>
                </a:solidFill>
                <a:latin typeface="+mj-lt"/>
              </a:rPr>
              <a:t>Example</a:t>
            </a:r>
          </a:p>
        </p:txBody>
      </p:sp>
      <p:sp>
        <p:nvSpPr>
          <p:cNvPr id="35843" name="Text Box 5"/>
          <p:cNvSpPr txBox="1">
            <a:spLocks noChangeArrowheads="1"/>
          </p:cNvSpPr>
          <p:nvPr/>
        </p:nvSpPr>
        <p:spPr bwMode="auto">
          <a:xfrm>
            <a:off x="1828801" y="1263908"/>
            <a:ext cx="8497887" cy="48320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algn="just" eaLnBrk="1" hangingPunct="1">
              <a:spcBef>
                <a:spcPct val="50000"/>
              </a:spcBef>
            </a:pPr>
            <a:r>
              <a:rPr lang="en-US" sz="2800" dirty="0">
                <a:solidFill>
                  <a:srgbClr val="FF0000"/>
                </a:solidFill>
                <a:latin typeface="+mn-lt"/>
              </a:rPr>
              <a:t>Step 8: </a:t>
            </a:r>
            <a:r>
              <a:rPr lang="en-US" sz="2800" dirty="0">
                <a:latin typeface="+mn-lt"/>
              </a:rPr>
              <a:t>Because the </a:t>
            </a:r>
            <a:r>
              <a:rPr lang="en-US" sz="2800" i="1" dirty="0">
                <a:latin typeface="+mn-lt"/>
              </a:rPr>
              <a:t>P</a:t>
            </a:r>
            <a:r>
              <a:rPr lang="en-US" sz="2800" dirty="0">
                <a:latin typeface="+mn-lt"/>
              </a:rPr>
              <a:t>-value of 0.0001 is less than the significance level of </a:t>
            </a:r>
            <a:r>
              <a:rPr lang="el-GR" sz="2800" i="1" dirty="0">
                <a:latin typeface="+mn-lt"/>
              </a:rPr>
              <a:t>α</a:t>
            </a:r>
            <a:r>
              <a:rPr lang="en-US" sz="2800" dirty="0">
                <a:latin typeface="+mn-lt"/>
              </a:rPr>
              <a:t> = 0.05, thus we reject the null hypothesis.</a:t>
            </a:r>
          </a:p>
          <a:p>
            <a:pPr algn="just" eaLnBrk="1" hangingPunct="1">
              <a:spcBef>
                <a:spcPct val="50000"/>
              </a:spcBef>
            </a:pPr>
            <a:r>
              <a:rPr lang="en-US" sz="2800" dirty="0">
                <a:latin typeface="+mn-lt"/>
                <a:cs typeface="Arial" charset="0"/>
              </a:rPr>
              <a:t>There is sufficient evidence to support the claim that people with money in large denominations are less likely to spend relative to people with money in smaller denominations.</a:t>
            </a:r>
          </a:p>
          <a:p>
            <a:pPr algn="just" eaLnBrk="1" hangingPunct="1">
              <a:spcBef>
                <a:spcPct val="50000"/>
              </a:spcBef>
            </a:pPr>
            <a:r>
              <a:rPr lang="en-US" sz="2800" dirty="0">
                <a:latin typeface="+mn-lt"/>
                <a:cs typeface="Arial" charset="0"/>
              </a:rPr>
              <a:t>It should be noted that the subjects were all undergraduates and care should be taken before generalizing the results to the general population.</a:t>
            </a:r>
            <a:endParaRPr lang="el-GR" sz="2800" dirty="0">
              <a:latin typeface="+mn-lt"/>
              <a:cs typeface="Arial" charset="0"/>
            </a:endParaRPr>
          </a:p>
        </p:txBody>
      </p:sp>
      <p:sp>
        <p:nvSpPr>
          <p:cNvPr id="35844" name="Slide Number Placeholder 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AADE16C7-CAAD-B546-8BCC-940A816AACAF}" type="slidenum">
              <a:rPr lang="en-US" sz="1200">
                <a:solidFill>
                  <a:srgbClr val="898989"/>
                </a:solidFill>
                <a:cs typeface="Arial" charset="0"/>
              </a:rPr>
              <a:pPr eaLnBrk="1" hangingPunct="1"/>
              <a:t>18</a:t>
            </a:fld>
            <a:endParaRPr lang="en-US" sz="1200">
              <a:solidFill>
                <a:srgbClr val="898989"/>
              </a:solidFill>
              <a:cs typeface="Arial" charset="0"/>
            </a:endParaRP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Title 1"/>
          <p:cNvSpPr>
            <a:spLocks noGrp="1"/>
          </p:cNvSpPr>
          <p:nvPr>
            <p:ph type="title"/>
          </p:nvPr>
        </p:nvSpPr>
        <p:spPr>
          <a:xfrm>
            <a:off x="3648076" y="274639"/>
            <a:ext cx="6562725" cy="777875"/>
          </a:xfrm>
        </p:spPr>
        <p:txBody>
          <a:bodyPr/>
          <a:lstStyle/>
          <a:p>
            <a:r>
              <a:rPr lang="en-AU" sz="4400" b="1" dirty="0">
                <a:solidFill>
                  <a:srgbClr val="0000FF"/>
                </a:solidFill>
                <a:latin typeface="Calibri" charset="0"/>
              </a:rPr>
              <a:t>Exercise #1</a:t>
            </a:r>
          </a:p>
        </p:txBody>
      </p:sp>
      <p:sp>
        <p:nvSpPr>
          <p:cNvPr id="3" name="Content Placeholder 2"/>
          <p:cNvSpPr>
            <a:spLocks noGrp="1"/>
          </p:cNvSpPr>
          <p:nvPr>
            <p:ph idx="1"/>
          </p:nvPr>
        </p:nvSpPr>
        <p:spPr>
          <a:xfrm>
            <a:off x="1524001" y="1143001"/>
            <a:ext cx="8915399" cy="4525963"/>
          </a:xfrm>
        </p:spPr>
        <p:txBody>
          <a:bodyPr/>
          <a:lstStyle/>
          <a:p>
            <a:pPr algn="just">
              <a:defRPr/>
            </a:pPr>
            <a:r>
              <a:rPr lang="en-AU" sz="2700" dirty="0"/>
              <a:t>Time magazine reported the result of a telephone poll of 800 adult Americans. The question posed of the Americans who were surveyed was: "Should the federal tax on cigarettes be raised to pay for health care reform?" The results of the survey were:</a:t>
            </a:r>
          </a:p>
          <a:p>
            <a:pPr marL="0" indent="0" algn="just">
              <a:buNone/>
              <a:defRPr/>
            </a:pPr>
            <a:endParaRPr lang="en-AU" sz="2700" dirty="0"/>
          </a:p>
          <a:p>
            <a:pPr marL="0" indent="0" algn="just">
              <a:buNone/>
              <a:defRPr/>
            </a:pPr>
            <a:endParaRPr lang="en-AU" sz="2700" dirty="0"/>
          </a:p>
          <a:p>
            <a:pPr marL="0" indent="0" algn="just">
              <a:buNone/>
              <a:defRPr/>
            </a:pPr>
            <a:endParaRPr lang="en-AU" sz="2700" dirty="0"/>
          </a:p>
          <a:p>
            <a:pPr algn="just">
              <a:defRPr/>
            </a:pPr>
            <a:r>
              <a:rPr lang="en-AU" sz="2700" dirty="0"/>
              <a:t>Is there sufficient evidence at the </a:t>
            </a:r>
            <a:r>
              <a:rPr lang="en-AU" sz="2700" i="1" dirty="0"/>
              <a:t>α</a:t>
            </a:r>
            <a:r>
              <a:rPr lang="en-AU" sz="2700" dirty="0"/>
              <a:t> = 0.05 level, to conclude that the two populations (smokers and non-smokers) is differ significantly with respect to their opinions?</a:t>
            </a:r>
          </a:p>
          <a:p>
            <a:pPr algn="just">
              <a:defRPr/>
            </a:pPr>
            <a:endParaRPr lang="en-AU" sz="2700" dirty="0"/>
          </a:p>
        </p:txBody>
      </p:sp>
      <p:sp>
        <p:nvSpPr>
          <p:cNvPr id="37891" name="Slide Number Placeholder 3"/>
          <p:cNvSpPr>
            <a:spLocks noGrp="1"/>
          </p:cNvSpPr>
          <p:nvPr>
            <p:ph type="sldNum" sz="quarter" idx="10"/>
          </p:nvPr>
        </p:nvSpPr>
        <p:spPr bwMode="auto">
          <a:xfrm>
            <a:off x="9490075" y="6553200"/>
            <a:ext cx="1143000" cy="30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D8B3E9B7-E811-6A44-8258-596D011C24A2}" type="slidenum">
              <a:rPr lang="en-US" sz="1200">
                <a:solidFill>
                  <a:srgbClr val="898989"/>
                </a:solidFill>
                <a:cs typeface="Arial" charset="0"/>
              </a:rPr>
              <a:pPr eaLnBrk="1" hangingPunct="1"/>
              <a:t>19</a:t>
            </a:fld>
            <a:endParaRPr lang="en-US" sz="1200">
              <a:solidFill>
                <a:srgbClr val="898989"/>
              </a:solidFill>
              <a:cs typeface="Arial" charset="0"/>
            </a:endParaRPr>
          </a:p>
        </p:txBody>
      </p:sp>
      <p:graphicFrame>
        <p:nvGraphicFramePr>
          <p:cNvPr id="5" name="Table 4"/>
          <p:cNvGraphicFramePr>
            <a:graphicFrameLocks noGrp="1"/>
          </p:cNvGraphicFramePr>
          <p:nvPr/>
        </p:nvGraphicFramePr>
        <p:xfrm>
          <a:off x="3359696" y="3276600"/>
          <a:ext cx="5544616" cy="1371600"/>
        </p:xfrm>
        <a:graphic>
          <a:graphicData uri="http://schemas.openxmlformats.org/drawingml/2006/table">
            <a:tbl>
              <a:tblPr firstRow="1" bandRow="1">
                <a:tableStyleId>{5C22544A-7EE6-4342-B048-85BDC9FD1C3A}</a:tableStyleId>
              </a:tblPr>
              <a:tblGrid>
                <a:gridCol w="2736304">
                  <a:extLst>
                    <a:ext uri="{9D8B030D-6E8A-4147-A177-3AD203B41FA5}">
                      <a16:colId xmlns:a16="http://schemas.microsoft.com/office/drawing/2014/main" val="20000"/>
                    </a:ext>
                  </a:extLst>
                </a:gridCol>
                <a:gridCol w="2808312">
                  <a:extLst>
                    <a:ext uri="{9D8B030D-6E8A-4147-A177-3AD203B41FA5}">
                      <a16:colId xmlns:a16="http://schemas.microsoft.com/office/drawing/2014/main" val="20001"/>
                    </a:ext>
                  </a:extLst>
                </a:gridCol>
              </a:tblGrid>
              <a:tr h="442848">
                <a:tc>
                  <a:txBody>
                    <a:bodyPr/>
                    <a:lstStyle/>
                    <a:p>
                      <a:pPr algn="ctr"/>
                      <a:r>
                        <a:rPr lang="en-AU" sz="2400" b="0" dirty="0">
                          <a:solidFill>
                            <a:srgbClr val="FF0000"/>
                          </a:solidFill>
                        </a:rPr>
                        <a:t>Non-smoker</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2400" b="0" dirty="0">
                          <a:solidFill>
                            <a:srgbClr val="FF0000"/>
                          </a:solidFill>
                        </a:rPr>
                        <a:t>Smoker</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70840">
                <a:tc>
                  <a:txBody>
                    <a:bodyPr/>
                    <a:lstStyle/>
                    <a:p>
                      <a:pPr algn="ctr"/>
                      <a:r>
                        <a:rPr lang="en-AU" sz="2400" b="0" strike="noStrike" dirty="0">
                          <a:ln>
                            <a:solidFill>
                              <a:schemeClr val="tx1"/>
                            </a:solidFill>
                          </a:ln>
                          <a:solidFill>
                            <a:schemeClr val="tx1"/>
                          </a:solidFill>
                          <a:effectLst/>
                        </a:rPr>
                        <a:t>N</a:t>
                      </a:r>
                      <a:r>
                        <a:rPr lang="en-AU" sz="2400" b="0" strike="noStrike" baseline="-25000" dirty="0">
                          <a:ln>
                            <a:solidFill>
                              <a:schemeClr val="tx1"/>
                            </a:solidFill>
                          </a:ln>
                          <a:solidFill>
                            <a:schemeClr val="tx1"/>
                          </a:solidFill>
                          <a:effectLst/>
                        </a:rPr>
                        <a:t>1 </a:t>
                      </a:r>
                      <a:r>
                        <a:rPr lang="en-AU" sz="2400" b="0" strike="noStrike" baseline="0" dirty="0">
                          <a:ln>
                            <a:solidFill>
                              <a:schemeClr val="tx1"/>
                            </a:solidFill>
                          </a:ln>
                          <a:solidFill>
                            <a:schemeClr val="tx1"/>
                          </a:solidFill>
                          <a:effectLst/>
                        </a:rPr>
                        <a:t>= 605</a:t>
                      </a:r>
                      <a:endParaRPr lang="en-AU" sz="2400" b="0" strike="noStrike" baseline="-25000" dirty="0">
                        <a:ln>
                          <a:solidFill>
                            <a:schemeClr val="tx1"/>
                          </a:solidFill>
                        </a:ln>
                        <a:solidFill>
                          <a:schemeClr val="tx1"/>
                        </a:solidFill>
                        <a:effectLst/>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2400" b="0" dirty="0">
                          <a:ln>
                            <a:solidFill>
                              <a:schemeClr val="tx1"/>
                            </a:solidFill>
                          </a:ln>
                          <a:solidFill>
                            <a:schemeClr val="tx1"/>
                          </a:solidFill>
                          <a:effectLst/>
                        </a:rPr>
                        <a:t>N</a:t>
                      </a:r>
                      <a:r>
                        <a:rPr lang="en-AU" sz="2400" b="0" baseline="-25000" dirty="0">
                          <a:ln>
                            <a:solidFill>
                              <a:schemeClr val="tx1"/>
                            </a:solidFill>
                          </a:ln>
                          <a:solidFill>
                            <a:schemeClr val="tx1"/>
                          </a:solidFill>
                          <a:effectLst/>
                        </a:rPr>
                        <a:t>2 </a:t>
                      </a:r>
                      <a:r>
                        <a:rPr lang="en-AU" sz="2400" b="0" baseline="0" dirty="0">
                          <a:ln>
                            <a:solidFill>
                              <a:schemeClr val="tx1"/>
                            </a:solidFill>
                          </a:ln>
                          <a:solidFill>
                            <a:schemeClr val="tx1"/>
                          </a:solidFill>
                          <a:effectLst/>
                        </a:rPr>
                        <a:t>= 195</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70840">
                <a:tc>
                  <a:txBody>
                    <a:bodyPr/>
                    <a:lstStyle/>
                    <a:p>
                      <a:pPr algn="ctr"/>
                      <a:r>
                        <a:rPr lang="en-AU" sz="2400" b="0" dirty="0">
                          <a:ln>
                            <a:solidFill>
                              <a:schemeClr val="tx1"/>
                            </a:solidFill>
                          </a:ln>
                          <a:solidFill>
                            <a:schemeClr val="tx1"/>
                          </a:solidFill>
                          <a:effectLst/>
                        </a:rPr>
                        <a:t>Y</a:t>
                      </a:r>
                      <a:r>
                        <a:rPr lang="en-AU" sz="2400" b="0" baseline="-25000" dirty="0">
                          <a:ln>
                            <a:solidFill>
                              <a:schemeClr val="tx1"/>
                            </a:solidFill>
                          </a:ln>
                          <a:solidFill>
                            <a:schemeClr val="tx1"/>
                          </a:solidFill>
                          <a:effectLst/>
                        </a:rPr>
                        <a:t>1 </a:t>
                      </a:r>
                      <a:r>
                        <a:rPr lang="en-AU" sz="2400" b="0" dirty="0">
                          <a:ln>
                            <a:solidFill>
                              <a:schemeClr val="tx1"/>
                            </a:solidFill>
                          </a:ln>
                          <a:solidFill>
                            <a:schemeClr val="tx1"/>
                          </a:solidFill>
                          <a:effectLst/>
                        </a:rPr>
                        <a:t>= 351 said yes</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2400" b="0" dirty="0">
                          <a:ln>
                            <a:solidFill>
                              <a:schemeClr val="tx1"/>
                            </a:solidFill>
                          </a:ln>
                          <a:solidFill>
                            <a:schemeClr val="tx1"/>
                          </a:solidFill>
                          <a:effectLst/>
                        </a:rPr>
                        <a:t>Y</a:t>
                      </a:r>
                      <a:r>
                        <a:rPr lang="en-AU" sz="2400" b="0" baseline="-25000" dirty="0">
                          <a:ln>
                            <a:solidFill>
                              <a:schemeClr val="tx1"/>
                            </a:solidFill>
                          </a:ln>
                          <a:solidFill>
                            <a:schemeClr val="tx1"/>
                          </a:solidFill>
                          <a:effectLst/>
                        </a:rPr>
                        <a:t>2 </a:t>
                      </a:r>
                      <a:r>
                        <a:rPr lang="en-AU" sz="2400" b="0" dirty="0">
                          <a:ln>
                            <a:solidFill>
                              <a:schemeClr val="tx1"/>
                            </a:solidFill>
                          </a:ln>
                          <a:solidFill>
                            <a:schemeClr val="tx1"/>
                          </a:solidFill>
                          <a:effectLst/>
                        </a:rPr>
                        <a:t>= 41 said yes</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ext Placeholder 2"/>
          <p:cNvSpPr>
            <a:spLocks noGrp="1"/>
          </p:cNvSpPr>
          <p:nvPr>
            <p:ph type="body" idx="1"/>
          </p:nvPr>
        </p:nvSpPr>
        <p:spPr>
          <a:xfrm>
            <a:off x="2246313" y="2636913"/>
            <a:ext cx="7772400" cy="1500187"/>
          </a:xfrm>
        </p:spPr>
        <p:txBody>
          <a:bodyPr/>
          <a:lstStyle/>
          <a:p>
            <a:pPr algn="ctr">
              <a:defRPr/>
            </a:pPr>
            <a:r>
              <a:rPr lang="en-US" altLang="en-US" sz="4000" b="1"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Inferences About Two Means: Independent Samples</a:t>
            </a:r>
          </a:p>
          <a:p>
            <a:pPr algn="ctr">
              <a:defRPr/>
            </a:pPr>
            <a:endParaRPr lang="en-AU" altLang="en-US" b="1"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endParaRPr>
          </a:p>
        </p:txBody>
      </p:sp>
      <p:sp>
        <p:nvSpPr>
          <p:cNvPr id="38914" name="Slide Number Placeholder 3"/>
          <p:cNvSpPr>
            <a:spLocks noGrp="1"/>
          </p:cNvSpPr>
          <p:nvPr>
            <p:ph type="sldNum" sz="quarter" idx="10"/>
          </p:nvPr>
        </p:nvSpPr>
        <p:spPr bwMode="auto">
          <a:xfrm>
            <a:off x="9490075" y="6553200"/>
            <a:ext cx="1143000" cy="30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E00B7103-8302-8A4B-8E5F-AD09B405A343}" type="slidenum">
              <a:rPr lang="en-US" sz="1200">
                <a:solidFill>
                  <a:srgbClr val="FFFFFF"/>
                </a:solidFill>
                <a:latin typeface="Arial" charset="0"/>
                <a:cs typeface="Arial" charset="0"/>
              </a:rPr>
              <a:pPr eaLnBrk="1" hangingPunct="1"/>
              <a:t>20</a:t>
            </a:fld>
            <a:endParaRPr lang="en-US" sz="1200">
              <a:solidFill>
                <a:srgbClr val="FFFFFF"/>
              </a:solidFill>
              <a:latin typeface="Arial" charset="0"/>
              <a:cs typeface="Arial"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Title 1"/>
          <p:cNvSpPr>
            <a:spLocks noGrp="1"/>
          </p:cNvSpPr>
          <p:nvPr>
            <p:ph type="title"/>
          </p:nvPr>
        </p:nvSpPr>
        <p:spPr>
          <a:xfrm>
            <a:off x="3648076" y="274638"/>
            <a:ext cx="6562725" cy="633412"/>
          </a:xfrm>
        </p:spPr>
        <p:txBody>
          <a:bodyPr/>
          <a:lstStyle/>
          <a:p>
            <a:r>
              <a:rPr lang="en-AU" sz="4400" b="1" dirty="0">
                <a:latin typeface="Calibri" charset="0"/>
              </a:rPr>
              <a:t>Definition</a:t>
            </a:r>
          </a:p>
        </p:txBody>
      </p:sp>
      <p:sp>
        <p:nvSpPr>
          <p:cNvPr id="39938" name="Content Placeholder 2"/>
          <p:cNvSpPr>
            <a:spLocks noGrp="1"/>
          </p:cNvSpPr>
          <p:nvPr>
            <p:ph idx="1"/>
          </p:nvPr>
        </p:nvSpPr>
        <p:spPr>
          <a:xfrm>
            <a:off x="1703388" y="1423988"/>
            <a:ext cx="8496300" cy="4525962"/>
          </a:xfrm>
        </p:spPr>
        <p:txBody>
          <a:bodyPr/>
          <a:lstStyle/>
          <a:p>
            <a:pPr marL="0" indent="0" algn="just">
              <a:buNone/>
              <a:tabLst>
                <a:tab pos="0" algn="l"/>
              </a:tabLst>
            </a:pPr>
            <a:r>
              <a:rPr lang="en-US" sz="2800" b="1" dirty="0">
                <a:latin typeface="Calibri" charset="0"/>
              </a:rPr>
              <a:t> </a:t>
            </a:r>
            <a:r>
              <a:rPr lang="en-US" sz="2800" dirty="0">
                <a:latin typeface="Calibri" charset="0"/>
              </a:rPr>
              <a:t>Two samples are </a:t>
            </a:r>
            <a:r>
              <a:rPr lang="en-US" sz="2800" dirty="0">
                <a:solidFill>
                  <a:schemeClr val="hlink"/>
                </a:solidFill>
                <a:latin typeface="Calibri" charset="0"/>
              </a:rPr>
              <a:t>independent</a:t>
            </a:r>
            <a:r>
              <a:rPr lang="en-US" sz="2800" dirty="0">
                <a:latin typeface="Calibri" charset="0"/>
              </a:rPr>
              <a:t> if the sample values selected from one population are not related to or somehow paired or matched with the sample values selected from the other population.  </a:t>
            </a:r>
          </a:p>
          <a:p>
            <a:pPr marL="0" indent="0" algn="just">
              <a:buNone/>
              <a:tabLst>
                <a:tab pos="0" algn="l"/>
              </a:tabLst>
            </a:pPr>
            <a:endParaRPr lang="en-US" sz="2800" dirty="0">
              <a:latin typeface="Calibri" charset="0"/>
            </a:endParaRPr>
          </a:p>
          <a:p>
            <a:pPr marL="0" indent="0" algn="just">
              <a:spcBef>
                <a:spcPct val="47000"/>
              </a:spcBef>
              <a:buNone/>
            </a:pPr>
            <a:r>
              <a:rPr lang="en-US" sz="2800" dirty="0">
                <a:latin typeface="Calibri" charset="0"/>
              </a:rPr>
              <a:t> Two samples are </a:t>
            </a:r>
            <a:r>
              <a:rPr lang="en-US" sz="2800" dirty="0">
                <a:solidFill>
                  <a:schemeClr val="hlink"/>
                </a:solidFill>
                <a:latin typeface="Calibri" charset="0"/>
              </a:rPr>
              <a:t>dependent</a:t>
            </a:r>
            <a:r>
              <a:rPr lang="en-US" sz="2800" dirty="0">
                <a:latin typeface="Calibri" charset="0"/>
              </a:rPr>
              <a:t> (or consist of </a:t>
            </a:r>
            <a:r>
              <a:rPr lang="en-US" sz="2800" dirty="0">
                <a:solidFill>
                  <a:schemeClr val="hlink"/>
                </a:solidFill>
                <a:latin typeface="Calibri" charset="0"/>
              </a:rPr>
              <a:t>matched pairs</a:t>
            </a:r>
            <a:r>
              <a:rPr lang="en-US" sz="2800" dirty="0">
                <a:latin typeface="Calibri" charset="0"/>
              </a:rPr>
              <a:t>) if the members of one sample can be used to determine the members of the other sample.</a:t>
            </a:r>
          </a:p>
          <a:p>
            <a:pPr algn="just"/>
            <a:endParaRPr lang="en-AU" sz="2800" dirty="0">
              <a:latin typeface="Calibri" charset="0"/>
            </a:endParaRPr>
          </a:p>
        </p:txBody>
      </p:sp>
      <p:sp>
        <p:nvSpPr>
          <p:cNvPr id="39939" name="Slide Number Placeholder 3"/>
          <p:cNvSpPr>
            <a:spLocks noGrp="1"/>
          </p:cNvSpPr>
          <p:nvPr>
            <p:ph type="sldNum" sz="quarter" idx="10"/>
          </p:nvPr>
        </p:nvSpPr>
        <p:spPr bwMode="auto">
          <a:xfrm>
            <a:off x="9490075" y="6553200"/>
            <a:ext cx="1143000" cy="30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BAE3F60D-4564-6E4A-8671-8D5905A08C6D}" type="slidenum">
              <a:rPr lang="en-US" sz="1200">
                <a:solidFill>
                  <a:srgbClr val="FFFFFF"/>
                </a:solidFill>
                <a:latin typeface="Arial" charset="0"/>
                <a:cs typeface="Arial" charset="0"/>
              </a:rPr>
              <a:pPr eaLnBrk="1" hangingPunct="1"/>
              <a:t>21</a:t>
            </a:fld>
            <a:endParaRPr lang="en-US" sz="1200">
              <a:solidFill>
                <a:srgbClr val="FFFFFF"/>
              </a:solidFill>
              <a:latin typeface="Arial" charset="0"/>
              <a:cs typeface="Arial"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Footer Placeholder 3"/>
          <p:cNvSpPr txBox="1">
            <a:spLocks noGrp="1"/>
          </p:cNvSpPr>
          <p:nvPr/>
        </p:nvSpPr>
        <p:spPr bwMode="auto">
          <a:xfrm>
            <a:off x="1863726" y="6472239"/>
            <a:ext cx="5707063" cy="319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endParaRPr lang="en-US" sz="1200">
              <a:latin typeface="Times New Roman" charset="0"/>
            </a:endParaRPr>
          </a:p>
        </p:txBody>
      </p:sp>
      <p:sp>
        <p:nvSpPr>
          <p:cNvPr id="40962" name="Rectangle 2"/>
          <p:cNvSpPr>
            <a:spLocks noGrp="1" noChangeArrowheads="1"/>
          </p:cNvSpPr>
          <p:nvPr>
            <p:ph type="title" idx="4294967295"/>
          </p:nvPr>
        </p:nvSpPr>
        <p:spPr>
          <a:xfrm>
            <a:off x="3935413" y="333375"/>
            <a:ext cx="5772150" cy="636588"/>
          </a:xfrm>
        </p:spPr>
        <p:txBody>
          <a:bodyPr vert="horz" wrap="square" lIns="90488" tIns="44450" rIns="90488" bIns="44450" numCol="1" anchor="ctr" anchorCtr="0" compatLnSpc="1">
            <a:prstTxWarp prst="textNoShape">
              <a:avLst/>
            </a:prstTxWarp>
          </a:bodyPr>
          <a:lstStyle/>
          <a:p>
            <a:r>
              <a:rPr lang="en-US" sz="4400" b="1" dirty="0">
                <a:latin typeface="Calibri" charset="0"/>
              </a:rPr>
              <a:t>Example</a:t>
            </a:r>
          </a:p>
        </p:txBody>
      </p:sp>
      <p:sp>
        <p:nvSpPr>
          <p:cNvPr id="40963" name="Text Box 3"/>
          <p:cNvSpPr txBox="1">
            <a:spLocks noChangeArrowheads="1"/>
          </p:cNvSpPr>
          <p:nvPr/>
        </p:nvSpPr>
        <p:spPr bwMode="auto">
          <a:xfrm>
            <a:off x="2135188" y="1700214"/>
            <a:ext cx="8024812" cy="2462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algn="just" eaLnBrk="1" hangingPunct="1">
              <a:spcBef>
                <a:spcPct val="50000"/>
              </a:spcBef>
            </a:pPr>
            <a:r>
              <a:rPr lang="en-US" sz="2800" b="1" dirty="0">
                <a:solidFill>
                  <a:srgbClr val="0000FF"/>
                </a:solidFill>
                <a:latin typeface="+mn-lt"/>
              </a:rPr>
              <a:t>Independent Samples:</a:t>
            </a:r>
          </a:p>
          <a:p>
            <a:pPr algn="just" eaLnBrk="1" hangingPunct="1">
              <a:spcBef>
                <a:spcPct val="50000"/>
              </a:spcBef>
            </a:pPr>
            <a:r>
              <a:rPr lang="en-US" sz="2800" dirty="0">
                <a:latin typeface="+mn-lt"/>
              </a:rPr>
              <a:t>Researchers investigated the reliability of test assessment.  On group consisted of 30 students who took  proctored tests.  A second group consisted of 32 students who took online tests without a proctor.</a:t>
            </a:r>
          </a:p>
        </p:txBody>
      </p:sp>
      <p:sp>
        <p:nvSpPr>
          <p:cNvPr id="40964" name="Slide Number Placeholder 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2014D2F4-56C0-8F4C-9F9B-27652405C809}" type="slidenum">
              <a:rPr lang="en-US" sz="1200">
                <a:solidFill>
                  <a:srgbClr val="898989"/>
                </a:solidFill>
                <a:cs typeface="Arial" charset="0"/>
              </a:rPr>
              <a:pPr eaLnBrk="1" hangingPunct="1"/>
              <a:t>22</a:t>
            </a:fld>
            <a:endParaRPr lang="en-US" sz="1200">
              <a:solidFill>
                <a:srgbClr val="898989"/>
              </a:solidFill>
              <a:cs typeface="Arial" charset="0"/>
            </a:endParaRPr>
          </a:p>
        </p:txBody>
      </p:sp>
      <p:sp>
        <p:nvSpPr>
          <p:cNvPr id="3" name="Rectangle 2"/>
          <p:cNvSpPr/>
          <p:nvPr/>
        </p:nvSpPr>
        <p:spPr>
          <a:xfrm>
            <a:off x="2208213" y="4510089"/>
            <a:ext cx="7848600" cy="954107"/>
          </a:xfrm>
          <a:prstGeom prst="rect">
            <a:avLst/>
          </a:prstGeom>
        </p:spPr>
        <p:style>
          <a:lnRef idx="2">
            <a:schemeClr val="accent2"/>
          </a:lnRef>
          <a:fillRef idx="1">
            <a:schemeClr val="lt1"/>
          </a:fillRef>
          <a:effectRef idx="0">
            <a:schemeClr val="accent2"/>
          </a:effectRef>
          <a:fontRef idx="minor">
            <a:schemeClr val="dk1"/>
          </a:fontRef>
        </p:style>
        <p:txBody>
          <a:bodyPr>
            <a:spAutoFit/>
          </a:bodyPr>
          <a:lstStyle/>
          <a:p>
            <a:pPr algn="ctr">
              <a:spcBef>
                <a:spcPct val="50000"/>
              </a:spcBef>
              <a:defRPr/>
            </a:pPr>
            <a:r>
              <a:rPr lang="en-US" sz="2800" dirty="0">
                <a:cs typeface="Century Gothic"/>
              </a:rPr>
              <a:t>The two samples are independent, because the subjects were not matched or paired in any way.</a:t>
            </a: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Footer Placeholder 3"/>
          <p:cNvSpPr txBox="1">
            <a:spLocks noGrp="1"/>
          </p:cNvSpPr>
          <p:nvPr/>
        </p:nvSpPr>
        <p:spPr bwMode="auto">
          <a:xfrm>
            <a:off x="1863726" y="6472239"/>
            <a:ext cx="5707063" cy="319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endParaRPr lang="en-US" sz="1200">
              <a:latin typeface="Times New Roman" charset="0"/>
            </a:endParaRPr>
          </a:p>
        </p:txBody>
      </p:sp>
      <p:sp>
        <p:nvSpPr>
          <p:cNvPr id="43010" name="Rectangle 2"/>
          <p:cNvSpPr>
            <a:spLocks noGrp="1" noChangeArrowheads="1"/>
          </p:cNvSpPr>
          <p:nvPr>
            <p:ph type="title" idx="4294967295"/>
          </p:nvPr>
        </p:nvSpPr>
        <p:spPr>
          <a:xfrm>
            <a:off x="4008438" y="260350"/>
            <a:ext cx="5772150" cy="636588"/>
          </a:xfrm>
        </p:spPr>
        <p:txBody>
          <a:bodyPr vert="horz" wrap="square" lIns="90488" tIns="44450" rIns="90488" bIns="44450" numCol="1" anchor="ctr" anchorCtr="0" compatLnSpc="1">
            <a:prstTxWarp prst="textNoShape">
              <a:avLst/>
            </a:prstTxWarp>
          </a:bodyPr>
          <a:lstStyle/>
          <a:p>
            <a:r>
              <a:rPr lang="en-US" sz="4400" b="1" dirty="0">
                <a:latin typeface="Calibri" charset="0"/>
              </a:rPr>
              <a:t>Example</a:t>
            </a:r>
          </a:p>
        </p:txBody>
      </p:sp>
      <p:sp>
        <p:nvSpPr>
          <p:cNvPr id="43011" name="Text Box 3"/>
          <p:cNvSpPr txBox="1">
            <a:spLocks noChangeArrowheads="1"/>
          </p:cNvSpPr>
          <p:nvPr/>
        </p:nvSpPr>
        <p:spPr bwMode="auto">
          <a:xfrm>
            <a:off x="2168526" y="1439864"/>
            <a:ext cx="8024813" cy="203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algn="just" eaLnBrk="1" hangingPunct="1">
              <a:spcBef>
                <a:spcPct val="50000"/>
              </a:spcBef>
            </a:pPr>
            <a:r>
              <a:rPr lang="en-US" sz="2800" b="1" dirty="0">
                <a:solidFill>
                  <a:srgbClr val="0000FF"/>
                </a:solidFill>
                <a:latin typeface="+mn-lt"/>
              </a:rPr>
              <a:t>Dependent Samples:</a:t>
            </a:r>
          </a:p>
          <a:p>
            <a:pPr algn="just" eaLnBrk="1" hangingPunct="1">
              <a:spcBef>
                <a:spcPct val="50000"/>
              </a:spcBef>
            </a:pPr>
            <a:r>
              <a:rPr lang="en-US" sz="2800" dirty="0">
                <a:latin typeface="+mn-lt"/>
              </a:rPr>
              <a:t>Students of the author collected data consisting of the heights (cm) of husbands and the heights (cm) of their wives.  Five of those pairs are listed below.  </a:t>
            </a:r>
          </a:p>
        </p:txBody>
      </p:sp>
      <p:graphicFrame>
        <p:nvGraphicFramePr>
          <p:cNvPr id="5" name="Table 4"/>
          <p:cNvGraphicFramePr>
            <a:graphicFrameLocks noGrp="1"/>
          </p:cNvGraphicFramePr>
          <p:nvPr>
            <p:extLst>
              <p:ext uri="{D42A27DB-BD31-4B8C-83A1-F6EECF244321}">
                <p14:modId xmlns:p14="http://schemas.microsoft.com/office/powerpoint/2010/main" val="1031992669"/>
              </p:ext>
            </p:extLst>
          </p:nvPr>
        </p:nvGraphicFramePr>
        <p:xfrm>
          <a:off x="2351088" y="3597024"/>
          <a:ext cx="7543800" cy="1279776"/>
        </p:xfrm>
        <a:graphic>
          <a:graphicData uri="http://schemas.openxmlformats.org/drawingml/2006/table">
            <a:tbl>
              <a:tblPr firstRow="1" bandRow="1">
                <a:tableStyleId>{5940675A-B579-460E-94D1-54222C63F5DA}</a:tableStyleId>
              </a:tblPr>
              <a:tblGrid>
                <a:gridCol w="1257300">
                  <a:extLst>
                    <a:ext uri="{9D8B030D-6E8A-4147-A177-3AD203B41FA5}">
                      <a16:colId xmlns:a16="http://schemas.microsoft.com/office/drawing/2014/main" val="20000"/>
                    </a:ext>
                  </a:extLst>
                </a:gridCol>
                <a:gridCol w="1257300">
                  <a:extLst>
                    <a:ext uri="{9D8B030D-6E8A-4147-A177-3AD203B41FA5}">
                      <a16:colId xmlns:a16="http://schemas.microsoft.com/office/drawing/2014/main" val="20001"/>
                    </a:ext>
                  </a:extLst>
                </a:gridCol>
                <a:gridCol w="1257300">
                  <a:extLst>
                    <a:ext uri="{9D8B030D-6E8A-4147-A177-3AD203B41FA5}">
                      <a16:colId xmlns:a16="http://schemas.microsoft.com/office/drawing/2014/main" val="20002"/>
                    </a:ext>
                  </a:extLst>
                </a:gridCol>
                <a:gridCol w="1257300">
                  <a:extLst>
                    <a:ext uri="{9D8B030D-6E8A-4147-A177-3AD203B41FA5}">
                      <a16:colId xmlns:a16="http://schemas.microsoft.com/office/drawing/2014/main" val="20003"/>
                    </a:ext>
                  </a:extLst>
                </a:gridCol>
                <a:gridCol w="1257300">
                  <a:extLst>
                    <a:ext uri="{9D8B030D-6E8A-4147-A177-3AD203B41FA5}">
                      <a16:colId xmlns:a16="http://schemas.microsoft.com/office/drawing/2014/main" val="20004"/>
                    </a:ext>
                  </a:extLst>
                </a:gridCol>
                <a:gridCol w="1257300">
                  <a:extLst>
                    <a:ext uri="{9D8B030D-6E8A-4147-A177-3AD203B41FA5}">
                      <a16:colId xmlns:a16="http://schemas.microsoft.com/office/drawing/2014/main" val="20005"/>
                    </a:ext>
                  </a:extLst>
                </a:gridCol>
              </a:tblGrid>
              <a:tr h="639763">
                <a:tc>
                  <a:txBody>
                    <a:bodyPr/>
                    <a:lstStyle/>
                    <a:p>
                      <a:pPr algn="ctr"/>
                      <a:r>
                        <a:rPr lang="en-US" sz="1800" dirty="0"/>
                        <a:t>Height</a:t>
                      </a:r>
                      <a:r>
                        <a:rPr lang="en-US" sz="1800" baseline="0" dirty="0"/>
                        <a:t> of Husband</a:t>
                      </a:r>
                      <a:endParaRPr lang="en-US" sz="1800" dirty="0"/>
                    </a:p>
                  </a:txBody>
                  <a:tcPr marT="45624" marB="45624" anchor="ctr"/>
                </a:tc>
                <a:tc>
                  <a:txBody>
                    <a:bodyPr/>
                    <a:lstStyle/>
                    <a:p>
                      <a:pPr algn="ctr"/>
                      <a:r>
                        <a:rPr lang="en-US" sz="2800" dirty="0"/>
                        <a:t>175</a:t>
                      </a:r>
                    </a:p>
                  </a:txBody>
                  <a:tcPr marT="45624" marB="45624" anchor="ctr"/>
                </a:tc>
                <a:tc>
                  <a:txBody>
                    <a:bodyPr/>
                    <a:lstStyle/>
                    <a:p>
                      <a:pPr algn="ctr"/>
                      <a:r>
                        <a:rPr lang="en-US" sz="2800" dirty="0"/>
                        <a:t>180</a:t>
                      </a:r>
                    </a:p>
                  </a:txBody>
                  <a:tcPr marT="45624" marB="45624" anchor="ctr"/>
                </a:tc>
                <a:tc>
                  <a:txBody>
                    <a:bodyPr/>
                    <a:lstStyle/>
                    <a:p>
                      <a:pPr algn="ctr"/>
                      <a:r>
                        <a:rPr lang="en-US" sz="2800" dirty="0"/>
                        <a:t>173</a:t>
                      </a:r>
                    </a:p>
                  </a:txBody>
                  <a:tcPr marT="45624" marB="45624" anchor="ctr"/>
                </a:tc>
                <a:tc>
                  <a:txBody>
                    <a:bodyPr/>
                    <a:lstStyle/>
                    <a:p>
                      <a:pPr algn="ctr"/>
                      <a:r>
                        <a:rPr lang="en-US" sz="2800" dirty="0"/>
                        <a:t>176</a:t>
                      </a:r>
                    </a:p>
                  </a:txBody>
                  <a:tcPr marT="45624" marB="45624" anchor="ctr"/>
                </a:tc>
                <a:tc>
                  <a:txBody>
                    <a:bodyPr/>
                    <a:lstStyle/>
                    <a:p>
                      <a:pPr algn="ctr"/>
                      <a:r>
                        <a:rPr lang="en-US" sz="2800" dirty="0"/>
                        <a:t>178</a:t>
                      </a:r>
                    </a:p>
                  </a:txBody>
                  <a:tcPr marT="45624" marB="45624" anchor="ctr"/>
                </a:tc>
                <a:extLst>
                  <a:ext uri="{0D108BD9-81ED-4DB2-BD59-A6C34878D82A}">
                    <a16:rowId xmlns:a16="http://schemas.microsoft.com/office/drawing/2014/main" val="10000"/>
                  </a:ext>
                </a:extLst>
              </a:tr>
              <a:tr h="639763">
                <a:tc>
                  <a:txBody>
                    <a:bodyPr/>
                    <a:lstStyle/>
                    <a:p>
                      <a:pPr algn="ctr"/>
                      <a:r>
                        <a:rPr lang="en-US" sz="1800" dirty="0"/>
                        <a:t>Height of Wife</a:t>
                      </a:r>
                    </a:p>
                  </a:txBody>
                  <a:tcPr marT="45624" marB="45624" anchor="ctr"/>
                </a:tc>
                <a:tc>
                  <a:txBody>
                    <a:bodyPr/>
                    <a:lstStyle/>
                    <a:p>
                      <a:pPr algn="ctr"/>
                      <a:r>
                        <a:rPr lang="en-US" sz="2800" dirty="0"/>
                        <a:t>160</a:t>
                      </a:r>
                    </a:p>
                  </a:txBody>
                  <a:tcPr marT="45624" marB="45624" anchor="ctr"/>
                </a:tc>
                <a:tc>
                  <a:txBody>
                    <a:bodyPr/>
                    <a:lstStyle/>
                    <a:p>
                      <a:pPr algn="ctr"/>
                      <a:r>
                        <a:rPr lang="en-US" sz="2800" dirty="0"/>
                        <a:t>165</a:t>
                      </a:r>
                    </a:p>
                  </a:txBody>
                  <a:tcPr marT="45624" marB="45624" anchor="ctr"/>
                </a:tc>
                <a:tc>
                  <a:txBody>
                    <a:bodyPr/>
                    <a:lstStyle/>
                    <a:p>
                      <a:pPr algn="ctr"/>
                      <a:r>
                        <a:rPr lang="en-US" sz="2800" dirty="0"/>
                        <a:t>163</a:t>
                      </a:r>
                    </a:p>
                  </a:txBody>
                  <a:tcPr marT="45624" marB="45624" anchor="ctr"/>
                </a:tc>
                <a:tc>
                  <a:txBody>
                    <a:bodyPr/>
                    <a:lstStyle/>
                    <a:p>
                      <a:pPr algn="ctr"/>
                      <a:r>
                        <a:rPr lang="en-US" sz="2800" dirty="0"/>
                        <a:t>162</a:t>
                      </a:r>
                    </a:p>
                  </a:txBody>
                  <a:tcPr marT="45624" marB="45624" anchor="ctr"/>
                </a:tc>
                <a:tc>
                  <a:txBody>
                    <a:bodyPr/>
                    <a:lstStyle/>
                    <a:p>
                      <a:pPr algn="ctr"/>
                      <a:r>
                        <a:rPr lang="en-US" sz="2800" dirty="0"/>
                        <a:t>166</a:t>
                      </a:r>
                    </a:p>
                  </a:txBody>
                  <a:tcPr marT="45624" marB="45624" anchor="ctr"/>
                </a:tc>
                <a:extLst>
                  <a:ext uri="{0D108BD9-81ED-4DB2-BD59-A6C34878D82A}">
                    <a16:rowId xmlns:a16="http://schemas.microsoft.com/office/drawing/2014/main" val="10001"/>
                  </a:ext>
                </a:extLst>
              </a:tr>
            </a:tbl>
          </a:graphicData>
        </a:graphic>
      </p:graphicFrame>
      <p:sp>
        <p:nvSpPr>
          <p:cNvPr id="43035" name="Slide Number Placeholder 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017EB66E-2335-C14D-8ED8-B4A2EDE23E72}" type="slidenum">
              <a:rPr lang="en-US" sz="1200">
                <a:solidFill>
                  <a:srgbClr val="898989"/>
                </a:solidFill>
                <a:cs typeface="Arial" charset="0"/>
              </a:rPr>
              <a:pPr eaLnBrk="1" hangingPunct="1"/>
              <a:t>23</a:t>
            </a:fld>
            <a:endParaRPr lang="en-US" sz="1200">
              <a:solidFill>
                <a:srgbClr val="898989"/>
              </a:solidFill>
              <a:cs typeface="Arial" charset="0"/>
            </a:endParaRPr>
          </a:p>
        </p:txBody>
      </p:sp>
      <p:sp>
        <p:nvSpPr>
          <p:cNvPr id="3" name="Rectangle 2"/>
          <p:cNvSpPr/>
          <p:nvPr/>
        </p:nvSpPr>
        <p:spPr>
          <a:xfrm>
            <a:off x="2208214" y="5262564"/>
            <a:ext cx="7991475" cy="954107"/>
          </a:xfrm>
          <a:prstGeom prst="rect">
            <a:avLst/>
          </a:prstGeom>
        </p:spPr>
        <p:style>
          <a:lnRef idx="2">
            <a:schemeClr val="accent2"/>
          </a:lnRef>
          <a:fillRef idx="1">
            <a:schemeClr val="lt1"/>
          </a:fillRef>
          <a:effectRef idx="0">
            <a:schemeClr val="accent2"/>
          </a:effectRef>
          <a:fontRef idx="minor">
            <a:schemeClr val="dk1"/>
          </a:fontRef>
        </p:style>
        <p:txBody>
          <a:bodyPr>
            <a:spAutoFit/>
          </a:bodyPr>
          <a:lstStyle/>
          <a:p>
            <a:pPr algn="ctr">
              <a:spcBef>
                <a:spcPct val="50000"/>
              </a:spcBef>
              <a:defRPr/>
            </a:pPr>
            <a:r>
              <a:rPr lang="en-US" sz="2800" dirty="0">
                <a:cs typeface="Century Gothic"/>
              </a:rPr>
              <a:t>The data are dependent, because each height of each husband is matched with the height of his wife.</a:t>
            </a: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Slide Number Placeholder 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4BCEE9D4-6102-7948-A31A-3C917F2C8F75}" type="slidenum">
              <a:rPr lang="en-US" sz="1200">
                <a:solidFill>
                  <a:srgbClr val="898989"/>
                </a:solidFill>
                <a:cs typeface="Arial" charset="0"/>
              </a:rPr>
              <a:pPr eaLnBrk="1" hangingPunct="1"/>
              <a:t>24</a:t>
            </a:fld>
            <a:endParaRPr lang="en-US" sz="1200">
              <a:solidFill>
                <a:srgbClr val="898989"/>
              </a:solidFill>
              <a:cs typeface="Arial" charset="0"/>
            </a:endParaRPr>
          </a:p>
        </p:txBody>
      </p:sp>
      <p:sp>
        <p:nvSpPr>
          <p:cNvPr id="3" name="Text Placeholder 2"/>
          <p:cNvSpPr txBox="1">
            <a:spLocks/>
          </p:cNvSpPr>
          <p:nvPr/>
        </p:nvSpPr>
        <p:spPr>
          <a:xfrm>
            <a:off x="2207568" y="2492897"/>
            <a:ext cx="7772400" cy="1500187"/>
          </a:xfrm>
          <a:prstGeom prst="rect">
            <a:avLst/>
          </a:prstGeom>
        </p:spPr>
        <p:txBody>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ＭＳ Ｐゴシック" charset="0"/>
                <a:cs typeface="ＭＳ Ｐゴシック" charset="0"/>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ＭＳ Ｐゴシック" charset="0"/>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ＭＳ Ｐゴシック" charset="0"/>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ＭＳ Ｐゴシック" charset="0"/>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ＭＳ Ｐゴシック" charset="0"/>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defRPr/>
            </a:pPr>
            <a:r>
              <a:rPr lang="en-AU" altLang="en-US" b="1"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rPr>
              <a:t>Statistical Inferences For Two Sample:</a:t>
            </a:r>
          </a:p>
          <a:p>
            <a:pPr marL="0" indent="0" algn="ctr">
              <a:buNone/>
              <a:defRPr/>
            </a:pPr>
            <a:r>
              <a:rPr lang="en-AU" altLang="en-US" b="1"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rPr>
              <a:t>Test On Difference Between Two MEAN</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Title 1"/>
          <p:cNvSpPr>
            <a:spLocks noGrp="1"/>
          </p:cNvSpPr>
          <p:nvPr>
            <p:ph type="title"/>
          </p:nvPr>
        </p:nvSpPr>
        <p:spPr>
          <a:xfrm>
            <a:off x="3503613" y="260350"/>
            <a:ext cx="7129462" cy="685800"/>
          </a:xfrm>
        </p:spPr>
        <p:txBody>
          <a:bodyPr/>
          <a:lstStyle/>
          <a:p>
            <a:br>
              <a:rPr lang="en-US" sz="3200" b="1" dirty="0">
                <a:latin typeface="Calibri" charset="0"/>
              </a:rPr>
            </a:br>
            <a:r>
              <a:rPr lang="en-US" sz="3200" b="1" dirty="0">
                <a:latin typeface="Calibri" charset="0"/>
              </a:rPr>
              <a:t>Test on Difference Between Two </a:t>
            </a:r>
            <a:r>
              <a:rPr lang="en-US" sz="3200" b="1" dirty="0">
                <a:solidFill>
                  <a:srgbClr val="FF0000"/>
                </a:solidFill>
                <a:latin typeface="Calibri" charset="0"/>
              </a:rPr>
              <a:t>Mean</a:t>
            </a:r>
            <a:br>
              <a:rPr lang="en-US" sz="3200" b="1" dirty="0">
                <a:solidFill>
                  <a:srgbClr val="FF0000"/>
                </a:solidFill>
                <a:latin typeface="Calibri" charset="0"/>
              </a:rPr>
            </a:br>
            <a:endParaRPr lang="en-AU" sz="3200" b="1" dirty="0">
              <a:solidFill>
                <a:srgbClr val="FF0000"/>
              </a:solidFill>
              <a:latin typeface="Calibri" charset="0"/>
            </a:endParaRPr>
          </a:p>
        </p:txBody>
      </p:sp>
      <p:sp>
        <p:nvSpPr>
          <p:cNvPr id="46082" name="Slide Number Placeholder 3"/>
          <p:cNvSpPr>
            <a:spLocks noGrp="1"/>
          </p:cNvSpPr>
          <p:nvPr>
            <p:ph type="sldNum" sz="quarter" idx="10"/>
          </p:nvPr>
        </p:nvSpPr>
        <p:spPr bwMode="auto">
          <a:xfrm>
            <a:off x="9417050" y="6553200"/>
            <a:ext cx="1143000" cy="30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79C78244-6596-9D47-99D7-FDEAEFEAA3BA}" type="slidenum">
              <a:rPr lang="en-US" sz="1200">
                <a:solidFill>
                  <a:srgbClr val="FFFFFF"/>
                </a:solidFill>
                <a:latin typeface="Arial" charset="0"/>
                <a:cs typeface="Arial" charset="0"/>
              </a:rPr>
              <a:pPr eaLnBrk="1" hangingPunct="1"/>
              <a:t>25</a:t>
            </a:fld>
            <a:endParaRPr lang="en-US" sz="1200">
              <a:solidFill>
                <a:srgbClr val="FFFFFF"/>
              </a:solidFill>
              <a:latin typeface="Arial" charset="0"/>
              <a:cs typeface="Arial" charset="0"/>
            </a:endParaRPr>
          </a:p>
        </p:txBody>
      </p:sp>
      <p:pic>
        <p:nvPicPr>
          <p:cNvPr id="46083" name="Picture 3" descr="Screen Shot 2015-04-16 at 11.43.46 AM.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1685925"/>
            <a:ext cx="9144000" cy="440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73E2B8-EF5C-6D4F-BA2D-6B0B78A599FC}"/>
              </a:ext>
            </a:extLst>
          </p:cNvPr>
          <p:cNvSpPr>
            <a:spLocks noGrp="1"/>
          </p:cNvSpPr>
          <p:nvPr>
            <p:ph type="title"/>
          </p:nvPr>
        </p:nvSpPr>
        <p:spPr/>
        <p:txBody>
          <a:bodyPr/>
          <a:lstStyle/>
          <a:p>
            <a:r>
              <a:rPr lang="en-US" b="1" dirty="0">
                <a:latin typeface="Calibri" charset="0"/>
              </a:rPr>
              <a:t>Test on Difference Between Two </a:t>
            </a:r>
            <a:r>
              <a:rPr lang="en-US" b="1" dirty="0">
                <a:solidFill>
                  <a:srgbClr val="FF0000"/>
                </a:solidFill>
                <a:latin typeface="Calibri" charset="0"/>
              </a:rPr>
              <a:t>Mean</a:t>
            </a:r>
            <a:endParaRPr lang="en-US" dirty="0"/>
          </a:p>
        </p:txBody>
      </p:sp>
      <p:graphicFrame>
        <p:nvGraphicFramePr>
          <p:cNvPr id="5" name="Content Placeholder 4">
            <a:extLst>
              <a:ext uri="{FF2B5EF4-FFF2-40B4-BE49-F238E27FC236}">
                <a16:creationId xmlns:a16="http://schemas.microsoft.com/office/drawing/2014/main" id="{1BFE8F6D-C3C0-E74E-AC06-049F8DE6634D}"/>
              </a:ext>
            </a:extLst>
          </p:cNvPr>
          <p:cNvGraphicFramePr>
            <a:graphicFrameLocks noGrp="1"/>
          </p:cNvGraphicFramePr>
          <p:nvPr>
            <p:ph idx="1"/>
            <p:extLst>
              <p:ext uri="{D42A27DB-BD31-4B8C-83A1-F6EECF244321}">
                <p14:modId xmlns:p14="http://schemas.microsoft.com/office/powerpoint/2010/main" val="360884237"/>
              </p:ext>
            </p:extLst>
          </p:nvPr>
        </p:nvGraphicFramePr>
        <p:xfrm>
          <a:off x="2057400" y="1600201"/>
          <a:ext cx="85344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Slide Number Placeholder 3">
            <a:extLst>
              <a:ext uri="{FF2B5EF4-FFF2-40B4-BE49-F238E27FC236}">
                <a16:creationId xmlns:a16="http://schemas.microsoft.com/office/drawing/2014/main" id="{BAF5B08B-6A13-7049-A729-6AC66CA5A804}"/>
              </a:ext>
            </a:extLst>
          </p:cNvPr>
          <p:cNvSpPr>
            <a:spLocks noGrp="1"/>
          </p:cNvSpPr>
          <p:nvPr>
            <p:ph type="sldNum" sz="quarter" idx="10"/>
          </p:nvPr>
        </p:nvSpPr>
        <p:spPr/>
        <p:txBody>
          <a:bodyPr/>
          <a:lstStyle/>
          <a:p>
            <a:pPr>
              <a:defRPr/>
            </a:pPr>
            <a:fld id="{2F870FEC-E643-794E-A28A-866866268F53}" type="slidenum">
              <a:rPr lang="en-US" smtClean="0"/>
              <a:pPr>
                <a:defRPr/>
              </a:pPr>
              <a:t>26</a:t>
            </a:fld>
            <a:endParaRPr lang="en-US"/>
          </a:p>
        </p:txBody>
      </p:sp>
    </p:spTree>
    <p:extLst>
      <p:ext uri="{BB962C8B-B14F-4D97-AF65-F5344CB8AC3E}">
        <p14:creationId xmlns:p14="http://schemas.microsoft.com/office/powerpoint/2010/main" val="38123776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Content Placeholder 2"/>
          <p:cNvSpPr>
            <a:spLocks noGrp="1"/>
          </p:cNvSpPr>
          <p:nvPr>
            <p:ph idx="1"/>
          </p:nvPr>
        </p:nvSpPr>
        <p:spPr>
          <a:xfrm>
            <a:off x="1919288" y="2349500"/>
            <a:ext cx="8229600" cy="2103438"/>
          </a:xfrm>
        </p:spPr>
        <p:txBody>
          <a:bodyPr/>
          <a:lstStyle/>
          <a:p>
            <a:pPr>
              <a:defRPr/>
            </a:pPr>
            <a:r>
              <a:rPr lang="en-AU" sz="2800" dirty="0">
                <a:latin typeface="Calibri" charset="0"/>
              </a:rPr>
              <a:t>Two population standard deviation </a:t>
            </a:r>
            <a:r>
              <a:rPr lang="en-AU" sz="2800" b="1" dirty="0">
                <a:solidFill>
                  <a:srgbClr val="FF0000"/>
                </a:solidFill>
                <a:latin typeface="Symbol" charset="0"/>
              </a:rPr>
              <a:t>s</a:t>
            </a:r>
            <a:r>
              <a:rPr lang="en-AU" sz="2800" b="1" baseline="-25000" dirty="0">
                <a:solidFill>
                  <a:srgbClr val="FF0000"/>
                </a:solidFill>
                <a:latin typeface="Symbol" charset="0"/>
              </a:rPr>
              <a:t>1</a:t>
            </a:r>
            <a:r>
              <a:rPr lang="en-AU" sz="2800" b="1" dirty="0">
                <a:solidFill>
                  <a:srgbClr val="FF0000"/>
                </a:solidFill>
                <a:latin typeface="Symbol" charset="0"/>
              </a:rPr>
              <a:t> </a:t>
            </a:r>
            <a:r>
              <a:rPr lang="en-AU" sz="2800" b="1" dirty="0">
                <a:solidFill>
                  <a:srgbClr val="FF0000"/>
                </a:solidFill>
                <a:latin typeface="Calibri" charset="0"/>
              </a:rPr>
              <a:t>and</a:t>
            </a:r>
            <a:r>
              <a:rPr lang="en-AU" sz="2800" b="1" dirty="0">
                <a:solidFill>
                  <a:srgbClr val="FF0000"/>
                </a:solidFill>
                <a:latin typeface="Symbol" charset="0"/>
              </a:rPr>
              <a:t> s</a:t>
            </a:r>
            <a:r>
              <a:rPr lang="en-AU" sz="2800" b="1" baseline="-25000" dirty="0">
                <a:solidFill>
                  <a:srgbClr val="FF0000"/>
                </a:solidFill>
                <a:latin typeface="Symbol" charset="0"/>
              </a:rPr>
              <a:t>2</a:t>
            </a:r>
            <a:r>
              <a:rPr lang="en-AU" sz="2800" b="1" dirty="0">
                <a:solidFill>
                  <a:srgbClr val="FF0000"/>
                </a:solidFill>
                <a:latin typeface="Symbol" charset="0"/>
              </a:rPr>
              <a:t> </a:t>
            </a:r>
            <a:r>
              <a:rPr lang="en-AU" sz="2800" b="1" dirty="0">
                <a:solidFill>
                  <a:srgbClr val="FF0000"/>
                </a:solidFill>
                <a:latin typeface="Calibri" charset="0"/>
              </a:rPr>
              <a:t>are known</a:t>
            </a:r>
          </a:p>
          <a:p>
            <a:pPr marL="0" indent="0">
              <a:buNone/>
              <a:defRPr/>
            </a:pPr>
            <a:endParaRPr lang="en-AU" sz="2800" dirty="0">
              <a:latin typeface="Calibri" charset="0"/>
            </a:endParaRPr>
          </a:p>
          <a:p>
            <a:pPr>
              <a:defRPr/>
            </a:pPr>
            <a:r>
              <a:rPr lang="en-AU" sz="2800" dirty="0">
                <a:latin typeface="Calibri" charset="0"/>
              </a:rPr>
              <a:t>The test statistic will be a </a:t>
            </a:r>
            <a:r>
              <a:rPr lang="en-AU" sz="2800" b="1" i="1" dirty="0">
                <a:solidFill>
                  <a:srgbClr val="FF0000"/>
                </a:solidFill>
                <a:latin typeface="Calibri" charset="0"/>
              </a:rPr>
              <a:t>z</a:t>
            </a:r>
            <a:r>
              <a:rPr lang="en-AU" sz="2800" dirty="0">
                <a:latin typeface="Calibri" charset="0"/>
              </a:rPr>
              <a:t> and use the standard normal model.</a:t>
            </a:r>
          </a:p>
        </p:txBody>
      </p:sp>
      <p:sp>
        <p:nvSpPr>
          <p:cNvPr id="47106" name="Slide Number Placeholder 3"/>
          <p:cNvSpPr>
            <a:spLocks noGrp="1"/>
          </p:cNvSpPr>
          <p:nvPr>
            <p:ph type="sldNum" sz="quarter" idx="10"/>
          </p:nvPr>
        </p:nvSpPr>
        <p:spPr bwMode="auto">
          <a:xfrm>
            <a:off x="9490075" y="6553200"/>
            <a:ext cx="1143000" cy="30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0BEE9B92-6B7A-DC40-9CA0-0B3332336F2A}" type="slidenum">
              <a:rPr lang="en-US" sz="1200">
                <a:solidFill>
                  <a:srgbClr val="898989"/>
                </a:solidFill>
                <a:cs typeface="Arial" charset="0"/>
              </a:rPr>
              <a:pPr eaLnBrk="1" hangingPunct="1"/>
              <a:t>27</a:t>
            </a:fld>
            <a:endParaRPr lang="en-US" sz="1200">
              <a:solidFill>
                <a:srgbClr val="898989"/>
              </a:solidFill>
              <a:cs typeface="Arial" charset="0"/>
            </a:endParaRPr>
          </a:p>
        </p:txBody>
      </p:sp>
      <p:sp>
        <p:nvSpPr>
          <p:cNvPr id="47107" name="Title 1"/>
          <p:cNvSpPr>
            <a:spLocks noGrp="1"/>
          </p:cNvSpPr>
          <p:nvPr>
            <p:ph type="title"/>
          </p:nvPr>
        </p:nvSpPr>
        <p:spPr>
          <a:xfrm>
            <a:off x="3503613" y="260350"/>
            <a:ext cx="7129462" cy="685800"/>
          </a:xfrm>
        </p:spPr>
        <p:txBody>
          <a:bodyPr/>
          <a:lstStyle/>
          <a:p>
            <a:br>
              <a:rPr lang="en-US" sz="3200" b="1" dirty="0">
                <a:latin typeface="Calibri" charset="0"/>
              </a:rPr>
            </a:br>
            <a:r>
              <a:rPr lang="en-US" sz="3200" b="1" dirty="0">
                <a:latin typeface="Calibri" charset="0"/>
              </a:rPr>
              <a:t>Test on Difference Between Two </a:t>
            </a:r>
            <a:r>
              <a:rPr lang="en-US" sz="3200" b="1" dirty="0">
                <a:solidFill>
                  <a:srgbClr val="FF0000"/>
                </a:solidFill>
                <a:latin typeface="Calibri" charset="0"/>
              </a:rPr>
              <a:t>Mean (variance are KNOWN)</a:t>
            </a:r>
            <a:br>
              <a:rPr lang="en-US" sz="3200" b="1" dirty="0">
                <a:solidFill>
                  <a:srgbClr val="FF0000"/>
                </a:solidFill>
                <a:latin typeface="Calibri" charset="0"/>
              </a:rPr>
            </a:br>
            <a:endParaRPr lang="en-AU" sz="3200" b="1" dirty="0">
              <a:solidFill>
                <a:srgbClr val="FF0000"/>
              </a:solidFill>
              <a:latin typeface="Calibri"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Title 1"/>
          <p:cNvSpPr>
            <a:spLocks noGrp="1"/>
          </p:cNvSpPr>
          <p:nvPr>
            <p:ph type="title"/>
          </p:nvPr>
        </p:nvSpPr>
        <p:spPr>
          <a:xfrm>
            <a:off x="3503613" y="115889"/>
            <a:ext cx="6985000" cy="865187"/>
          </a:xfrm>
        </p:spPr>
        <p:txBody>
          <a:bodyPr/>
          <a:lstStyle/>
          <a:p>
            <a:r>
              <a:rPr lang="en-US" sz="2400" b="1" dirty="0">
                <a:solidFill>
                  <a:srgbClr val="000000"/>
                </a:solidFill>
                <a:latin typeface="Calibri" charset="0"/>
              </a:rPr>
              <a:t>Test on Mean with </a:t>
            </a:r>
            <a:r>
              <a:rPr lang="el-GR" sz="2400" b="1" i="1" dirty="0">
                <a:solidFill>
                  <a:srgbClr val="000000"/>
                </a:solidFill>
                <a:latin typeface="Calibri" charset="0"/>
                <a:cs typeface="Arial" charset="0"/>
              </a:rPr>
              <a:t>σ</a:t>
            </a:r>
            <a:r>
              <a:rPr lang="en-US" sz="2400" b="1" baseline="-25000" dirty="0">
                <a:solidFill>
                  <a:srgbClr val="000000"/>
                </a:solidFill>
                <a:latin typeface="Calibri" charset="0"/>
                <a:cs typeface="Arial" charset="0"/>
              </a:rPr>
              <a:t>1</a:t>
            </a:r>
            <a:r>
              <a:rPr lang="en-US" sz="2400" b="1" dirty="0">
                <a:solidFill>
                  <a:srgbClr val="000000"/>
                </a:solidFill>
                <a:latin typeface="Calibri" charset="0"/>
                <a:cs typeface="Arial" charset="0"/>
              </a:rPr>
              <a:t> and </a:t>
            </a:r>
            <a:r>
              <a:rPr lang="el-GR" sz="2400" b="1" i="1" dirty="0">
                <a:solidFill>
                  <a:srgbClr val="000000"/>
                </a:solidFill>
                <a:latin typeface="Calibri" charset="0"/>
                <a:cs typeface="Arial" charset="0"/>
              </a:rPr>
              <a:t>σ</a:t>
            </a:r>
            <a:r>
              <a:rPr lang="en-US" sz="2400" b="1" baseline="-25000" dirty="0">
                <a:solidFill>
                  <a:srgbClr val="000000"/>
                </a:solidFill>
                <a:latin typeface="Calibri" charset="0"/>
                <a:cs typeface="Arial" charset="0"/>
              </a:rPr>
              <a:t>2</a:t>
            </a:r>
            <a:r>
              <a:rPr lang="en-US" sz="2400" b="1" dirty="0">
                <a:solidFill>
                  <a:srgbClr val="000000"/>
                </a:solidFill>
                <a:latin typeface="Calibri" charset="0"/>
                <a:cs typeface="Arial" charset="0"/>
              </a:rPr>
              <a:t> (</a:t>
            </a:r>
            <a:r>
              <a:rPr lang="en-US" sz="2400" b="1" dirty="0">
                <a:solidFill>
                  <a:srgbClr val="FF0000"/>
                </a:solidFill>
                <a:latin typeface="Calibri" charset="0"/>
                <a:cs typeface="Arial" charset="0"/>
              </a:rPr>
              <a:t>variances</a:t>
            </a:r>
            <a:r>
              <a:rPr lang="en-US" sz="2400" b="1" dirty="0">
                <a:solidFill>
                  <a:srgbClr val="000000"/>
                </a:solidFill>
                <a:latin typeface="Calibri" charset="0"/>
                <a:cs typeface="Arial" charset="0"/>
              </a:rPr>
              <a:t>) are </a:t>
            </a:r>
            <a:r>
              <a:rPr lang="en-US" sz="2400" b="1" dirty="0">
                <a:solidFill>
                  <a:srgbClr val="FF0000"/>
                </a:solidFill>
                <a:latin typeface="Calibri" charset="0"/>
                <a:cs typeface="Arial" charset="0"/>
              </a:rPr>
              <a:t>known</a:t>
            </a:r>
            <a:endParaRPr lang="en-AU" sz="2400" b="1" dirty="0">
              <a:solidFill>
                <a:srgbClr val="FF0000"/>
              </a:solidFill>
              <a:latin typeface="Calibri" charset="0"/>
            </a:endParaRPr>
          </a:p>
        </p:txBody>
      </p:sp>
      <p:sp>
        <p:nvSpPr>
          <p:cNvPr id="48130" name="Content Placeholder 2"/>
          <p:cNvSpPr>
            <a:spLocks noGrp="1"/>
          </p:cNvSpPr>
          <p:nvPr>
            <p:ph idx="1"/>
          </p:nvPr>
        </p:nvSpPr>
        <p:spPr>
          <a:xfrm>
            <a:off x="1774826" y="1268413"/>
            <a:ext cx="8435975" cy="4525962"/>
          </a:xfrm>
        </p:spPr>
        <p:txBody>
          <a:bodyPr/>
          <a:lstStyle/>
          <a:p>
            <a:pPr algn="just"/>
            <a:r>
              <a:rPr lang="en-US" sz="2800" dirty="0">
                <a:latin typeface="Calibri" charset="0"/>
              </a:rPr>
              <a:t>Consider hypothesis testing on the difference in the means  µ</a:t>
            </a:r>
            <a:r>
              <a:rPr lang="en-US" sz="2800" baseline="-25000" dirty="0">
                <a:latin typeface="Calibri" charset="0"/>
              </a:rPr>
              <a:t>1  - </a:t>
            </a:r>
            <a:r>
              <a:rPr lang="en-US" sz="2800" dirty="0">
                <a:latin typeface="Calibri" charset="0"/>
              </a:rPr>
              <a:t>µ</a:t>
            </a:r>
            <a:r>
              <a:rPr lang="en-US" sz="2800" baseline="-25000" dirty="0">
                <a:latin typeface="Calibri" charset="0"/>
              </a:rPr>
              <a:t>2  </a:t>
            </a:r>
            <a:r>
              <a:rPr lang="en-US" sz="2800" dirty="0">
                <a:latin typeface="Calibri" charset="0"/>
              </a:rPr>
              <a:t>of two normal populations. </a:t>
            </a:r>
          </a:p>
          <a:p>
            <a:pPr algn="just"/>
            <a:r>
              <a:rPr lang="en-US" sz="2800" dirty="0">
                <a:latin typeface="Calibri" charset="0"/>
              </a:rPr>
              <a:t>The procedure of this testing can be summarized as follow:</a:t>
            </a:r>
          </a:p>
          <a:p>
            <a:pPr algn="just"/>
            <a:endParaRPr lang="en-AU" sz="2800" dirty="0">
              <a:latin typeface="Calibri" charset="0"/>
            </a:endParaRPr>
          </a:p>
        </p:txBody>
      </p:sp>
      <p:sp>
        <p:nvSpPr>
          <p:cNvPr id="48131" name="Slide Number Placeholder 3"/>
          <p:cNvSpPr>
            <a:spLocks noGrp="1"/>
          </p:cNvSpPr>
          <p:nvPr>
            <p:ph type="sldNum" sz="quarter" idx="10"/>
          </p:nvPr>
        </p:nvSpPr>
        <p:spPr bwMode="auto">
          <a:xfrm>
            <a:off x="9490075" y="6553200"/>
            <a:ext cx="1143000" cy="30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2A2B4EE5-5FCB-E04C-BF07-6BB4ABE0CF91}" type="slidenum">
              <a:rPr lang="en-US" sz="1200">
                <a:solidFill>
                  <a:srgbClr val="FFFFFF"/>
                </a:solidFill>
                <a:latin typeface="Arial" charset="0"/>
                <a:cs typeface="Arial" charset="0"/>
              </a:rPr>
              <a:pPr eaLnBrk="1" hangingPunct="1"/>
              <a:t>28</a:t>
            </a:fld>
            <a:endParaRPr lang="en-US" sz="1200">
              <a:solidFill>
                <a:srgbClr val="FFFFFF"/>
              </a:solidFill>
              <a:latin typeface="Arial" charset="0"/>
              <a:cs typeface="Arial" charset="0"/>
            </a:endParaRPr>
          </a:p>
        </p:txBody>
      </p:sp>
      <p:pic>
        <p:nvPicPr>
          <p:cNvPr id="4813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40051" y="3389314"/>
            <a:ext cx="6684963" cy="306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Slide Number Placeholder 3"/>
          <p:cNvSpPr>
            <a:spLocks noGrp="1"/>
          </p:cNvSpPr>
          <p:nvPr>
            <p:ph type="sldNum" sz="quarter" idx="10"/>
          </p:nvPr>
        </p:nvSpPr>
        <p:spPr bwMode="auto">
          <a:xfrm>
            <a:off x="9490075" y="6553200"/>
            <a:ext cx="1143000" cy="30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770C8892-790F-A245-9BF7-D84B29AF70DE}" type="slidenum">
              <a:rPr lang="en-US" sz="1200">
                <a:solidFill>
                  <a:srgbClr val="898989"/>
                </a:solidFill>
                <a:cs typeface="Arial" charset="0"/>
              </a:rPr>
              <a:pPr eaLnBrk="1" hangingPunct="1"/>
              <a:t>29</a:t>
            </a:fld>
            <a:endParaRPr lang="en-US" sz="1200">
              <a:solidFill>
                <a:srgbClr val="898989"/>
              </a:solidFill>
              <a:cs typeface="Arial" charset="0"/>
            </a:endParaRPr>
          </a:p>
        </p:txBody>
      </p:sp>
      <p:sp>
        <p:nvSpPr>
          <p:cNvPr id="49154" name="Title 1"/>
          <p:cNvSpPr>
            <a:spLocks noGrp="1"/>
          </p:cNvSpPr>
          <p:nvPr>
            <p:ph type="title"/>
          </p:nvPr>
        </p:nvSpPr>
        <p:spPr>
          <a:xfrm>
            <a:off x="3503613" y="115889"/>
            <a:ext cx="6985000" cy="865187"/>
          </a:xfrm>
        </p:spPr>
        <p:txBody>
          <a:bodyPr/>
          <a:lstStyle/>
          <a:p>
            <a:r>
              <a:rPr lang="en-US" sz="2400" b="1">
                <a:solidFill>
                  <a:srgbClr val="000000"/>
                </a:solidFill>
                <a:latin typeface="Calibri" charset="0"/>
              </a:rPr>
              <a:t>Test on Mean with </a:t>
            </a:r>
            <a:r>
              <a:rPr lang="el-GR" sz="2400" b="1" i="1">
                <a:solidFill>
                  <a:srgbClr val="000000"/>
                </a:solidFill>
                <a:latin typeface="Calibri" charset="0"/>
                <a:cs typeface="Arial" charset="0"/>
              </a:rPr>
              <a:t>σ</a:t>
            </a:r>
            <a:r>
              <a:rPr lang="en-US" sz="2400" b="1" baseline="-25000">
                <a:solidFill>
                  <a:srgbClr val="000000"/>
                </a:solidFill>
                <a:latin typeface="Calibri" charset="0"/>
                <a:cs typeface="Arial" charset="0"/>
              </a:rPr>
              <a:t>1</a:t>
            </a:r>
            <a:r>
              <a:rPr lang="en-US" sz="2400" b="1">
                <a:solidFill>
                  <a:srgbClr val="000000"/>
                </a:solidFill>
                <a:latin typeface="Calibri" charset="0"/>
                <a:cs typeface="Arial" charset="0"/>
              </a:rPr>
              <a:t> and </a:t>
            </a:r>
            <a:r>
              <a:rPr lang="el-GR" sz="2400" b="1" i="1">
                <a:solidFill>
                  <a:srgbClr val="000000"/>
                </a:solidFill>
                <a:latin typeface="Calibri" charset="0"/>
                <a:cs typeface="Arial" charset="0"/>
              </a:rPr>
              <a:t>σ</a:t>
            </a:r>
            <a:r>
              <a:rPr lang="en-US" sz="2400" b="1" baseline="-25000">
                <a:solidFill>
                  <a:srgbClr val="000000"/>
                </a:solidFill>
                <a:latin typeface="Calibri" charset="0"/>
                <a:cs typeface="Arial" charset="0"/>
              </a:rPr>
              <a:t>2</a:t>
            </a:r>
            <a:r>
              <a:rPr lang="en-US" sz="2400" b="1">
                <a:solidFill>
                  <a:srgbClr val="000000"/>
                </a:solidFill>
                <a:latin typeface="Calibri" charset="0"/>
                <a:cs typeface="Arial" charset="0"/>
              </a:rPr>
              <a:t> (variances) are known</a:t>
            </a:r>
            <a:endParaRPr lang="en-AU" sz="2400" b="1">
              <a:solidFill>
                <a:srgbClr val="000000"/>
              </a:solidFill>
              <a:latin typeface="Calibri" charset="0"/>
            </a:endParaRPr>
          </a:p>
        </p:txBody>
      </p:sp>
      <p:pic>
        <p:nvPicPr>
          <p:cNvPr id="49155" name="Picture 4" descr="Screen Shot 2015-04-16 at 11.48.16 AM.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231611" y="848258"/>
            <a:ext cx="8839200" cy="5161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Title 1"/>
          <p:cNvSpPr>
            <a:spLocks noGrp="1"/>
          </p:cNvSpPr>
          <p:nvPr>
            <p:ph type="title"/>
          </p:nvPr>
        </p:nvSpPr>
        <p:spPr>
          <a:xfrm>
            <a:off x="3648076" y="274639"/>
            <a:ext cx="6562725" cy="706437"/>
          </a:xfrm>
        </p:spPr>
        <p:txBody>
          <a:bodyPr/>
          <a:lstStyle/>
          <a:p>
            <a:r>
              <a:rPr lang="en-AU" sz="4400" b="1" dirty="0">
                <a:latin typeface="Calibri" charset="0"/>
              </a:rPr>
              <a:t>Example</a:t>
            </a:r>
          </a:p>
        </p:txBody>
      </p:sp>
      <p:sp>
        <p:nvSpPr>
          <p:cNvPr id="50178" name="Slide Number Placeholder 3"/>
          <p:cNvSpPr>
            <a:spLocks noGrp="1"/>
          </p:cNvSpPr>
          <p:nvPr>
            <p:ph type="sldNum" sz="quarter" idx="10"/>
          </p:nvPr>
        </p:nvSpPr>
        <p:spPr bwMode="auto">
          <a:xfrm>
            <a:off x="9490075" y="6553200"/>
            <a:ext cx="1143000" cy="30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5AF064B2-AFC9-BE4F-BAD9-01E5BD642056}" type="slidenum">
              <a:rPr lang="en-US" sz="1200">
                <a:solidFill>
                  <a:srgbClr val="FFFFFF"/>
                </a:solidFill>
                <a:latin typeface="Arial" charset="0"/>
                <a:cs typeface="Arial" charset="0"/>
              </a:rPr>
              <a:pPr eaLnBrk="1" hangingPunct="1"/>
              <a:t>30</a:t>
            </a:fld>
            <a:endParaRPr lang="en-US" sz="1200">
              <a:solidFill>
                <a:srgbClr val="FFFFFF"/>
              </a:solidFill>
              <a:latin typeface="Arial" charset="0"/>
              <a:cs typeface="Arial" charset="0"/>
            </a:endParaRPr>
          </a:p>
        </p:txBody>
      </p:sp>
      <p:pic>
        <p:nvPicPr>
          <p:cNvPr id="50179" name="Picture 3" descr="Screen Shot 2015-04-16 at 11.50.50 AM.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1219200"/>
            <a:ext cx="8915400" cy="4905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Title 1"/>
          <p:cNvSpPr>
            <a:spLocks noGrp="1"/>
          </p:cNvSpPr>
          <p:nvPr>
            <p:ph type="title"/>
          </p:nvPr>
        </p:nvSpPr>
        <p:spPr>
          <a:xfrm>
            <a:off x="3648076" y="274639"/>
            <a:ext cx="6562725" cy="777875"/>
          </a:xfrm>
        </p:spPr>
        <p:txBody>
          <a:bodyPr/>
          <a:lstStyle/>
          <a:p>
            <a:r>
              <a:rPr lang="en-AU" sz="4400" b="1" dirty="0">
                <a:latin typeface="Calibri" charset="0"/>
              </a:rPr>
              <a:t>Example - Solution</a:t>
            </a:r>
          </a:p>
        </p:txBody>
      </p:sp>
      <p:sp>
        <p:nvSpPr>
          <p:cNvPr id="51202" name="Slide Number Placeholder 3"/>
          <p:cNvSpPr>
            <a:spLocks noGrp="1"/>
          </p:cNvSpPr>
          <p:nvPr>
            <p:ph type="sldNum" sz="quarter" idx="10"/>
          </p:nvPr>
        </p:nvSpPr>
        <p:spPr bwMode="auto">
          <a:xfrm>
            <a:off x="9490075" y="6553200"/>
            <a:ext cx="1143000" cy="30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4103575D-B700-D040-AB0E-46D7C664588A}" type="slidenum">
              <a:rPr lang="en-US" sz="1200">
                <a:solidFill>
                  <a:srgbClr val="FFFFFF"/>
                </a:solidFill>
                <a:latin typeface="Arial" charset="0"/>
                <a:cs typeface="Arial" charset="0"/>
              </a:rPr>
              <a:pPr eaLnBrk="1" hangingPunct="1"/>
              <a:t>31</a:t>
            </a:fld>
            <a:endParaRPr lang="en-US" sz="1200">
              <a:solidFill>
                <a:srgbClr val="FFFFFF"/>
              </a:solidFill>
              <a:latin typeface="Arial" charset="0"/>
              <a:cs typeface="Arial" charset="0"/>
            </a:endParaRPr>
          </a:p>
        </p:txBody>
      </p:sp>
      <p:pic>
        <p:nvPicPr>
          <p:cNvPr id="51203" name="Picture 4" descr="Screen Shot 2015-04-16 at 11.58.10 AM.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1508126"/>
            <a:ext cx="9144000" cy="4873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Slide Number Placeholder 3"/>
          <p:cNvSpPr>
            <a:spLocks noGrp="1"/>
          </p:cNvSpPr>
          <p:nvPr>
            <p:ph type="sldNum" sz="quarter" idx="10"/>
          </p:nvPr>
        </p:nvSpPr>
        <p:spPr bwMode="auto">
          <a:xfrm>
            <a:off x="9490075" y="6553200"/>
            <a:ext cx="1143000" cy="30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939C678E-D8F3-A540-900C-732D5A70A402}" type="slidenum">
              <a:rPr lang="en-US" sz="1200">
                <a:solidFill>
                  <a:srgbClr val="898989"/>
                </a:solidFill>
                <a:cs typeface="Arial" charset="0"/>
              </a:rPr>
              <a:pPr eaLnBrk="1" hangingPunct="1"/>
              <a:t>32</a:t>
            </a:fld>
            <a:endParaRPr lang="en-US" sz="1200">
              <a:solidFill>
                <a:srgbClr val="898989"/>
              </a:solidFill>
              <a:cs typeface="Arial" charset="0"/>
            </a:endParaRPr>
          </a:p>
        </p:txBody>
      </p:sp>
      <p:pic>
        <p:nvPicPr>
          <p:cNvPr id="52226" name="Picture 4" descr="Screen Shot 2015-04-16 at 12.01.33 PM.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1633538"/>
            <a:ext cx="9144000" cy="4316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Title 1"/>
          <p:cNvSpPr>
            <a:spLocks noGrp="1"/>
          </p:cNvSpPr>
          <p:nvPr>
            <p:ph type="title"/>
          </p:nvPr>
        </p:nvSpPr>
        <p:spPr>
          <a:xfrm>
            <a:off x="3648076" y="274639"/>
            <a:ext cx="6562725" cy="777875"/>
          </a:xfrm>
        </p:spPr>
        <p:txBody>
          <a:bodyPr/>
          <a:lstStyle/>
          <a:p>
            <a:r>
              <a:rPr lang="en-US" sz="4400" b="1" dirty="0">
                <a:solidFill>
                  <a:srgbClr val="0000FF"/>
                </a:solidFill>
                <a:latin typeface="Calibri" charset="0"/>
              </a:rPr>
              <a:t>Exercise #2</a:t>
            </a:r>
          </a:p>
        </p:txBody>
      </p:sp>
      <p:sp>
        <p:nvSpPr>
          <p:cNvPr id="53250" name="Content Placeholder 2"/>
          <p:cNvSpPr>
            <a:spLocks noGrp="1"/>
          </p:cNvSpPr>
          <p:nvPr>
            <p:ph idx="1"/>
          </p:nvPr>
        </p:nvSpPr>
        <p:spPr>
          <a:xfrm>
            <a:off x="1703389" y="1341438"/>
            <a:ext cx="8713787" cy="4525962"/>
          </a:xfrm>
        </p:spPr>
        <p:txBody>
          <a:bodyPr/>
          <a:lstStyle/>
          <a:p>
            <a:pPr marL="0" indent="0" algn="just">
              <a:buNone/>
            </a:pPr>
            <a:r>
              <a:rPr lang="en-US" sz="2800" dirty="0">
                <a:latin typeface="Calibri" charset="0"/>
              </a:rPr>
              <a:t>According to the American Medical Association, the average annual of radiologists in the USA are $230,000 and those of surgeons are $225,000. Suppose that these means are based on random samples of 300 radiologists and 400 surgeons and that the population standard deviations of the annual earnings of radiologists and surgeons are $28,000 and $32,000 respectively. Determine whether there is a difference between the mean annual earnings of radiologists and surgeons with 97% confidence interval.</a:t>
            </a:r>
          </a:p>
        </p:txBody>
      </p:sp>
      <p:sp>
        <p:nvSpPr>
          <p:cNvPr id="53251" name="Slide Number Placeholder 3"/>
          <p:cNvSpPr>
            <a:spLocks noGrp="1"/>
          </p:cNvSpPr>
          <p:nvPr>
            <p:ph type="sldNum" sz="quarter" idx="10"/>
          </p:nvPr>
        </p:nvSpPr>
        <p:spPr bwMode="auto">
          <a:xfrm>
            <a:off x="9490075" y="6553200"/>
            <a:ext cx="1143000" cy="30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3CF3D4F4-43D7-594D-86F3-A1FE1E9E67E7}" type="slidenum">
              <a:rPr lang="en-US" sz="1200">
                <a:solidFill>
                  <a:srgbClr val="898989"/>
                </a:solidFill>
                <a:cs typeface="Arial" charset="0"/>
              </a:rPr>
              <a:pPr eaLnBrk="1" hangingPunct="1"/>
              <a:t>33</a:t>
            </a:fld>
            <a:endParaRPr lang="en-US" sz="1200">
              <a:solidFill>
                <a:srgbClr val="898989"/>
              </a:solidFill>
              <a:cs typeface="Arial"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Title 1"/>
          <p:cNvSpPr>
            <a:spLocks noGrp="1"/>
          </p:cNvSpPr>
          <p:nvPr>
            <p:ph type="title"/>
          </p:nvPr>
        </p:nvSpPr>
        <p:spPr>
          <a:xfrm>
            <a:off x="3648076" y="274638"/>
            <a:ext cx="6562725" cy="633412"/>
          </a:xfrm>
        </p:spPr>
        <p:txBody>
          <a:bodyPr/>
          <a:lstStyle/>
          <a:p>
            <a:r>
              <a:rPr lang="en-US" sz="3200" b="1">
                <a:latin typeface="Calibri" charset="0"/>
              </a:rPr>
              <a:t>Test on Mean, </a:t>
            </a:r>
            <a:r>
              <a:rPr lang="en-US" sz="3200" b="1">
                <a:solidFill>
                  <a:srgbClr val="FF0000"/>
                </a:solidFill>
                <a:latin typeface="Calibri" charset="0"/>
              </a:rPr>
              <a:t>Variance unknown</a:t>
            </a:r>
            <a:endParaRPr lang="en-AU" sz="3200">
              <a:solidFill>
                <a:srgbClr val="FF0000"/>
              </a:solidFill>
              <a:latin typeface="Calibri" charset="0"/>
            </a:endParaRPr>
          </a:p>
        </p:txBody>
      </p:sp>
      <p:sp>
        <p:nvSpPr>
          <p:cNvPr id="54274" name="Content Placeholder 2"/>
          <p:cNvSpPr>
            <a:spLocks noGrp="1"/>
          </p:cNvSpPr>
          <p:nvPr>
            <p:ph idx="1"/>
          </p:nvPr>
        </p:nvSpPr>
        <p:spPr>
          <a:xfrm>
            <a:off x="1774825" y="1268413"/>
            <a:ext cx="8364538" cy="4525962"/>
          </a:xfrm>
        </p:spPr>
        <p:txBody>
          <a:bodyPr/>
          <a:lstStyle/>
          <a:p>
            <a:pPr algn="just"/>
            <a:r>
              <a:rPr lang="en-US" sz="2800" dirty="0">
                <a:latin typeface="Calibri" charset="0"/>
              </a:rPr>
              <a:t>We now consider tests of hypotheses on the difference in means µ</a:t>
            </a:r>
            <a:r>
              <a:rPr lang="en-US" sz="2800" baseline="-25000" dirty="0">
                <a:latin typeface="Calibri" charset="0"/>
              </a:rPr>
              <a:t>1 </a:t>
            </a:r>
            <a:r>
              <a:rPr lang="en-US" sz="2800" dirty="0">
                <a:latin typeface="Calibri" charset="0"/>
              </a:rPr>
              <a:t>-</a:t>
            </a:r>
            <a:r>
              <a:rPr lang="en-US" sz="2800" baseline="-25000" dirty="0">
                <a:latin typeface="Calibri" charset="0"/>
              </a:rPr>
              <a:t> </a:t>
            </a:r>
            <a:r>
              <a:rPr lang="en-US" sz="2800" dirty="0">
                <a:latin typeface="Calibri" charset="0"/>
              </a:rPr>
              <a:t>µ</a:t>
            </a:r>
            <a:r>
              <a:rPr lang="en-US" sz="2800" baseline="-25000" dirty="0">
                <a:latin typeface="Calibri" charset="0"/>
              </a:rPr>
              <a:t>2 </a:t>
            </a:r>
            <a:r>
              <a:rPr lang="en-US" sz="2800" dirty="0">
                <a:latin typeface="Calibri" charset="0"/>
              </a:rPr>
              <a:t>of two normal distributions where the variances σ</a:t>
            </a:r>
            <a:r>
              <a:rPr lang="en-US" sz="2800" baseline="-25000" dirty="0">
                <a:latin typeface="Calibri" charset="0"/>
              </a:rPr>
              <a:t>1</a:t>
            </a:r>
            <a:r>
              <a:rPr lang="en-US" sz="2800" baseline="30000" dirty="0">
                <a:latin typeface="Calibri" charset="0"/>
              </a:rPr>
              <a:t>2</a:t>
            </a:r>
            <a:r>
              <a:rPr lang="en-US" sz="2800" dirty="0">
                <a:latin typeface="Calibri" charset="0"/>
              </a:rPr>
              <a:t> and σ</a:t>
            </a:r>
            <a:r>
              <a:rPr lang="en-US" sz="2800" baseline="-25000" dirty="0">
                <a:latin typeface="Calibri" charset="0"/>
              </a:rPr>
              <a:t>2</a:t>
            </a:r>
            <a:r>
              <a:rPr lang="en-US" sz="2800" baseline="30000" dirty="0">
                <a:latin typeface="Calibri" charset="0"/>
              </a:rPr>
              <a:t>2</a:t>
            </a:r>
            <a:r>
              <a:rPr lang="en-US" sz="2800" dirty="0">
                <a:latin typeface="Calibri" charset="0"/>
              </a:rPr>
              <a:t> are </a:t>
            </a:r>
            <a:r>
              <a:rPr lang="en-US" sz="2800" dirty="0">
                <a:solidFill>
                  <a:srgbClr val="FF0000"/>
                </a:solidFill>
                <a:latin typeface="Calibri" charset="0"/>
              </a:rPr>
              <a:t>unknown.</a:t>
            </a:r>
            <a:r>
              <a:rPr lang="en-US" sz="2800" dirty="0">
                <a:latin typeface="Calibri" charset="0"/>
              </a:rPr>
              <a:t> </a:t>
            </a:r>
          </a:p>
          <a:p>
            <a:pPr marL="0" indent="0" algn="just">
              <a:buNone/>
            </a:pPr>
            <a:endParaRPr lang="en-US" sz="2800" dirty="0">
              <a:latin typeface="Calibri" charset="0"/>
            </a:endParaRPr>
          </a:p>
          <a:p>
            <a:pPr algn="just"/>
            <a:r>
              <a:rPr lang="en-AU" sz="2800" dirty="0">
                <a:latin typeface="Calibri" charset="0"/>
              </a:rPr>
              <a:t>The variances of the two samples may be assumed to be equal or unequal.</a:t>
            </a:r>
            <a:endParaRPr lang="en-US" sz="2800" dirty="0">
              <a:latin typeface="Calibri" charset="0"/>
            </a:endParaRPr>
          </a:p>
          <a:p>
            <a:pPr lvl="1" algn="just">
              <a:buFont typeface="Wingdings" charset="0"/>
              <a:buChar char="§"/>
            </a:pPr>
            <a:r>
              <a:rPr lang="en-US" b="1" dirty="0">
                <a:latin typeface="Calibri" charset="0"/>
              </a:rPr>
              <a:t>σ</a:t>
            </a:r>
            <a:r>
              <a:rPr lang="en-US" b="1" baseline="-25000" dirty="0">
                <a:latin typeface="Calibri" charset="0"/>
              </a:rPr>
              <a:t>1</a:t>
            </a:r>
            <a:r>
              <a:rPr lang="en-US" b="1" baseline="30000" dirty="0">
                <a:latin typeface="Calibri" charset="0"/>
              </a:rPr>
              <a:t>2</a:t>
            </a:r>
            <a:r>
              <a:rPr lang="en-US" b="1" dirty="0">
                <a:latin typeface="Calibri" charset="0"/>
              </a:rPr>
              <a:t> = σ</a:t>
            </a:r>
            <a:r>
              <a:rPr lang="en-US" b="1" baseline="-25000" dirty="0">
                <a:latin typeface="Calibri" charset="0"/>
              </a:rPr>
              <a:t>2</a:t>
            </a:r>
            <a:r>
              <a:rPr lang="en-US" b="1" baseline="30000" dirty="0">
                <a:latin typeface="Calibri" charset="0"/>
              </a:rPr>
              <a:t>2 </a:t>
            </a:r>
            <a:r>
              <a:rPr lang="en-US" b="1" dirty="0">
                <a:latin typeface="Calibri" charset="0"/>
              </a:rPr>
              <a:t>=</a:t>
            </a:r>
            <a:r>
              <a:rPr lang="en-US" b="1" baseline="30000" dirty="0">
                <a:latin typeface="Calibri" charset="0"/>
              </a:rPr>
              <a:t> </a:t>
            </a:r>
            <a:r>
              <a:rPr lang="en-US" b="1" dirty="0">
                <a:latin typeface="Calibri" charset="0"/>
              </a:rPr>
              <a:t>σ</a:t>
            </a:r>
            <a:r>
              <a:rPr lang="en-US" b="1" baseline="30000" dirty="0">
                <a:latin typeface="Calibri" charset="0"/>
              </a:rPr>
              <a:t>2  </a:t>
            </a:r>
            <a:r>
              <a:rPr lang="en-US" b="1" dirty="0">
                <a:latin typeface="Calibri" charset="0"/>
              </a:rPr>
              <a:t>(</a:t>
            </a:r>
            <a:r>
              <a:rPr lang="en-US" b="1" dirty="0">
                <a:solidFill>
                  <a:srgbClr val="0000FF"/>
                </a:solidFill>
                <a:latin typeface="Calibri" charset="0"/>
              </a:rPr>
              <a:t>CASE 1 </a:t>
            </a:r>
            <a:r>
              <a:rPr lang="mr-IN" b="1" dirty="0">
                <a:latin typeface="Calibri" charset="0"/>
              </a:rPr>
              <a:t>–</a:t>
            </a:r>
            <a:r>
              <a:rPr lang="en-US" b="1" dirty="0">
                <a:latin typeface="Calibri" charset="0"/>
              </a:rPr>
              <a:t>assumed </a:t>
            </a:r>
            <a:r>
              <a:rPr lang="en-US" b="1" dirty="0">
                <a:solidFill>
                  <a:srgbClr val="0000FF"/>
                </a:solidFill>
                <a:latin typeface="Calibri" charset="0"/>
              </a:rPr>
              <a:t>equal</a:t>
            </a:r>
            <a:r>
              <a:rPr lang="en-US" b="1" dirty="0">
                <a:latin typeface="Calibri" charset="0"/>
              </a:rPr>
              <a:t> variance)</a:t>
            </a:r>
          </a:p>
          <a:p>
            <a:pPr lvl="1" algn="just">
              <a:buFont typeface="Wingdings" charset="0"/>
              <a:buChar char="§"/>
            </a:pPr>
            <a:r>
              <a:rPr lang="en-US" b="1" dirty="0">
                <a:latin typeface="Calibri" charset="0"/>
              </a:rPr>
              <a:t>σ</a:t>
            </a:r>
            <a:r>
              <a:rPr lang="en-US" b="1" baseline="-25000" dirty="0">
                <a:latin typeface="Calibri" charset="0"/>
              </a:rPr>
              <a:t>1</a:t>
            </a:r>
            <a:r>
              <a:rPr lang="en-US" b="1" baseline="30000" dirty="0">
                <a:latin typeface="Calibri" charset="0"/>
              </a:rPr>
              <a:t>2</a:t>
            </a:r>
            <a:r>
              <a:rPr lang="en-US" b="1" dirty="0">
                <a:latin typeface="Calibri" charset="0"/>
              </a:rPr>
              <a:t> ≠ σ</a:t>
            </a:r>
            <a:r>
              <a:rPr lang="en-US" b="1" baseline="-25000" dirty="0">
                <a:latin typeface="Calibri" charset="0"/>
              </a:rPr>
              <a:t>2</a:t>
            </a:r>
            <a:r>
              <a:rPr lang="en-US" b="1" baseline="30000" dirty="0">
                <a:latin typeface="Calibri" charset="0"/>
              </a:rPr>
              <a:t>2 </a:t>
            </a:r>
            <a:r>
              <a:rPr lang="en-US" b="1" dirty="0">
                <a:latin typeface="Calibri" charset="0"/>
              </a:rPr>
              <a:t>(</a:t>
            </a:r>
            <a:r>
              <a:rPr lang="en-US" b="1" dirty="0">
                <a:solidFill>
                  <a:srgbClr val="0000FF"/>
                </a:solidFill>
                <a:latin typeface="Calibri" charset="0"/>
              </a:rPr>
              <a:t>CASE 2 </a:t>
            </a:r>
            <a:r>
              <a:rPr lang="mr-IN" b="1" dirty="0">
                <a:latin typeface="Calibri" charset="0"/>
              </a:rPr>
              <a:t>–</a:t>
            </a:r>
            <a:r>
              <a:rPr lang="en-US" b="1" dirty="0">
                <a:latin typeface="Calibri" charset="0"/>
              </a:rPr>
              <a:t> assumed </a:t>
            </a:r>
            <a:r>
              <a:rPr lang="en-US" b="1" dirty="0">
                <a:solidFill>
                  <a:srgbClr val="0000FF"/>
                </a:solidFill>
                <a:latin typeface="Calibri" charset="0"/>
              </a:rPr>
              <a:t>unequal </a:t>
            </a:r>
            <a:r>
              <a:rPr lang="en-US" b="1" dirty="0">
                <a:latin typeface="Calibri" charset="0"/>
              </a:rPr>
              <a:t>variance)</a:t>
            </a:r>
          </a:p>
          <a:p>
            <a:pPr marL="457200" lvl="1" indent="0" algn="just">
              <a:buNone/>
            </a:pPr>
            <a:endParaRPr lang="en-US" b="1" dirty="0">
              <a:latin typeface="Calibri" charset="0"/>
            </a:endParaRPr>
          </a:p>
          <a:p>
            <a:pPr algn="just"/>
            <a:r>
              <a:rPr lang="en-US" sz="2800" dirty="0">
                <a:latin typeface="Calibri" charset="0"/>
              </a:rPr>
              <a:t>A </a:t>
            </a:r>
            <a:r>
              <a:rPr lang="en-US" sz="2800" i="1" dirty="0">
                <a:solidFill>
                  <a:srgbClr val="FF0000"/>
                </a:solidFill>
                <a:latin typeface="Calibri" charset="0"/>
              </a:rPr>
              <a:t>t</a:t>
            </a:r>
            <a:r>
              <a:rPr lang="en-US" sz="2800" dirty="0">
                <a:solidFill>
                  <a:srgbClr val="FF0000"/>
                </a:solidFill>
                <a:latin typeface="Calibri" charset="0"/>
              </a:rPr>
              <a:t>-statistic</a:t>
            </a:r>
            <a:r>
              <a:rPr lang="en-US" sz="2800" dirty="0">
                <a:latin typeface="Calibri" charset="0"/>
              </a:rPr>
              <a:t> will be used to test these hypotheses.</a:t>
            </a:r>
            <a:endParaRPr lang="en-AU" sz="2800" dirty="0">
              <a:latin typeface="Calibri" charset="0"/>
            </a:endParaRPr>
          </a:p>
        </p:txBody>
      </p:sp>
      <p:sp>
        <p:nvSpPr>
          <p:cNvPr id="54275" name="Slide Number Placeholder 3"/>
          <p:cNvSpPr>
            <a:spLocks noGrp="1"/>
          </p:cNvSpPr>
          <p:nvPr>
            <p:ph type="sldNum" sz="quarter" idx="10"/>
          </p:nvPr>
        </p:nvSpPr>
        <p:spPr bwMode="auto">
          <a:xfrm>
            <a:off x="9490075" y="6553200"/>
            <a:ext cx="1143000" cy="30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B5924A65-907D-8E4B-98C3-8F646FEA1D5B}" type="slidenum">
              <a:rPr lang="en-US" sz="1200">
                <a:solidFill>
                  <a:srgbClr val="898989"/>
                </a:solidFill>
                <a:cs typeface="Arial" charset="0"/>
              </a:rPr>
              <a:pPr eaLnBrk="1" hangingPunct="1"/>
              <a:t>34</a:t>
            </a:fld>
            <a:endParaRPr lang="en-US" sz="1200">
              <a:solidFill>
                <a:srgbClr val="898989"/>
              </a:solidFill>
              <a:cs typeface="Arial"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Title 1"/>
          <p:cNvSpPr>
            <a:spLocks noGrp="1"/>
          </p:cNvSpPr>
          <p:nvPr>
            <p:ph type="title"/>
          </p:nvPr>
        </p:nvSpPr>
        <p:spPr>
          <a:xfrm>
            <a:off x="3648076" y="274639"/>
            <a:ext cx="6562725" cy="777875"/>
          </a:xfrm>
        </p:spPr>
        <p:txBody>
          <a:bodyPr/>
          <a:lstStyle/>
          <a:p>
            <a:r>
              <a:rPr lang="en-US" b="1" dirty="0">
                <a:latin typeface="Calibri" charset="0"/>
              </a:rPr>
              <a:t>Case 1 :  σ</a:t>
            </a:r>
            <a:r>
              <a:rPr lang="en-US" b="1" baseline="-25000" dirty="0">
                <a:latin typeface="Calibri" charset="0"/>
              </a:rPr>
              <a:t>1</a:t>
            </a:r>
            <a:r>
              <a:rPr lang="en-US" b="1" baseline="30000" dirty="0">
                <a:latin typeface="Calibri" charset="0"/>
              </a:rPr>
              <a:t>2</a:t>
            </a:r>
            <a:r>
              <a:rPr lang="en-US" b="1" dirty="0">
                <a:latin typeface="Calibri" charset="0"/>
              </a:rPr>
              <a:t> = σ</a:t>
            </a:r>
            <a:r>
              <a:rPr lang="en-US" b="1" baseline="-25000" dirty="0">
                <a:latin typeface="Calibri" charset="0"/>
              </a:rPr>
              <a:t>2</a:t>
            </a:r>
            <a:r>
              <a:rPr lang="en-US" b="1" baseline="30000" dirty="0">
                <a:latin typeface="Calibri" charset="0"/>
              </a:rPr>
              <a:t>2 </a:t>
            </a:r>
            <a:r>
              <a:rPr lang="en-US" b="1" dirty="0">
                <a:latin typeface="Calibri" charset="0"/>
              </a:rPr>
              <a:t>=</a:t>
            </a:r>
            <a:r>
              <a:rPr lang="en-US" b="1" baseline="30000" dirty="0">
                <a:latin typeface="Calibri" charset="0"/>
              </a:rPr>
              <a:t> </a:t>
            </a:r>
            <a:r>
              <a:rPr lang="en-US" b="1" dirty="0">
                <a:latin typeface="Calibri" charset="0"/>
              </a:rPr>
              <a:t>σ</a:t>
            </a:r>
            <a:r>
              <a:rPr lang="en-US" b="1" baseline="30000" dirty="0">
                <a:latin typeface="Calibri" charset="0"/>
              </a:rPr>
              <a:t>2 </a:t>
            </a:r>
            <a:br>
              <a:rPr lang="en-US" b="1" dirty="0">
                <a:latin typeface="Calibri" charset="0"/>
              </a:rPr>
            </a:br>
            <a:r>
              <a:rPr lang="en-US" sz="2400" b="1" dirty="0">
                <a:latin typeface="Calibri" charset="0"/>
              </a:rPr>
              <a:t>(</a:t>
            </a:r>
            <a:r>
              <a:rPr lang="en-US" sz="2400" b="1" dirty="0">
                <a:solidFill>
                  <a:srgbClr val="FF0000"/>
                </a:solidFill>
                <a:latin typeface="Calibri" charset="0"/>
              </a:rPr>
              <a:t>assume variance equal</a:t>
            </a:r>
            <a:r>
              <a:rPr lang="en-US" sz="2400" b="1" dirty="0">
                <a:latin typeface="Calibri" charset="0"/>
              </a:rPr>
              <a:t>)</a:t>
            </a:r>
            <a:endParaRPr lang="en-AU" dirty="0">
              <a:latin typeface="Calibri" charset="0"/>
            </a:endParaRPr>
          </a:p>
        </p:txBody>
      </p:sp>
      <p:sp>
        <p:nvSpPr>
          <p:cNvPr id="3" name="Content Placeholder 2"/>
          <p:cNvSpPr>
            <a:spLocks noGrp="1"/>
          </p:cNvSpPr>
          <p:nvPr>
            <p:ph idx="1"/>
          </p:nvPr>
        </p:nvSpPr>
        <p:spPr>
          <a:xfrm>
            <a:off x="1847851" y="1412876"/>
            <a:ext cx="8569325" cy="4824413"/>
          </a:xfrm>
        </p:spPr>
        <p:txBody>
          <a:bodyPr/>
          <a:lstStyle/>
          <a:p>
            <a:pPr algn="just">
              <a:defRPr/>
            </a:pPr>
            <a:r>
              <a:rPr lang="en-US" sz="2800" dirty="0"/>
              <a:t>We wish to test</a:t>
            </a:r>
          </a:p>
          <a:p>
            <a:pPr algn="just">
              <a:buFontTx/>
              <a:buNone/>
              <a:defRPr/>
            </a:pPr>
            <a:r>
              <a:rPr lang="en-US" sz="2800" dirty="0"/>
              <a:t>                </a:t>
            </a:r>
            <a:r>
              <a:rPr lang="en-US" sz="2800" i="1" dirty="0"/>
              <a:t>H</a:t>
            </a:r>
            <a:r>
              <a:rPr lang="en-US" sz="2800" baseline="-25000" dirty="0"/>
              <a:t>0 </a:t>
            </a:r>
            <a:r>
              <a:rPr lang="en-US" sz="2800" dirty="0"/>
              <a:t>: µ</a:t>
            </a:r>
            <a:r>
              <a:rPr lang="en-US" sz="2800" baseline="-25000" dirty="0"/>
              <a:t>1</a:t>
            </a:r>
            <a:r>
              <a:rPr lang="en-US" sz="2800" dirty="0"/>
              <a:t> - µ</a:t>
            </a:r>
            <a:r>
              <a:rPr lang="en-US" sz="2800" baseline="-25000" dirty="0"/>
              <a:t>2</a:t>
            </a:r>
            <a:r>
              <a:rPr lang="en-US" sz="2800" dirty="0"/>
              <a:t> = </a:t>
            </a:r>
          </a:p>
          <a:p>
            <a:pPr marL="273050" indent="1047750" algn="just">
              <a:buNone/>
              <a:defRPr/>
            </a:pPr>
            <a:r>
              <a:rPr lang="en-US" sz="2800" i="1" dirty="0"/>
              <a:t> H</a:t>
            </a:r>
            <a:r>
              <a:rPr lang="en-US" sz="2800" baseline="-25000" dirty="0"/>
              <a:t>1 </a:t>
            </a:r>
            <a:r>
              <a:rPr lang="en-US" sz="2800" dirty="0"/>
              <a:t>: µ</a:t>
            </a:r>
            <a:r>
              <a:rPr lang="en-US" sz="2800" baseline="-25000" dirty="0"/>
              <a:t>1</a:t>
            </a:r>
            <a:r>
              <a:rPr lang="en-US" sz="2800" dirty="0"/>
              <a:t> - µ</a:t>
            </a:r>
            <a:r>
              <a:rPr lang="en-US" sz="2800" baseline="-25000" dirty="0"/>
              <a:t>2</a:t>
            </a:r>
            <a:r>
              <a:rPr lang="en-US" sz="2800" dirty="0"/>
              <a:t>  ≠</a:t>
            </a:r>
          </a:p>
          <a:p>
            <a:pPr marL="273050" indent="1047750" algn="just">
              <a:buNone/>
              <a:defRPr/>
            </a:pPr>
            <a:endParaRPr lang="en-US" sz="2800" dirty="0"/>
          </a:p>
          <a:p>
            <a:pPr marL="822960" lvl="1" indent="-457200" algn="just">
              <a:buFont typeface="Wingdings" charset="2"/>
              <a:buChar char="§"/>
              <a:defRPr/>
            </a:pPr>
            <a:r>
              <a:rPr lang="en-US" dirty="0"/>
              <a:t>Let </a:t>
            </a:r>
            <a:r>
              <a:rPr lang="en-US" i="1" dirty="0"/>
              <a:t>X</a:t>
            </a:r>
            <a:r>
              <a:rPr lang="en-US" baseline="-25000" dirty="0"/>
              <a:t>11</a:t>
            </a:r>
            <a:r>
              <a:rPr lang="en-US" dirty="0"/>
              <a:t>, </a:t>
            </a:r>
            <a:r>
              <a:rPr lang="en-US" i="1" dirty="0"/>
              <a:t>X</a:t>
            </a:r>
            <a:r>
              <a:rPr lang="en-US" i="1" baseline="-25000" dirty="0"/>
              <a:t>1</a:t>
            </a:r>
            <a:r>
              <a:rPr lang="en-US" baseline="-25000" dirty="0"/>
              <a:t>2</a:t>
            </a:r>
            <a:r>
              <a:rPr lang="en-US" dirty="0"/>
              <a:t>,...., </a:t>
            </a:r>
            <a:r>
              <a:rPr lang="en-US" i="1" dirty="0"/>
              <a:t>X</a:t>
            </a:r>
            <a:r>
              <a:rPr lang="en-US" i="1" baseline="-25000" dirty="0"/>
              <a:t>1n1  </a:t>
            </a:r>
            <a:r>
              <a:rPr lang="en-US" dirty="0"/>
              <a:t>be a random sample of </a:t>
            </a:r>
            <a:r>
              <a:rPr lang="en-US" i="1" dirty="0"/>
              <a:t>n</a:t>
            </a:r>
            <a:r>
              <a:rPr lang="en-US" baseline="-25000" dirty="0"/>
              <a:t>1</a:t>
            </a:r>
            <a:r>
              <a:rPr lang="en-US" dirty="0"/>
              <a:t> observations from the first population. </a:t>
            </a:r>
          </a:p>
          <a:p>
            <a:pPr marL="822960" lvl="1" indent="-457200" algn="just">
              <a:buFont typeface="Wingdings" charset="2"/>
              <a:buChar char="§"/>
              <a:defRPr/>
            </a:pPr>
            <a:r>
              <a:rPr lang="en-US" i="1" dirty="0"/>
              <a:t>Let X</a:t>
            </a:r>
            <a:r>
              <a:rPr lang="en-US" baseline="-25000" dirty="0"/>
              <a:t>21</a:t>
            </a:r>
            <a:r>
              <a:rPr lang="en-US" dirty="0"/>
              <a:t>, </a:t>
            </a:r>
            <a:r>
              <a:rPr lang="en-US" i="1" dirty="0"/>
              <a:t>X</a:t>
            </a:r>
            <a:r>
              <a:rPr lang="en-US" i="1" baseline="-25000" dirty="0"/>
              <a:t>2</a:t>
            </a:r>
            <a:r>
              <a:rPr lang="en-US" baseline="-25000" dirty="0"/>
              <a:t>2</a:t>
            </a:r>
            <a:r>
              <a:rPr lang="en-US" dirty="0"/>
              <a:t>,...., </a:t>
            </a:r>
            <a:r>
              <a:rPr lang="en-US" i="1" dirty="0"/>
              <a:t>X</a:t>
            </a:r>
            <a:r>
              <a:rPr lang="en-US" i="1" baseline="-25000" dirty="0"/>
              <a:t>2n2 </a:t>
            </a:r>
            <a:r>
              <a:rPr lang="en-US" dirty="0"/>
              <a:t>be a random sample of </a:t>
            </a:r>
            <a:r>
              <a:rPr lang="en-US" i="1" dirty="0"/>
              <a:t>n</a:t>
            </a:r>
            <a:r>
              <a:rPr lang="en-US" baseline="-25000" dirty="0"/>
              <a:t>2</a:t>
            </a:r>
            <a:r>
              <a:rPr lang="en-US" dirty="0"/>
              <a:t> observations from the second population. </a:t>
            </a:r>
          </a:p>
          <a:p>
            <a:pPr marL="822960" lvl="1" indent="-457200" algn="just">
              <a:buFont typeface="Wingdings" charset="2"/>
              <a:buChar char="§"/>
              <a:defRPr/>
            </a:pPr>
            <a:r>
              <a:rPr lang="en-US" dirty="0"/>
              <a:t>Let </a:t>
            </a:r>
            <a:r>
              <a:rPr lang="en-US" i="1" dirty="0"/>
              <a:t>S</a:t>
            </a:r>
            <a:r>
              <a:rPr lang="en-US" baseline="-25000" dirty="0"/>
              <a:t>1</a:t>
            </a:r>
            <a:r>
              <a:rPr lang="en-US" baseline="30000" dirty="0"/>
              <a:t>2</a:t>
            </a:r>
            <a:r>
              <a:rPr lang="en-US" dirty="0"/>
              <a:t>, and </a:t>
            </a:r>
            <a:r>
              <a:rPr lang="en-US" i="1" dirty="0"/>
              <a:t>S</a:t>
            </a:r>
            <a:r>
              <a:rPr lang="en-US" baseline="-25000" dirty="0"/>
              <a:t>2</a:t>
            </a:r>
            <a:r>
              <a:rPr lang="en-US" baseline="30000" dirty="0"/>
              <a:t>2</a:t>
            </a:r>
            <a:r>
              <a:rPr lang="en-US" dirty="0"/>
              <a:t> be sample variances, respectively. </a:t>
            </a:r>
          </a:p>
          <a:p>
            <a:pPr algn="just">
              <a:defRPr/>
            </a:pPr>
            <a:endParaRPr lang="en-AU" sz="2800" dirty="0"/>
          </a:p>
        </p:txBody>
      </p:sp>
      <p:sp>
        <p:nvSpPr>
          <p:cNvPr id="55299" name="Slide Number Placeholder 3"/>
          <p:cNvSpPr>
            <a:spLocks noGrp="1"/>
          </p:cNvSpPr>
          <p:nvPr>
            <p:ph type="sldNum" sz="quarter" idx="10"/>
          </p:nvPr>
        </p:nvSpPr>
        <p:spPr bwMode="auto">
          <a:xfrm>
            <a:off x="9490075" y="6553200"/>
            <a:ext cx="1143000" cy="30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D1C34EBA-8619-2548-9D2F-A7810B0F27E0}" type="slidenum">
              <a:rPr lang="en-US" sz="1200">
                <a:solidFill>
                  <a:srgbClr val="898989"/>
                </a:solidFill>
                <a:cs typeface="Arial" charset="0"/>
              </a:rPr>
              <a:pPr eaLnBrk="1" hangingPunct="1"/>
              <a:t>35</a:t>
            </a:fld>
            <a:endParaRPr lang="en-US" sz="1200">
              <a:solidFill>
                <a:srgbClr val="898989"/>
              </a:solidFill>
              <a:cs typeface="Arial" charset="0"/>
            </a:endParaRPr>
          </a:p>
        </p:txBody>
      </p:sp>
      <p:grpSp>
        <p:nvGrpSpPr>
          <p:cNvPr id="55300" name="Group 1"/>
          <p:cNvGrpSpPr>
            <a:grpSpLocks/>
          </p:cNvGrpSpPr>
          <p:nvPr/>
        </p:nvGrpSpPr>
        <p:grpSpPr bwMode="auto">
          <a:xfrm>
            <a:off x="5451476" y="2060576"/>
            <a:ext cx="428625" cy="1177925"/>
            <a:chOff x="3927351" y="2060848"/>
            <a:chExt cx="428625" cy="1177652"/>
          </a:xfrm>
        </p:grpSpPr>
        <p:pic>
          <p:nvPicPr>
            <p:cNvPr id="55301"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27351" y="2060848"/>
              <a:ext cx="428625"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302"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27351" y="2662238"/>
              <a:ext cx="428625"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Content Placeholder 2"/>
          <p:cNvSpPr>
            <a:spLocks noGrp="1"/>
          </p:cNvSpPr>
          <p:nvPr>
            <p:ph idx="1"/>
          </p:nvPr>
        </p:nvSpPr>
        <p:spPr>
          <a:xfrm>
            <a:off x="1774826" y="1268413"/>
            <a:ext cx="8220075" cy="4525962"/>
          </a:xfrm>
        </p:spPr>
        <p:txBody>
          <a:bodyPr/>
          <a:lstStyle/>
          <a:p>
            <a:r>
              <a:rPr lang="en-US">
                <a:latin typeface="Calibri" charset="0"/>
              </a:rPr>
              <a:t>The procedure of testing:</a:t>
            </a:r>
          </a:p>
          <a:p>
            <a:endParaRPr lang="en-AU">
              <a:latin typeface="Calibri" charset="0"/>
            </a:endParaRPr>
          </a:p>
        </p:txBody>
      </p:sp>
      <p:sp>
        <p:nvSpPr>
          <p:cNvPr id="56322" name="Slide Number Placeholder 3"/>
          <p:cNvSpPr>
            <a:spLocks noGrp="1"/>
          </p:cNvSpPr>
          <p:nvPr>
            <p:ph type="sldNum" sz="quarter" idx="10"/>
          </p:nvPr>
        </p:nvSpPr>
        <p:spPr bwMode="auto">
          <a:xfrm>
            <a:off x="9490075" y="6553200"/>
            <a:ext cx="1143000" cy="30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7B08D61B-0C9B-8A4F-8740-2309B841B1FE}" type="slidenum">
              <a:rPr lang="en-US" sz="1200">
                <a:solidFill>
                  <a:srgbClr val="898989"/>
                </a:solidFill>
                <a:cs typeface="Arial" charset="0"/>
              </a:rPr>
              <a:pPr eaLnBrk="1" hangingPunct="1"/>
              <a:t>36</a:t>
            </a:fld>
            <a:endParaRPr lang="en-US" sz="1200">
              <a:solidFill>
                <a:srgbClr val="898989"/>
              </a:solidFill>
              <a:cs typeface="Arial" charset="0"/>
            </a:endParaRPr>
          </a:p>
        </p:txBody>
      </p:sp>
      <p:pic>
        <p:nvPicPr>
          <p:cNvPr id="56323"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79650" y="2057400"/>
            <a:ext cx="7272338" cy="396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324" name="Title 1"/>
          <p:cNvSpPr>
            <a:spLocks noGrp="1"/>
          </p:cNvSpPr>
          <p:nvPr>
            <p:ph type="title"/>
          </p:nvPr>
        </p:nvSpPr>
        <p:spPr>
          <a:xfrm>
            <a:off x="3648076" y="274639"/>
            <a:ext cx="6562725" cy="777875"/>
          </a:xfrm>
        </p:spPr>
        <p:txBody>
          <a:bodyPr/>
          <a:lstStyle/>
          <a:p>
            <a:r>
              <a:rPr lang="en-US" b="1">
                <a:latin typeface="Calibri" charset="0"/>
              </a:rPr>
              <a:t>Case 1 :  σ</a:t>
            </a:r>
            <a:r>
              <a:rPr lang="en-US" b="1" baseline="-25000">
                <a:latin typeface="Calibri" charset="0"/>
              </a:rPr>
              <a:t>1</a:t>
            </a:r>
            <a:r>
              <a:rPr lang="en-US" b="1" baseline="30000">
                <a:latin typeface="Calibri" charset="0"/>
              </a:rPr>
              <a:t>2</a:t>
            </a:r>
            <a:r>
              <a:rPr lang="en-US" b="1">
                <a:latin typeface="Calibri" charset="0"/>
              </a:rPr>
              <a:t> = σ</a:t>
            </a:r>
            <a:r>
              <a:rPr lang="en-US" b="1" baseline="-25000">
                <a:latin typeface="Calibri" charset="0"/>
              </a:rPr>
              <a:t>2</a:t>
            </a:r>
            <a:r>
              <a:rPr lang="en-US" b="1" baseline="30000">
                <a:latin typeface="Calibri" charset="0"/>
              </a:rPr>
              <a:t>2 </a:t>
            </a:r>
            <a:r>
              <a:rPr lang="en-US" b="1">
                <a:latin typeface="Calibri" charset="0"/>
              </a:rPr>
              <a:t>=</a:t>
            </a:r>
            <a:r>
              <a:rPr lang="en-US" b="1" baseline="30000">
                <a:latin typeface="Calibri" charset="0"/>
              </a:rPr>
              <a:t> </a:t>
            </a:r>
            <a:r>
              <a:rPr lang="en-US" b="1">
                <a:latin typeface="Calibri" charset="0"/>
              </a:rPr>
              <a:t>σ</a:t>
            </a:r>
            <a:r>
              <a:rPr lang="en-US" b="1" baseline="30000">
                <a:latin typeface="Calibri" charset="0"/>
              </a:rPr>
              <a:t>2</a:t>
            </a:r>
            <a:endParaRPr lang="en-AU">
              <a:latin typeface="Calibri"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Title 1"/>
          <p:cNvSpPr>
            <a:spLocks noGrp="1"/>
          </p:cNvSpPr>
          <p:nvPr>
            <p:ph type="title"/>
          </p:nvPr>
        </p:nvSpPr>
        <p:spPr>
          <a:xfrm>
            <a:off x="3648076" y="274639"/>
            <a:ext cx="6562725" cy="777875"/>
          </a:xfrm>
        </p:spPr>
        <p:txBody>
          <a:bodyPr/>
          <a:lstStyle/>
          <a:p>
            <a:r>
              <a:rPr lang="en-US" b="1">
                <a:latin typeface="Calibri" charset="0"/>
              </a:rPr>
              <a:t>Case 1 :  σ</a:t>
            </a:r>
            <a:r>
              <a:rPr lang="en-US" b="1" baseline="-25000">
                <a:latin typeface="Calibri" charset="0"/>
              </a:rPr>
              <a:t>1</a:t>
            </a:r>
            <a:r>
              <a:rPr lang="en-US" b="1" baseline="30000">
                <a:latin typeface="Calibri" charset="0"/>
              </a:rPr>
              <a:t>2</a:t>
            </a:r>
            <a:r>
              <a:rPr lang="en-US" b="1">
                <a:latin typeface="Calibri" charset="0"/>
              </a:rPr>
              <a:t> = σ</a:t>
            </a:r>
            <a:r>
              <a:rPr lang="en-US" b="1" baseline="-25000">
                <a:latin typeface="Calibri" charset="0"/>
              </a:rPr>
              <a:t>2</a:t>
            </a:r>
            <a:r>
              <a:rPr lang="en-US" b="1" baseline="30000">
                <a:latin typeface="Calibri" charset="0"/>
              </a:rPr>
              <a:t>2 </a:t>
            </a:r>
            <a:r>
              <a:rPr lang="en-US" b="1">
                <a:latin typeface="Calibri" charset="0"/>
              </a:rPr>
              <a:t>=</a:t>
            </a:r>
            <a:r>
              <a:rPr lang="en-US" b="1" baseline="30000">
                <a:latin typeface="Calibri" charset="0"/>
              </a:rPr>
              <a:t> </a:t>
            </a:r>
            <a:r>
              <a:rPr lang="en-US" b="1">
                <a:latin typeface="Calibri" charset="0"/>
              </a:rPr>
              <a:t>σ</a:t>
            </a:r>
            <a:r>
              <a:rPr lang="en-US" b="1" baseline="30000">
                <a:latin typeface="Calibri" charset="0"/>
              </a:rPr>
              <a:t>2</a:t>
            </a:r>
            <a:endParaRPr lang="en-AU">
              <a:latin typeface="Calibri" charset="0"/>
            </a:endParaRPr>
          </a:p>
        </p:txBody>
      </p:sp>
      <p:sp>
        <p:nvSpPr>
          <p:cNvPr id="3" name="Content Placeholder 2"/>
          <p:cNvSpPr>
            <a:spLocks noGrp="1"/>
          </p:cNvSpPr>
          <p:nvPr>
            <p:ph idx="1"/>
          </p:nvPr>
        </p:nvSpPr>
        <p:spPr>
          <a:xfrm>
            <a:off x="1774826" y="1268413"/>
            <a:ext cx="8435975" cy="4525962"/>
          </a:xfrm>
        </p:spPr>
        <p:txBody>
          <a:bodyPr/>
          <a:lstStyle/>
          <a:p>
            <a:pPr algn="just">
              <a:defRPr/>
            </a:pPr>
            <a:r>
              <a:rPr lang="en-US" sz="2800" dirty="0"/>
              <a:t>A </a:t>
            </a:r>
            <a:r>
              <a:rPr lang="en-US" sz="2800" i="1" dirty="0"/>
              <a:t>pooled estimates of the variance </a:t>
            </a:r>
            <a:r>
              <a:rPr lang="en-US" sz="2800" dirty="0"/>
              <a:t>is a weighted average of the variance using the two sample variances and the degree of freedom of each variance as the weights.</a:t>
            </a:r>
          </a:p>
          <a:p>
            <a:pPr algn="just">
              <a:defRPr/>
            </a:pPr>
            <a:r>
              <a:rPr lang="en-US" sz="2800" dirty="0"/>
              <a:t>The </a:t>
            </a:r>
            <a:r>
              <a:rPr lang="en-US" sz="2800" i="1" dirty="0"/>
              <a:t>pooled estimator </a:t>
            </a:r>
            <a:r>
              <a:rPr lang="en-US" sz="2800" dirty="0"/>
              <a:t>of σ</a:t>
            </a:r>
            <a:r>
              <a:rPr lang="en-US" sz="2800" baseline="30000" dirty="0"/>
              <a:t>2</a:t>
            </a:r>
            <a:r>
              <a:rPr lang="en-US" sz="2800" dirty="0"/>
              <a:t>, denoted by </a:t>
            </a:r>
            <a:r>
              <a:rPr lang="en-US" sz="2800" i="1" dirty="0"/>
              <a:t>S</a:t>
            </a:r>
            <a:r>
              <a:rPr lang="en-US" sz="2800" i="1" baseline="-25000" dirty="0"/>
              <a:t>p</a:t>
            </a:r>
            <a:r>
              <a:rPr lang="en-US" sz="2800" baseline="30000" dirty="0"/>
              <a:t>2</a:t>
            </a:r>
            <a:r>
              <a:rPr lang="en-US" sz="2800" dirty="0"/>
              <a:t> is defined by</a:t>
            </a:r>
          </a:p>
          <a:p>
            <a:pPr marL="0" indent="0" algn="just">
              <a:buNone/>
              <a:defRPr/>
            </a:pPr>
            <a:r>
              <a:rPr lang="en-AU" sz="2800" dirty="0"/>
              <a:t>	</a:t>
            </a:r>
          </a:p>
          <a:p>
            <a:pPr marL="0" indent="0" algn="just">
              <a:buNone/>
              <a:defRPr/>
            </a:pPr>
            <a:r>
              <a:rPr lang="en-AU" sz="2800" dirty="0"/>
              <a:t>		</a:t>
            </a:r>
          </a:p>
        </p:txBody>
      </p:sp>
      <p:sp>
        <p:nvSpPr>
          <p:cNvPr id="57347" name="Slide Number Placeholder 3"/>
          <p:cNvSpPr>
            <a:spLocks noGrp="1"/>
          </p:cNvSpPr>
          <p:nvPr>
            <p:ph type="sldNum" sz="quarter" idx="10"/>
          </p:nvPr>
        </p:nvSpPr>
        <p:spPr bwMode="auto">
          <a:xfrm>
            <a:off x="9490075" y="6553200"/>
            <a:ext cx="1143000" cy="30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34188521-FCF0-2842-A694-993F1F9D0D7A}" type="slidenum">
              <a:rPr lang="en-US" sz="1200">
                <a:solidFill>
                  <a:srgbClr val="898989"/>
                </a:solidFill>
                <a:cs typeface="Arial" charset="0"/>
              </a:rPr>
              <a:pPr eaLnBrk="1" hangingPunct="1"/>
              <a:t>37</a:t>
            </a:fld>
            <a:endParaRPr lang="en-US" sz="1200">
              <a:solidFill>
                <a:srgbClr val="898989"/>
              </a:solidFill>
              <a:cs typeface="Arial" charset="0"/>
            </a:endParaRPr>
          </a:p>
        </p:txBody>
      </p:sp>
      <p:pic>
        <p:nvPicPr>
          <p:cNvPr id="5734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43201" y="4191001"/>
            <a:ext cx="6372225" cy="1239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Content Placeholder 2"/>
          <p:cNvSpPr>
            <a:spLocks noGrp="1"/>
          </p:cNvSpPr>
          <p:nvPr>
            <p:ph idx="1"/>
          </p:nvPr>
        </p:nvSpPr>
        <p:spPr>
          <a:xfrm>
            <a:off x="1774826" y="1711326"/>
            <a:ext cx="8507413" cy="4525963"/>
          </a:xfrm>
        </p:spPr>
        <p:txBody>
          <a:bodyPr/>
          <a:lstStyle/>
          <a:p>
            <a:pPr marL="0" indent="0" algn="just">
              <a:buNone/>
            </a:pPr>
            <a:r>
              <a:rPr lang="en-US" sz="2800" dirty="0">
                <a:latin typeface="Calibri" charset="0"/>
              </a:rPr>
              <a:t>Two catalysts are being analyzed to determine how they affect the mean yield of a chemical process. Specifically, catalyst 1 is currently in use, but catalyst 2 is acceptable. Since catalyst 2 is cheaper, it should be adopted, providing it does not change the process yield. A test is run in the pilot plant and results in the data shown in Table 1 (next page). Is there any difference between the mean yields? Conduct the t-test with α = 0.05, and assume equal variances.</a:t>
            </a:r>
          </a:p>
          <a:p>
            <a:pPr marL="0" indent="0" algn="just">
              <a:buNone/>
            </a:pPr>
            <a:endParaRPr lang="en-US" sz="2800" dirty="0">
              <a:latin typeface="Calibri" charset="0"/>
            </a:endParaRPr>
          </a:p>
          <a:p>
            <a:pPr marL="0" indent="0" algn="just">
              <a:buNone/>
            </a:pPr>
            <a:endParaRPr lang="en-AU" sz="2800" dirty="0">
              <a:latin typeface="Calibri" charset="0"/>
            </a:endParaRPr>
          </a:p>
        </p:txBody>
      </p:sp>
      <p:sp>
        <p:nvSpPr>
          <p:cNvPr id="59394" name="Slide Number Placeholder 3"/>
          <p:cNvSpPr>
            <a:spLocks noGrp="1"/>
          </p:cNvSpPr>
          <p:nvPr>
            <p:ph type="sldNum" sz="quarter" idx="10"/>
          </p:nvPr>
        </p:nvSpPr>
        <p:spPr bwMode="auto">
          <a:xfrm>
            <a:off x="9490075" y="6553200"/>
            <a:ext cx="1143000" cy="30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576F2858-8D21-2B49-A5FA-5EF63D8303E0}" type="slidenum">
              <a:rPr lang="en-US" sz="1200">
                <a:solidFill>
                  <a:srgbClr val="898989"/>
                </a:solidFill>
                <a:cs typeface="Arial" charset="0"/>
              </a:rPr>
              <a:pPr eaLnBrk="1" hangingPunct="1"/>
              <a:t>38</a:t>
            </a:fld>
            <a:endParaRPr lang="en-US" sz="1200">
              <a:solidFill>
                <a:srgbClr val="898989"/>
              </a:solidFill>
              <a:cs typeface="Arial" charset="0"/>
            </a:endParaRPr>
          </a:p>
        </p:txBody>
      </p:sp>
      <p:sp>
        <p:nvSpPr>
          <p:cNvPr id="59395" name="Title 1"/>
          <p:cNvSpPr>
            <a:spLocks noGrp="1"/>
          </p:cNvSpPr>
          <p:nvPr>
            <p:ph type="title"/>
          </p:nvPr>
        </p:nvSpPr>
        <p:spPr>
          <a:xfrm>
            <a:off x="3648076" y="274639"/>
            <a:ext cx="6562725" cy="706437"/>
          </a:xfrm>
        </p:spPr>
        <p:txBody>
          <a:bodyPr/>
          <a:lstStyle/>
          <a:p>
            <a:r>
              <a:rPr lang="en-US" sz="4400" b="1" dirty="0">
                <a:latin typeface="Calibri" charset="0"/>
              </a:rPr>
              <a:t>Example</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Slide Number Placeholder 3"/>
          <p:cNvSpPr>
            <a:spLocks noGrp="1"/>
          </p:cNvSpPr>
          <p:nvPr>
            <p:ph type="sldNum" sz="quarter" idx="10"/>
          </p:nvPr>
        </p:nvSpPr>
        <p:spPr bwMode="auto">
          <a:xfrm>
            <a:off x="9417050" y="6553200"/>
            <a:ext cx="1143000" cy="30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5DD5E38C-C9E1-F84C-A822-5E2F7873B0EB}" type="slidenum">
              <a:rPr lang="en-US" sz="1200">
                <a:solidFill>
                  <a:srgbClr val="898989"/>
                </a:solidFill>
                <a:cs typeface="Arial" charset="0"/>
              </a:rPr>
              <a:pPr eaLnBrk="1" hangingPunct="1"/>
              <a:t>39</a:t>
            </a:fld>
            <a:endParaRPr lang="en-US" sz="1200">
              <a:solidFill>
                <a:srgbClr val="898989"/>
              </a:solidFill>
              <a:cs typeface="Arial" charset="0"/>
            </a:endParaRPr>
          </a:p>
        </p:txBody>
      </p:sp>
      <p:pic>
        <p:nvPicPr>
          <p:cNvPr id="604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51088" y="1633538"/>
            <a:ext cx="7116762" cy="4489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419" name="TextBox 2"/>
          <p:cNvSpPr txBox="1">
            <a:spLocks noChangeArrowheads="1"/>
          </p:cNvSpPr>
          <p:nvPr/>
        </p:nvSpPr>
        <p:spPr bwMode="auto">
          <a:xfrm>
            <a:off x="5564188" y="981075"/>
            <a:ext cx="1395412"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r>
              <a:rPr lang="en-US" sz="3200"/>
              <a:t>Table 1</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Title 1"/>
          <p:cNvSpPr>
            <a:spLocks noGrp="1"/>
          </p:cNvSpPr>
          <p:nvPr>
            <p:ph type="title"/>
          </p:nvPr>
        </p:nvSpPr>
        <p:spPr>
          <a:xfrm>
            <a:off x="3648076" y="274639"/>
            <a:ext cx="6562725" cy="706437"/>
          </a:xfrm>
          <a:ln>
            <a:noFill/>
          </a:ln>
          <a:extLst>
            <a:ext uri="{91240B29-F687-4F45-9708-019B960494DF}">
              <a14:hiddenLine xmlns:a14="http://schemas.microsoft.com/office/drawing/2010/main" w="9525">
                <a:solidFill>
                  <a:srgbClr val="000000"/>
                </a:solidFill>
                <a:miter lim="800000"/>
                <a:headEnd/>
                <a:tailEnd/>
              </a14:hiddenLine>
            </a:ext>
          </a:extLst>
        </p:spPr>
        <p:style>
          <a:lnRef idx="2">
            <a:schemeClr val="accent3"/>
          </a:lnRef>
          <a:fillRef idx="1">
            <a:schemeClr val="lt1"/>
          </a:fillRef>
          <a:effectRef idx="0">
            <a:schemeClr val="accent3"/>
          </a:effectRef>
          <a:fontRef idx="minor">
            <a:schemeClr val="dk1"/>
          </a:fontRef>
        </p:style>
        <p:txBody>
          <a:bodyPr/>
          <a:lstStyle/>
          <a:p>
            <a:pPr>
              <a:defRPr/>
            </a:pPr>
            <a:r>
              <a:rPr lang="en-AU" sz="4000" b="1" dirty="0">
                <a:latin typeface="Arial" charset="0"/>
              </a:rPr>
              <a:t>Example - Solution</a:t>
            </a:r>
          </a:p>
        </p:txBody>
      </p:sp>
      <p:sp>
        <p:nvSpPr>
          <p:cNvPr id="48130" name="Content Placeholder 2"/>
          <p:cNvSpPr>
            <a:spLocks noGrp="1"/>
          </p:cNvSpPr>
          <p:nvPr>
            <p:ph idx="1"/>
          </p:nvPr>
        </p:nvSpPr>
        <p:spPr>
          <a:xfrm>
            <a:off x="1774825" y="1412875"/>
            <a:ext cx="8642350" cy="4895850"/>
          </a:xfrm>
        </p:spPr>
        <p:txBody>
          <a:bodyPr/>
          <a:lstStyle/>
          <a:p>
            <a:pPr marL="514350" indent="-514350" algn="just">
              <a:buFont typeface="Arial" charset="0"/>
              <a:buAutoNum type="arabicPeriod"/>
              <a:defRPr/>
            </a:pPr>
            <a:r>
              <a:rPr lang="en-US" sz="2800" dirty="0">
                <a:latin typeface="+mj-lt"/>
              </a:rPr>
              <a:t>The parameters of interest are µ</a:t>
            </a:r>
            <a:r>
              <a:rPr lang="en-US" sz="2800" baseline="-25000" dirty="0">
                <a:latin typeface="+mj-lt"/>
              </a:rPr>
              <a:t>1 </a:t>
            </a:r>
            <a:r>
              <a:rPr lang="en-US" sz="2800" dirty="0">
                <a:latin typeface="+mj-lt"/>
              </a:rPr>
              <a:t>and µ</a:t>
            </a:r>
            <a:r>
              <a:rPr lang="en-US" sz="2800" baseline="-25000" dirty="0">
                <a:latin typeface="+mj-lt"/>
              </a:rPr>
              <a:t>2</a:t>
            </a:r>
            <a:r>
              <a:rPr lang="en-US" sz="2800" dirty="0">
                <a:latin typeface="+mj-lt"/>
              </a:rPr>
              <a:t>, the mean process yield using catalysts 1 and 2, respectively, and we want to know if  </a:t>
            </a:r>
          </a:p>
          <a:p>
            <a:pPr marL="0" indent="0">
              <a:buNone/>
              <a:defRPr/>
            </a:pPr>
            <a:r>
              <a:rPr lang="en-US" sz="2800" i="1" dirty="0">
                <a:latin typeface="+mj-lt"/>
              </a:rPr>
              <a:t>      H</a:t>
            </a:r>
            <a:r>
              <a:rPr lang="en-US" sz="2800" baseline="-25000" dirty="0">
                <a:latin typeface="+mj-lt"/>
              </a:rPr>
              <a:t>0</a:t>
            </a:r>
            <a:r>
              <a:rPr lang="en-US" sz="2800" dirty="0">
                <a:latin typeface="+mj-lt"/>
              </a:rPr>
              <a:t>:              = 0. </a:t>
            </a:r>
          </a:p>
          <a:p>
            <a:pPr marL="0" indent="0">
              <a:buNone/>
              <a:defRPr/>
            </a:pPr>
            <a:r>
              <a:rPr lang="en-US" sz="2800" i="1" dirty="0">
                <a:latin typeface="+mj-lt"/>
              </a:rPr>
              <a:t>      H</a:t>
            </a:r>
            <a:r>
              <a:rPr lang="en-US" sz="2800" baseline="-25000" dirty="0">
                <a:latin typeface="+mj-lt"/>
              </a:rPr>
              <a:t>1</a:t>
            </a:r>
            <a:r>
              <a:rPr lang="en-US" sz="2800" dirty="0">
                <a:latin typeface="+mj-lt"/>
              </a:rPr>
              <a:t>: </a:t>
            </a:r>
          </a:p>
          <a:p>
            <a:pPr marL="0" indent="0">
              <a:buNone/>
              <a:defRPr/>
            </a:pPr>
            <a:r>
              <a:rPr lang="en-US" sz="2800" dirty="0">
                <a:latin typeface="+mj-lt"/>
              </a:rPr>
              <a:t>2. Given, α =0.05. The test statistic is</a:t>
            </a:r>
          </a:p>
          <a:p>
            <a:pPr marL="514350" indent="-514350">
              <a:buNone/>
              <a:defRPr/>
            </a:pPr>
            <a:endParaRPr lang="en-AU" sz="2800" dirty="0">
              <a:latin typeface="+mj-lt"/>
            </a:endParaRPr>
          </a:p>
        </p:txBody>
      </p:sp>
      <p:pic>
        <p:nvPicPr>
          <p:cNvPr id="6144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1801" y="2854326"/>
            <a:ext cx="898525" cy="42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4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95600" y="3352800"/>
            <a:ext cx="14112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45"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38601" y="4572001"/>
            <a:ext cx="2995919" cy="150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46" name="Slide Number Placeholder 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9FA193CC-DA2D-7742-9E86-F70B92349B9F}" type="slidenum">
              <a:rPr lang="en-US" sz="1200">
                <a:solidFill>
                  <a:srgbClr val="898989"/>
                </a:solidFill>
                <a:cs typeface="Arial" charset="0"/>
              </a:rPr>
              <a:pPr eaLnBrk="1" hangingPunct="1"/>
              <a:t>40</a:t>
            </a:fld>
            <a:endParaRPr lang="en-US" sz="1200">
              <a:solidFill>
                <a:srgbClr val="898989"/>
              </a:solidFill>
              <a:cs typeface="Arial"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Content Placeholder 2"/>
          <p:cNvSpPr>
            <a:spLocks noGrp="1"/>
          </p:cNvSpPr>
          <p:nvPr>
            <p:ph idx="1"/>
          </p:nvPr>
        </p:nvSpPr>
        <p:spPr>
          <a:xfrm>
            <a:off x="1703389" y="1196976"/>
            <a:ext cx="8785225" cy="4525963"/>
          </a:xfrm>
        </p:spPr>
        <p:txBody>
          <a:bodyPr/>
          <a:lstStyle/>
          <a:p>
            <a:pPr marL="0" indent="0">
              <a:buNone/>
              <a:defRPr/>
            </a:pPr>
            <a:r>
              <a:rPr lang="en-US" sz="2800" dirty="0"/>
              <a:t>3. Reject </a:t>
            </a:r>
            <a:r>
              <a:rPr lang="en-US" sz="2800" i="1" dirty="0"/>
              <a:t>H</a:t>
            </a:r>
            <a:r>
              <a:rPr lang="en-US" sz="2800" baseline="-25000" dirty="0"/>
              <a:t>0</a:t>
            </a:r>
            <a:r>
              <a:rPr lang="en-US" sz="2800" dirty="0"/>
              <a:t> if </a:t>
            </a:r>
            <a:r>
              <a:rPr lang="en-US" sz="2800" i="1" dirty="0"/>
              <a:t>t</a:t>
            </a:r>
            <a:r>
              <a:rPr lang="en-US" sz="2800" baseline="-25000" dirty="0"/>
              <a:t>0 </a:t>
            </a:r>
            <a:r>
              <a:rPr lang="en-US" sz="2800" dirty="0"/>
              <a:t>&gt; </a:t>
            </a:r>
            <a:r>
              <a:rPr lang="en-US" sz="2800" i="1" dirty="0"/>
              <a:t>t</a:t>
            </a:r>
            <a:r>
              <a:rPr lang="en-US" sz="2800" i="1" baseline="-25000" dirty="0"/>
              <a:t>0.025, 14  </a:t>
            </a:r>
            <a:r>
              <a:rPr lang="en-US" sz="2800" dirty="0"/>
              <a:t>= 2.145, or </a:t>
            </a:r>
          </a:p>
          <a:p>
            <a:pPr marL="0" indent="0">
              <a:buNone/>
              <a:defRPr/>
            </a:pPr>
            <a:r>
              <a:rPr lang="en-US" sz="2800" dirty="0"/>
              <a:t>      if </a:t>
            </a:r>
            <a:r>
              <a:rPr lang="en-US" sz="2800" i="1" dirty="0"/>
              <a:t>t</a:t>
            </a:r>
            <a:r>
              <a:rPr lang="en-US" sz="2800" baseline="-25000" dirty="0"/>
              <a:t>0 </a:t>
            </a:r>
            <a:r>
              <a:rPr lang="en-US" sz="2800" dirty="0"/>
              <a:t>&lt; - </a:t>
            </a:r>
            <a:r>
              <a:rPr lang="en-US" sz="2800" i="1" dirty="0"/>
              <a:t>t</a:t>
            </a:r>
            <a:r>
              <a:rPr lang="en-US" sz="2800" i="1" baseline="-25000" dirty="0"/>
              <a:t>0.025, 14</a:t>
            </a:r>
            <a:r>
              <a:rPr lang="en-US" sz="2800" i="1" dirty="0"/>
              <a:t> </a:t>
            </a:r>
            <a:r>
              <a:rPr lang="en-US" sz="2800" dirty="0"/>
              <a:t>= -2.145.</a:t>
            </a:r>
          </a:p>
          <a:p>
            <a:pPr marL="0" indent="0">
              <a:buNone/>
              <a:defRPr/>
            </a:pPr>
            <a:r>
              <a:rPr lang="en-US" sz="2800" dirty="0"/>
              <a:t>4. Computations:       = 92.255 , </a:t>
            </a:r>
            <a:r>
              <a:rPr lang="en-US" sz="2800" i="1" dirty="0"/>
              <a:t>s</a:t>
            </a:r>
            <a:r>
              <a:rPr lang="en-US" sz="2800" i="1" baseline="-25000" dirty="0"/>
              <a:t>1</a:t>
            </a:r>
            <a:r>
              <a:rPr lang="en-US" sz="2800" dirty="0"/>
              <a:t>= 2.39, </a:t>
            </a:r>
            <a:r>
              <a:rPr lang="en-US" sz="2800" i="1" dirty="0"/>
              <a:t>n</a:t>
            </a:r>
            <a:r>
              <a:rPr lang="en-US" sz="2800" i="1" baseline="-25000" dirty="0"/>
              <a:t>1</a:t>
            </a:r>
            <a:r>
              <a:rPr lang="en-US" sz="2800" dirty="0"/>
              <a:t> =8,</a:t>
            </a:r>
          </a:p>
          <a:p>
            <a:pPr marL="0" indent="0">
              <a:buNone/>
              <a:defRPr/>
            </a:pPr>
            <a:r>
              <a:rPr lang="en-US" sz="2800" dirty="0"/>
              <a:t>          = 92.733, </a:t>
            </a:r>
            <a:r>
              <a:rPr lang="en-US" sz="2800" i="1" dirty="0"/>
              <a:t>s</a:t>
            </a:r>
            <a:r>
              <a:rPr lang="en-US" sz="2800" i="1" baseline="-25000" dirty="0"/>
              <a:t>2</a:t>
            </a:r>
            <a:r>
              <a:rPr lang="en-US" sz="2800" dirty="0"/>
              <a:t>= 2.98,  </a:t>
            </a:r>
            <a:r>
              <a:rPr lang="en-US" sz="2800" i="1" dirty="0"/>
              <a:t>n</a:t>
            </a:r>
            <a:r>
              <a:rPr lang="en-US" sz="2800" i="1" baseline="-25000" dirty="0"/>
              <a:t>2</a:t>
            </a:r>
            <a:r>
              <a:rPr lang="en-US" sz="2800" dirty="0"/>
              <a:t> = 8:</a:t>
            </a:r>
          </a:p>
          <a:p>
            <a:pPr marL="0" indent="0">
              <a:buNone/>
              <a:defRPr/>
            </a:pPr>
            <a:endParaRPr lang="en-US" sz="2800" dirty="0"/>
          </a:p>
          <a:p>
            <a:pPr marL="514350" indent="-514350">
              <a:buFontTx/>
              <a:buAutoNum type="arabicPeriod" startAt="6"/>
              <a:defRPr/>
            </a:pPr>
            <a:endParaRPr lang="en-US" sz="2800" dirty="0"/>
          </a:p>
          <a:p>
            <a:pPr marL="0" indent="0">
              <a:buNone/>
              <a:defRPr/>
            </a:pPr>
            <a:endParaRPr lang="en-US" sz="2800" dirty="0"/>
          </a:p>
          <a:p>
            <a:pPr marL="514350" indent="-514350">
              <a:buNone/>
              <a:defRPr/>
            </a:pPr>
            <a:r>
              <a:rPr lang="en-US" sz="2800" dirty="0"/>
              <a:t>       and</a:t>
            </a:r>
          </a:p>
          <a:p>
            <a:pPr marL="0" indent="0">
              <a:buNone/>
              <a:defRPr/>
            </a:pPr>
            <a:endParaRPr lang="en-US" sz="2800" dirty="0"/>
          </a:p>
          <a:p>
            <a:pPr marL="514350" indent="-514350">
              <a:defRPr/>
            </a:pPr>
            <a:endParaRPr lang="en-AU" sz="2800" dirty="0"/>
          </a:p>
        </p:txBody>
      </p:sp>
      <p:pic>
        <p:nvPicPr>
          <p:cNvPr id="62466"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51089" y="3254219"/>
            <a:ext cx="7935912" cy="1681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2467"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00401" y="4800600"/>
            <a:ext cx="5587991" cy="1626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62468" name="Object 6"/>
          <p:cNvGraphicFramePr>
            <a:graphicFrameLocks noChangeAspect="1"/>
          </p:cNvGraphicFramePr>
          <p:nvPr>
            <p:extLst>
              <p:ext uri="{D42A27DB-BD31-4B8C-83A1-F6EECF244321}">
                <p14:modId xmlns:p14="http://schemas.microsoft.com/office/powerpoint/2010/main" val="2925356229"/>
              </p:ext>
            </p:extLst>
          </p:nvPr>
        </p:nvGraphicFramePr>
        <p:xfrm>
          <a:off x="4343400" y="2133600"/>
          <a:ext cx="417512" cy="774700"/>
        </p:xfrm>
        <a:graphic>
          <a:graphicData uri="http://schemas.openxmlformats.org/presentationml/2006/ole">
            <mc:AlternateContent xmlns:mc="http://schemas.openxmlformats.org/markup-compatibility/2006">
              <mc:Choice xmlns:v="urn:schemas-microsoft-com:vml" Requires="v">
                <p:oleObj name="Equation" r:id="rId4" imgW="152334" imgH="228501" progId="Equation.3">
                  <p:embed/>
                </p:oleObj>
              </mc:Choice>
              <mc:Fallback>
                <p:oleObj name="Equation" r:id="rId4" imgW="152334" imgH="228501" progId="Equation.3">
                  <p:embed/>
                  <p:pic>
                    <p:nvPicPr>
                      <p:cNvPr id="0" name="Picture 6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43400" y="2133600"/>
                        <a:ext cx="417512" cy="774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2469" name="Object 6"/>
          <p:cNvGraphicFramePr>
            <a:graphicFrameLocks noChangeAspect="1"/>
          </p:cNvGraphicFramePr>
          <p:nvPr>
            <p:extLst>
              <p:ext uri="{D42A27DB-BD31-4B8C-83A1-F6EECF244321}">
                <p14:modId xmlns:p14="http://schemas.microsoft.com/office/powerpoint/2010/main" val="1673890434"/>
              </p:ext>
            </p:extLst>
          </p:nvPr>
        </p:nvGraphicFramePr>
        <p:xfrm>
          <a:off x="2133600" y="2667001"/>
          <a:ext cx="393700" cy="569913"/>
        </p:xfrm>
        <a:graphic>
          <a:graphicData uri="http://schemas.openxmlformats.org/presentationml/2006/ole">
            <mc:AlternateContent xmlns:mc="http://schemas.openxmlformats.org/markup-compatibility/2006">
              <mc:Choice xmlns:v="urn:schemas-microsoft-com:vml" Requires="v">
                <p:oleObj name="Equation" r:id="rId6" imgW="191880" imgH="255960" progId="Equation.3">
                  <p:embed/>
                </p:oleObj>
              </mc:Choice>
              <mc:Fallback>
                <p:oleObj name="Equation" r:id="rId6" imgW="191880" imgH="255960" progId="Equation.3">
                  <p:embed/>
                  <p:pic>
                    <p:nvPicPr>
                      <p:cNvPr id="0" name="Picture 6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33600" y="2667001"/>
                        <a:ext cx="393700" cy="5699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2470" name="Slide Number Placeholder 2"/>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BADA459B-5518-D841-9ECD-B8BD439F8A5E}" type="slidenum">
              <a:rPr lang="en-US" sz="1200">
                <a:solidFill>
                  <a:srgbClr val="898989"/>
                </a:solidFill>
                <a:cs typeface="Arial" charset="0"/>
              </a:rPr>
              <a:pPr eaLnBrk="1" hangingPunct="1"/>
              <a:t>41</a:t>
            </a:fld>
            <a:endParaRPr lang="en-US" sz="1200">
              <a:solidFill>
                <a:srgbClr val="898989"/>
              </a:solidFill>
              <a:cs typeface="Arial"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Content Placeholder 2"/>
          <p:cNvSpPr>
            <a:spLocks noGrp="1"/>
          </p:cNvSpPr>
          <p:nvPr>
            <p:ph idx="1"/>
          </p:nvPr>
        </p:nvSpPr>
        <p:spPr>
          <a:xfrm>
            <a:off x="1847850" y="1600201"/>
            <a:ext cx="8362950" cy="4525963"/>
          </a:xfrm>
        </p:spPr>
        <p:txBody>
          <a:bodyPr/>
          <a:lstStyle/>
          <a:p>
            <a:pPr marL="514350" indent="-514350" algn="just">
              <a:lnSpc>
                <a:spcPct val="130000"/>
              </a:lnSpc>
              <a:buFont typeface="+mj-lt"/>
              <a:buAutoNum type="arabicPeriod" startAt="5"/>
              <a:defRPr/>
            </a:pPr>
            <a:r>
              <a:rPr lang="en-US" sz="2800" dirty="0">
                <a:latin typeface="+mj-lt"/>
              </a:rPr>
              <a:t>Conclusion: Since  -2.145 &lt; </a:t>
            </a:r>
            <a:r>
              <a:rPr lang="en-US" sz="2800" i="1" dirty="0">
                <a:latin typeface="+mj-lt"/>
              </a:rPr>
              <a:t>t</a:t>
            </a:r>
            <a:r>
              <a:rPr lang="en-US" sz="2800" baseline="-25000" dirty="0">
                <a:latin typeface="+mj-lt"/>
              </a:rPr>
              <a:t>0</a:t>
            </a:r>
            <a:r>
              <a:rPr lang="en-US" sz="2800" dirty="0">
                <a:latin typeface="+mj-lt"/>
              </a:rPr>
              <a:t> = -0.35 &lt; 2.145, fail to reject</a:t>
            </a:r>
            <a:r>
              <a:rPr lang="en-US" sz="2800" i="1" dirty="0">
                <a:latin typeface="+mj-lt"/>
              </a:rPr>
              <a:t> H</a:t>
            </a:r>
            <a:r>
              <a:rPr lang="en-US" sz="2800" i="1" baseline="-25000" dirty="0">
                <a:latin typeface="+mj-lt"/>
              </a:rPr>
              <a:t>0</a:t>
            </a:r>
            <a:r>
              <a:rPr lang="en-US" sz="2800" i="1" dirty="0">
                <a:latin typeface="+mj-lt"/>
              </a:rPr>
              <a:t>.</a:t>
            </a:r>
            <a:r>
              <a:rPr lang="en-US" sz="2800" dirty="0">
                <a:latin typeface="+mj-lt"/>
              </a:rPr>
              <a:t> That is, at the 0.05 level of significance, we do not have strong evidence to conclude that catalyst 2 results in a mean yield that differs from the mean yield when catalyst 1 is used.</a:t>
            </a:r>
          </a:p>
          <a:p>
            <a:pPr marL="0" indent="0" algn="just">
              <a:lnSpc>
                <a:spcPct val="130000"/>
              </a:lnSpc>
              <a:buNone/>
              <a:defRPr/>
            </a:pPr>
            <a:endParaRPr lang="en-US" sz="2800" dirty="0">
              <a:latin typeface="+mj-lt"/>
            </a:endParaRPr>
          </a:p>
          <a:p>
            <a:pPr marL="0" indent="0" algn="just">
              <a:lnSpc>
                <a:spcPct val="130000"/>
              </a:lnSpc>
              <a:buNone/>
              <a:defRPr/>
            </a:pPr>
            <a:endParaRPr lang="en-AU" sz="2800" dirty="0">
              <a:latin typeface="+mj-lt"/>
            </a:endParaRPr>
          </a:p>
        </p:txBody>
      </p:sp>
      <p:sp>
        <p:nvSpPr>
          <p:cNvPr id="63490" name="Slide Number Placeholder 2"/>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90C968B9-0AB9-F84B-99B6-F6C0B867FE80}" type="slidenum">
              <a:rPr lang="en-US" sz="1200">
                <a:solidFill>
                  <a:srgbClr val="898989"/>
                </a:solidFill>
                <a:cs typeface="Arial" charset="0"/>
              </a:rPr>
              <a:pPr eaLnBrk="1" hangingPunct="1"/>
              <a:t>42</a:t>
            </a:fld>
            <a:endParaRPr lang="en-US" sz="1200">
              <a:solidFill>
                <a:srgbClr val="898989"/>
              </a:solidFill>
              <a:cs typeface="Arial"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Title 1"/>
          <p:cNvSpPr>
            <a:spLocks noGrp="1"/>
          </p:cNvSpPr>
          <p:nvPr>
            <p:ph type="title"/>
          </p:nvPr>
        </p:nvSpPr>
        <p:spPr>
          <a:xfrm>
            <a:off x="3648076" y="274639"/>
            <a:ext cx="6562725" cy="777875"/>
          </a:xfrm>
        </p:spPr>
        <p:txBody>
          <a:bodyPr/>
          <a:lstStyle/>
          <a:p>
            <a:r>
              <a:rPr lang="en-US" sz="4400" b="1" dirty="0">
                <a:solidFill>
                  <a:srgbClr val="0000FF"/>
                </a:solidFill>
                <a:latin typeface="Calibri" charset="0"/>
              </a:rPr>
              <a:t>Exercise #3</a:t>
            </a:r>
          </a:p>
        </p:txBody>
      </p:sp>
      <p:sp>
        <p:nvSpPr>
          <p:cNvPr id="64514" name="Content Placeholder 2"/>
          <p:cNvSpPr>
            <a:spLocks noGrp="1"/>
          </p:cNvSpPr>
          <p:nvPr>
            <p:ph idx="1"/>
          </p:nvPr>
        </p:nvSpPr>
        <p:spPr>
          <a:xfrm>
            <a:off x="1775520" y="1196753"/>
            <a:ext cx="8496944" cy="4479925"/>
          </a:xfrm>
        </p:spPr>
        <p:txBody>
          <a:bodyPr/>
          <a:lstStyle/>
          <a:p>
            <a:pPr marL="0" indent="0" algn="just">
              <a:lnSpc>
                <a:spcPct val="120000"/>
              </a:lnSpc>
              <a:buNone/>
            </a:pPr>
            <a:r>
              <a:rPr lang="en-US" sz="2400" dirty="0">
                <a:cs typeface="Times New Roman"/>
              </a:rPr>
              <a:t>A sample of 15 children from City A showed that the mean time they spend watching television is 28.5 hours per week with a standard deviation of 4 hours. Another sample of 16 children from City B showed that the mean time they spend watching television is 23.25 hours per week with a standard deviation of 5 hours. Using a 2.5% significance level (95% CI), can you conclude that the mean time spent watching television by children in City A is greater than that for children in City B? Assume that the time spent watching television by children have a normal distribution for both populations and that the standard deviations for the two populations are equal.</a:t>
            </a:r>
          </a:p>
          <a:p>
            <a:pPr marL="0" indent="0" algn="just">
              <a:lnSpc>
                <a:spcPct val="120000"/>
              </a:lnSpc>
              <a:buNone/>
            </a:pPr>
            <a:endParaRPr lang="en-US" sz="2400" dirty="0">
              <a:cs typeface="Times New Roman"/>
            </a:endParaRPr>
          </a:p>
        </p:txBody>
      </p:sp>
      <p:sp>
        <p:nvSpPr>
          <p:cNvPr id="64515" name="Slide Number Placeholder 3"/>
          <p:cNvSpPr>
            <a:spLocks noGrp="1"/>
          </p:cNvSpPr>
          <p:nvPr>
            <p:ph type="sldNum" sz="quarter" idx="10"/>
          </p:nvPr>
        </p:nvSpPr>
        <p:spPr bwMode="auto">
          <a:xfrm>
            <a:off x="9490075" y="6553200"/>
            <a:ext cx="1143000" cy="30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45664178-FF57-7F47-BBC7-20D93EE9FF31}" type="slidenum">
              <a:rPr lang="en-US" sz="1200">
                <a:solidFill>
                  <a:srgbClr val="898989"/>
                </a:solidFill>
                <a:cs typeface="Arial" charset="0"/>
              </a:rPr>
              <a:pPr eaLnBrk="1" hangingPunct="1"/>
              <a:t>43</a:t>
            </a:fld>
            <a:endParaRPr lang="en-US" sz="1200">
              <a:solidFill>
                <a:srgbClr val="898989"/>
              </a:solidFill>
              <a:cs typeface="Arial"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Title 1"/>
          <p:cNvSpPr>
            <a:spLocks noGrp="1"/>
          </p:cNvSpPr>
          <p:nvPr>
            <p:ph type="title"/>
          </p:nvPr>
        </p:nvSpPr>
        <p:spPr>
          <a:xfrm>
            <a:off x="3648076" y="274639"/>
            <a:ext cx="6562725" cy="706437"/>
          </a:xfrm>
          <a:ln>
            <a:noFill/>
          </a:ln>
          <a:extLst>
            <a:ext uri="{91240B29-F687-4F45-9708-019B960494DF}">
              <a14:hiddenLine xmlns:a14="http://schemas.microsoft.com/office/drawing/2010/main" w="9525">
                <a:solidFill>
                  <a:srgbClr val="000000"/>
                </a:solidFill>
                <a:miter lim="800000"/>
                <a:headEnd/>
                <a:tailEnd/>
              </a14:hiddenLine>
            </a:ext>
          </a:extLst>
        </p:spPr>
        <p:style>
          <a:lnRef idx="2">
            <a:schemeClr val="accent2"/>
          </a:lnRef>
          <a:fillRef idx="1">
            <a:schemeClr val="lt1"/>
          </a:fillRef>
          <a:effectRef idx="0">
            <a:schemeClr val="accent2"/>
          </a:effectRef>
          <a:fontRef idx="minor">
            <a:schemeClr val="dk1"/>
          </a:fontRef>
        </p:style>
        <p:txBody>
          <a:bodyPr/>
          <a:lstStyle/>
          <a:p>
            <a:pPr>
              <a:defRPr/>
            </a:pPr>
            <a:r>
              <a:rPr lang="en-US" b="1" dirty="0">
                <a:latin typeface="Arial" charset="0"/>
              </a:rPr>
              <a:t>Case 2:  σ</a:t>
            </a:r>
            <a:r>
              <a:rPr lang="en-US" b="1" baseline="-25000" dirty="0">
                <a:latin typeface="Arial" charset="0"/>
              </a:rPr>
              <a:t>1</a:t>
            </a:r>
            <a:r>
              <a:rPr lang="en-US" b="1" baseline="30000" dirty="0">
                <a:latin typeface="Arial" charset="0"/>
              </a:rPr>
              <a:t>2</a:t>
            </a:r>
            <a:r>
              <a:rPr lang="en-US" b="1" dirty="0">
                <a:latin typeface="Arial" charset="0"/>
              </a:rPr>
              <a:t> ≠ σ</a:t>
            </a:r>
            <a:r>
              <a:rPr lang="en-US" b="1" baseline="-25000" dirty="0">
                <a:latin typeface="Arial" charset="0"/>
              </a:rPr>
              <a:t>2</a:t>
            </a:r>
            <a:r>
              <a:rPr lang="en-US" b="1" baseline="30000" dirty="0">
                <a:latin typeface="Arial" charset="0"/>
              </a:rPr>
              <a:t>2</a:t>
            </a:r>
            <a:br>
              <a:rPr lang="en-US" b="1" baseline="30000" dirty="0">
                <a:latin typeface="Arial" charset="0"/>
              </a:rPr>
            </a:br>
            <a:r>
              <a:rPr lang="en-US" sz="2400" b="1" dirty="0">
                <a:latin typeface="Calibri" charset="0"/>
              </a:rPr>
              <a:t>(</a:t>
            </a:r>
            <a:r>
              <a:rPr lang="en-US" sz="2400" b="1" dirty="0">
                <a:solidFill>
                  <a:srgbClr val="FF0000"/>
                </a:solidFill>
                <a:latin typeface="Calibri" charset="0"/>
              </a:rPr>
              <a:t>assume variance unequal</a:t>
            </a:r>
            <a:r>
              <a:rPr lang="en-US" sz="2400" b="1" dirty="0">
                <a:latin typeface="Calibri" charset="0"/>
              </a:rPr>
              <a:t>)</a:t>
            </a:r>
            <a:r>
              <a:rPr lang="en-US" sz="2400" b="1" baseline="30000" dirty="0">
                <a:latin typeface="Arial" charset="0"/>
              </a:rPr>
              <a:t> </a:t>
            </a:r>
            <a:endParaRPr lang="en-AU" sz="2400" b="1" dirty="0">
              <a:latin typeface="Arial" charset="0"/>
            </a:endParaRPr>
          </a:p>
        </p:txBody>
      </p:sp>
      <p:sp>
        <p:nvSpPr>
          <p:cNvPr id="53250" name="Content Placeholder 2"/>
          <p:cNvSpPr>
            <a:spLocks noGrp="1"/>
          </p:cNvSpPr>
          <p:nvPr>
            <p:ph idx="1"/>
          </p:nvPr>
        </p:nvSpPr>
        <p:spPr>
          <a:xfrm>
            <a:off x="1847850" y="1350963"/>
            <a:ext cx="8218488" cy="4525962"/>
          </a:xfrm>
        </p:spPr>
        <p:txBody>
          <a:bodyPr/>
          <a:lstStyle/>
          <a:p>
            <a:pPr algn="just">
              <a:defRPr/>
            </a:pPr>
            <a:r>
              <a:rPr lang="en-US" sz="2800" dirty="0">
                <a:latin typeface="+mj-lt"/>
              </a:rPr>
              <a:t>In some situations, we cannot reasonably assume that the unknown σ</a:t>
            </a:r>
            <a:r>
              <a:rPr lang="en-US" sz="2800" baseline="-25000" dirty="0">
                <a:latin typeface="+mj-lt"/>
              </a:rPr>
              <a:t>1</a:t>
            </a:r>
            <a:r>
              <a:rPr lang="en-US" sz="2800" baseline="30000" dirty="0">
                <a:latin typeface="+mj-lt"/>
              </a:rPr>
              <a:t>2</a:t>
            </a:r>
            <a:r>
              <a:rPr lang="en-US" sz="2800" dirty="0">
                <a:latin typeface="+mj-lt"/>
              </a:rPr>
              <a:t> and σ</a:t>
            </a:r>
            <a:r>
              <a:rPr lang="en-US" sz="2800" baseline="-25000" dirty="0">
                <a:latin typeface="+mj-lt"/>
              </a:rPr>
              <a:t>2</a:t>
            </a:r>
            <a:r>
              <a:rPr lang="en-US" sz="2800" baseline="30000" dirty="0">
                <a:latin typeface="+mj-lt"/>
              </a:rPr>
              <a:t>2</a:t>
            </a:r>
            <a:r>
              <a:rPr lang="en-US" sz="2800" dirty="0">
                <a:latin typeface="+mj-lt"/>
              </a:rPr>
              <a:t> are equal. </a:t>
            </a:r>
          </a:p>
          <a:p>
            <a:pPr algn="just">
              <a:defRPr/>
            </a:pPr>
            <a:r>
              <a:rPr lang="en-US" sz="2800" dirty="0">
                <a:latin typeface="+mj-lt"/>
              </a:rPr>
              <a:t>There is not an exact </a:t>
            </a:r>
            <a:r>
              <a:rPr lang="en-US" sz="2800" i="1" dirty="0">
                <a:latin typeface="+mj-lt"/>
              </a:rPr>
              <a:t>t</a:t>
            </a:r>
            <a:r>
              <a:rPr lang="en-US" sz="2800" dirty="0">
                <a:latin typeface="+mj-lt"/>
              </a:rPr>
              <a:t>-statistic available for testing   </a:t>
            </a:r>
            <a:r>
              <a:rPr lang="en-US" sz="2800" i="1" dirty="0">
                <a:latin typeface="+mj-lt"/>
              </a:rPr>
              <a:t>H</a:t>
            </a:r>
            <a:r>
              <a:rPr lang="en-US" sz="2800" baseline="-25000" dirty="0">
                <a:latin typeface="+mj-lt"/>
              </a:rPr>
              <a:t>0</a:t>
            </a:r>
            <a:r>
              <a:rPr lang="en-US" sz="2800" dirty="0">
                <a:latin typeface="+mj-lt"/>
              </a:rPr>
              <a:t>: µ</a:t>
            </a:r>
            <a:r>
              <a:rPr lang="en-US" sz="2800" baseline="-25000" dirty="0">
                <a:latin typeface="+mj-lt"/>
              </a:rPr>
              <a:t>1</a:t>
            </a:r>
            <a:r>
              <a:rPr lang="en-US" sz="2800" dirty="0">
                <a:latin typeface="+mj-lt"/>
              </a:rPr>
              <a:t> - µ</a:t>
            </a:r>
            <a:r>
              <a:rPr lang="en-US" sz="2800" baseline="-25000" dirty="0">
                <a:latin typeface="+mj-lt"/>
              </a:rPr>
              <a:t>2</a:t>
            </a:r>
            <a:r>
              <a:rPr lang="en-US" sz="2800" dirty="0">
                <a:latin typeface="+mj-lt"/>
              </a:rPr>
              <a:t> =         in this case. </a:t>
            </a:r>
          </a:p>
          <a:p>
            <a:pPr algn="just">
              <a:defRPr/>
            </a:pPr>
            <a:r>
              <a:rPr lang="en-US" sz="2800" dirty="0">
                <a:latin typeface="+mj-lt"/>
              </a:rPr>
              <a:t>However, </a:t>
            </a:r>
            <a:r>
              <a:rPr lang="en-US" sz="2800" i="1" dirty="0">
                <a:latin typeface="+mj-lt"/>
              </a:rPr>
              <a:t>H</a:t>
            </a:r>
            <a:r>
              <a:rPr lang="en-US" sz="2800" baseline="-25000" dirty="0">
                <a:latin typeface="+mj-lt"/>
              </a:rPr>
              <a:t>0</a:t>
            </a:r>
            <a:r>
              <a:rPr lang="en-US" sz="2800" dirty="0">
                <a:latin typeface="+mj-lt"/>
              </a:rPr>
              <a:t>: µ</a:t>
            </a:r>
            <a:r>
              <a:rPr lang="en-US" sz="2800" baseline="-25000" dirty="0">
                <a:latin typeface="+mj-lt"/>
              </a:rPr>
              <a:t>1</a:t>
            </a:r>
            <a:r>
              <a:rPr lang="en-US" sz="2800" dirty="0">
                <a:latin typeface="+mj-lt"/>
              </a:rPr>
              <a:t> - µ</a:t>
            </a:r>
            <a:r>
              <a:rPr lang="en-US" sz="2800" baseline="-25000" dirty="0">
                <a:latin typeface="+mj-lt"/>
              </a:rPr>
              <a:t>2</a:t>
            </a:r>
            <a:r>
              <a:rPr lang="en-US" sz="2800" dirty="0">
                <a:latin typeface="+mj-lt"/>
              </a:rPr>
              <a:t> =        true, the statistic</a:t>
            </a:r>
          </a:p>
          <a:p>
            <a:pPr algn="just">
              <a:defRPr/>
            </a:pPr>
            <a:endParaRPr lang="en-US" sz="2800" dirty="0">
              <a:latin typeface="+mj-lt"/>
            </a:endParaRPr>
          </a:p>
          <a:p>
            <a:pPr algn="just">
              <a:defRPr/>
            </a:pPr>
            <a:endParaRPr lang="en-US" sz="2800" dirty="0">
              <a:latin typeface="+mj-lt"/>
            </a:endParaRPr>
          </a:p>
          <a:p>
            <a:pPr algn="just">
              <a:buFontTx/>
              <a:buNone/>
              <a:defRPr/>
            </a:pPr>
            <a:endParaRPr lang="en-US" sz="2800" dirty="0">
              <a:latin typeface="+mj-lt"/>
            </a:endParaRPr>
          </a:p>
          <a:p>
            <a:pPr algn="just">
              <a:buFontTx/>
              <a:buNone/>
              <a:defRPr/>
            </a:pPr>
            <a:r>
              <a:rPr lang="en-US" sz="2800" dirty="0">
                <a:latin typeface="+mj-lt"/>
              </a:rPr>
              <a:t>     is distributed approximately as </a:t>
            </a:r>
            <a:r>
              <a:rPr lang="en-US" sz="2800" i="1" dirty="0">
                <a:latin typeface="+mj-lt"/>
              </a:rPr>
              <a:t>t.</a:t>
            </a:r>
            <a:endParaRPr lang="en-US" sz="2800" dirty="0">
              <a:latin typeface="+mj-lt"/>
            </a:endParaRPr>
          </a:p>
        </p:txBody>
      </p:sp>
      <p:grpSp>
        <p:nvGrpSpPr>
          <p:cNvPr id="65539" name="Group 1"/>
          <p:cNvGrpSpPr>
            <a:grpSpLocks/>
          </p:cNvGrpSpPr>
          <p:nvPr/>
        </p:nvGrpSpPr>
        <p:grpSpPr bwMode="auto">
          <a:xfrm>
            <a:off x="3792538" y="2727326"/>
            <a:ext cx="2576512" cy="2430463"/>
            <a:chOff x="2267744" y="2564904"/>
            <a:chExt cx="2576513" cy="2429495"/>
          </a:xfrm>
        </p:grpSpPr>
        <p:pic>
          <p:nvPicPr>
            <p:cNvPr id="65541"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83768" y="2564904"/>
              <a:ext cx="58102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554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23928" y="3068960"/>
              <a:ext cx="58102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5543"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67744" y="3645024"/>
              <a:ext cx="2576513" cy="1349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65540" name="Slide Number Placeholder 2"/>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DC352FD3-568D-2F48-97D4-2F0CC9C3A236}" type="slidenum">
              <a:rPr lang="en-US" sz="1200">
                <a:solidFill>
                  <a:srgbClr val="898989"/>
                </a:solidFill>
                <a:cs typeface="Arial" charset="0"/>
              </a:rPr>
              <a:pPr eaLnBrk="1" hangingPunct="1"/>
              <a:t>44</a:t>
            </a:fld>
            <a:endParaRPr lang="en-US" sz="1200">
              <a:solidFill>
                <a:srgbClr val="898989"/>
              </a:solidFill>
              <a:cs typeface="Arial"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47850" y="1600201"/>
            <a:ext cx="8362950" cy="4525963"/>
          </a:xfrm>
        </p:spPr>
        <p:txBody>
          <a:bodyPr/>
          <a:lstStyle/>
          <a:p>
            <a:pPr>
              <a:defRPr/>
            </a:pPr>
            <a:r>
              <a:rPr lang="en-US" sz="2800" dirty="0">
                <a:ea typeface="+mn-ea"/>
                <a:cs typeface="+mn-cs"/>
              </a:rPr>
              <a:t>The degrees of freedom given by</a:t>
            </a:r>
          </a:p>
          <a:p>
            <a:pPr marL="0" indent="0">
              <a:buNone/>
              <a:defRPr/>
            </a:pPr>
            <a:endParaRPr lang="en-AU" sz="2800" dirty="0">
              <a:ea typeface="+mn-ea"/>
              <a:cs typeface="+mn-cs"/>
            </a:endParaRPr>
          </a:p>
        </p:txBody>
      </p:sp>
      <p:pic>
        <p:nvPicPr>
          <p:cNvPr id="665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62400" y="2667001"/>
            <a:ext cx="3962400" cy="2709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6563" name="Slide Number Placeholder 3"/>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0AFFE0DF-3A08-FE46-B8CF-0EABC950DD62}" type="slidenum">
              <a:rPr lang="en-US" sz="1200">
                <a:solidFill>
                  <a:srgbClr val="898989"/>
                </a:solidFill>
                <a:cs typeface="Arial" charset="0"/>
              </a:rPr>
              <a:pPr eaLnBrk="1" hangingPunct="1"/>
              <a:t>45</a:t>
            </a:fld>
            <a:endParaRPr lang="en-US" sz="1200">
              <a:solidFill>
                <a:srgbClr val="898989"/>
              </a:solidFill>
              <a:cs typeface="Arial"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Title 1"/>
          <p:cNvSpPr>
            <a:spLocks noGrp="1"/>
          </p:cNvSpPr>
          <p:nvPr>
            <p:ph type="title"/>
          </p:nvPr>
        </p:nvSpPr>
        <p:spPr>
          <a:xfrm>
            <a:off x="3648076" y="274639"/>
            <a:ext cx="6562725" cy="706437"/>
          </a:xfrm>
          <a:ln>
            <a:noFill/>
          </a:ln>
          <a:extLst>
            <a:ext uri="{91240B29-F687-4F45-9708-019B960494DF}">
              <a14:hiddenLine xmlns:a14="http://schemas.microsoft.com/office/drawing/2010/main" w="9525">
                <a:solidFill>
                  <a:srgbClr val="000000"/>
                </a:solidFill>
                <a:miter lim="800000"/>
                <a:headEnd/>
                <a:tailEnd/>
              </a14:hiddenLine>
            </a:ext>
          </a:extLst>
        </p:spPr>
        <p:style>
          <a:lnRef idx="2">
            <a:schemeClr val="accent3"/>
          </a:lnRef>
          <a:fillRef idx="1">
            <a:schemeClr val="lt1"/>
          </a:fillRef>
          <a:effectRef idx="0">
            <a:schemeClr val="accent3"/>
          </a:effectRef>
          <a:fontRef idx="minor">
            <a:schemeClr val="dk1"/>
          </a:fontRef>
        </p:style>
        <p:txBody>
          <a:bodyPr/>
          <a:lstStyle/>
          <a:p>
            <a:pPr>
              <a:defRPr/>
            </a:pPr>
            <a:r>
              <a:rPr lang="en-AU" sz="4400" b="1" dirty="0">
                <a:latin typeface="Arial" charset="0"/>
              </a:rPr>
              <a:t>Example</a:t>
            </a:r>
          </a:p>
        </p:txBody>
      </p:sp>
      <p:sp>
        <p:nvSpPr>
          <p:cNvPr id="3" name="Content Placeholder 2"/>
          <p:cNvSpPr>
            <a:spLocks noGrp="1"/>
          </p:cNvSpPr>
          <p:nvPr>
            <p:ph idx="1"/>
          </p:nvPr>
        </p:nvSpPr>
        <p:spPr>
          <a:xfrm>
            <a:off x="1774826" y="1600201"/>
            <a:ext cx="8435975" cy="4525963"/>
          </a:xfrm>
        </p:spPr>
        <p:txBody>
          <a:bodyPr/>
          <a:lstStyle/>
          <a:p>
            <a:pPr marL="0" indent="0" algn="just">
              <a:buNone/>
              <a:defRPr/>
            </a:pPr>
            <a:r>
              <a:rPr lang="en-US" sz="2800" dirty="0">
                <a:ea typeface="+mn-ea"/>
                <a:cs typeface="+mn-cs"/>
              </a:rPr>
              <a:t>Arsenic concentration in public drinking water supplies is a potential health risk. An article in the </a:t>
            </a:r>
            <a:r>
              <a:rPr lang="en-US" sz="2800" i="1" dirty="0">
                <a:ea typeface="+mn-ea"/>
                <a:cs typeface="+mn-cs"/>
              </a:rPr>
              <a:t>Arizona Republic </a:t>
            </a:r>
            <a:r>
              <a:rPr lang="en-US" sz="2800" dirty="0">
                <a:ea typeface="+mn-ea"/>
                <a:cs typeface="+mn-cs"/>
              </a:rPr>
              <a:t>(Sunday, May 27, 2001) reported drinking water arsenic concentrations in parts per billion (ppb) for 10 metropolitan Phoenix communities and 10 communities in rural Arizona. The data is given as follows:</a:t>
            </a:r>
          </a:p>
          <a:p>
            <a:pPr marL="0" indent="0">
              <a:buNone/>
              <a:defRPr/>
            </a:pPr>
            <a:endParaRPr lang="en-AU" sz="2800" dirty="0">
              <a:ea typeface="+mn-ea"/>
              <a:cs typeface="+mn-cs"/>
            </a:endParaRPr>
          </a:p>
        </p:txBody>
      </p:sp>
      <p:sp>
        <p:nvSpPr>
          <p:cNvPr id="67587" name="Slide Number Placeholder 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DEFD017E-8596-FC46-A7DD-A2B51C1AFEAA}" type="slidenum">
              <a:rPr lang="en-US" sz="1200">
                <a:solidFill>
                  <a:srgbClr val="898989"/>
                </a:solidFill>
                <a:cs typeface="Arial" charset="0"/>
              </a:rPr>
              <a:pPr eaLnBrk="1" hangingPunct="1"/>
              <a:t>46</a:t>
            </a:fld>
            <a:endParaRPr lang="en-US" sz="1200">
              <a:solidFill>
                <a:srgbClr val="898989"/>
              </a:solidFill>
              <a:cs typeface="Arial"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8609"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992314" y="1196752"/>
            <a:ext cx="8180387" cy="3481388"/>
          </a:xfrm>
        </p:spPr>
      </p:pic>
      <p:sp>
        <p:nvSpPr>
          <p:cNvPr id="68610" name="Rectangle 5"/>
          <p:cNvSpPr>
            <a:spLocks noChangeArrowheads="1"/>
          </p:cNvSpPr>
          <p:nvPr/>
        </p:nvSpPr>
        <p:spPr bwMode="auto">
          <a:xfrm>
            <a:off x="1905000" y="4953001"/>
            <a:ext cx="8382000"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a:r>
              <a:rPr lang="en-US" sz="2800" dirty="0">
                <a:latin typeface="+mn-lt"/>
                <a:cs typeface="Times New Roman" charset="0"/>
              </a:rPr>
              <a:t>We wish to determine it there is any difference in mean arsenic concentrations between metropolitan Phoenix communities and communities in rural Arizona. </a:t>
            </a:r>
          </a:p>
        </p:txBody>
      </p:sp>
      <p:sp>
        <p:nvSpPr>
          <p:cNvPr id="68611" name="Slide Number Placeholder 2"/>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1339D8A0-4A25-C54E-BB5A-F5B103072D76}" type="slidenum">
              <a:rPr lang="en-US" sz="1200">
                <a:solidFill>
                  <a:srgbClr val="898989"/>
                </a:solidFill>
                <a:cs typeface="Arial" charset="0"/>
              </a:rPr>
              <a:pPr eaLnBrk="1" hangingPunct="1"/>
              <a:t>47</a:t>
            </a:fld>
            <a:endParaRPr lang="en-US" sz="1200">
              <a:solidFill>
                <a:srgbClr val="898989"/>
              </a:solidFill>
              <a:cs typeface="Arial" charset="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Content Placeholder 2"/>
          <p:cNvSpPr>
            <a:spLocks noGrp="1"/>
          </p:cNvSpPr>
          <p:nvPr>
            <p:ph idx="1"/>
          </p:nvPr>
        </p:nvSpPr>
        <p:spPr>
          <a:xfrm>
            <a:off x="1703512" y="1268761"/>
            <a:ext cx="8291512" cy="4525963"/>
          </a:xfrm>
        </p:spPr>
        <p:txBody>
          <a:bodyPr/>
          <a:lstStyle/>
          <a:p>
            <a:pPr marL="514350" indent="-514350" algn="just">
              <a:buFontTx/>
              <a:buAutoNum type="arabicPeriod"/>
              <a:defRPr/>
            </a:pPr>
            <a:r>
              <a:rPr lang="en-US" dirty="0">
                <a:latin typeface="+mj-lt"/>
              </a:rPr>
              <a:t>Hypothesis statement:</a:t>
            </a:r>
          </a:p>
          <a:p>
            <a:pPr marL="0" indent="0" algn="just">
              <a:buNone/>
              <a:defRPr/>
            </a:pPr>
            <a:endParaRPr lang="en-US" dirty="0">
              <a:latin typeface="+mj-lt"/>
            </a:endParaRPr>
          </a:p>
          <a:p>
            <a:pPr marL="0" indent="0" algn="just">
              <a:buNone/>
              <a:defRPr/>
            </a:pPr>
            <a:endParaRPr lang="en-US" dirty="0">
              <a:latin typeface="+mj-lt"/>
            </a:endParaRPr>
          </a:p>
          <a:p>
            <a:pPr marL="0" indent="0" algn="just">
              <a:buNone/>
              <a:defRPr/>
            </a:pPr>
            <a:r>
              <a:rPr lang="en-US" dirty="0">
                <a:latin typeface="+mj-lt"/>
              </a:rPr>
              <a:t>2. Given, α =0.05. The test statistic is</a:t>
            </a:r>
          </a:p>
          <a:p>
            <a:pPr marL="0" indent="0">
              <a:buNone/>
              <a:defRPr/>
            </a:pPr>
            <a:endParaRPr lang="en-AU" dirty="0">
              <a:latin typeface="+mj-lt"/>
            </a:endParaRPr>
          </a:p>
        </p:txBody>
      </p:sp>
      <p:sp>
        <p:nvSpPr>
          <p:cNvPr id="9" name="Title 1"/>
          <p:cNvSpPr txBox="1">
            <a:spLocks/>
          </p:cNvSpPr>
          <p:nvPr/>
        </p:nvSpPr>
        <p:spPr bwMode="auto">
          <a:xfrm>
            <a:off x="3648076" y="274639"/>
            <a:ext cx="6562725" cy="706437"/>
          </a:xfrm>
          <a:prstGeom prst="rect">
            <a:avLst/>
          </a:prstGeom>
          <a:ln>
            <a:noFill/>
          </a:ln>
          <a:extLst>
            <a:ext uri="{FAA26D3D-D897-4be2-8F04-BA451C77F1D7}">
              <ma14:placeholderFlag xmlns="" xmlns:ma14="http://schemas.microsoft.com/office/mac/drawingml/2011/main" val="1"/>
            </a:ext>
          </a:extLst>
        </p:spPr>
        <p:style>
          <a:lnRef idx="2">
            <a:schemeClr val="accent3"/>
          </a:lnRef>
          <a:fillRef idx="1">
            <a:schemeClr val="lt1"/>
          </a:fillRef>
          <a:effectRef idx="0">
            <a:schemeClr val="accent3"/>
          </a:effectRef>
          <a:fontRef idx="minor">
            <a:schemeClr val="dk1"/>
          </a:fontRef>
        </p:style>
        <p:txBody>
          <a:bodyPr anchor="ctr"/>
          <a:lstStyle>
            <a:lvl1pPr algn="ctr" rtl="0" eaLnBrk="0" fontAlgn="base" hangingPunct="0">
              <a:spcBef>
                <a:spcPct val="0"/>
              </a:spcBef>
              <a:spcAft>
                <a:spcPct val="0"/>
              </a:spcAft>
              <a:defRPr sz="3600" kern="1200">
                <a:solidFill>
                  <a:schemeClr val="dk1"/>
                </a:solidFill>
                <a:latin typeface="+mn-lt"/>
                <a:ea typeface="+mn-ea"/>
                <a:cs typeface="+mn-cs"/>
              </a:defRPr>
            </a:lvl1pPr>
            <a:lvl2pPr algn="ctr" rtl="0" eaLnBrk="0" fontAlgn="base" hangingPunct="0">
              <a:spcBef>
                <a:spcPct val="0"/>
              </a:spcBef>
              <a:spcAft>
                <a:spcPct val="0"/>
              </a:spcAft>
              <a:defRPr sz="3600">
                <a:solidFill>
                  <a:schemeClr val="dk1"/>
                </a:solidFill>
                <a:latin typeface="+mn-lt"/>
                <a:ea typeface="+mn-ea"/>
                <a:cs typeface="+mn-cs"/>
              </a:defRPr>
            </a:lvl2pPr>
            <a:lvl3pPr algn="ctr" rtl="0" eaLnBrk="0" fontAlgn="base" hangingPunct="0">
              <a:spcBef>
                <a:spcPct val="0"/>
              </a:spcBef>
              <a:spcAft>
                <a:spcPct val="0"/>
              </a:spcAft>
              <a:defRPr sz="3600">
                <a:solidFill>
                  <a:schemeClr val="dk1"/>
                </a:solidFill>
                <a:latin typeface="+mn-lt"/>
                <a:ea typeface="+mn-ea"/>
                <a:cs typeface="+mn-cs"/>
              </a:defRPr>
            </a:lvl3pPr>
            <a:lvl4pPr algn="ctr" rtl="0" eaLnBrk="0" fontAlgn="base" hangingPunct="0">
              <a:spcBef>
                <a:spcPct val="0"/>
              </a:spcBef>
              <a:spcAft>
                <a:spcPct val="0"/>
              </a:spcAft>
              <a:defRPr sz="3600">
                <a:solidFill>
                  <a:schemeClr val="dk1"/>
                </a:solidFill>
                <a:latin typeface="+mn-lt"/>
                <a:ea typeface="+mn-ea"/>
                <a:cs typeface="+mn-cs"/>
              </a:defRPr>
            </a:lvl4pPr>
            <a:lvl5pPr algn="ctr" rtl="0" eaLnBrk="0" fontAlgn="base" hangingPunct="0">
              <a:spcBef>
                <a:spcPct val="0"/>
              </a:spcBef>
              <a:spcAft>
                <a:spcPct val="0"/>
              </a:spcAft>
              <a:defRPr sz="3600">
                <a:solidFill>
                  <a:schemeClr val="dk1"/>
                </a:solidFill>
                <a:latin typeface="+mn-lt"/>
                <a:ea typeface="+mn-ea"/>
                <a:cs typeface="+mn-cs"/>
              </a:defRPr>
            </a:lvl5pPr>
            <a:lvl6pPr marL="457200" algn="ctr" rtl="0" fontAlgn="base">
              <a:spcBef>
                <a:spcPct val="0"/>
              </a:spcBef>
              <a:spcAft>
                <a:spcPct val="0"/>
              </a:spcAft>
              <a:defRPr sz="3600">
                <a:solidFill>
                  <a:schemeClr val="dk1"/>
                </a:solidFill>
                <a:latin typeface="+mn-lt"/>
                <a:ea typeface="+mn-ea"/>
                <a:cs typeface="+mn-cs"/>
              </a:defRPr>
            </a:lvl6pPr>
            <a:lvl7pPr marL="914400" algn="ctr" rtl="0" fontAlgn="base">
              <a:spcBef>
                <a:spcPct val="0"/>
              </a:spcBef>
              <a:spcAft>
                <a:spcPct val="0"/>
              </a:spcAft>
              <a:defRPr sz="3600">
                <a:solidFill>
                  <a:schemeClr val="dk1"/>
                </a:solidFill>
                <a:latin typeface="+mn-lt"/>
                <a:ea typeface="+mn-ea"/>
                <a:cs typeface="+mn-cs"/>
              </a:defRPr>
            </a:lvl7pPr>
            <a:lvl8pPr marL="1371600" algn="ctr" rtl="0" fontAlgn="base">
              <a:spcBef>
                <a:spcPct val="0"/>
              </a:spcBef>
              <a:spcAft>
                <a:spcPct val="0"/>
              </a:spcAft>
              <a:defRPr sz="3600">
                <a:solidFill>
                  <a:schemeClr val="dk1"/>
                </a:solidFill>
                <a:latin typeface="+mn-lt"/>
                <a:ea typeface="+mn-ea"/>
                <a:cs typeface="+mn-cs"/>
              </a:defRPr>
            </a:lvl8pPr>
            <a:lvl9pPr marL="1828800" algn="ctr" rtl="0" fontAlgn="base">
              <a:spcBef>
                <a:spcPct val="0"/>
              </a:spcBef>
              <a:spcAft>
                <a:spcPct val="0"/>
              </a:spcAft>
              <a:defRPr sz="3600">
                <a:solidFill>
                  <a:schemeClr val="dk1"/>
                </a:solidFill>
                <a:latin typeface="+mn-lt"/>
                <a:ea typeface="+mn-ea"/>
                <a:cs typeface="+mn-cs"/>
              </a:defRPr>
            </a:lvl9pPr>
          </a:lstStyle>
          <a:p>
            <a:pPr>
              <a:defRPr/>
            </a:pPr>
            <a:r>
              <a:rPr lang="en-AU" sz="4400" b="1" dirty="0">
                <a:latin typeface="Arial" charset="0"/>
              </a:rPr>
              <a:t>Example – Solution </a:t>
            </a:r>
          </a:p>
        </p:txBody>
      </p:sp>
      <p:sp>
        <p:nvSpPr>
          <p:cNvPr id="69638" name="Slide Number Placeholder 2"/>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E7FD09C8-78D7-A147-BB1A-6E6E2AD85906}" type="slidenum">
              <a:rPr lang="en-US" sz="1200">
                <a:solidFill>
                  <a:srgbClr val="898989"/>
                </a:solidFill>
                <a:cs typeface="Arial" charset="0"/>
              </a:rPr>
              <a:pPr eaLnBrk="1" hangingPunct="1"/>
              <a:t>48</a:t>
            </a:fld>
            <a:endParaRPr lang="en-US" sz="1200">
              <a:solidFill>
                <a:srgbClr val="898989"/>
              </a:solidFill>
              <a:cs typeface="Arial" charset="0"/>
            </a:endParaRPr>
          </a:p>
        </p:txBody>
      </p:sp>
      <p:graphicFrame>
        <p:nvGraphicFramePr>
          <p:cNvPr id="2" name="Object 1"/>
          <p:cNvGraphicFramePr>
            <a:graphicFrameLocks noChangeAspect="1"/>
          </p:cNvGraphicFramePr>
          <p:nvPr>
            <p:extLst>
              <p:ext uri="{D42A27DB-BD31-4B8C-83A1-F6EECF244321}">
                <p14:modId xmlns:p14="http://schemas.microsoft.com/office/powerpoint/2010/main" val="293851898"/>
              </p:ext>
            </p:extLst>
          </p:nvPr>
        </p:nvGraphicFramePr>
        <p:xfrm>
          <a:off x="2567608" y="1916832"/>
          <a:ext cx="1922760" cy="1138476"/>
        </p:xfrm>
        <a:graphic>
          <a:graphicData uri="http://schemas.openxmlformats.org/presentationml/2006/ole">
            <mc:AlternateContent xmlns:mc="http://schemas.openxmlformats.org/markup-compatibility/2006">
              <mc:Choice xmlns:v="urn:schemas-microsoft-com:vml" Requires="v">
                <p:oleObj name="Equation" r:id="rId2" imgW="950760" imgH="557640" progId="Equation.3">
                  <p:embed/>
                </p:oleObj>
              </mc:Choice>
              <mc:Fallback>
                <p:oleObj name="Equation" r:id="rId2" imgW="950760" imgH="557640" progId="Equation.3">
                  <p:embed/>
                  <p:pic>
                    <p:nvPicPr>
                      <p:cNvPr id="0" name="Picture 2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67608" y="1916832"/>
                        <a:ext cx="1922760" cy="113847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 name="Object 2"/>
          <p:cNvGraphicFramePr>
            <a:graphicFrameLocks noChangeAspect="1"/>
          </p:cNvGraphicFramePr>
          <p:nvPr>
            <p:extLst>
              <p:ext uri="{D42A27DB-BD31-4B8C-83A1-F6EECF244321}">
                <p14:modId xmlns:p14="http://schemas.microsoft.com/office/powerpoint/2010/main" val="2455499959"/>
              </p:ext>
            </p:extLst>
          </p:nvPr>
        </p:nvGraphicFramePr>
        <p:xfrm>
          <a:off x="2423592" y="3933056"/>
          <a:ext cx="4608512" cy="2284392"/>
        </p:xfrm>
        <a:graphic>
          <a:graphicData uri="http://schemas.openxmlformats.org/presentationml/2006/ole">
            <mc:AlternateContent xmlns:mc="http://schemas.openxmlformats.org/markup-compatibility/2006">
              <mc:Choice xmlns:v="urn:schemas-microsoft-com:vml" Requires="v">
                <p:oleObj name="Equation" r:id="rId4" imgW="2934720" imgH="1444320" progId="Equation.3">
                  <p:embed/>
                </p:oleObj>
              </mc:Choice>
              <mc:Fallback>
                <p:oleObj name="Equation" r:id="rId4" imgW="2934720" imgH="1444320" progId="Equation.3">
                  <p:embed/>
                  <p:pic>
                    <p:nvPicPr>
                      <p:cNvPr id="0" name="Picture 2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23592" y="3933056"/>
                        <a:ext cx="4608512" cy="228439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Content Placeholder 2"/>
          <p:cNvSpPr>
            <a:spLocks noGrp="1"/>
          </p:cNvSpPr>
          <p:nvPr>
            <p:ph idx="1"/>
          </p:nvPr>
        </p:nvSpPr>
        <p:spPr>
          <a:xfrm>
            <a:off x="1774826" y="1196752"/>
            <a:ext cx="8589963" cy="4191000"/>
          </a:xfrm>
        </p:spPr>
        <p:txBody>
          <a:bodyPr/>
          <a:lstStyle/>
          <a:p>
            <a:pPr marL="0" indent="0">
              <a:buNone/>
              <a:defRPr/>
            </a:pPr>
            <a:r>
              <a:rPr lang="en-US" dirty="0">
                <a:latin typeface="+mj-lt"/>
              </a:rPr>
              <a:t>3. Calculate the degrees  of freedom:</a:t>
            </a:r>
          </a:p>
          <a:p>
            <a:pPr marL="0" indent="0">
              <a:buNone/>
              <a:defRPr/>
            </a:pPr>
            <a:endParaRPr lang="en-US" dirty="0">
              <a:latin typeface="+mj-lt"/>
            </a:endParaRPr>
          </a:p>
          <a:p>
            <a:pPr marL="514350" indent="-514350">
              <a:buFontTx/>
              <a:buAutoNum type="arabicPeriod" startAt="6"/>
              <a:defRPr/>
            </a:pPr>
            <a:endParaRPr lang="en-US" dirty="0">
              <a:latin typeface="+mj-lt"/>
            </a:endParaRPr>
          </a:p>
          <a:p>
            <a:pPr marL="514350" indent="-514350">
              <a:buNone/>
              <a:defRPr/>
            </a:pPr>
            <a:endParaRPr lang="en-US" dirty="0">
              <a:latin typeface="+mj-lt"/>
            </a:endParaRPr>
          </a:p>
          <a:p>
            <a:pPr marL="514350" indent="-514350">
              <a:buNone/>
              <a:defRPr/>
            </a:pPr>
            <a:endParaRPr lang="en-US" dirty="0">
              <a:latin typeface="+mj-lt"/>
            </a:endParaRPr>
          </a:p>
          <a:p>
            <a:pPr marL="514350" indent="-514350">
              <a:buNone/>
              <a:defRPr/>
            </a:pPr>
            <a:r>
              <a:rPr lang="en-US" dirty="0">
                <a:latin typeface="+mj-lt"/>
              </a:rPr>
              <a:t>Therefore, using α =0.05, we reject </a:t>
            </a:r>
            <a:r>
              <a:rPr lang="en-US" i="1" dirty="0">
                <a:latin typeface="+mj-lt"/>
              </a:rPr>
              <a:t>H</a:t>
            </a:r>
            <a:r>
              <a:rPr lang="en-US" baseline="-25000" dirty="0">
                <a:latin typeface="+mj-lt"/>
              </a:rPr>
              <a:t>0</a:t>
            </a:r>
          </a:p>
          <a:p>
            <a:pPr marL="514350" indent="-514350">
              <a:buNone/>
              <a:defRPr/>
            </a:pPr>
            <a:r>
              <a:rPr lang="en-US" baseline="-25000" dirty="0">
                <a:latin typeface="+mj-lt"/>
              </a:rPr>
              <a:t>	</a:t>
            </a:r>
            <a:r>
              <a:rPr lang="en-US" dirty="0">
                <a:latin typeface="+mj-lt"/>
              </a:rPr>
              <a:t>if	</a:t>
            </a:r>
          </a:p>
          <a:p>
            <a:pPr marL="514350" indent="-514350">
              <a:buNone/>
              <a:defRPr/>
            </a:pPr>
            <a:r>
              <a:rPr lang="en-US" dirty="0">
                <a:latin typeface="+mj-lt"/>
              </a:rPr>
              <a:t>     or </a:t>
            </a:r>
          </a:p>
        </p:txBody>
      </p:sp>
      <p:graphicFrame>
        <p:nvGraphicFramePr>
          <p:cNvPr id="70659" name="Object 9"/>
          <p:cNvGraphicFramePr>
            <a:graphicFrameLocks noChangeAspect="1"/>
          </p:cNvGraphicFramePr>
          <p:nvPr>
            <p:extLst>
              <p:ext uri="{D42A27DB-BD31-4B8C-83A1-F6EECF244321}">
                <p14:modId xmlns:p14="http://schemas.microsoft.com/office/powerpoint/2010/main" val="4261360566"/>
              </p:ext>
            </p:extLst>
          </p:nvPr>
        </p:nvGraphicFramePr>
        <p:xfrm>
          <a:off x="2855913" y="4797970"/>
          <a:ext cx="2317750" cy="503238"/>
        </p:xfrm>
        <a:graphic>
          <a:graphicData uri="http://schemas.openxmlformats.org/presentationml/2006/ole">
            <mc:AlternateContent xmlns:mc="http://schemas.openxmlformats.org/markup-compatibility/2006">
              <mc:Choice xmlns:v="urn:schemas-microsoft-com:vml" Requires="v">
                <p:oleObj name="Equation" r:id="rId2" imgW="1167893" imgH="253890" progId="Equation.3">
                  <p:embed/>
                </p:oleObj>
              </mc:Choice>
              <mc:Fallback>
                <p:oleObj name="Equation" r:id="rId2" imgW="1167893" imgH="253890" progId="Equation.3">
                  <p:embed/>
                  <p:pic>
                    <p:nvPicPr>
                      <p:cNvPr id="0" name="Picture 8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55913" y="4797970"/>
                        <a:ext cx="2317750" cy="5032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0660" name="Object 10"/>
          <p:cNvGraphicFramePr>
            <a:graphicFrameLocks noChangeAspect="1"/>
          </p:cNvGraphicFramePr>
          <p:nvPr>
            <p:extLst>
              <p:ext uri="{D42A27DB-BD31-4B8C-83A1-F6EECF244321}">
                <p14:modId xmlns:p14="http://schemas.microsoft.com/office/powerpoint/2010/main" val="3897398727"/>
              </p:ext>
            </p:extLst>
          </p:nvPr>
        </p:nvGraphicFramePr>
        <p:xfrm>
          <a:off x="2783633" y="5374036"/>
          <a:ext cx="2644775" cy="503237"/>
        </p:xfrm>
        <a:graphic>
          <a:graphicData uri="http://schemas.openxmlformats.org/presentationml/2006/ole">
            <mc:AlternateContent xmlns:mc="http://schemas.openxmlformats.org/markup-compatibility/2006">
              <mc:Choice xmlns:v="urn:schemas-microsoft-com:vml" Requires="v">
                <p:oleObj name="Equation" r:id="rId4" imgW="1333500" imgH="254000" progId="Equation.3">
                  <p:embed/>
                </p:oleObj>
              </mc:Choice>
              <mc:Fallback>
                <p:oleObj name="Equation" r:id="rId4" imgW="1333500" imgH="254000" progId="Equation.3">
                  <p:embed/>
                  <p:pic>
                    <p:nvPicPr>
                      <p:cNvPr id="0" name="Picture 8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83633" y="5374036"/>
                        <a:ext cx="2644775" cy="5032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0662" name="Slide Number Placeholder 2"/>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E065A118-462B-614E-BA40-1128435F32DA}" type="slidenum">
              <a:rPr lang="en-US" sz="1200">
                <a:solidFill>
                  <a:srgbClr val="898989"/>
                </a:solidFill>
                <a:cs typeface="Arial" charset="0"/>
              </a:rPr>
              <a:pPr eaLnBrk="1" hangingPunct="1"/>
              <a:t>49</a:t>
            </a:fld>
            <a:endParaRPr lang="en-US" sz="1200">
              <a:solidFill>
                <a:srgbClr val="898989"/>
              </a:solidFill>
              <a:cs typeface="Arial" charset="0"/>
            </a:endParaRPr>
          </a:p>
        </p:txBody>
      </p:sp>
      <p:graphicFrame>
        <p:nvGraphicFramePr>
          <p:cNvPr id="2" name="Object 1"/>
          <p:cNvGraphicFramePr>
            <a:graphicFrameLocks noChangeAspect="1"/>
          </p:cNvGraphicFramePr>
          <p:nvPr>
            <p:extLst>
              <p:ext uri="{D42A27DB-BD31-4B8C-83A1-F6EECF244321}">
                <p14:modId xmlns:p14="http://schemas.microsoft.com/office/powerpoint/2010/main" val="623190001"/>
              </p:ext>
            </p:extLst>
          </p:nvPr>
        </p:nvGraphicFramePr>
        <p:xfrm>
          <a:off x="2522736" y="1916832"/>
          <a:ext cx="7317680" cy="1829420"/>
        </p:xfrm>
        <a:graphic>
          <a:graphicData uri="http://schemas.openxmlformats.org/presentationml/2006/ole">
            <mc:AlternateContent xmlns:mc="http://schemas.openxmlformats.org/markup-compatibility/2006">
              <mc:Choice xmlns:v="urn:schemas-microsoft-com:vml" Requires="v">
                <p:oleObj name="Equation" r:id="rId6" imgW="5979240" imgH="1490040" progId="Equation.3">
                  <p:embed/>
                </p:oleObj>
              </mc:Choice>
              <mc:Fallback>
                <p:oleObj name="Equation" r:id="rId6" imgW="5979240" imgH="1490040" progId="Equation.3">
                  <p:embed/>
                  <p:pic>
                    <p:nvPicPr>
                      <p:cNvPr id="0" name="Picture 8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22736" y="1916832"/>
                        <a:ext cx="7317680" cy="182942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Content Placeholder 2"/>
          <p:cNvSpPr>
            <a:spLocks noGrp="1"/>
          </p:cNvSpPr>
          <p:nvPr>
            <p:ph idx="1"/>
          </p:nvPr>
        </p:nvSpPr>
        <p:spPr>
          <a:xfrm>
            <a:off x="1774826" y="1341438"/>
            <a:ext cx="8435975" cy="4525962"/>
          </a:xfrm>
        </p:spPr>
        <p:txBody>
          <a:bodyPr/>
          <a:lstStyle/>
          <a:p>
            <a:pPr marL="0" indent="0" algn="just">
              <a:lnSpc>
                <a:spcPct val="120000"/>
              </a:lnSpc>
              <a:buNone/>
              <a:defRPr/>
            </a:pPr>
            <a:r>
              <a:rPr lang="en-US" sz="2800" dirty="0">
                <a:latin typeface="Times New Roman"/>
                <a:cs typeface="Times New Roman"/>
              </a:rPr>
              <a:t>4. Conclusion: </a:t>
            </a:r>
          </a:p>
          <a:p>
            <a:pPr marL="0" indent="0" algn="just">
              <a:lnSpc>
                <a:spcPct val="120000"/>
              </a:lnSpc>
              <a:buNone/>
              <a:defRPr/>
            </a:pPr>
            <a:r>
              <a:rPr lang="en-US" sz="2800" dirty="0">
                <a:latin typeface="Times New Roman"/>
                <a:cs typeface="Times New Roman"/>
              </a:rPr>
              <a:t>Since, </a:t>
            </a:r>
            <a:r>
              <a:rPr lang="en-US" sz="2800" i="1" dirty="0">
                <a:latin typeface="Times New Roman"/>
                <a:cs typeface="Times New Roman"/>
              </a:rPr>
              <a:t>t</a:t>
            </a:r>
            <a:r>
              <a:rPr lang="en-US" sz="2800" i="1" baseline="-25000" dirty="0">
                <a:latin typeface="Times New Roman"/>
                <a:cs typeface="Times New Roman"/>
              </a:rPr>
              <a:t>0  </a:t>
            </a:r>
            <a:r>
              <a:rPr lang="en-US" sz="2800" dirty="0">
                <a:latin typeface="Times New Roman"/>
                <a:cs typeface="Times New Roman"/>
              </a:rPr>
              <a:t>= -2.77 &lt; - </a:t>
            </a:r>
            <a:r>
              <a:rPr lang="en-US" sz="2800" i="1" dirty="0">
                <a:latin typeface="Times New Roman"/>
                <a:cs typeface="Times New Roman"/>
              </a:rPr>
              <a:t>t</a:t>
            </a:r>
            <a:r>
              <a:rPr lang="en-US" sz="2800" i="1" baseline="-25000" dirty="0">
                <a:latin typeface="Times New Roman"/>
                <a:cs typeface="Times New Roman"/>
              </a:rPr>
              <a:t>0.025, 13</a:t>
            </a:r>
            <a:r>
              <a:rPr lang="en-US" sz="2800" i="1" dirty="0">
                <a:latin typeface="Times New Roman"/>
                <a:cs typeface="Times New Roman"/>
              </a:rPr>
              <a:t> </a:t>
            </a:r>
            <a:r>
              <a:rPr lang="en-US" sz="2800" dirty="0">
                <a:latin typeface="Times New Roman"/>
                <a:cs typeface="Times New Roman"/>
              </a:rPr>
              <a:t>= -2.160, we reject the null hypothesis. There is evidence to conclude that mean arsenic concentration in the drinking water in rural Arizona is different from the mean arsenic concentration in metropolitan Phoenix drinking water.</a:t>
            </a:r>
          </a:p>
          <a:p>
            <a:pPr marL="0" indent="0">
              <a:lnSpc>
                <a:spcPct val="120000"/>
              </a:lnSpc>
              <a:buNone/>
              <a:defRPr/>
            </a:pPr>
            <a:endParaRPr lang="en-US" sz="2800" dirty="0">
              <a:latin typeface="Times New Roman"/>
              <a:cs typeface="Times New Roman"/>
            </a:endParaRPr>
          </a:p>
        </p:txBody>
      </p:sp>
      <p:sp>
        <p:nvSpPr>
          <p:cNvPr id="71684" name="Slide Number Placeholder 2"/>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0589E0B1-8408-104A-AB37-086C3DBADF4C}" type="slidenum">
              <a:rPr lang="en-US" sz="1200">
                <a:solidFill>
                  <a:srgbClr val="898989"/>
                </a:solidFill>
                <a:cs typeface="Arial" charset="0"/>
              </a:rPr>
              <a:pPr eaLnBrk="1" hangingPunct="1"/>
              <a:t>50</a:t>
            </a:fld>
            <a:endParaRPr lang="en-US" sz="1200">
              <a:solidFill>
                <a:srgbClr val="898989"/>
              </a:solidFill>
              <a:cs typeface="Arial" charset="0"/>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Title 1"/>
          <p:cNvSpPr>
            <a:spLocks noGrp="1"/>
          </p:cNvSpPr>
          <p:nvPr>
            <p:ph type="title"/>
          </p:nvPr>
        </p:nvSpPr>
        <p:spPr>
          <a:xfrm>
            <a:off x="3648076" y="274638"/>
            <a:ext cx="6562725" cy="850900"/>
          </a:xfrm>
        </p:spPr>
        <p:txBody>
          <a:bodyPr/>
          <a:lstStyle/>
          <a:p>
            <a:r>
              <a:rPr lang="en-US" sz="4400" b="1" dirty="0">
                <a:solidFill>
                  <a:srgbClr val="0000FF"/>
                </a:solidFill>
                <a:latin typeface="Calibri" charset="0"/>
              </a:rPr>
              <a:t>Exercise #4</a:t>
            </a:r>
          </a:p>
        </p:txBody>
      </p:sp>
      <p:sp>
        <p:nvSpPr>
          <p:cNvPr id="72706" name="Content Placeholder 2"/>
          <p:cNvSpPr>
            <a:spLocks noGrp="1"/>
          </p:cNvSpPr>
          <p:nvPr>
            <p:ph idx="1"/>
          </p:nvPr>
        </p:nvSpPr>
        <p:spPr>
          <a:xfrm>
            <a:off x="1909764" y="1484313"/>
            <a:ext cx="8218487" cy="4525962"/>
          </a:xfrm>
        </p:spPr>
        <p:txBody>
          <a:bodyPr/>
          <a:lstStyle/>
          <a:p>
            <a:pPr marL="0" indent="0" algn="just">
              <a:lnSpc>
                <a:spcPct val="120000"/>
              </a:lnSpc>
              <a:buNone/>
            </a:pPr>
            <a:r>
              <a:rPr lang="en-US" sz="2600" dirty="0">
                <a:cs typeface="Times New Roman" charset="0"/>
              </a:rPr>
              <a:t>A sample of 14 cans of Brand I diet soda gave the mean number of calories per can as 23 with a standard deviation of 3 calories. Another sample of 16 cans of Brand II diet soda gave the mean number of calories per can as 25 with a standard deviation of 4 calories. Test at the 1% significance level (99% CI) whether the mean numbers of calories per can of diet soda are different for these two brands. Assume that the calories per can of diet soda are normally distributed for each of these two brands and that the standard deviations for the two populations are </a:t>
            </a:r>
            <a:r>
              <a:rPr lang="en-US" sz="2600" dirty="0">
                <a:solidFill>
                  <a:srgbClr val="FF0000"/>
                </a:solidFill>
                <a:cs typeface="Times New Roman" charset="0"/>
              </a:rPr>
              <a:t>not equal</a:t>
            </a:r>
            <a:r>
              <a:rPr lang="en-US" sz="2600" dirty="0">
                <a:cs typeface="Times New Roman" charset="0"/>
              </a:rPr>
              <a:t>. </a:t>
            </a:r>
          </a:p>
        </p:txBody>
      </p:sp>
      <p:sp>
        <p:nvSpPr>
          <p:cNvPr id="72707" name="Slide Number Placeholder 3"/>
          <p:cNvSpPr>
            <a:spLocks noGrp="1"/>
          </p:cNvSpPr>
          <p:nvPr>
            <p:ph type="sldNum" sz="quarter" idx="10"/>
          </p:nvPr>
        </p:nvSpPr>
        <p:spPr bwMode="auto">
          <a:xfrm>
            <a:off x="9067800" y="6553200"/>
            <a:ext cx="1143000" cy="30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99F8CD78-32C1-D449-8CAB-6E5876E11970}" type="slidenum">
              <a:rPr lang="en-US" sz="1200">
                <a:solidFill>
                  <a:srgbClr val="898989"/>
                </a:solidFill>
                <a:cs typeface="Arial" charset="0"/>
              </a:rPr>
              <a:pPr eaLnBrk="1" hangingPunct="1"/>
              <a:t>51</a:t>
            </a:fld>
            <a:endParaRPr lang="en-US" sz="1200">
              <a:solidFill>
                <a:srgbClr val="898989"/>
              </a:solidFill>
              <a:cs typeface="Arial" charset="0"/>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Footer Placeholder 1"/>
          <p:cNvSpPr txBox="1">
            <a:spLocks noGrp="1"/>
          </p:cNvSpPr>
          <p:nvPr/>
        </p:nvSpPr>
        <p:spPr bwMode="auto">
          <a:xfrm>
            <a:off x="1863726" y="6472239"/>
            <a:ext cx="5707063" cy="319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endParaRPr lang="en-US" sz="1200">
              <a:latin typeface="Times New Roman" charset="0"/>
            </a:endParaRPr>
          </a:p>
        </p:txBody>
      </p:sp>
      <p:pic>
        <p:nvPicPr>
          <p:cNvPr id="73730" name="Picture 7" descr="09_03"/>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3048000" y="914401"/>
            <a:ext cx="7030342" cy="555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3731" name="Slide Number Placeholder 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CC62E464-D956-CA43-AB66-458BCE4645FB}" type="slidenum">
              <a:rPr lang="en-US" sz="1200">
                <a:solidFill>
                  <a:srgbClr val="898989"/>
                </a:solidFill>
                <a:cs typeface="Arial" charset="0"/>
              </a:rPr>
              <a:pPr eaLnBrk="1" hangingPunct="1"/>
              <a:t>52</a:t>
            </a:fld>
            <a:endParaRPr lang="en-US" sz="1200">
              <a:solidFill>
                <a:srgbClr val="898989"/>
              </a:solidFill>
              <a:cs typeface="Arial" charset="0"/>
            </a:endParaRPr>
          </a:p>
        </p:txBody>
      </p:sp>
      <p:sp>
        <p:nvSpPr>
          <p:cNvPr id="73732" name="TextBox 2"/>
          <p:cNvSpPr txBox="1">
            <a:spLocks noChangeArrowheads="1"/>
          </p:cNvSpPr>
          <p:nvPr/>
        </p:nvSpPr>
        <p:spPr bwMode="auto">
          <a:xfrm>
            <a:off x="3863976" y="260351"/>
            <a:ext cx="61198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algn="ctr" eaLnBrk="1" hangingPunct="1"/>
            <a:r>
              <a:rPr lang="en-US" sz="3600"/>
              <a:t>Summary</a:t>
            </a:r>
          </a:p>
        </p:txBody>
      </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4"/>
          <p:cNvSpPr txBox="1">
            <a:spLocks/>
          </p:cNvSpPr>
          <p:nvPr/>
        </p:nvSpPr>
        <p:spPr bwMode="auto">
          <a:xfrm>
            <a:off x="3503614" y="274639"/>
            <a:ext cx="5832475" cy="77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lgn="ctr">
              <a:defRPr/>
            </a:pPr>
            <a:r>
              <a:rPr lang="en-US" altLang="en-US" b="1"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Britannic Bold" panose="020B0903060703020204" pitchFamily="34" charset="0"/>
              </a:rPr>
              <a:t>SCSI2143: Probability &amp; statistical data analysis</a:t>
            </a:r>
          </a:p>
        </p:txBody>
      </p:sp>
      <p:sp>
        <p:nvSpPr>
          <p:cNvPr id="14338" name="Content Placeholder 16"/>
          <p:cNvSpPr txBox="1">
            <a:spLocks/>
          </p:cNvSpPr>
          <p:nvPr/>
        </p:nvSpPr>
        <p:spPr bwMode="auto">
          <a:xfrm>
            <a:off x="2566989" y="1844676"/>
            <a:ext cx="7489825" cy="157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algn="ctr" eaLnBrk="1" hangingPunct="1">
              <a:buFont typeface="Arial" charset="0"/>
              <a:buNone/>
            </a:pPr>
            <a:r>
              <a:rPr lang="en-US" sz="4800" dirty="0">
                <a:solidFill>
                  <a:srgbClr val="0070C0"/>
                </a:solidFill>
                <a:latin typeface="Britannic Bold" charset="0"/>
                <a:cs typeface="Arial" charset="0"/>
              </a:rPr>
              <a:t>CHAPTER 5</a:t>
            </a:r>
          </a:p>
          <a:p>
            <a:pPr algn="ctr" eaLnBrk="1" hangingPunct="1">
              <a:buFont typeface="Arial" charset="0"/>
              <a:buNone/>
            </a:pPr>
            <a:r>
              <a:rPr lang="en-US" sz="4400" dirty="0">
                <a:latin typeface="Britannic Bold" charset="0"/>
                <a:cs typeface="Arial" charset="0"/>
              </a:rPr>
              <a:t>Part 3</a:t>
            </a:r>
          </a:p>
          <a:p>
            <a:pPr algn="ctr" eaLnBrk="1" hangingPunct="1">
              <a:buFont typeface="Arial" charset="0"/>
              <a:buNone/>
            </a:pPr>
            <a:endParaRPr lang="en-US" sz="4400" dirty="0">
              <a:latin typeface="Britannic Bold" charset="0"/>
              <a:cs typeface="Arial" charset="0"/>
            </a:endParaRPr>
          </a:p>
          <a:p>
            <a:pPr algn="ctr" eaLnBrk="1" hangingPunct="1">
              <a:buFont typeface="Arial" charset="0"/>
              <a:buNone/>
            </a:pPr>
            <a:r>
              <a:rPr lang="en-US" sz="4400" dirty="0">
                <a:latin typeface="Britannic Bold" charset="0"/>
                <a:cs typeface="Arial" charset="0"/>
              </a:rPr>
              <a:t>HYPOTHESIS TESTING</a:t>
            </a:r>
          </a:p>
          <a:p>
            <a:pPr algn="ctr" eaLnBrk="1" hangingPunct="1">
              <a:buFont typeface="Arial" charset="0"/>
              <a:buNone/>
            </a:pPr>
            <a:r>
              <a:rPr lang="en-US" sz="4400" dirty="0">
                <a:latin typeface="Britannic Bold" charset="0"/>
                <a:cs typeface="Arial" charset="0"/>
              </a:rPr>
              <a:t>(Two Samples Test)</a:t>
            </a:r>
          </a:p>
        </p:txBody>
      </p:sp>
      <p:sp>
        <p:nvSpPr>
          <p:cNvPr id="14340" name="Slide Number Placeholder 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DDE658C4-65AC-2F4D-8968-97DCAE54CBC5}" type="slidenum">
              <a:rPr lang="en-US" sz="1200">
                <a:solidFill>
                  <a:srgbClr val="898989"/>
                </a:solidFill>
                <a:cs typeface="Arial" charset="0"/>
              </a:rPr>
              <a:pPr eaLnBrk="1" hangingPunct="1"/>
              <a:t>53</a:t>
            </a:fld>
            <a:endParaRPr lang="en-US" sz="1200">
              <a:solidFill>
                <a:srgbClr val="898989"/>
              </a:solidFill>
              <a:cs typeface="Arial" charset="0"/>
            </a:endParaRPr>
          </a:p>
        </p:txBody>
      </p:sp>
      <p:sp>
        <p:nvSpPr>
          <p:cNvPr id="14341" name="TextBox 1"/>
          <p:cNvSpPr txBox="1">
            <a:spLocks noChangeArrowheads="1"/>
          </p:cNvSpPr>
          <p:nvPr/>
        </p:nvSpPr>
        <p:spPr bwMode="auto">
          <a:xfrm>
            <a:off x="4954588" y="6165850"/>
            <a:ext cx="266126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r>
              <a:rPr lang="en-US" sz="1800" dirty="0">
                <a:latin typeface="Arial Unicode MS"/>
                <a:cs typeface="Arial Unicode MS"/>
              </a:rPr>
              <a:t>2016/2017 - Semester 2</a:t>
            </a:r>
          </a:p>
        </p:txBody>
      </p:sp>
    </p:spTree>
    <p:extLst>
      <p:ext uri="{BB962C8B-B14F-4D97-AF65-F5344CB8AC3E}">
        <p14:creationId xmlns:p14="http://schemas.microsoft.com/office/powerpoint/2010/main" val="408948852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ext Placeholder 2"/>
          <p:cNvSpPr>
            <a:spLocks noGrp="1"/>
          </p:cNvSpPr>
          <p:nvPr>
            <p:ph type="body" idx="1"/>
          </p:nvPr>
        </p:nvSpPr>
        <p:spPr>
          <a:xfrm>
            <a:off x="1703512" y="2492897"/>
            <a:ext cx="8640960" cy="1500187"/>
          </a:xfrm>
        </p:spPr>
        <p:txBody>
          <a:bodyPr/>
          <a:lstStyle/>
          <a:p>
            <a:pPr algn="ctr">
              <a:defRPr/>
            </a:pPr>
            <a:r>
              <a:rPr lang="en-AU" altLang="en-US" sz="3600" b="1"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rPr>
              <a:t>Statistical Inferences For Two Sample:</a:t>
            </a:r>
          </a:p>
          <a:p>
            <a:pPr algn="ctr">
              <a:defRPr/>
            </a:pPr>
            <a:r>
              <a:rPr lang="en-AU" altLang="en-US" sz="3600" b="1"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rPr>
              <a:t>Test On Difference Between</a:t>
            </a:r>
          </a:p>
          <a:p>
            <a:pPr algn="ctr">
              <a:defRPr/>
            </a:pPr>
            <a:r>
              <a:rPr lang="en-AU" altLang="en-US" sz="3600" b="1"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rPr>
              <a:t>VARIANCE/STANDARD DEVIATION</a:t>
            </a:r>
          </a:p>
        </p:txBody>
      </p:sp>
      <p:sp>
        <p:nvSpPr>
          <p:cNvPr id="75778" name="Slide Number Placeholder 3"/>
          <p:cNvSpPr>
            <a:spLocks noGrp="1"/>
          </p:cNvSpPr>
          <p:nvPr>
            <p:ph type="sldNum" sz="quarter" idx="10"/>
          </p:nvPr>
        </p:nvSpPr>
        <p:spPr bwMode="auto">
          <a:xfrm>
            <a:off x="9417050" y="6553200"/>
            <a:ext cx="1143000" cy="30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E7C96ED0-7152-914E-B98F-55D2A9697D88}" type="slidenum">
              <a:rPr lang="en-US" sz="1200">
                <a:solidFill>
                  <a:srgbClr val="898989"/>
                </a:solidFill>
                <a:cs typeface="Arial" charset="0"/>
              </a:rPr>
              <a:pPr eaLnBrk="1" hangingPunct="1"/>
              <a:t>54</a:t>
            </a:fld>
            <a:endParaRPr lang="en-US" sz="1200">
              <a:solidFill>
                <a:srgbClr val="898989"/>
              </a:solidFill>
              <a:cs typeface="Arial" charset="0"/>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Title 1"/>
          <p:cNvSpPr>
            <a:spLocks noGrp="1"/>
          </p:cNvSpPr>
          <p:nvPr>
            <p:ph type="title"/>
          </p:nvPr>
        </p:nvSpPr>
        <p:spPr>
          <a:xfrm>
            <a:off x="3648076" y="274639"/>
            <a:ext cx="6562725" cy="777875"/>
          </a:xfrm>
          <a:ln>
            <a:noFill/>
          </a:ln>
          <a:extLst>
            <a:ext uri="{91240B29-F687-4F45-9708-019B960494DF}">
              <a14:hiddenLine xmlns:a14="http://schemas.microsoft.com/office/drawing/2010/main" w="9525">
                <a:solidFill>
                  <a:srgbClr val="000000"/>
                </a:solidFill>
                <a:miter lim="800000"/>
                <a:headEnd/>
                <a:tailEnd/>
              </a14:hiddenLine>
            </a:ext>
          </a:extLst>
        </p:spPr>
        <p:style>
          <a:lnRef idx="2">
            <a:schemeClr val="accent2"/>
          </a:lnRef>
          <a:fillRef idx="1">
            <a:schemeClr val="lt1"/>
          </a:fillRef>
          <a:effectRef idx="0">
            <a:schemeClr val="accent2"/>
          </a:effectRef>
          <a:fontRef idx="minor">
            <a:schemeClr val="dk1"/>
          </a:fontRef>
        </p:style>
        <p:txBody>
          <a:bodyPr/>
          <a:lstStyle/>
          <a:p>
            <a:pPr>
              <a:defRPr/>
            </a:pPr>
            <a:r>
              <a:rPr lang="en-AU" sz="2800" b="1" dirty="0"/>
              <a:t>Test on Difference Between Two Variances</a:t>
            </a:r>
          </a:p>
        </p:txBody>
      </p:sp>
      <p:sp>
        <p:nvSpPr>
          <p:cNvPr id="61442" name="Content Placeholder 2"/>
          <p:cNvSpPr>
            <a:spLocks noGrp="1"/>
          </p:cNvSpPr>
          <p:nvPr>
            <p:ph idx="1"/>
          </p:nvPr>
        </p:nvSpPr>
        <p:spPr>
          <a:xfrm>
            <a:off x="1847850" y="1600201"/>
            <a:ext cx="8362950" cy="4525963"/>
          </a:xfrm>
        </p:spPr>
        <p:txBody>
          <a:bodyPr/>
          <a:lstStyle/>
          <a:p>
            <a:pPr algn="just">
              <a:defRPr/>
            </a:pPr>
            <a:r>
              <a:rPr lang="en-AU" sz="2800" dirty="0">
                <a:latin typeface="+mj-lt"/>
              </a:rPr>
              <a:t>In addition to comparing two means, statisticians are interested in comparing two variances or standard deviation. For example, is the variation in the temperature for a certain month for two cities different?</a:t>
            </a:r>
          </a:p>
          <a:p>
            <a:pPr algn="just">
              <a:defRPr/>
            </a:pPr>
            <a:r>
              <a:rPr lang="en-AU" sz="2800" dirty="0">
                <a:latin typeface="+mj-lt"/>
              </a:rPr>
              <a:t>For the comparison of two variances or standard deviations, an </a:t>
            </a:r>
            <a:r>
              <a:rPr lang="en-AU" sz="2800" i="1" dirty="0">
                <a:solidFill>
                  <a:srgbClr val="0000FF"/>
                </a:solidFill>
                <a:latin typeface="+mj-lt"/>
              </a:rPr>
              <a:t>F</a:t>
            </a:r>
            <a:r>
              <a:rPr lang="en-AU" sz="2800" dirty="0">
                <a:solidFill>
                  <a:srgbClr val="0000FF"/>
                </a:solidFill>
                <a:latin typeface="+mj-lt"/>
              </a:rPr>
              <a:t> test </a:t>
            </a:r>
            <a:r>
              <a:rPr lang="en-AU" sz="2800" dirty="0">
                <a:latin typeface="+mj-lt"/>
              </a:rPr>
              <a:t>is used.</a:t>
            </a:r>
          </a:p>
        </p:txBody>
      </p:sp>
      <p:sp>
        <p:nvSpPr>
          <p:cNvPr id="76803" name="Slide Number Placeholder 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878CC1CC-934F-6440-95EB-E5B7F900EE28}" type="slidenum">
              <a:rPr lang="en-US" sz="1200">
                <a:solidFill>
                  <a:srgbClr val="898989"/>
                </a:solidFill>
                <a:cs typeface="Arial" charset="0"/>
              </a:rPr>
              <a:pPr eaLnBrk="1" hangingPunct="1"/>
              <a:t>55</a:t>
            </a:fld>
            <a:endParaRPr lang="en-US" sz="1200">
              <a:solidFill>
                <a:srgbClr val="898989"/>
              </a:solidFill>
              <a:cs typeface="Arial" charset="0"/>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Content Placeholder 2"/>
          <p:cNvSpPr>
            <a:spLocks noGrp="1"/>
          </p:cNvSpPr>
          <p:nvPr>
            <p:ph idx="1"/>
          </p:nvPr>
        </p:nvSpPr>
        <p:spPr>
          <a:xfrm>
            <a:off x="1847850" y="1341438"/>
            <a:ext cx="8362950" cy="4525962"/>
          </a:xfrm>
        </p:spPr>
        <p:txBody>
          <a:bodyPr/>
          <a:lstStyle/>
          <a:p>
            <a:pPr marL="0" indent="0">
              <a:buNone/>
              <a:defRPr/>
            </a:pPr>
            <a:r>
              <a:rPr lang="en-AU" sz="2800" dirty="0">
                <a:latin typeface="+mj-lt"/>
              </a:rPr>
              <a:t>When can this test be used?</a:t>
            </a:r>
          </a:p>
          <a:p>
            <a:pPr>
              <a:defRPr/>
            </a:pPr>
            <a:r>
              <a:rPr lang="en-AU" sz="2800" dirty="0">
                <a:latin typeface="+mj-lt"/>
              </a:rPr>
              <a:t>There are two samples from two populations</a:t>
            </a:r>
          </a:p>
          <a:p>
            <a:pPr lvl="1">
              <a:defRPr/>
            </a:pPr>
            <a:r>
              <a:rPr lang="en-AU" dirty="0">
                <a:latin typeface="+mj-lt"/>
              </a:rPr>
              <a:t>These samples can be different size.</a:t>
            </a:r>
          </a:p>
          <a:p>
            <a:pPr>
              <a:defRPr/>
            </a:pPr>
            <a:r>
              <a:rPr lang="en-AU" sz="2800" dirty="0">
                <a:latin typeface="+mj-lt"/>
              </a:rPr>
              <a:t>The two samples are independent</a:t>
            </a:r>
          </a:p>
          <a:p>
            <a:pPr>
              <a:defRPr/>
            </a:pPr>
            <a:r>
              <a:rPr lang="en-AU" sz="2800" dirty="0">
                <a:latin typeface="+mj-lt"/>
              </a:rPr>
              <a:t>Both population are normally distributed</a:t>
            </a:r>
          </a:p>
          <a:p>
            <a:pPr>
              <a:defRPr/>
            </a:pPr>
            <a:r>
              <a:rPr lang="en-AU" sz="2800" dirty="0">
                <a:latin typeface="+mj-lt"/>
              </a:rPr>
              <a:t>Both population variances     and     are unknown</a:t>
            </a:r>
          </a:p>
          <a:p>
            <a:pPr>
              <a:defRPr/>
            </a:pPr>
            <a:r>
              <a:rPr lang="en-US" sz="2800" dirty="0">
                <a:latin typeface="+mj-lt"/>
              </a:rPr>
              <a:t>We wish to test the hypotheses</a:t>
            </a:r>
          </a:p>
          <a:p>
            <a:pPr>
              <a:buFontTx/>
              <a:buNone/>
              <a:defRPr/>
            </a:pPr>
            <a:r>
              <a:rPr lang="en-US" sz="2800" i="1" dirty="0">
                <a:latin typeface="+mj-lt"/>
              </a:rPr>
              <a:t>			H</a:t>
            </a:r>
            <a:r>
              <a:rPr lang="en-US" sz="2800" baseline="-25000" dirty="0">
                <a:latin typeface="+mj-lt"/>
              </a:rPr>
              <a:t>0</a:t>
            </a:r>
            <a:r>
              <a:rPr lang="en-US" sz="2800" dirty="0">
                <a:latin typeface="+mj-lt"/>
              </a:rPr>
              <a:t>: σ</a:t>
            </a:r>
            <a:r>
              <a:rPr lang="en-US" sz="2800" baseline="-25000" dirty="0">
                <a:latin typeface="+mj-lt"/>
              </a:rPr>
              <a:t>1</a:t>
            </a:r>
            <a:r>
              <a:rPr lang="en-US" sz="2800" baseline="30000" dirty="0">
                <a:latin typeface="+mj-lt"/>
              </a:rPr>
              <a:t>2</a:t>
            </a:r>
            <a:r>
              <a:rPr lang="en-US" sz="2800" dirty="0">
                <a:latin typeface="+mj-lt"/>
              </a:rPr>
              <a:t>= σ</a:t>
            </a:r>
            <a:r>
              <a:rPr lang="en-US" sz="2800" baseline="-25000" dirty="0">
                <a:latin typeface="+mj-lt"/>
              </a:rPr>
              <a:t>2</a:t>
            </a:r>
            <a:r>
              <a:rPr lang="en-US" sz="2800" baseline="30000" dirty="0">
                <a:latin typeface="+mj-lt"/>
              </a:rPr>
              <a:t>2</a:t>
            </a:r>
            <a:r>
              <a:rPr lang="en-US" sz="2800" dirty="0">
                <a:latin typeface="+mj-lt"/>
              </a:rPr>
              <a:t> </a:t>
            </a:r>
          </a:p>
          <a:p>
            <a:pPr>
              <a:buFontTx/>
              <a:buNone/>
              <a:defRPr/>
            </a:pPr>
            <a:r>
              <a:rPr lang="en-US" sz="2800" i="1" dirty="0">
                <a:latin typeface="+mj-lt"/>
              </a:rPr>
              <a:t>			H</a:t>
            </a:r>
            <a:r>
              <a:rPr lang="en-US" sz="2800" baseline="-25000" dirty="0">
                <a:latin typeface="+mj-lt"/>
              </a:rPr>
              <a:t>1</a:t>
            </a:r>
            <a:r>
              <a:rPr lang="en-US" sz="2800" dirty="0">
                <a:latin typeface="+mj-lt"/>
              </a:rPr>
              <a:t>: σ</a:t>
            </a:r>
            <a:r>
              <a:rPr lang="en-US" sz="2800" baseline="-25000" dirty="0">
                <a:latin typeface="+mj-lt"/>
              </a:rPr>
              <a:t>1</a:t>
            </a:r>
            <a:r>
              <a:rPr lang="en-US" sz="2800" baseline="30000" dirty="0">
                <a:latin typeface="+mj-lt"/>
              </a:rPr>
              <a:t>2</a:t>
            </a:r>
            <a:r>
              <a:rPr lang="en-US" sz="2800" dirty="0">
                <a:latin typeface="+mj-lt"/>
              </a:rPr>
              <a:t> ≠ σ</a:t>
            </a:r>
            <a:r>
              <a:rPr lang="en-US" sz="2800" baseline="-25000" dirty="0">
                <a:latin typeface="+mj-lt"/>
              </a:rPr>
              <a:t>2</a:t>
            </a:r>
            <a:r>
              <a:rPr lang="en-US" sz="2800" baseline="30000" dirty="0">
                <a:latin typeface="+mj-lt"/>
              </a:rPr>
              <a:t>2</a:t>
            </a:r>
            <a:endParaRPr lang="en-AU" sz="2800" dirty="0">
              <a:latin typeface="+mj-lt"/>
            </a:endParaRPr>
          </a:p>
        </p:txBody>
      </p:sp>
      <p:grpSp>
        <p:nvGrpSpPr>
          <p:cNvPr id="77826" name="Group 2"/>
          <p:cNvGrpSpPr>
            <a:grpSpLocks/>
          </p:cNvGrpSpPr>
          <p:nvPr/>
        </p:nvGrpSpPr>
        <p:grpSpPr bwMode="auto">
          <a:xfrm>
            <a:off x="6096000" y="3933825"/>
            <a:ext cx="1295400" cy="431800"/>
            <a:chOff x="4572000" y="3933056"/>
            <a:chExt cx="1296144" cy="432048"/>
          </a:xfrm>
        </p:grpSpPr>
        <p:graphicFrame>
          <p:nvGraphicFramePr>
            <p:cNvPr id="77828" name="Object 5"/>
            <p:cNvGraphicFramePr>
              <a:graphicFrameLocks noChangeAspect="1"/>
            </p:cNvGraphicFramePr>
            <p:nvPr/>
          </p:nvGraphicFramePr>
          <p:xfrm>
            <a:off x="4572000" y="3933304"/>
            <a:ext cx="384175" cy="431800"/>
          </p:xfrm>
          <a:graphic>
            <a:graphicData uri="http://schemas.openxmlformats.org/presentationml/2006/ole">
              <mc:AlternateContent xmlns:mc="http://schemas.openxmlformats.org/markup-compatibility/2006">
                <mc:Choice xmlns:v="urn:schemas-microsoft-com:vml" Requires="v">
                  <p:oleObj name="Equation" r:id="rId2" imgW="203112" imgH="228501" progId="Equation.3">
                    <p:embed/>
                  </p:oleObj>
                </mc:Choice>
                <mc:Fallback>
                  <p:oleObj name="Equation" r:id="rId2" imgW="203112" imgH="228501" progId="Equation.3">
                    <p:embed/>
                    <p:pic>
                      <p:nvPicPr>
                        <p:cNvPr id="0" name="Picture 5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3933304"/>
                          <a:ext cx="384175" cy="431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7829" name="Object 6"/>
            <p:cNvGraphicFramePr>
              <a:graphicFrameLocks noChangeAspect="1"/>
            </p:cNvGraphicFramePr>
            <p:nvPr/>
          </p:nvGraphicFramePr>
          <p:xfrm>
            <a:off x="5483969" y="3933056"/>
            <a:ext cx="384175" cy="430212"/>
          </p:xfrm>
          <a:graphic>
            <a:graphicData uri="http://schemas.openxmlformats.org/presentationml/2006/ole">
              <mc:AlternateContent xmlns:mc="http://schemas.openxmlformats.org/markup-compatibility/2006">
                <mc:Choice xmlns:v="urn:schemas-microsoft-com:vml" Requires="v">
                  <p:oleObj name="Equation" r:id="rId4" imgW="203112" imgH="228501" progId="Equation.3">
                    <p:embed/>
                  </p:oleObj>
                </mc:Choice>
                <mc:Fallback>
                  <p:oleObj name="Equation" r:id="rId4" imgW="203112" imgH="228501" progId="Equation.3">
                    <p:embed/>
                    <p:pic>
                      <p:nvPicPr>
                        <p:cNvPr id="0" name="Picture 5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83969" y="3933056"/>
                          <a:ext cx="384175" cy="4302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77827" name="Slide Number Placeholder 3"/>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BDCA3090-F180-FA4D-986C-F8B296E5125F}" type="slidenum">
              <a:rPr lang="en-US" sz="1200">
                <a:solidFill>
                  <a:srgbClr val="898989"/>
                </a:solidFill>
                <a:cs typeface="Arial" charset="0"/>
              </a:rPr>
              <a:pPr eaLnBrk="1" hangingPunct="1"/>
              <a:t>56</a:t>
            </a:fld>
            <a:endParaRPr lang="en-US" sz="1200">
              <a:solidFill>
                <a:srgbClr val="898989"/>
              </a:solidFill>
              <a:cs typeface="Arial" charset="0"/>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47850" y="1196753"/>
            <a:ext cx="8496300" cy="4525963"/>
          </a:xfrm>
        </p:spPr>
        <p:txBody>
          <a:bodyPr/>
          <a:lstStyle/>
          <a:p>
            <a:pPr marL="0" lvl="1" indent="0">
              <a:buNone/>
              <a:defRPr/>
            </a:pPr>
            <a:r>
              <a:rPr lang="en-AU" dirty="0"/>
              <a:t>Let </a:t>
            </a:r>
            <a:r>
              <a:rPr lang="en-US" i="1" dirty="0"/>
              <a:t>S</a:t>
            </a:r>
            <a:r>
              <a:rPr lang="en-US" baseline="-25000" dirty="0"/>
              <a:t>1</a:t>
            </a:r>
            <a:r>
              <a:rPr lang="en-US" baseline="30000" dirty="0"/>
              <a:t>2</a:t>
            </a:r>
            <a:r>
              <a:rPr lang="en-US" dirty="0"/>
              <a:t> and </a:t>
            </a:r>
            <a:r>
              <a:rPr lang="en-US" i="1" dirty="0"/>
              <a:t>S</a:t>
            </a:r>
            <a:r>
              <a:rPr lang="en-US" baseline="-25000" dirty="0"/>
              <a:t>2</a:t>
            </a:r>
            <a:r>
              <a:rPr lang="en-US" baseline="30000" dirty="0"/>
              <a:t>2 </a:t>
            </a:r>
            <a:r>
              <a:rPr lang="en-US" dirty="0"/>
              <a:t>be the sample variances. </a:t>
            </a:r>
          </a:p>
          <a:p>
            <a:pPr marL="0" lvl="1" indent="0">
              <a:buNone/>
              <a:defRPr/>
            </a:pPr>
            <a:endParaRPr lang="en-US" dirty="0"/>
          </a:p>
          <a:p>
            <a:pPr>
              <a:defRPr/>
            </a:pPr>
            <a:r>
              <a:rPr lang="en-AU" sz="2800" dirty="0">
                <a:ea typeface="+mn-ea"/>
                <a:cs typeface="+mn-cs"/>
              </a:rPr>
              <a:t>The statistic used is the ratio of the two sample variances:</a:t>
            </a:r>
          </a:p>
          <a:p>
            <a:pPr>
              <a:defRPr/>
            </a:pPr>
            <a:endParaRPr lang="en-AU" sz="2800" dirty="0">
              <a:ea typeface="+mn-ea"/>
              <a:cs typeface="+mn-cs"/>
            </a:endParaRPr>
          </a:p>
          <a:p>
            <a:pPr marL="0" indent="0">
              <a:buNone/>
              <a:defRPr/>
            </a:pPr>
            <a:endParaRPr lang="en-AU" sz="2800" dirty="0">
              <a:ea typeface="+mn-ea"/>
              <a:cs typeface="+mn-cs"/>
            </a:endParaRPr>
          </a:p>
          <a:p>
            <a:pPr>
              <a:defRPr/>
            </a:pPr>
            <a:r>
              <a:rPr lang="en-AU" sz="2800" dirty="0">
                <a:ea typeface="+mn-ea"/>
                <a:cs typeface="+mn-cs"/>
              </a:rPr>
              <a:t>Has an F distribution with degree of freedom </a:t>
            </a:r>
          </a:p>
          <a:p>
            <a:pPr marL="0" indent="0">
              <a:buNone/>
              <a:defRPr/>
            </a:pPr>
            <a:r>
              <a:rPr lang="en-AU" sz="2800" dirty="0">
                <a:ea typeface="+mn-ea"/>
                <a:cs typeface="+mn-cs"/>
              </a:rPr>
              <a:t>	        (numerator)  and  		(denominator)</a:t>
            </a:r>
          </a:p>
          <a:p>
            <a:pPr marL="0" indent="0">
              <a:buNone/>
              <a:defRPr/>
            </a:pPr>
            <a:r>
              <a:rPr lang="en-AU" sz="2800" dirty="0">
                <a:ea typeface="+mn-ea"/>
                <a:cs typeface="+mn-cs"/>
              </a:rPr>
              <a:t>   or  written as </a:t>
            </a:r>
          </a:p>
          <a:p>
            <a:pPr marL="0" indent="0">
              <a:buNone/>
              <a:defRPr/>
            </a:pPr>
            <a:endParaRPr lang="en-AU" sz="2800" dirty="0">
              <a:ea typeface="+mn-ea"/>
              <a:cs typeface="+mn-cs"/>
            </a:endParaRPr>
          </a:p>
          <a:p>
            <a:pPr marL="0" indent="0">
              <a:buNone/>
              <a:defRPr/>
            </a:pPr>
            <a:r>
              <a:rPr lang="en-AU" sz="2800" dirty="0">
                <a:ea typeface="+mn-ea"/>
                <a:cs typeface="+mn-cs"/>
              </a:rPr>
              <a:t>		</a:t>
            </a:r>
          </a:p>
        </p:txBody>
      </p:sp>
      <p:graphicFrame>
        <p:nvGraphicFramePr>
          <p:cNvPr id="78850" name="Object 5"/>
          <p:cNvGraphicFramePr>
            <a:graphicFrameLocks noChangeAspect="1"/>
          </p:cNvGraphicFramePr>
          <p:nvPr/>
        </p:nvGraphicFramePr>
        <p:xfrm>
          <a:off x="3648075" y="2997200"/>
          <a:ext cx="1606550" cy="979488"/>
        </p:xfrm>
        <a:graphic>
          <a:graphicData uri="http://schemas.openxmlformats.org/presentationml/2006/ole">
            <mc:AlternateContent xmlns:mc="http://schemas.openxmlformats.org/markup-compatibility/2006">
              <mc:Choice xmlns:v="urn:schemas-microsoft-com:vml" Requires="v">
                <p:oleObj name="Equation" r:id="rId2" imgW="749160" imgH="457200" progId="Equation.3">
                  <p:embed/>
                </p:oleObj>
              </mc:Choice>
              <mc:Fallback>
                <p:oleObj name="Equation" r:id="rId2" imgW="749160" imgH="457200" progId="Equation.3">
                  <p:embed/>
                  <p:pic>
                    <p:nvPicPr>
                      <p:cNvPr id="0" name="Picture 10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48075" y="2997200"/>
                        <a:ext cx="1606550" cy="9794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8851" name="Object 7"/>
          <p:cNvGraphicFramePr>
            <a:graphicFrameLocks noChangeAspect="1"/>
          </p:cNvGraphicFramePr>
          <p:nvPr>
            <p:extLst>
              <p:ext uri="{D42A27DB-BD31-4B8C-83A1-F6EECF244321}">
                <p14:modId xmlns:p14="http://schemas.microsoft.com/office/powerpoint/2010/main" val="4164594880"/>
              </p:ext>
            </p:extLst>
          </p:nvPr>
        </p:nvGraphicFramePr>
        <p:xfrm>
          <a:off x="2207568" y="4725145"/>
          <a:ext cx="1187450" cy="420687"/>
        </p:xfrm>
        <a:graphic>
          <a:graphicData uri="http://schemas.openxmlformats.org/presentationml/2006/ole">
            <mc:AlternateContent xmlns:mc="http://schemas.openxmlformats.org/markup-compatibility/2006">
              <mc:Choice xmlns:v="urn:schemas-microsoft-com:vml" Requires="v">
                <p:oleObj name="Equation" r:id="rId4" imgW="609336" imgH="215806" progId="Equation.3">
                  <p:embed/>
                </p:oleObj>
              </mc:Choice>
              <mc:Fallback>
                <p:oleObj name="Equation" r:id="rId4" imgW="609336" imgH="215806" progId="Equation.3">
                  <p:embed/>
                  <p:pic>
                    <p:nvPicPr>
                      <p:cNvPr id="0" name="Picture 10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07568" y="4725145"/>
                        <a:ext cx="1187450" cy="4206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8852" name="Object 8"/>
          <p:cNvGraphicFramePr>
            <a:graphicFrameLocks noChangeAspect="1"/>
          </p:cNvGraphicFramePr>
          <p:nvPr>
            <p:extLst>
              <p:ext uri="{D42A27DB-BD31-4B8C-83A1-F6EECF244321}">
                <p14:modId xmlns:p14="http://schemas.microsoft.com/office/powerpoint/2010/main" val="4199376796"/>
              </p:ext>
            </p:extLst>
          </p:nvPr>
        </p:nvGraphicFramePr>
        <p:xfrm>
          <a:off x="6024563" y="4736504"/>
          <a:ext cx="1262062" cy="420688"/>
        </p:xfrm>
        <a:graphic>
          <a:graphicData uri="http://schemas.openxmlformats.org/presentationml/2006/ole">
            <mc:AlternateContent xmlns:mc="http://schemas.openxmlformats.org/markup-compatibility/2006">
              <mc:Choice xmlns:v="urn:schemas-microsoft-com:vml" Requires="v">
                <p:oleObj name="Equation" r:id="rId6" imgW="647419" imgH="215806" progId="Equation.3">
                  <p:embed/>
                </p:oleObj>
              </mc:Choice>
              <mc:Fallback>
                <p:oleObj name="Equation" r:id="rId6" imgW="647419" imgH="215806" progId="Equation.3">
                  <p:embed/>
                  <p:pic>
                    <p:nvPicPr>
                      <p:cNvPr id="0" name="Picture 10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024563" y="4736504"/>
                        <a:ext cx="1262062" cy="4206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8853" name="Object 10"/>
          <p:cNvGraphicFramePr>
            <a:graphicFrameLocks noChangeAspect="1"/>
          </p:cNvGraphicFramePr>
          <p:nvPr>
            <p:extLst>
              <p:ext uri="{D42A27DB-BD31-4B8C-83A1-F6EECF244321}">
                <p14:modId xmlns:p14="http://schemas.microsoft.com/office/powerpoint/2010/main" val="1862042971"/>
              </p:ext>
            </p:extLst>
          </p:nvPr>
        </p:nvGraphicFramePr>
        <p:xfrm>
          <a:off x="4263082" y="5263356"/>
          <a:ext cx="1112838" cy="469900"/>
        </p:xfrm>
        <a:graphic>
          <a:graphicData uri="http://schemas.openxmlformats.org/presentationml/2006/ole">
            <mc:AlternateContent xmlns:mc="http://schemas.openxmlformats.org/markup-compatibility/2006">
              <mc:Choice xmlns:v="urn:schemas-microsoft-com:vml" Requires="v">
                <p:oleObj name="Equation" r:id="rId8" imgW="571252" imgH="241195" progId="Equation.3">
                  <p:embed/>
                </p:oleObj>
              </mc:Choice>
              <mc:Fallback>
                <p:oleObj name="Equation" r:id="rId8" imgW="571252" imgH="241195" progId="Equation.3">
                  <p:embed/>
                  <p:pic>
                    <p:nvPicPr>
                      <p:cNvPr id="0" name="Picture 10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263082" y="5263356"/>
                        <a:ext cx="1112838" cy="469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8854" name="Slide Number Placeholder 3"/>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A1719CE0-C152-B34B-8D61-6F28AC63955C}" type="slidenum">
              <a:rPr lang="en-US" sz="1200">
                <a:solidFill>
                  <a:srgbClr val="898989"/>
                </a:solidFill>
                <a:cs typeface="Arial" charset="0"/>
              </a:rPr>
              <a:pPr eaLnBrk="1" hangingPunct="1"/>
              <a:t>57</a:t>
            </a:fld>
            <a:endParaRPr lang="en-US" sz="1200">
              <a:solidFill>
                <a:srgbClr val="898989"/>
              </a:solidFill>
              <a:cs typeface="Arial" charset="0"/>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9873"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847850" y="1628775"/>
            <a:ext cx="8555038" cy="4248150"/>
          </a:xfrm>
        </p:spPr>
      </p:pic>
      <p:sp>
        <p:nvSpPr>
          <p:cNvPr id="79874" name="Slide Number Placeholder 2"/>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E30C9DCE-8FFB-2143-86B2-72C9E2C30971}" type="slidenum">
              <a:rPr lang="en-US" sz="1200">
                <a:solidFill>
                  <a:srgbClr val="898989"/>
                </a:solidFill>
                <a:cs typeface="Arial" charset="0"/>
              </a:rPr>
              <a:pPr eaLnBrk="1" hangingPunct="1"/>
              <a:t>58</a:t>
            </a:fld>
            <a:endParaRPr lang="en-US" sz="1200">
              <a:solidFill>
                <a:srgbClr val="898989"/>
              </a:solidFill>
              <a:cs typeface="Arial" charset="0"/>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Title 1"/>
          <p:cNvSpPr>
            <a:spLocks noGrp="1"/>
          </p:cNvSpPr>
          <p:nvPr>
            <p:ph type="title"/>
          </p:nvPr>
        </p:nvSpPr>
        <p:spPr>
          <a:xfrm>
            <a:off x="3648076" y="274639"/>
            <a:ext cx="6562725" cy="777875"/>
          </a:xfrm>
          <a:ln>
            <a:noFill/>
          </a:ln>
          <a:extLst>
            <a:ext uri="{91240B29-F687-4F45-9708-019B960494DF}">
              <a14:hiddenLine xmlns:a14="http://schemas.microsoft.com/office/drawing/2010/main" w="9525">
                <a:solidFill>
                  <a:srgbClr val="000000"/>
                </a:solidFill>
                <a:miter lim="800000"/>
                <a:headEnd/>
                <a:tailEnd/>
              </a14:hiddenLine>
            </a:ext>
          </a:extLst>
        </p:spPr>
        <p:style>
          <a:lnRef idx="2">
            <a:schemeClr val="accent3"/>
          </a:lnRef>
          <a:fillRef idx="1">
            <a:schemeClr val="lt1"/>
          </a:fillRef>
          <a:effectRef idx="0">
            <a:schemeClr val="accent3"/>
          </a:effectRef>
          <a:fontRef idx="minor">
            <a:schemeClr val="dk1"/>
          </a:fontRef>
        </p:style>
        <p:txBody>
          <a:bodyPr/>
          <a:lstStyle/>
          <a:p>
            <a:pPr>
              <a:defRPr/>
            </a:pPr>
            <a:r>
              <a:rPr lang="en-AU" sz="4400" b="1" dirty="0">
                <a:latin typeface="+mj-lt"/>
              </a:rPr>
              <a:t>Example</a:t>
            </a:r>
          </a:p>
        </p:txBody>
      </p:sp>
      <p:sp>
        <p:nvSpPr>
          <p:cNvPr id="65538" name="Content Placeholder 2"/>
          <p:cNvSpPr>
            <a:spLocks noGrp="1"/>
          </p:cNvSpPr>
          <p:nvPr>
            <p:ph idx="1"/>
          </p:nvPr>
        </p:nvSpPr>
        <p:spPr>
          <a:xfrm>
            <a:off x="1847850" y="1600201"/>
            <a:ext cx="8362950" cy="4525963"/>
          </a:xfrm>
        </p:spPr>
        <p:txBody>
          <a:bodyPr/>
          <a:lstStyle/>
          <a:p>
            <a:pPr marL="0" indent="0" algn="just">
              <a:buNone/>
              <a:defRPr/>
            </a:pPr>
            <a:r>
              <a:rPr lang="en-US" sz="2800" dirty="0">
                <a:cs typeface="Times New Roman"/>
              </a:rPr>
              <a:t>A researcher wanted to see if women varied more than men in weight.  Nine women and fifteen men were weighed.  The variance for the women was 525 and the variance for the men was 142.  What can be concluded at the 0.05 level of significance?</a:t>
            </a:r>
          </a:p>
          <a:p>
            <a:pPr marL="0" indent="0" algn="just">
              <a:defRPr/>
            </a:pPr>
            <a:endParaRPr lang="en-AU" sz="2800" dirty="0">
              <a:cs typeface="Times New Roman"/>
            </a:endParaRPr>
          </a:p>
        </p:txBody>
      </p:sp>
      <p:sp>
        <p:nvSpPr>
          <p:cNvPr id="80899" name="Slide Number Placeholder 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EDA4A31F-A4A4-E74F-89EE-A72442FEA752}" type="slidenum">
              <a:rPr lang="en-US" sz="1200">
                <a:solidFill>
                  <a:srgbClr val="898989"/>
                </a:solidFill>
                <a:cs typeface="Arial" charset="0"/>
              </a:rPr>
              <a:pPr eaLnBrk="1" hangingPunct="1"/>
              <a:t>59</a:t>
            </a:fld>
            <a:endParaRPr lang="en-US" sz="1200">
              <a:solidFill>
                <a:srgbClr val="898989"/>
              </a:solidFill>
              <a:cs typeface="Arial" charset="0"/>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Content Placeholder 2"/>
          <p:cNvSpPr>
            <a:spLocks noGrp="1"/>
          </p:cNvSpPr>
          <p:nvPr>
            <p:ph idx="1"/>
          </p:nvPr>
        </p:nvSpPr>
        <p:spPr>
          <a:xfrm>
            <a:off x="1919288" y="1484313"/>
            <a:ext cx="8291512" cy="4525962"/>
          </a:xfrm>
        </p:spPr>
        <p:txBody>
          <a:bodyPr/>
          <a:lstStyle/>
          <a:p>
            <a:pPr algn="just">
              <a:defRPr/>
            </a:pPr>
            <a:r>
              <a:rPr lang="en-US" sz="2800" dirty="0">
                <a:latin typeface="+mj-lt"/>
              </a:rPr>
              <a:t>Since we are testing to see if the variance for the women is larger than the variance for the men, we let s</a:t>
            </a:r>
            <a:r>
              <a:rPr lang="en-US" sz="2800" baseline="-25000" dirty="0">
                <a:latin typeface="+mj-lt"/>
              </a:rPr>
              <a:t>1</a:t>
            </a:r>
            <a:r>
              <a:rPr lang="en-US" sz="2800" baseline="30000" dirty="0">
                <a:latin typeface="+mj-lt"/>
              </a:rPr>
              <a:t>2</a:t>
            </a:r>
            <a:r>
              <a:rPr lang="en-US" sz="2800" dirty="0">
                <a:latin typeface="+mj-lt"/>
              </a:rPr>
              <a:t> be the women's sample variance and s</a:t>
            </a:r>
            <a:r>
              <a:rPr lang="en-US" sz="2800" baseline="-25000" dirty="0">
                <a:latin typeface="+mj-lt"/>
              </a:rPr>
              <a:t>2</a:t>
            </a:r>
            <a:r>
              <a:rPr lang="en-US" sz="2800" baseline="30000" dirty="0">
                <a:latin typeface="+mj-lt"/>
              </a:rPr>
              <a:t>2</a:t>
            </a:r>
            <a:r>
              <a:rPr lang="en-US" sz="2800" dirty="0">
                <a:latin typeface="+mj-lt"/>
              </a:rPr>
              <a:t> the men's sample variance.  </a:t>
            </a:r>
          </a:p>
          <a:p>
            <a:pPr algn="just">
              <a:defRPr/>
            </a:pPr>
            <a:endParaRPr lang="en-US" sz="2800" dirty="0">
              <a:latin typeface="+mj-lt"/>
            </a:endParaRPr>
          </a:p>
          <a:p>
            <a:pPr algn="just">
              <a:defRPr/>
            </a:pPr>
            <a:r>
              <a:rPr lang="en-US" sz="2800" dirty="0">
                <a:latin typeface="+mj-lt"/>
              </a:rPr>
              <a:t>The null and alternative hypotheses are </a:t>
            </a:r>
          </a:p>
          <a:p>
            <a:pPr algn="just">
              <a:buFontTx/>
              <a:buNone/>
              <a:defRPr/>
            </a:pPr>
            <a:endParaRPr lang="en-US" sz="2800" dirty="0">
              <a:latin typeface="+mj-lt"/>
            </a:endParaRPr>
          </a:p>
          <a:p>
            <a:pPr algn="just">
              <a:defRPr/>
            </a:pPr>
            <a:endParaRPr lang="en-US" sz="2800" dirty="0">
              <a:latin typeface="+mj-lt"/>
            </a:endParaRPr>
          </a:p>
          <a:p>
            <a:pPr marL="0" indent="0" algn="just">
              <a:buNone/>
              <a:defRPr/>
            </a:pPr>
            <a:endParaRPr lang="en-AU" sz="2800" dirty="0">
              <a:latin typeface="+mj-lt"/>
            </a:endParaRPr>
          </a:p>
        </p:txBody>
      </p:sp>
      <p:graphicFrame>
        <p:nvGraphicFramePr>
          <p:cNvPr id="81922" name="Object 4"/>
          <p:cNvGraphicFramePr>
            <a:graphicFrameLocks noChangeAspect="1"/>
          </p:cNvGraphicFramePr>
          <p:nvPr/>
        </p:nvGraphicFramePr>
        <p:xfrm>
          <a:off x="4648200" y="4419600"/>
          <a:ext cx="2311400" cy="1387412"/>
        </p:xfrm>
        <a:graphic>
          <a:graphicData uri="http://schemas.openxmlformats.org/presentationml/2006/ole">
            <mc:AlternateContent xmlns:mc="http://schemas.openxmlformats.org/markup-compatibility/2006">
              <mc:Choice xmlns:v="urn:schemas-microsoft-com:vml" Requires="v">
                <p:oleObj name="Equation" r:id="rId2" imgW="762000" imgH="457200" progId="Equation.3">
                  <p:embed/>
                </p:oleObj>
              </mc:Choice>
              <mc:Fallback>
                <p:oleObj name="Equation" r:id="rId2" imgW="762000" imgH="457200" progId="Equation.3">
                  <p:embed/>
                  <p:pic>
                    <p:nvPicPr>
                      <p:cNvPr id="0" name="Picture 3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48200" y="4419600"/>
                        <a:ext cx="2311400" cy="13874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Title 1"/>
          <p:cNvSpPr txBox="1">
            <a:spLocks/>
          </p:cNvSpPr>
          <p:nvPr/>
        </p:nvSpPr>
        <p:spPr bwMode="auto">
          <a:xfrm>
            <a:off x="3648076" y="274639"/>
            <a:ext cx="6562725" cy="777875"/>
          </a:xfrm>
          <a:prstGeom prst="rect">
            <a:avLst/>
          </a:prstGeom>
          <a:ln>
            <a:noFill/>
          </a:ln>
          <a:extLst>
            <a:ext uri="{FAA26D3D-D897-4be2-8F04-BA451C77F1D7}">
              <ma14:placeholderFlag xmlns="" xmlns:ma14="http://schemas.microsoft.com/office/mac/drawingml/2011/main" val="1"/>
            </a:ext>
          </a:extLst>
        </p:spPr>
        <p:style>
          <a:lnRef idx="2">
            <a:schemeClr val="accent3"/>
          </a:lnRef>
          <a:fillRef idx="1">
            <a:schemeClr val="lt1"/>
          </a:fillRef>
          <a:effectRef idx="0">
            <a:schemeClr val="accent3"/>
          </a:effectRef>
          <a:fontRef idx="minor">
            <a:schemeClr val="dk1"/>
          </a:fontRef>
        </p:style>
        <p:txBody>
          <a:bodyPr anchor="ctr"/>
          <a:lstStyle>
            <a:lvl1pPr algn="ctr" rtl="0" eaLnBrk="0" fontAlgn="base" hangingPunct="0">
              <a:spcBef>
                <a:spcPct val="0"/>
              </a:spcBef>
              <a:spcAft>
                <a:spcPct val="0"/>
              </a:spcAft>
              <a:defRPr sz="3600" kern="1200">
                <a:solidFill>
                  <a:schemeClr val="dk1"/>
                </a:solidFill>
                <a:latin typeface="+mn-lt"/>
                <a:ea typeface="+mn-ea"/>
                <a:cs typeface="+mn-cs"/>
              </a:defRPr>
            </a:lvl1pPr>
            <a:lvl2pPr algn="ctr" rtl="0" eaLnBrk="0" fontAlgn="base" hangingPunct="0">
              <a:spcBef>
                <a:spcPct val="0"/>
              </a:spcBef>
              <a:spcAft>
                <a:spcPct val="0"/>
              </a:spcAft>
              <a:defRPr sz="3600">
                <a:solidFill>
                  <a:schemeClr val="dk1"/>
                </a:solidFill>
                <a:latin typeface="+mn-lt"/>
                <a:ea typeface="+mn-ea"/>
                <a:cs typeface="+mn-cs"/>
              </a:defRPr>
            </a:lvl2pPr>
            <a:lvl3pPr algn="ctr" rtl="0" eaLnBrk="0" fontAlgn="base" hangingPunct="0">
              <a:spcBef>
                <a:spcPct val="0"/>
              </a:spcBef>
              <a:spcAft>
                <a:spcPct val="0"/>
              </a:spcAft>
              <a:defRPr sz="3600">
                <a:solidFill>
                  <a:schemeClr val="dk1"/>
                </a:solidFill>
                <a:latin typeface="+mn-lt"/>
                <a:ea typeface="+mn-ea"/>
                <a:cs typeface="+mn-cs"/>
              </a:defRPr>
            </a:lvl3pPr>
            <a:lvl4pPr algn="ctr" rtl="0" eaLnBrk="0" fontAlgn="base" hangingPunct="0">
              <a:spcBef>
                <a:spcPct val="0"/>
              </a:spcBef>
              <a:spcAft>
                <a:spcPct val="0"/>
              </a:spcAft>
              <a:defRPr sz="3600">
                <a:solidFill>
                  <a:schemeClr val="dk1"/>
                </a:solidFill>
                <a:latin typeface="+mn-lt"/>
                <a:ea typeface="+mn-ea"/>
                <a:cs typeface="+mn-cs"/>
              </a:defRPr>
            </a:lvl4pPr>
            <a:lvl5pPr algn="ctr" rtl="0" eaLnBrk="0" fontAlgn="base" hangingPunct="0">
              <a:spcBef>
                <a:spcPct val="0"/>
              </a:spcBef>
              <a:spcAft>
                <a:spcPct val="0"/>
              </a:spcAft>
              <a:defRPr sz="3600">
                <a:solidFill>
                  <a:schemeClr val="dk1"/>
                </a:solidFill>
                <a:latin typeface="+mn-lt"/>
                <a:ea typeface="+mn-ea"/>
                <a:cs typeface="+mn-cs"/>
              </a:defRPr>
            </a:lvl5pPr>
            <a:lvl6pPr marL="457200" algn="ctr" rtl="0" fontAlgn="base">
              <a:spcBef>
                <a:spcPct val="0"/>
              </a:spcBef>
              <a:spcAft>
                <a:spcPct val="0"/>
              </a:spcAft>
              <a:defRPr sz="3600">
                <a:solidFill>
                  <a:schemeClr val="dk1"/>
                </a:solidFill>
                <a:latin typeface="+mn-lt"/>
                <a:ea typeface="+mn-ea"/>
                <a:cs typeface="+mn-cs"/>
              </a:defRPr>
            </a:lvl6pPr>
            <a:lvl7pPr marL="914400" algn="ctr" rtl="0" fontAlgn="base">
              <a:spcBef>
                <a:spcPct val="0"/>
              </a:spcBef>
              <a:spcAft>
                <a:spcPct val="0"/>
              </a:spcAft>
              <a:defRPr sz="3600">
                <a:solidFill>
                  <a:schemeClr val="dk1"/>
                </a:solidFill>
                <a:latin typeface="+mn-lt"/>
                <a:ea typeface="+mn-ea"/>
                <a:cs typeface="+mn-cs"/>
              </a:defRPr>
            </a:lvl7pPr>
            <a:lvl8pPr marL="1371600" algn="ctr" rtl="0" fontAlgn="base">
              <a:spcBef>
                <a:spcPct val="0"/>
              </a:spcBef>
              <a:spcAft>
                <a:spcPct val="0"/>
              </a:spcAft>
              <a:defRPr sz="3600">
                <a:solidFill>
                  <a:schemeClr val="dk1"/>
                </a:solidFill>
                <a:latin typeface="+mn-lt"/>
                <a:ea typeface="+mn-ea"/>
                <a:cs typeface="+mn-cs"/>
              </a:defRPr>
            </a:lvl8pPr>
            <a:lvl9pPr marL="1828800" algn="ctr" rtl="0" fontAlgn="base">
              <a:spcBef>
                <a:spcPct val="0"/>
              </a:spcBef>
              <a:spcAft>
                <a:spcPct val="0"/>
              </a:spcAft>
              <a:defRPr sz="3600">
                <a:solidFill>
                  <a:schemeClr val="dk1"/>
                </a:solidFill>
                <a:latin typeface="+mn-lt"/>
                <a:ea typeface="+mn-ea"/>
                <a:cs typeface="+mn-cs"/>
              </a:defRPr>
            </a:lvl9pPr>
          </a:lstStyle>
          <a:p>
            <a:pPr>
              <a:defRPr/>
            </a:pPr>
            <a:r>
              <a:rPr lang="en-AU" sz="4400" b="1" dirty="0">
                <a:latin typeface="+mj-lt"/>
              </a:rPr>
              <a:t>Example -Solution</a:t>
            </a:r>
          </a:p>
        </p:txBody>
      </p:sp>
      <p:sp>
        <p:nvSpPr>
          <p:cNvPr id="81924" name="Slide Number Placeholder 2"/>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A45A35B6-6883-3648-AD3D-FFADBA3340A7}" type="slidenum">
              <a:rPr lang="en-US" sz="1200">
                <a:solidFill>
                  <a:srgbClr val="898989"/>
                </a:solidFill>
                <a:cs typeface="Arial" charset="0"/>
              </a:rPr>
              <a:pPr eaLnBrk="1" hangingPunct="1"/>
              <a:t>60</a:t>
            </a:fld>
            <a:endParaRPr lang="en-US" sz="1200">
              <a:solidFill>
                <a:srgbClr val="898989"/>
              </a:solidFill>
              <a:cs typeface="Arial" charset="0"/>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Content Placeholder 2"/>
          <p:cNvSpPr>
            <a:spLocks noGrp="1"/>
          </p:cNvSpPr>
          <p:nvPr>
            <p:ph idx="1"/>
          </p:nvPr>
        </p:nvSpPr>
        <p:spPr>
          <a:xfrm>
            <a:off x="1847850" y="1412875"/>
            <a:ext cx="8229600" cy="4191000"/>
          </a:xfrm>
        </p:spPr>
        <p:txBody>
          <a:bodyPr/>
          <a:lstStyle/>
          <a:p>
            <a:pPr>
              <a:defRPr/>
            </a:pPr>
            <a:r>
              <a:rPr lang="en-AU" dirty="0">
                <a:latin typeface="+mj-lt"/>
              </a:rPr>
              <a:t>Since </a:t>
            </a:r>
          </a:p>
          <a:p>
            <a:pPr>
              <a:defRPr/>
            </a:pPr>
            <a:endParaRPr lang="en-AU" dirty="0">
              <a:latin typeface="+mj-lt"/>
            </a:endParaRPr>
          </a:p>
          <a:p>
            <a:pPr>
              <a:defRPr/>
            </a:pPr>
            <a:r>
              <a:rPr lang="en-AU" dirty="0">
                <a:latin typeface="+mj-lt"/>
              </a:rPr>
              <a:t>Test statistic: </a:t>
            </a:r>
          </a:p>
          <a:p>
            <a:pPr marL="0" indent="0">
              <a:buNone/>
              <a:defRPr/>
            </a:pPr>
            <a:endParaRPr lang="en-AU" dirty="0">
              <a:latin typeface="+mj-lt"/>
            </a:endParaRPr>
          </a:p>
          <a:p>
            <a:pPr>
              <a:defRPr/>
            </a:pPr>
            <a:endParaRPr lang="en-AU" dirty="0">
              <a:latin typeface="+mj-lt"/>
            </a:endParaRPr>
          </a:p>
          <a:p>
            <a:pPr>
              <a:defRPr/>
            </a:pPr>
            <a:r>
              <a:rPr lang="en-AU" dirty="0">
                <a:latin typeface="+mj-lt"/>
              </a:rPr>
              <a:t>Degree of freedom</a:t>
            </a:r>
          </a:p>
          <a:p>
            <a:pPr lvl="1">
              <a:buFont typeface="Wingdings" charset="2"/>
              <a:buChar char="§"/>
              <a:defRPr/>
            </a:pPr>
            <a:r>
              <a:rPr lang="en-AU" dirty="0">
                <a:latin typeface="+mj-lt"/>
              </a:rPr>
              <a:t>Numerator, n</a:t>
            </a:r>
            <a:r>
              <a:rPr lang="en-AU" baseline="-25000" dirty="0">
                <a:latin typeface="+mj-lt"/>
              </a:rPr>
              <a:t>1</a:t>
            </a:r>
            <a:r>
              <a:rPr lang="en-AU" dirty="0">
                <a:latin typeface="+mj-lt"/>
              </a:rPr>
              <a:t>-1=9-1=8</a:t>
            </a:r>
          </a:p>
          <a:p>
            <a:pPr lvl="1">
              <a:buFont typeface="Wingdings" charset="2"/>
              <a:buChar char="§"/>
              <a:defRPr/>
            </a:pPr>
            <a:r>
              <a:rPr lang="en-AU" dirty="0">
                <a:latin typeface="+mj-lt"/>
              </a:rPr>
              <a:t>Denominator, n</a:t>
            </a:r>
            <a:r>
              <a:rPr lang="en-AU" baseline="-25000" dirty="0">
                <a:latin typeface="+mj-lt"/>
              </a:rPr>
              <a:t>2</a:t>
            </a:r>
            <a:r>
              <a:rPr lang="en-AU" dirty="0">
                <a:latin typeface="+mj-lt"/>
              </a:rPr>
              <a:t>-1=15-1=14</a:t>
            </a:r>
          </a:p>
        </p:txBody>
      </p:sp>
      <p:graphicFrame>
        <p:nvGraphicFramePr>
          <p:cNvPr id="82946" name="Object 4"/>
          <p:cNvGraphicFramePr>
            <a:graphicFrameLocks noGrp="1" noChangeAspect="1"/>
          </p:cNvGraphicFramePr>
          <p:nvPr/>
        </p:nvGraphicFramePr>
        <p:xfrm>
          <a:off x="4151314" y="2349500"/>
          <a:ext cx="4040187" cy="1201738"/>
        </p:xfrm>
        <a:graphic>
          <a:graphicData uri="http://schemas.openxmlformats.org/presentationml/2006/ole">
            <mc:AlternateContent xmlns:mc="http://schemas.openxmlformats.org/markup-compatibility/2006">
              <mc:Choice xmlns:v="urn:schemas-microsoft-com:vml" Requires="v">
                <p:oleObj name="Equation" r:id="rId2" imgW="1536700" imgH="457200" progId="Equation.3">
                  <p:embed/>
                </p:oleObj>
              </mc:Choice>
              <mc:Fallback>
                <p:oleObj name="Equation" r:id="rId2" imgW="1536700" imgH="457200" progId="Equation.3">
                  <p:embed/>
                  <p:pic>
                    <p:nvPicPr>
                      <p:cNvPr id="0" name="Picture 56"/>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51314" y="2349500"/>
                        <a:ext cx="4040187" cy="12017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2947" name="Object 5"/>
          <p:cNvGraphicFramePr>
            <a:graphicFrameLocks noGrp="1" noChangeAspect="1"/>
          </p:cNvGraphicFramePr>
          <p:nvPr/>
        </p:nvGraphicFramePr>
        <p:xfrm>
          <a:off x="3359151" y="1268414"/>
          <a:ext cx="4422775" cy="744537"/>
        </p:xfrm>
        <a:graphic>
          <a:graphicData uri="http://schemas.openxmlformats.org/presentationml/2006/ole">
            <mc:AlternateContent xmlns:mc="http://schemas.openxmlformats.org/markup-compatibility/2006">
              <mc:Choice xmlns:v="urn:schemas-microsoft-com:vml" Requires="v">
                <p:oleObj name="Equation" r:id="rId4" imgW="1358900" imgH="228600" progId="Equation.3">
                  <p:embed/>
                </p:oleObj>
              </mc:Choice>
              <mc:Fallback>
                <p:oleObj name="Equation" r:id="rId4" imgW="1358900" imgH="228600" progId="Equation.3">
                  <p:embed/>
                  <p:pic>
                    <p:nvPicPr>
                      <p:cNvPr id="0" name="Picture 57"/>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59151" y="1268414"/>
                        <a:ext cx="4422775" cy="7445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2948" name="Slide Number Placeholder 2"/>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88F7740B-249C-B440-AAF7-F464670E61EE}" type="slidenum">
              <a:rPr lang="en-US" sz="1200">
                <a:solidFill>
                  <a:srgbClr val="898989"/>
                </a:solidFill>
                <a:cs typeface="Arial" charset="0"/>
              </a:rPr>
              <a:pPr eaLnBrk="1" hangingPunct="1"/>
              <a:t>61</a:t>
            </a:fld>
            <a:endParaRPr lang="en-US" sz="1200">
              <a:solidFill>
                <a:srgbClr val="898989"/>
              </a:solidFill>
              <a:cs typeface="Arial" charset="0"/>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Content Placeholder 2"/>
          <p:cNvSpPr>
            <a:spLocks noGrp="1"/>
          </p:cNvSpPr>
          <p:nvPr>
            <p:ph idx="1"/>
          </p:nvPr>
        </p:nvSpPr>
        <p:spPr>
          <a:xfrm>
            <a:off x="1847851" y="1341438"/>
            <a:ext cx="6562725" cy="4525962"/>
          </a:xfrm>
        </p:spPr>
        <p:txBody>
          <a:bodyPr/>
          <a:lstStyle/>
          <a:p>
            <a:pPr>
              <a:defRPr/>
            </a:pPr>
            <a:r>
              <a:rPr lang="en-AU" sz="2800" dirty="0">
                <a:latin typeface="Arial" charset="0"/>
              </a:rPr>
              <a:t>Refer to </a:t>
            </a:r>
            <a:r>
              <a:rPr lang="en-AU" sz="2800" i="1" dirty="0">
                <a:latin typeface="Arial" charset="0"/>
              </a:rPr>
              <a:t>F</a:t>
            </a:r>
            <a:r>
              <a:rPr lang="en-AU" sz="2800" dirty="0">
                <a:latin typeface="Arial" charset="0"/>
              </a:rPr>
              <a:t>-table, </a:t>
            </a:r>
            <a:r>
              <a:rPr lang="en-AU" sz="2800" dirty="0">
                <a:latin typeface="Symbol" charset="0"/>
              </a:rPr>
              <a:t>a</a:t>
            </a:r>
            <a:r>
              <a:rPr lang="en-AU" sz="2800" dirty="0">
                <a:latin typeface="Arial" charset="0"/>
              </a:rPr>
              <a:t>=0.05</a:t>
            </a:r>
          </a:p>
          <a:p>
            <a:pPr>
              <a:defRPr/>
            </a:pPr>
            <a:endParaRPr lang="en-AU" sz="2800" dirty="0">
              <a:latin typeface="Arial" charset="0"/>
            </a:endParaRPr>
          </a:p>
          <a:p>
            <a:pPr>
              <a:defRPr/>
            </a:pPr>
            <a:endParaRPr lang="en-AU" sz="2800" dirty="0">
              <a:latin typeface="Arial" charset="0"/>
            </a:endParaRPr>
          </a:p>
          <a:p>
            <a:pPr>
              <a:defRPr/>
            </a:pPr>
            <a:endParaRPr lang="en-AU" sz="2800" dirty="0">
              <a:latin typeface="Arial" charset="0"/>
            </a:endParaRPr>
          </a:p>
          <a:p>
            <a:pPr>
              <a:defRPr/>
            </a:pPr>
            <a:endParaRPr lang="en-AU" sz="2800" dirty="0">
              <a:latin typeface="Arial" charset="0"/>
            </a:endParaRPr>
          </a:p>
          <a:p>
            <a:pPr>
              <a:defRPr/>
            </a:pPr>
            <a:endParaRPr lang="en-AU" sz="2800" dirty="0">
              <a:latin typeface="Arial" charset="0"/>
            </a:endParaRPr>
          </a:p>
          <a:p>
            <a:pPr>
              <a:defRPr/>
            </a:pPr>
            <a:endParaRPr lang="en-AU" sz="2800" dirty="0">
              <a:latin typeface="Arial" charset="0"/>
            </a:endParaRPr>
          </a:p>
          <a:p>
            <a:pPr marL="0" indent="0">
              <a:buNone/>
              <a:defRPr/>
            </a:pPr>
            <a:endParaRPr lang="en-AU" sz="2800" dirty="0">
              <a:latin typeface="Arial" charset="0"/>
            </a:endParaRPr>
          </a:p>
          <a:p>
            <a:pPr>
              <a:defRPr/>
            </a:pPr>
            <a:endParaRPr lang="en-AU" sz="2800" dirty="0">
              <a:latin typeface="Arial" charset="0"/>
            </a:endParaRPr>
          </a:p>
          <a:p>
            <a:pPr>
              <a:defRPr/>
            </a:pPr>
            <a:endParaRPr lang="en-AU" sz="2800" dirty="0">
              <a:latin typeface="Arial" charset="0"/>
            </a:endParaRPr>
          </a:p>
          <a:p>
            <a:pPr>
              <a:defRPr/>
            </a:pPr>
            <a:endParaRPr lang="en-AU" sz="2800" dirty="0">
              <a:latin typeface="Arial" charset="0"/>
            </a:endParaRPr>
          </a:p>
          <a:p>
            <a:pPr>
              <a:defRPr/>
            </a:pPr>
            <a:endParaRPr lang="en-AU" sz="2800" dirty="0">
              <a:latin typeface="Arial" charset="0"/>
            </a:endParaRPr>
          </a:p>
          <a:p>
            <a:pPr>
              <a:defRPr/>
            </a:pPr>
            <a:endParaRPr lang="en-AU" sz="2800" dirty="0">
              <a:latin typeface="Arial" charset="0"/>
            </a:endParaRPr>
          </a:p>
          <a:p>
            <a:pPr>
              <a:defRPr/>
            </a:pPr>
            <a:endParaRPr lang="en-AU" sz="2800" dirty="0">
              <a:latin typeface="Arial" charset="0"/>
            </a:endParaRPr>
          </a:p>
          <a:p>
            <a:pPr>
              <a:defRPr/>
            </a:pPr>
            <a:endParaRPr lang="en-AU" sz="2800" dirty="0">
              <a:latin typeface="Arial" charset="0"/>
            </a:endParaRPr>
          </a:p>
          <a:p>
            <a:pPr>
              <a:defRPr/>
            </a:pPr>
            <a:endParaRPr lang="en-AU" sz="2800" dirty="0">
              <a:latin typeface="Arial" charset="0"/>
            </a:endParaRPr>
          </a:p>
        </p:txBody>
      </p:sp>
      <p:pic>
        <p:nvPicPr>
          <p:cNvPr id="8397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2600" y="1989138"/>
            <a:ext cx="8877374" cy="4335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3975" name="Oval 5"/>
          <p:cNvSpPr>
            <a:spLocks noChangeArrowheads="1"/>
          </p:cNvSpPr>
          <p:nvPr/>
        </p:nvSpPr>
        <p:spPr bwMode="auto">
          <a:xfrm>
            <a:off x="8915400" y="5295986"/>
            <a:ext cx="685800" cy="266615"/>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en-AU" sz="2400" b="1">
              <a:latin typeface="Arial" charset="0"/>
            </a:endParaRPr>
          </a:p>
        </p:txBody>
      </p:sp>
      <p:cxnSp>
        <p:nvCxnSpPr>
          <p:cNvPr id="83976" name="Straight Arrow Connector 7"/>
          <p:cNvCxnSpPr>
            <a:cxnSpLocks noChangeShapeType="1"/>
          </p:cNvCxnSpPr>
          <p:nvPr/>
        </p:nvCxnSpPr>
        <p:spPr bwMode="auto">
          <a:xfrm rot="5400000">
            <a:off x="7244724" y="3499477"/>
            <a:ext cx="3722355" cy="76200"/>
          </a:xfrm>
          <a:prstGeom prst="straightConnector1">
            <a:avLst/>
          </a:prstGeom>
          <a:noFill/>
          <a:ln w="38100">
            <a:solidFill>
              <a:srgbClr val="FF0000"/>
            </a:solidFill>
            <a:round/>
            <a:headEnd/>
            <a:tailEnd type="arrow" w="med" len="med"/>
          </a:ln>
          <a:extLst>
            <a:ext uri="{909E8E84-426E-40DD-AFC4-6F175D3DCCD1}">
              <a14:hiddenFill xmlns:a14="http://schemas.microsoft.com/office/drawing/2010/main">
                <a:noFill/>
              </a14:hiddenFill>
            </a:ext>
          </a:extLst>
        </p:spPr>
      </p:cxnSp>
      <p:graphicFrame>
        <p:nvGraphicFramePr>
          <p:cNvPr id="83972" name="Object 8"/>
          <p:cNvGraphicFramePr>
            <a:graphicFrameLocks noGrp="1" noChangeAspect="1"/>
          </p:cNvGraphicFramePr>
          <p:nvPr/>
        </p:nvGraphicFramePr>
        <p:xfrm>
          <a:off x="7696201" y="1125538"/>
          <a:ext cx="2413317" cy="627062"/>
        </p:xfrm>
        <a:graphic>
          <a:graphicData uri="http://schemas.openxmlformats.org/presentationml/2006/ole">
            <mc:AlternateContent xmlns:mc="http://schemas.openxmlformats.org/markup-compatibility/2006">
              <mc:Choice xmlns:v="urn:schemas-microsoft-com:vml" Requires="v">
                <p:oleObj name="Equation" r:id="rId4" imgW="927100" imgH="241300" progId="Equation.3">
                  <p:embed/>
                </p:oleObj>
              </mc:Choice>
              <mc:Fallback>
                <p:oleObj name="Equation" r:id="rId4" imgW="927100" imgH="241300" progId="Equation.3">
                  <p:embed/>
                  <p:pic>
                    <p:nvPicPr>
                      <p:cNvPr id="0" name="Picture 53"/>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96201" y="1125538"/>
                        <a:ext cx="2413317" cy="6270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3974" name="Slide Number Placeholder 2"/>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87F36F1E-997D-D547-82BA-3D4ABFA4F6DB}" type="slidenum">
              <a:rPr lang="en-US" sz="1200">
                <a:solidFill>
                  <a:srgbClr val="898989"/>
                </a:solidFill>
                <a:cs typeface="Arial" charset="0"/>
              </a:rPr>
              <a:pPr eaLnBrk="1" hangingPunct="1"/>
              <a:t>62</a:t>
            </a:fld>
            <a:endParaRPr lang="en-US" sz="1200">
              <a:solidFill>
                <a:srgbClr val="898989"/>
              </a:solidFill>
              <a:cs typeface="Arial" charset="0"/>
            </a:endParaRPr>
          </a:p>
        </p:txBody>
      </p:sp>
      <p:pic>
        <p:nvPicPr>
          <p:cNvPr id="84022" name="Picture 54"/>
          <p:cNvPicPr>
            <a:picLocks noChangeAspect="1" noChangeArrowheads="1"/>
          </p:cNvPicPr>
          <p:nvPr/>
        </p:nvPicPr>
        <p:blipFill>
          <a:blip r:embed="rId6"/>
          <a:srcRect l="33382" t="58333" r="30893" b="17708"/>
          <a:stretch>
            <a:fillRect/>
          </a:stretch>
        </p:blipFill>
        <p:spPr bwMode="auto">
          <a:xfrm>
            <a:off x="4572000" y="107430"/>
            <a:ext cx="3352800" cy="1264170"/>
          </a:xfrm>
          <a:prstGeom prst="rect">
            <a:avLst/>
          </a:prstGeom>
          <a:noFill/>
          <a:ln w="9525">
            <a:noFill/>
            <a:miter lim="800000"/>
            <a:headEnd/>
            <a:tailEnd/>
          </a:ln>
          <a:effectLst/>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Content Placeholder 2"/>
          <p:cNvSpPr>
            <a:spLocks noGrp="1"/>
          </p:cNvSpPr>
          <p:nvPr>
            <p:ph idx="1"/>
          </p:nvPr>
        </p:nvSpPr>
        <p:spPr>
          <a:xfrm>
            <a:off x="1847851" y="1600201"/>
            <a:ext cx="8569325" cy="4525963"/>
          </a:xfrm>
        </p:spPr>
        <p:txBody>
          <a:bodyPr/>
          <a:lstStyle/>
          <a:p>
            <a:pPr>
              <a:defRPr/>
            </a:pPr>
            <a:r>
              <a:rPr lang="en-US" dirty="0">
                <a:latin typeface="+mj-lt"/>
              </a:rPr>
              <a:t>Conclusion: </a:t>
            </a:r>
          </a:p>
          <a:p>
            <a:pPr marL="0" indent="0">
              <a:buNone/>
              <a:defRPr/>
            </a:pPr>
            <a:r>
              <a:rPr lang="en-US" dirty="0">
                <a:latin typeface="+mj-lt"/>
              </a:rPr>
              <a:t>Since                                     we reject the null hypothesis. Hence, we have significant evidence to conclude that the variance for all female weights is larger than the variance for all male weights.</a:t>
            </a:r>
          </a:p>
          <a:p>
            <a:pPr>
              <a:buFontTx/>
              <a:buNone/>
              <a:defRPr/>
            </a:pPr>
            <a:r>
              <a:rPr lang="en-AU" dirty="0">
                <a:latin typeface="+mj-lt"/>
              </a:rPr>
              <a:t> </a:t>
            </a:r>
          </a:p>
        </p:txBody>
      </p:sp>
      <p:sp>
        <p:nvSpPr>
          <p:cNvPr id="86018" name="Slide Number Placeholder 2"/>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E378D018-E93B-F14D-BFFD-1C5F29DD27E4}" type="slidenum">
              <a:rPr lang="en-US" sz="1200">
                <a:solidFill>
                  <a:srgbClr val="898989"/>
                </a:solidFill>
                <a:cs typeface="Arial" charset="0"/>
              </a:rPr>
              <a:pPr eaLnBrk="1" hangingPunct="1"/>
              <a:t>63</a:t>
            </a:fld>
            <a:endParaRPr lang="en-US" sz="1200">
              <a:solidFill>
                <a:srgbClr val="898989"/>
              </a:solidFill>
              <a:cs typeface="Arial" charset="0"/>
            </a:endParaRPr>
          </a:p>
        </p:txBody>
      </p:sp>
      <p:graphicFrame>
        <p:nvGraphicFramePr>
          <p:cNvPr id="4" name="Object 9"/>
          <p:cNvGraphicFramePr>
            <a:graphicFrameLocks noGrp="1" noChangeAspect="1"/>
          </p:cNvGraphicFramePr>
          <p:nvPr>
            <p:extLst>
              <p:ext uri="{D42A27DB-BD31-4B8C-83A1-F6EECF244321}">
                <p14:modId xmlns:p14="http://schemas.microsoft.com/office/powerpoint/2010/main" val="1733616685"/>
              </p:ext>
            </p:extLst>
          </p:nvPr>
        </p:nvGraphicFramePr>
        <p:xfrm>
          <a:off x="2855641" y="2276872"/>
          <a:ext cx="3325813" cy="482600"/>
        </p:xfrm>
        <a:graphic>
          <a:graphicData uri="http://schemas.openxmlformats.org/presentationml/2006/ole">
            <mc:AlternateContent xmlns:mc="http://schemas.openxmlformats.org/markup-compatibility/2006">
              <mc:Choice xmlns:v="urn:schemas-microsoft-com:vml" Requires="v">
                <p:oleObj name="Equation" r:id="rId2" imgW="1663700" imgH="241300" progId="Equation.3">
                  <p:embed/>
                </p:oleObj>
              </mc:Choice>
              <mc:Fallback>
                <p:oleObj name="Equation" r:id="rId2" imgW="1663700" imgH="241300" progId="Equation.3">
                  <p:embed/>
                  <p:pic>
                    <p:nvPicPr>
                      <p:cNvPr id="0" name="Picture 8"/>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55641" y="2276872"/>
                        <a:ext cx="3325813" cy="482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Title 1"/>
          <p:cNvSpPr>
            <a:spLocks noGrp="1"/>
          </p:cNvSpPr>
          <p:nvPr>
            <p:ph type="title"/>
          </p:nvPr>
        </p:nvSpPr>
        <p:spPr>
          <a:xfrm>
            <a:off x="3648076" y="274638"/>
            <a:ext cx="6562725" cy="850900"/>
          </a:xfrm>
          <a:ln>
            <a:noFill/>
          </a:ln>
          <a:extLst>
            <a:ext uri="{91240B29-F687-4F45-9708-019B960494DF}">
              <a14:hiddenLine xmlns:a14="http://schemas.microsoft.com/office/drawing/2010/main" w="9525">
                <a:solidFill>
                  <a:srgbClr val="000000"/>
                </a:solidFill>
                <a:miter lim="800000"/>
                <a:headEnd/>
                <a:tailEnd/>
              </a14:hiddenLine>
            </a:ext>
          </a:extLst>
        </p:spPr>
        <p:style>
          <a:lnRef idx="2">
            <a:schemeClr val="accent4"/>
          </a:lnRef>
          <a:fillRef idx="1">
            <a:schemeClr val="lt1"/>
          </a:fillRef>
          <a:effectRef idx="0">
            <a:schemeClr val="accent4"/>
          </a:effectRef>
          <a:fontRef idx="minor">
            <a:schemeClr val="dk1"/>
          </a:fontRef>
        </p:style>
        <p:txBody>
          <a:bodyPr/>
          <a:lstStyle/>
          <a:p>
            <a:pPr>
              <a:defRPr/>
            </a:pPr>
            <a:r>
              <a:rPr lang="en-AU" sz="3200" b="1" dirty="0">
                <a:solidFill>
                  <a:schemeClr val="tx1"/>
                </a:solidFill>
                <a:latin typeface="Arial" charset="0"/>
              </a:rPr>
              <a:t>How to find left tail from </a:t>
            </a:r>
            <a:r>
              <a:rPr lang="en-AU" sz="3200" b="1" i="1" dirty="0">
                <a:solidFill>
                  <a:schemeClr val="tx1"/>
                </a:solidFill>
                <a:latin typeface="Arial" charset="0"/>
              </a:rPr>
              <a:t>F</a:t>
            </a:r>
            <a:r>
              <a:rPr lang="en-AU" sz="3200" b="1" dirty="0">
                <a:solidFill>
                  <a:schemeClr val="tx1"/>
                </a:solidFill>
                <a:latin typeface="Arial" charset="0"/>
              </a:rPr>
              <a:t>-table?</a:t>
            </a:r>
          </a:p>
        </p:txBody>
      </p:sp>
      <p:sp>
        <p:nvSpPr>
          <p:cNvPr id="70658" name="Content Placeholder 2"/>
          <p:cNvSpPr>
            <a:spLocks noGrp="1"/>
          </p:cNvSpPr>
          <p:nvPr>
            <p:ph idx="1"/>
          </p:nvPr>
        </p:nvSpPr>
        <p:spPr>
          <a:xfrm>
            <a:off x="1703388" y="1412876"/>
            <a:ext cx="8507412" cy="4525963"/>
          </a:xfrm>
        </p:spPr>
        <p:txBody>
          <a:bodyPr/>
          <a:lstStyle/>
          <a:p>
            <a:pPr marL="284163" indent="-284163" algn="just">
              <a:defRPr/>
            </a:pPr>
            <a:r>
              <a:rPr lang="en-US" sz="2800" dirty="0"/>
              <a:t>All of the tables only give level of significance for right tail tests. </a:t>
            </a:r>
          </a:p>
          <a:p>
            <a:pPr marL="284163" indent="-284163" algn="just">
              <a:defRPr/>
            </a:pPr>
            <a:r>
              <a:rPr lang="en-US" sz="2800" dirty="0"/>
              <a:t>Because the F distribution is not symmetric, and there are no negative values, you may not simply take the opposite of the right critical value to find the left critical value. </a:t>
            </a:r>
          </a:p>
        </p:txBody>
      </p:sp>
      <p:sp>
        <p:nvSpPr>
          <p:cNvPr id="87057" name="Slide Number Placeholder 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D51EA3BF-6158-AB45-AA40-207C28601DE3}" type="slidenum">
              <a:rPr lang="en-US" sz="1200">
                <a:solidFill>
                  <a:srgbClr val="898989"/>
                </a:solidFill>
                <a:cs typeface="Arial" charset="0"/>
              </a:rPr>
              <a:pPr eaLnBrk="1" hangingPunct="1"/>
              <a:t>64</a:t>
            </a:fld>
            <a:endParaRPr lang="en-US" sz="1200">
              <a:solidFill>
                <a:srgbClr val="898989"/>
              </a:solidFill>
              <a:cs typeface="Arial" charset="0"/>
            </a:endParaRPr>
          </a:p>
        </p:txBody>
      </p:sp>
      <p:pic>
        <p:nvPicPr>
          <p:cNvPr id="8" name="Picture 54"/>
          <p:cNvPicPr>
            <a:picLocks noChangeAspect="1" noChangeArrowheads="1"/>
          </p:cNvPicPr>
          <p:nvPr/>
        </p:nvPicPr>
        <p:blipFill>
          <a:blip r:embed="rId2"/>
          <a:srcRect l="33382" t="58333" r="30893" b="17708"/>
          <a:stretch>
            <a:fillRect/>
          </a:stretch>
        </p:blipFill>
        <p:spPr bwMode="auto">
          <a:xfrm>
            <a:off x="3048000" y="3771275"/>
            <a:ext cx="7176055" cy="2705725"/>
          </a:xfrm>
          <a:prstGeom prst="rect">
            <a:avLst/>
          </a:prstGeom>
          <a:noFill/>
          <a:ln w="9525">
            <a:noFill/>
            <a:miter lim="800000"/>
            <a:headEnd/>
            <a:tailEnd/>
          </a:ln>
          <a:effectLst/>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Title 1"/>
          <p:cNvSpPr>
            <a:spLocks noGrp="1"/>
          </p:cNvSpPr>
          <p:nvPr>
            <p:ph type="title"/>
          </p:nvPr>
        </p:nvSpPr>
        <p:spPr>
          <a:xfrm>
            <a:off x="3648076" y="274638"/>
            <a:ext cx="6562725" cy="850900"/>
          </a:xfrm>
          <a:ln>
            <a:noFill/>
          </a:ln>
          <a:extLst>
            <a:ext uri="{91240B29-F687-4F45-9708-019B960494DF}">
              <a14:hiddenLine xmlns:a14="http://schemas.microsoft.com/office/drawing/2010/main" w="9525">
                <a:solidFill>
                  <a:srgbClr val="000000"/>
                </a:solidFill>
                <a:miter lim="800000"/>
                <a:headEnd/>
                <a:tailEnd/>
              </a14:hiddenLine>
            </a:ext>
          </a:extLst>
        </p:spPr>
        <p:style>
          <a:lnRef idx="2">
            <a:schemeClr val="accent4"/>
          </a:lnRef>
          <a:fillRef idx="1">
            <a:schemeClr val="lt1"/>
          </a:fillRef>
          <a:effectRef idx="0">
            <a:schemeClr val="accent4"/>
          </a:effectRef>
          <a:fontRef idx="minor">
            <a:schemeClr val="dk1"/>
          </a:fontRef>
        </p:style>
        <p:txBody>
          <a:bodyPr/>
          <a:lstStyle/>
          <a:p>
            <a:pPr>
              <a:defRPr/>
            </a:pPr>
            <a:r>
              <a:rPr lang="en-AU" sz="3200" b="1" dirty="0">
                <a:solidFill>
                  <a:schemeClr val="tx1"/>
                </a:solidFill>
                <a:latin typeface="Arial" charset="0"/>
              </a:rPr>
              <a:t>How to find left tail from </a:t>
            </a:r>
            <a:r>
              <a:rPr lang="en-AU" sz="3200" b="1" i="1" dirty="0">
                <a:solidFill>
                  <a:schemeClr val="tx1"/>
                </a:solidFill>
                <a:latin typeface="Arial" charset="0"/>
              </a:rPr>
              <a:t>F</a:t>
            </a:r>
            <a:r>
              <a:rPr lang="en-AU" sz="3200" b="1" dirty="0">
                <a:solidFill>
                  <a:schemeClr val="tx1"/>
                </a:solidFill>
                <a:latin typeface="Arial" charset="0"/>
              </a:rPr>
              <a:t>-table?</a:t>
            </a:r>
          </a:p>
        </p:txBody>
      </p:sp>
      <p:sp>
        <p:nvSpPr>
          <p:cNvPr id="70658" name="Content Placeholder 2"/>
          <p:cNvSpPr>
            <a:spLocks noGrp="1"/>
          </p:cNvSpPr>
          <p:nvPr>
            <p:ph idx="1"/>
          </p:nvPr>
        </p:nvSpPr>
        <p:spPr>
          <a:xfrm>
            <a:off x="1703388" y="1412876"/>
            <a:ext cx="8507412" cy="4525963"/>
          </a:xfrm>
        </p:spPr>
        <p:txBody>
          <a:bodyPr/>
          <a:lstStyle/>
          <a:p>
            <a:pPr marL="284163" indent="-284163" algn="just">
              <a:defRPr/>
            </a:pPr>
            <a:r>
              <a:rPr lang="en-US" sz="2800" dirty="0"/>
              <a:t>The way to find a left critical value is </a:t>
            </a:r>
          </a:p>
          <a:p>
            <a:pPr marL="684213" lvl="1" indent="-284163" algn="just">
              <a:defRPr/>
            </a:pPr>
            <a:r>
              <a:rPr lang="en-US" sz="2400" dirty="0"/>
              <a:t>to reverse the degrees of freedom</a:t>
            </a:r>
          </a:p>
          <a:p>
            <a:pPr marL="684213" lvl="1" indent="-284163" algn="just">
              <a:defRPr/>
            </a:pPr>
            <a:r>
              <a:rPr lang="en-US" sz="2400" dirty="0"/>
              <a:t>look up the right critical value, and then take the reciprocal of this value. </a:t>
            </a:r>
          </a:p>
          <a:p>
            <a:pPr marL="684213" lvl="1" indent="-284163" algn="just">
              <a:defRPr/>
            </a:pPr>
            <a:r>
              <a:rPr lang="en-US" sz="2400" dirty="0"/>
              <a:t>For example, the critical value with 0.05 on the left with 12 numerator and 15 denominator degrees of freedom is found of taking the reciprocal of the critical value with 0.05 on the right with 15 numerator and 12 denominator degrees of freedom. </a:t>
            </a:r>
            <a:r>
              <a:rPr lang="en-AU" sz="2400" dirty="0">
                <a:latin typeface="+mj-lt"/>
              </a:rPr>
              <a:t>	</a:t>
            </a:r>
          </a:p>
        </p:txBody>
      </p:sp>
      <p:sp>
        <p:nvSpPr>
          <p:cNvPr id="87057" name="Slide Number Placeholder 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D51EA3BF-6158-AB45-AA40-207C28601DE3}" type="slidenum">
              <a:rPr lang="en-US" sz="1200">
                <a:solidFill>
                  <a:srgbClr val="898989"/>
                </a:solidFill>
                <a:cs typeface="Arial" charset="0"/>
              </a:rPr>
              <a:pPr eaLnBrk="1" hangingPunct="1"/>
              <a:t>65</a:t>
            </a:fld>
            <a:endParaRPr lang="en-US" sz="1200">
              <a:solidFill>
                <a:srgbClr val="898989"/>
              </a:solidFill>
              <a:cs typeface="Arial" charset="0"/>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Title 1"/>
          <p:cNvSpPr>
            <a:spLocks noGrp="1"/>
          </p:cNvSpPr>
          <p:nvPr>
            <p:ph type="title"/>
          </p:nvPr>
        </p:nvSpPr>
        <p:spPr>
          <a:xfrm>
            <a:off x="3648076" y="274638"/>
            <a:ext cx="6562725" cy="850900"/>
          </a:xfrm>
          <a:ln>
            <a:noFill/>
          </a:ln>
          <a:extLst>
            <a:ext uri="{91240B29-F687-4F45-9708-019B960494DF}">
              <a14:hiddenLine xmlns:a14="http://schemas.microsoft.com/office/drawing/2010/main" w="9525">
                <a:solidFill>
                  <a:srgbClr val="000000"/>
                </a:solidFill>
                <a:miter lim="800000"/>
                <a:headEnd/>
                <a:tailEnd/>
              </a14:hiddenLine>
            </a:ext>
          </a:extLst>
        </p:spPr>
        <p:style>
          <a:lnRef idx="2">
            <a:schemeClr val="accent4"/>
          </a:lnRef>
          <a:fillRef idx="1">
            <a:schemeClr val="lt1"/>
          </a:fillRef>
          <a:effectRef idx="0">
            <a:schemeClr val="accent4"/>
          </a:effectRef>
          <a:fontRef idx="minor">
            <a:schemeClr val="dk1"/>
          </a:fontRef>
        </p:style>
        <p:txBody>
          <a:bodyPr/>
          <a:lstStyle/>
          <a:p>
            <a:pPr>
              <a:defRPr/>
            </a:pPr>
            <a:r>
              <a:rPr lang="en-AU" sz="3200" b="1" dirty="0">
                <a:solidFill>
                  <a:schemeClr val="tx1"/>
                </a:solidFill>
                <a:latin typeface="Arial" charset="0"/>
              </a:rPr>
              <a:t>How to find left tail from </a:t>
            </a:r>
            <a:r>
              <a:rPr lang="en-AU" sz="3200" b="1" i="1" dirty="0">
                <a:solidFill>
                  <a:schemeClr val="tx1"/>
                </a:solidFill>
                <a:latin typeface="Arial" charset="0"/>
              </a:rPr>
              <a:t>F</a:t>
            </a:r>
            <a:r>
              <a:rPr lang="en-AU" sz="3200" b="1" dirty="0">
                <a:solidFill>
                  <a:schemeClr val="tx1"/>
                </a:solidFill>
                <a:latin typeface="Arial" charset="0"/>
              </a:rPr>
              <a:t>-table?</a:t>
            </a:r>
          </a:p>
        </p:txBody>
      </p:sp>
      <p:sp>
        <p:nvSpPr>
          <p:cNvPr id="70658" name="Content Placeholder 2"/>
          <p:cNvSpPr>
            <a:spLocks noGrp="1"/>
          </p:cNvSpPr>
          <p:nvPr>
            <p:ph idx="1"/>
          </p:nvPr>
        </p:nvSpPr>
        <p:spPr>
          <a:xfrm>
            <a:off x="1703388" y="1412876"/>
            <a:ext cx="8507412" cy="4525963"/>
          </a:xfrm>
        </p:spPr>
        <p:txBody>
          <a:bodyPr/>
          <a:lstStyle/>
          <a:p>
            <a:pPr marL="284163" indent="-284163" algn="just">
              <a:defRPr/>
            </a:pPr>
            <a:r>
              <a:rPr lang="en-US" sz="2800" dirty="0"/>
              <a:t>Since the left critical values are a pain to calculate, they are often avoided altogether. </a:t>
            </a:r>
          </a:p>
          <a:p>
            <a:pPr marL="284163" indent="-284163" algn="just">
              <a:defRPr/>
            </a:pPr>
            <a:r>
              <a:rPr lang="en-US" sz="2800" dirty="0"/>
              <a:t>You can force the F test into a right tail test by placing the sample with the </a:t>
            </a:r>
            <a:r>
              <a:rPr lang="en-US" sz="2800" b="1" dirty="0">
                <a:solidFill>
                  <a:srgbClr val="FF0000"/>
                </a:solidFill>
              </a:rPr>
              <a:t>large variance in the numerator </a:t>
            </a:r>
            <a:r>
              <a:rPr lang="en-US" sz="2800" dirty="0"/>
              <a:t>and the </a:t>
            </a:r>
            <a:r>
              <a:rPr lang="en-US" sz="2800" b="1" dirty="0">
                <a:solidFill>
                  <a:srgbClr val="FF0000"/>
                </a:solidFill>
              </a:rPr>
              <a:t>smaller variance in the denominator</a:t>
            </a:r>
            <a:r>
              <a:rPr lang="en-US" sz="2800" dirty="0"/>
              <a:t>. It does not matter which sample has the larger sample size, only which sample has the larger variance. </a:t>
            </a:r>
          </a:p>
          <a:p>
            <a:pPr marL="284163" indent="-284163" algn="just">
              <a:defRPr/>
            </a:pPr>
            <a:r>
              <a:rPr lang="en-US" sz="2800" dirty="0"/>
              <a:t>If a two-tail test is being conducted, you still have to divide alpha by 2, but you only look up and compare the right critical value</a:t>
            </a:r>
            <a:r>
              <a:rPr lang="en-US" sz="2400" dirty="0"/>
              <a:t>. </a:t>
            </a:r>
            <a:endParaRPr lang="en-AU" sz="2400" dirty="0">
              <a:latin typeface="+mj-lt"/>
            </a:endParaRPr>
          </a:p>
        </p:txBody>
      </p:sp>
      <p:sp>
        <p:nvSpPr>
          <p:cNvPr id="87057" name="Slide Number Placeholder 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D51EA3BF-6158-AB45-AA40-207C28601DE3}" type="slidenum">
              <a:rPr lang="en-US" sz="1200">
                <a:solidFill>
                  <a:srgbClr val="898989"/>
                </a:solidFill>
                <a:cs typeface="Arial" charset="0"/>
              </a:rPr>
              <a:pPr eaLnBrk="1" hangingPunct="1"/>
              <a:t>66</a:t>
            </a:fld>
            <a:endParaRPr lang="en-US" sz="1200">
              <a:solidFill>
                <a:srgbClr val="898989"/>
              </a:solidFill>
              <a:cs typeface="Arial" charset="0"/>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Title 1"/>
          <p:cNvSpPr>
            <a:spLocks noGrp="1"/>
          </p:cNvSpPr>
          <p:nvPr>
            <p:ph type="title"/>
          </p:nvPr>
        </p:nvSpPr>
        <p:spPr>
          <a:xfrm>
            <a:off x="3648076" y="274638"/>
            <a:ext cx="6562725" cy="850900"/>
          </a:xfrm>
          <a:ln>
            <a:noFill/>
          </a:ln>
          <a:extLst>
            <a:ext uri="{91240B29-F687-4F45-9708-019B960494DF}">
              <a14:hiddenLine xmlns:a14="http://schemas.microsoft.com/office/drawing/2010/main" w="9525">
                <a:solidFill>
                  <a:srgbClr val="000000"/>
                </a:solidFill>
                <a:miter lim="800000"/>
                <a:headEnd/>
                <a:tailEnd/>
              </a14:hiddenLine>
            </a:ext>
          </a:extLst>
        </p:spPr>
        <p:style>
          <a:lnRef idx="2">
            <a:schemeClr val="accent4"/>
          </a:lnRef>
          <a:fillRef idx="1">
            <a:schemeClr val="lt1"/>
          </a:fillRef>
          <a:effectRef idx="0">
            <a:schemeClr val="accent4"/>
          </a:effectRef>
          <a:fontRef idx="minor">
            <a:schemeClr val="dk1"/>
          </a:fontRef>
        </p:style>
        <p:txBody>
          <a:bodyPr/>
          <a:lstStyle/>
          <a:p>
            <a:pPr>
              <a:defRPr/>
            </a:pPr>
            <a:r>
              <a:rPr lang="en-AU" b="1" dirty="0">
                <a:solidFill>
                  <a:srgbClr val="0000FF"/>
                </a:solidFill>
                <a:latin typeface="Arial" charset="0"/>
              </a:rPr>
              <a:t>Exercise #5</a:t>
            </a:r>
          </a:p>
        </p:txBody>
      </p:sp>
      <p:sp>
        <p:nvSpPr>
          <p:cNvPr id="70658" name="Content Placeholder 2"/>
          <p:cNvSpPr>
            <a:spLocks noGrp="1"/>
          </p:cNvSpPr>
          <p:nvPr>
            <p:ph idx="1"/>
          </p:nvPr>
        </p:nvSpPr>
        <p:spPr>
          <a:xfrm>
            <a:off x="1703388" y="1412876"/>
            <a:ext cx="8507412" cy="4525963"/>
          </a:xfrm>
        </p:spPr>
        <p:txBody>
          <a:bodyPr/>
          <a:lstStyle/>
          <a:p>
            <a:pPr marL="0" indent="0" algn="just">
              <a:buNone/>
              <a:defRPr/>
            </a:pPr>
            <a:r>
              <a:rPr lang="en-AU" sz="2800" dirty="0">
                <a:latin typeface="+mj-lt"/>
              </a:rPr>
              <a:t>A medical researcher wishes to see whether the variance of the heart rates (in beats per minute) of smokers is different from the variance of the heart rates of people who do not smoke. Two samples are selected, and the data are shown. Using </a:t>
            </a:r>
            <a:r>
              <a:rPr lang="en-AU" sz="2800" dirty="0">
                <a:latin typeface="Symbol" charset="2"/>
                <a:cs typeface="Symbol" charset="2"/>
              </a:rPr>
              <a:t>a</a:t>
            </a:r>
            <a:r>
              <a:rPr lang="en-AU" sz="2800" dirty="0">
                <a:latin typeface="+mj-lt"/>
              </a:rPr>
              <a:t> = 0.05, is there enough evidence to support the claim?</a:t>
            </a:r>
          </a:p>
          <a:p>
            <a:pPr algn="just">
              <a:buFontTx/>
              <a:buNone/>
              <a:defRPr/>
            </a:pPr>
            <a:r>
              <a:rPr lang="en-AU" sz="2800" dirty="0">
                <a:latin typeface="+mj-lt"/>
              </a:rPr>
              <a:t>	</a:t>
            </a:r>
          </a:p>
        </p:txBody>
      </p:sp>
      <p:graphicFrame>
        <p:nvGraphicFramePr>
          <p:cNvPr id="5" name="Table 4"/>
          <p:cNvGraphicFramePr>
            <a:graphicFrameLocks noGrp="1"/>
          </p:cNvGraphicFramePr>
          <p:nvPr/>
        </p:nvGraphicFramePr>
        <p:xfrm>
          <a:off x="3000375" y="4365626"/>
          <a:ext cx="4751388" cy="1943099"/>
        </p:xfrm>
        <a:graphic>
          <a:graphicData uri="http://schemas.openxmlformats.org/drawingml/2006/table">
            <a:tbl>
              <a:tblPr firstRow="1" bandRow="1">
                <a:tableStyleId>{5C22544A-7EE6-4342-B048-85BDC9FD1C3A}</a:tableStyleId>
              </a:tblPr>
              <a:tblGrid>
                <a:gridCol w="2061923">
                  <a:extLst>
                    <a:ext uri="{9D8B030D-6E8A-4147-A177-3AD203B41FA5}">
                      <a16:colId xmlns:a16="http://schemas.microsoft.com/office/drawing/2014/main" val="20000"/>
                    </a:ext>
                  </a:extLst>
                </a:gridCol>
                <a:gridCol w="2689465">
                  <a:extLst>
                    <a:ext uri="{9D8B030D-6E8A-4147-A177-3AD203B41FA5}">
                      <a16:colId xmlns:a16="http://schemas.microsoft.com/office/drawing/2014/main" val="20001"/>
                    </a:ext>
                  </a:extLst>
                </a:gridCol>
              </a:tblGrid>
              <a:tr h="641757">
                <a:tc>
                  <a:txBody>
                    <a:bodyPr/>
                    <a:lstStyle/>
                    <a:p>
                      <a:pPr algn="ctr"/>
                      <a:r>
                        <a:rPr lang="en-AU" sz="2800" b="0" dirty="0">
                          <a:solidFill>
                            <a:schemeClr val="tx1"/>
                          </a:solidFill>
                        </a:rPr>
                        <a:t>Smokers</a:t>
                      </a:r>
                    </a:p>
                  </a:txBody>
                  <a:tcPr marL="91417" marR="91417">
                    <a:lnB w="12700" cap="flat" cmpd="sng" algn="ctr">
                      <a:solidFill>
                        <a:schemeClr val="tx1"/>
                      </a:solidFill>
                      <a:prstDash val="solid"/>
                      <a:round/>
                      <a:headEnd type="none" w="med" len="med"/>
                      <a:tailEnd type="none" w="med" len="med"/>
                    </a:lnB>
                    <a:noFill/>
                  </a:tcPr>
                </a:tc>
                <a:tc>
                  <a:txBody>
                    <a:bodyPr/>
                    <a:lstStyle/>
                    <a:p>
                      <a:pPr algn="ctr"/>
                      <a:r>
                        <a:rPr lang="en-AU" sz="2800" b="0" dirty="0">
                          <a:solidFill>
                            <a:schemeClr val="tx1"/>
                          </a:solidFill>
                        </a:rPr>
                        <a:t>Non-smokers</a:t>
                      </a:r>
                    </a:p>
                  </a:txBody>
                  <a:tcPr marL="91417" marR="91417">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650671">
                <a:tc>
                  <a:txBody>
                    <a:bodyPr/>
                    <a:lstStyle/>
                    <a:p>
                      <a:pPr algn="ctr"/>
                      <a:r>
                        <a:rPr lang="en-AU" sz="2800" dirty="0"/>
                        <a:t>n</a:t>
                      </a:r>
                      <a:r>
                        <a:rPr lang="en-AU" sz="2800" baseline="-25000" dirty="0"/>
                        <a:t>1</a:t>
                      </a:r>
                      <a:r>
                        <a:rPr lang="en-AU" sz="2800" dirty="0"/>
                        <a:t>=26</a:t>
                      </a:r>
                    </a:p>
                  </a:txBody>
                  <a:tcPr marL="91417" marR="91417">
                    <a:lnT w="12700" cap="flat" cmpd="sng" algn="ctr">
                      <a:solidFill>
                        <a:schemeClr val="tx1"/>
                      </a:solidFill>
                      <a:prstDash val="solid"/>
                      <a:round/>
                      <a:headEnd type="none" w="med" len="med"/>
                      <a:tailEnd type="none" w="med" len="med"/>
                    </a:lnT>
                    <a:noFill/>
                  </a:tcPr>
                </a:tc>
                <a:tc>
                  <a:txBody>
                    <a:bodyPr/>
                    <a:lstStyle/>
                    <a:p>
                      <a:pPr algn="ctr"/>
                      <a:r>
                        <a:rPr lang="en-AU" sz="2800" dirty="0"/>
                        <a:t>n</a:t>
                      </a:r>
                      <a:r>
                        <a:rPr lang="en-AU" sz="2800" baseline="-25000" dirty="0"/>
                        <a:t>2</a:t>
                      </a:r>
                      <a:r>
                        <a:rPr lang="en-AU" sz="2800" dirty="0"/>
                        <a:t>=18</a:t>
                      </a:r>
                    </a:p>
                  </a:txBody>
                  <a:tcPr marL="91417" marR="91417">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0001"/>
                  </a:ext>
                </a:extLst>
              </a:tr>
              <a:tr h="650671">
                <a:tc>
                  <a:txBody>
                    <a:bodyPr/>
                    <a:lstStyle/>
                    <a:p>
                      <a:pPr algn="ctr"/>
                      <a:r>
                        <a:rPr lang="en-AU" sz="2800" dirty="0"/>
                        <a:t>s</a:t>
                      </a:r>
                      <a:r>
                        <a:rPr lang="en-AU" sz="2800" baseline="30000" dirty="0"/>
                        <a:t>2</a:t>
                      </a:r>
                      <a:r>
                        <a:rPr lang="en-AU" sz="2800" dirty="0"/>
                        <a:t>=36</a:t>
                      </a:r>
                    </a:p>
                  </a:txBody>
                  <a:tcPr marL="91417" marR="91417">
                    <a:noFill/>
                  </a:tcPr>
                </a:tc>
                <a:tc>
                  <a:txBody>
                    <a:bodyPr/>
                    <a:lstStyle/>
                    <a:p>
                      <a:pPr algn="ctr"/>
                      <a:r>
                        <a:rPr lang="en-AU" sz="2800" dirty="0"/>
                        <a:t>s</a:t>
                      </a:r>
                      <a:r>
                        <a:rPr lang="en-AU" sz="2800" baseline="30000" dirty="0"/>
                        <a:t>2</a:t>
                      </a:r>
                      <a:r>
                        <a:rPr lang="en-AU" sz="2800" dirty="0"/>
                        <a:t>=10</a:t>
                      </a:r>
                    </a:p>
                  </a:txBody>
                  <a:tcPr marL="91417" marR="91417">
                    <a:noFill/>
                  </a:tcPr>
                </a:tc>
                <a:extLst>
                  <a:ext uri="{0D108BD9-81ED-4DB2-BD59-A6C34878D82A}">
                    <a16:rowId xmlns:a16="http://schemas.microsoft.com/office/drawing/2014/main" val="10002"/>
                  </a:ext>
                </a:extLst>
              </a:tr>
            </a:tbl>
          </a:graphicData>
        </a:graphic>
      </p:graphicFrame>
      <p:sp>
        <p:nvSpPr>
          <p:cNvPr id="87057" name="Slide Number Placeholder 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D51EA3BF-6158-AB45-AA40-207C28601DE3}" type="slidenum">
              <a:rPr lang="en-US" sz="1200">
                <a:solidFill>
                  <a:srgbClr val="898989"/>
                </a:solidFill>
                <a:cs typeface="Arial" charset="0"/>
              </a:rPr>
              <a:pPr eaLnBrk="1" hangingPunct="1"/>
              <a:t>67</a:t>
            </a:fld>
            <a:endParaRPr lang="en-US" sz="1200">
              <a:solidFill>
                <a:srgbClr val="898989"/>
              </a:solidFill>
              <a:cs typeface="Arial" charset="0"/>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ext Placeholder 2"/>
          <p:cNvSpPr>
            <a:spLocks noGrp="1"/>
          </p:cNvSpPr>
          <p:nvPr>
            <p:ph type="body" idx="1"/>
          </p:nvPr>
        </p:nvSpPr>
        <p:spPr>
          <a:xfrm>
            <a:off x="2207568" y="2216846"/>
            <a:ext cx="7772400" cy="2292275"/>
          </a:xfr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defRPr/>
            </a:pPr>
            <a:r>
              <a:rPr lang="en-AU" altLang="en-US" sz="4400" b="1" spc="50" dirty="0">
                <a:ln w="11430"/>
                <a:gradFill>
                  <a:gsLst>
                    <a:gs pos="25000">
                      <a:schemeClr val="accent2">
                        <a:satMod val="155000"/>
                      </a:schemeClr>
                    </a:gs>
                    <a:gs pos="100000">
                      <a:schemeClr val="accent2">
                        <a:shade val="45000"/>
                        <a:satMod val="165000"/>
                      </a:schemeClr>
                    </a:gs>
                  </a:gsLst>
                  <a:lin ang="5400000"/>
                </a:gradFill>
              </a:rPr>
              <a:t>Statistical Inferences For Two Dependent Samples </a:t>
            </a:r>
          </a:p>
          <a:p>
            <a:pPr algn="ctr">
              <a:defRPr/>
            </a:pPr>
            <a:r>
              <a:rPr lang="en-AU" altLang="en-US" sz="4400" b="1" spc="50" dirty="0">
                <a:ln w="11430"/>
                <a:gradFill>
                  <a:gsLst>
                    <a:gs pos="25000">
                      <a:schemeClr val="accent2">
                        <a:satMod val="155000"/>
                      </a:schemeClr>
                    </a:gs>
                    <a:gs pos="100000">
                      <a:schemeClr val="accent2">
                        <a:shade val="45000"/>
                        <a:satMod val="165000"/>
                      </a:schemeClr>
                    </a:gs>
                  </a:gsLst>
                  <a:lin ang="5400000"/>
                </a:gradFill>
              </a:rPr>
              <a:t>(Matched Pair)</a:t>
            </a:r>
          </a:p>
        </p:txBody>
      </p:sp>
      <p:sp>
        <p:nvSpPr>
          <p:cNvPr id="88066" name="Slide Number Placeholder 3"/>
          <p:cNvSpPr>
            <a:spLocks noGrp="1"/>
          </p:cNvSpPr>
          <p:nvPr>
            <p:ph type="sldNum" sz="quarter" idx="10"/>
          </p:nvPr>
        </p:nvSpPr>
        <p:spPr bwMode="auto">
          <a:xfrm>
            <a:off x="9489504" y="6553200"/>
            <a:ext cx="1143000" cy="30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8D19AAC3-DFC6-1542-B094-C83BF4FD2AD7}" type="slidenum">
              <a:rPr lang="en-US" sz="1200">
                <a:solidFill>
                  <a:srgbClr val="898989"/>
                </a:solidFill>
                <a:cs typeface="Arial" charset="0"/>
              </a:rPr>
              <a:pPr eaLnBrk="1" hangingPunct="1"/>
              <a:t>68</a:t>
            </a:fld>
            <a:endParaRPr lang="en-US" sz="1200">
              <a:solidFill>
                <a:srgbClr val="898989"/>
              </a:solidFill>
              <a:cs typeface="Arial" charset="0"/>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Title 1"/>
          <p:cNvSpPr>
            <a:spLocks noGrp="1"/>
          </p:cNvSpPr>
          <p:nvPr>
            <p:ph type="title"/>
          </p:nvPr>
        </p:nvSpPr>
        <p:spPr>
          <a:xfrm>
            <a:off x="3648076" y="274638"/>
            <a:ext cx="6562725" cy="850900"/>
          </a:xfrm>
          <a:ln>
            <a:noFill/>
          </a:ln>
          <a:extLst>
            <a:ext uri="{91240B29-F687-4F45-9708-019B960494DF}">
              <a14:hiddenLine xmlns:a14="http://schemas.microsoft.com/office/drawing/2010/main" w="9525">
                <a:solidFill>
                  <a:srgbClr val="000000"/>
                </a:solidFill>
                <a:miter lim="800000"/>
                <a:headEnd/>
                <a:tailEnd/>
              </a14:hiddenLine>
            </a:ext>
          </a:extLst>
        </p:spPr>
        <p:style>
          <a:lnRef idx="2">
            <a:schemeClr val="accent2"/>
          </a:lnRef>
          <a:fillRef idx="1">
            <a:schemeClr val="lt1"/>
          </a:fillRef>
          <a:effectRef idx="0">
            <a:schemeClr val="accent2"/>
          </a:effectRef>
          <a:fontRef idx="minor">
            <a:schemeClr val="dk1"/>
          </a:fontRef>
        </p:style>
        <p:txBody>
          <a:bodyPr/>
          <a:lstStyle/>
          <a:p>
            <a:pPr>
              <a:defRPr/>
            </a:pPr>
            <a:r>
              <a:rPr lang="en-AU" sz="4400" b="1" dirty="0">
                <a:latin typeface="+mj-lt"/>
              </a:rPr>
              <a:t>Dependent Sample</a:t>
            </a:r>
          </a:p>
        </p:txBody>
      </p:sp>
      <p:sp>
        <p:nvSpPr>
          <p:cNvPr id="71682" name="Content Placeholder 2"/>
          <p:cNvSpPr>
            <a:spLocks noGrp="1"/>
          </p:cNvSpPr>
          <p:nvPr>
            <p:ph idx="1"/>
          </p:nvPr>
        </p:nvSpPr>
        <p:spPr>
          <a:xfrm>
            <a:off x="1774826" y="1600201"/>
            <a:ext cx="8435975" cy="4525963"/>
          </a:xfrm>
        </p:spPr>
        <p:txBody>
          <a:bodyPr/>
          <a:lstStyle/>
          <a:p>
            <a:pPr algn="just">
              <a:defRPr/>
            </a:pPr>
            <a:r>
              <a:rPr lang="en-AU" dirty="0">
                <a:latin typeface="+mj-lt"/>
              </a:rPr>
              <a:t>Dependent Samples are samples that are paired or matched in some way.</a:t>
            </a:r>
          </a:p>
          <a:p>
            <a:pPr algn="just">
              <a:defRPr/>
            </a:pPr>
            <a:r>
              <a:rPr lang="en-AU" dirty="0">
                <a:latin typeface="+mj-lt"/>
              </a:rPr>
              <a:t>Example:</a:t>
            </a:r>
          </a:p>
          <a:p>
            <a:pPr lvl="1" algn="just">
              <a:buFont typeface="Wingdings" charset="2"/>
              <a:buChar char="§"/>
              <a:defRPr/>
            </a:pPr>
            <a:r>
              <a:rPr lang="en-AU" dirty="0">
                <a:latin typeface="+mj-lt"/>
              </a:rPr>
              <a:t>Samples in which the same subjects are used in a pre-post situation are dependent.</a:t>
            </a:r>
          </a:p>
          <a:p>
            <a:pPr lvl="1" algn="just">
              <a:buFont typeface="Wingdings" charset="2"/>
              <a:buChar char="§"/>
              <a:defRPr/>
            </a:pPr>
            <a:r>
              <a:rPr lang="en-AU" dirty="0">
                <a:latin typeface="+mj-lt"/>
              </a:rPr>
              <a:t>Another type of dependent sample are samples matched on the basis of extraneous to the study.</a:t>
            </a:r>
          </a:p>
        </p:txBody>
      </p:sp>
      <p:sp>
        <p:nvSpPr>
          <p:cNvPr id="89091" name="Slide Number Placeholder 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ACF4E13E-201D-4743-872D-B22C8FC9EE04}" type="slidenum">
              <a:rPr lang="en-US" sz="1200">
                <a:solidFill>
                  <a:srgbClr val="898989"/>
                </a:solidFill>
                <a:cs typeface="Arial" charset="0"/>
              </a:rPr>
              <a:pPr eaLnBrk="1" hangingPunct="1"/>
              <a:t>69</a:t>
            </a:fld>
            <a:endParaRPr lang="en-US" sz="1200">
              <a:solidFill>
                <a:srgbClr val="898989"/>
              </a:solidFill>
              <a:cs typeface="Arial" charset="0"/>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74825" y="1125538"/>
            <a:ext cx="8497888" cy="1143000"/>
          </a:xfrm>
        </p:spPr>
        <p:txBody>
          <a:bodyPr/>
          <a:lstStyle/>
          <a:p>
            <a:pPr algn="just">
              <a:defRPr/>
            </a:pPr>
            <a:r>
              <a:rPr lang="en-US" altLang="en-US" sz="2800" dirty="0">
                <a:solidFill>
                  <a:srgbClr val="0000FF"/>
                </a:solidFill>
                <a:latin typeface="+mn-lt"/>
                <a:ea typeface="+mj-ea"/>
                <a:cs typeface="+mj-cs"/>
              </a:rPr>
              <a:t>Determine whether the sample in this case study are paired sample or not. </a:t>
            </a:r>
            <a:endParaRPr lang="en-AU" sz="2800" dirty="0">
              <a:solidFill>
                <a:srgbClr val="0000FF"/>
              </a:solidFill>
              <a:latin typeface="+mn-lt"/>
              <a:ea typeface="+mj-ea"/>
              <a:cs typeface="+mj-cs"/>
            </a:endParaRPr>
          </a:p>
        </p:txBody>
      </p:sp>
      <p:sp>
        <p:nvSpPr>
          <p:cNvPr id="90114" name="Content Placeholder 2"/>
          <p:cNvSpPr>
            <a:spLocks noGrp="1"/>
          </p:cNvSpPr>
          <p:nvPr>
            <p:ph idx="1"/>
          </p:nvPr>
        </p:nvSpPr>
        <p:spPr>
          <a:xfrm>
            <a:off x="1992314" y="2276476"/>
            <a:ext cx="8351837" cy="3344863"/>
          </a:xfrm>
        </p:spPr>
        <p:txBody>
          <a:bodyPr/>
          <a:lstStyle/>
          <a:p>
            <a:pPr algn="just"/>
            <a:r>
              <a:rPr lang="en-US" sz="2400" dirty="0"/>
              <a:t>An engineering association wants to see if there is a difference in the mean annual salary for electrical engineers and chemical engineers. A random sample of electrical engineers is surveyed about their annual income. Another random sample of chemical engineers is surveyed about their annual income.</a:t>
            </a:r>
          </a:p>
          <a:p>
            <a:pPr algn="just">
              <a:buFontTx/>
              <a:buNone/>
            </a:pPr>
            <a:endParaRPr lang="en-AU" sz="3600" dirty="0"/>
          </a:p>
        </p:txBody>
      </p:sp>
      <p:pic>
        <p:nvPicPr>
          <p:cNvPr id="59397" name="Picture 6" descr="MC900360580[1]"/>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495550" y="4229101"/>
            <a:ext cx="1841500" cy="1712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sp>
        <p:nvSpPr>
          <p:cNvPr id="72709" name="Rectangle 5"/>
          <p:cNvSpPr>
            <a:spLocks noChangeArrowheads="1"/>
          </p:cNvSpPr>
          <p:nvPr/>
        </p:nvSpPr>
        <p:spPr bwMode="auto">
          <a:xfrm>
            <a:off x="4800600" y="5084764"/>
            <a:ext cx="51816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50000"/>
              </a:spcBef>
            </a:pPr>
            <a:r>
              <a:rPr lang="en-US" sz="2400" dirty="0">
                <a:solidFill>
                  <a:srgbClr val="FF0000"/>
                </a:solidFill>
                <a:latin typeface="+mn-lt"/>
              </a:rPr>
              <a:t>No, there is no pairing of individuals, you have two </a:t>
            </a:r>
            <a:r>
              <a:rPr lang="en-US" sz="2400" b="1" dirty="0">
                <a:solidFill>
                  <a:srgbClr val="FF0000"/>
                </a:solidFill>
                <a:latin typeface="+mn-lt"/>
              </a:rPr>
              <a:t>independent</a:t>
            </a:r>
            <a:r>
              <a:rPr lang="en-US" sz="2400" dirty="0">
                <a:solidFill>
                  <a:srgbClr val="FF0000"/>
                </a:solidFill>
                <a:latin typeface="+mn-lt"/>
              </a:rPr>
              <a:t> samples</a:t>
            </a:r>
          </a:p>
        </p:txBody>
      </p:sp>
      <p:sp>
        <p:nvSpPr>
          <p:cNvPr id="7" name="Title 1"/>
          <p:cNvSpPr txBox="1">
            <a:spLocks/>
          </p:cNvSpPr>
          <p:nvPr/>
        </p:nvSpPr>
        <p:spPr bwMode="auto">
          <a:xfrm>
            <a:off x="3648076" y="274639"/>
            <a:ext cx="6562725" cy="777875"/>
          </a:xfrm>
          <a:prstGeom prst="rect">
            <a:avLst/>
          </a:prstGeom>
          <a:ln>
            <a:noFill/>
          </a:ln>
          <a:extLst>
            <a:ext uri="{FAA26D3D-D897-4be2-8F04-BA451C77F1D7}">
              <ma14:placeholderFlag xmlns="" xmlns:ma14="http://schemas.microsoft.com/office/mac/drawingml/2011/main" val="1"/>
            </a:ext>
          </a:extLst>
        </p:spPr>
        <p:style>
          <a:lnRef idx="2">
            <a:schemeClr val="accent3"/>
          </a:lnRef>
          <a:fillRef idx="1">
            <a:schemeClr val="lt1"/>
          </a:fillRef>
          <a:effectRef idx="0">
            <a:schemeClr val="accent3"/>
          </a:effectRef>
          <a:fontRef idx="minor">
            <a:schemeClr val="dk1"/>
          </a:fontRef>
        </p:style>
        <p:txBody>
          <a:bodyPr anchor="ctr"/>
          <a:lstStyle>
            <a:lvl1pPr algn="ctr" rtl="0" eaLnBrk="0" fontAlgn="base" hangingPunct="0">
              <a:spcBef>
                <a:spcPct val="0"/>
              </a:spcBef>
              <a:spcAft>
                <a:spcPct val="0"/>
              </a:spcAft>
              <a:defRPr sz="3600" kern="1200">
                <a:solidFill>
                  <a:schemeClr val="dk1"/>
                </a:solidFill>
                <a:latin typeface="+mn-lt"/>
                <a:ea typeface="+mn-ea"/>
                <a:cs typeface="+mn-cs"/>
              </a:defRPr>
            </a:lvl1pPr>
            <a:lvl2pPr algn="ctr" rtl="0" eaLnBrk="0" fontAlgn="base" hangingPunct="0">
              <a:spcBef>
                <a:spcPct val="0"/>
              </a:spcBef>
              <a:spcAft>
                <a:spcPct val="0"/>
              </a:spcAft>
              <a:defRPr sz="3600">
                <a:solidFill>
                  <a:schemeClr val="dk1"/>
                </a:solidFill>
                <a:latin typeface="+mn-lt"/>
                <a:ea typeface="+mn-ea"/>
                <a:cs typeface="+mn-cs"/>
              </a:defRPr>
            </a:lvl2pPr>
            <a:lvl3pPr algn="ctr" rtl="0" eaLnBrk="0" fontAlgn="base" hangingPunct="0">
              <a:spcBef>
                <a:spcPct val="0"/>
              </a:spcBef>
              <a:spcAft>
                <a:spcPct val="0"/>
              </a:spcAft>
              <a:defRPr sz="3600">
                <a:solidFill>
                  <a:schemeClr val="dk1"/>
                </a:solidFill>
                <a:latin typeface="+mn-lt"/>
                <a:ea typeface="+mn-ea"/>
                <a:cs typeface="+mn-cs"/>
              </a:defRPr>
            </a:lvl3pPr>
            <a:lvl4pPr algn="ctr" rtl="0" eaLnBrk="0" fontAlgn="base" hangingPunct="0">
              <a:spcBef>
                <a:spcPct val="0"/>
              </a:spcBef>
              <a:spcAft>
                <a:spcPct val="0"/>
              </a:spcAft>
              <a:defRPr sz="3600">
                <a:solidFill>
                  <a:schemeClr val="dk1"/>
                </a:solidFill>
                <a:latin typeface="+mn-lt"/>
                <a:ea typeface="+mn-ea"/>
                <a:cs typeface="+mn-cs"/>
              </a:defRPr>
            </a:lvl4pPr>
            <a:lvl5pPr algn="ctr" rtl="0" eaLnBrk="0" fontAlgn="base" hangingPunct="0">
              <a:spcBef>
                <a:spcPct val="0"/>
              </a:spcBef>
              <a:spcAft>
                <a:spcPct val="0"/>
              </a:spcAft>
              <a:defRPr sz="3600">
                <a:solidFill>
                  <a:schemeClr val="dk1"/>
                </a:solidFill>
                <a:latin typeface="+mn-lt"/>
                <a:ea typeface="+mn-ea"/>
                <a:cs typeface="+mn-cs"/>
              </a:defRPr>
            </a:lvl5pPr>
            <a:lvl6pPr marL="457200" algn="ctr" rtl="0" fontAlgn="base">
              <a:spcBef>
                <a:spcPct val="0"/>
              </a:spcBef>
              <a:spcAft>
                <a:spcPct val="0"/>
              </a:spcAft>
              <a:defRPr sz="3600">
                <a:solidFill>
                  <a:schemeClr val="dk1"/>
                </a:solidFill>
                <a:latin typeface="+mn-lt"/>
                <a:ea typeface="+mn-ea"/>
                <a:cs typeface="+mn-cs"/>
              </a:defRPr>
            </a:lvl6pPr>
            <a:lvl7pPr marL="914400" algn="ctr" rtl="0" fontAlgn="base">
              <a:spcBef>
                <a:spcPct val="0"/>
              </a:spcBef>
              <a:spcAft>
                <a:spcPct val="0"/>
              </a:spcAft>
              <a:defRPr sz="3600">
                <a:solidFill>
                  <a:schemeClr val="dk1"/>
                </a:solidFill>
                <a:latin typeface="+mn-lt"/>
                <a:ea typeface="+mn-ea"/>
                <a:cs typeface="+mn-cs"/>
              </a:defRPr>
            </a:lvl7pPr>
            <a:lvl8pPr marL="1371600" algn="ctr" rtl="0" fontAlgn="base">
              <a:spcBef>
                <a:spcPct val="0"/>
              </a:spcBef>
              <a:spcAft>
                <a:spcPct val="0"/>
              </a:spcAft>
              <a:defRPr sz="3600">
                <a:solidFill>
                  <a:schemeClr val="dk1"/>
                </a:solidFill>
                <a:latin typeface="+mn-lt"/>
                <a:ea typeface="+mn-ea"/>
                <a:cs typeface="+mn-cs"/>
              </a:defRPr>
            </a:lvl8pPr>
            <a:lvl9pPr marL="1828800" algn="ctr" rtl="0" fontAlgn="base">
              <a:spcBef>
                <a:spcPct val="0"/>
              </a:spcBef>
              <a:spcAft>
                <a:spcPct val="0"/>
              </a:spcAft>
              <a:defRPr sz="3600">
                <a:solidFill>
                  <a:schemeClr val="dk1"/>
                </a:solidFill>
                <a:latin typeface="+mn-lt"/>
                <a:ea typeface="+mn-ea"/>
                <a:cs typeface="+mn-cs"/>
              </a:defRPr>
            </a:lvl9pPr>
          </a:lstStyle>
          <a:p>
            <a:pPr>
              <a:defRPr/>
            </a:pPr>
            <a:r>
              <a:rPr lang="en-AU" sz="4400" b="1" dirty="0">
                <a:latin typeface="+mj-lt"/>
              </a:rPr>
              <a:t>Example</a:t>
            </a:r>
            <a:endParaRPr lang="en-AU" sz="2400" b="1" dirty="0">
              <a:latin typeface="+mj-lt"/>
            </a:endParaRPr>
          </a:p>
        </p:txBody>
      </p:sp>
      <p:sp>
        <p:nvSpPr>
          <p:cNvPr id="90118" name="Slide Number Placeholder 2"/>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B62C0442-EB6F-BB40-A63C-9F2255EA0E29}" type="slidenum">
              <a:rPr lang="en-US" sz="1200">
                <a:solidFill>
                  <a:srgbClr val="898989"/>
                </a:solidFill>
                <a:cs typeface="Arial" charset="0"/>
              </a:rPr>
              <a:pPr eaLnBrk="1" hangingPunct="1"/>
              <a:t>70</a:t>
            </a:fld>
            <a:endParaRPr lang="en-US" sz="1200">
              <a:solidFill>
                <a:srgbClr val="898989"/>
              </a:solidFill>
              <a:cs typeface="Arial"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72709"/>
                                        </p:tgtEl>
                                        <p:attrNameLst>
                                          <p:attrName>style.visibility</p:attrName>
                                        </p:attrNameLst>
                                      </p:cBhvr>
                                      <p:to>
                                        <p:strVal val="visible"/>
                                      </p:to>
                                    </p:set>
                                    <p:animEffect transition="in" filter="checkerboard(across)">
                                      <p:cBhvr>
                                        <p:cTn id="7" dur="500"/>
                                        <p:tgtEl>
                                          <p:spTgt spid="727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09"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74825" y="1125538"/>
            <a:ext cx="8497888" cy="1143000"/>
          </a:xfrm>
        </p:spPr>
        <p:txBody>
          <a:bodyPr/>
          <a:lstStyle/>
          <a:p>
            <a:pPr algn="just">
              <a:defRPr/>
            </a:pPr>
            <a:r>
              <a:rPr lang="en-US" altLang="en-US" sz="2800" dirty="0">
                <a:solidFill>
                  <a:srgbClr val="0000FF"/>
                </a:solidFill>
                <a:latin typeface="+mn-lt"/>
                <a:ea typeface="+mj-ea"/>
                <a:cs typeface="+mj-cs"/>
              </a:rPr>
              <a:t>Determine whether the sample in this case study are paired sample or not. </a:t>
            </a:r>
            <a:endParaRPr lang="en-AU" sz="2800" dirty="0">
              <a:solidFill>
                <a:srgbClr val="0000FF"/>
              </a:solidFill>
              <a:latin typeface="+mn-lt"/>
              <a:ea typeface="+mj-ea"/>
              <a:cs typeface="+mj-cs"/>
            </a:endParaRPr>
          </a:p>
        </p:txBody>
      </p:sp>
      <p:sp>
        <p:nvSpPr>
          <p:cNvPr id="7" name="Title 1"/>
          <p:cNvSpPr txBox="1">
            <a:spLocks/>
          </p:cNvSpPr>
          <p:nvPr/>
        </p:nvSpPr>
        <p:spPr bwMode="auto">
          <a:xfrm>
            <a:off x="3648076" y="274639"/>
            <a:ext cx="6562725" cy="777875"/>
          </a:xfrm>
          <a:prstGeom prst="rect">
            <a:avLst/>
          </a:prstGeom>
          <a:ln>
            <a:noFill/>
          </a:ln>
          <a:extLst>
            <a:ext uri="{FAA26D3D-D897-4be2-8F04-BA451C77F1D7}">
              <ma14:placeholderFlag xmlns="" xmlns:ma14="http://schemas.microsoft.com/office/mac/drawingml/2011/main" val="1"/>
            </a:ext>
          </a:extLst>
        </p:spPr>
        <p:style>
          <a:lnRef idx="2">
            <a:schemeClr val="accent3"/>
          </a:lnRef>
          <a:fillRef idx="1">
            <a:schemeClr val="lt1"/>
          </a:fillRef>
          <a:effectRef idx="0">
            <a:schemeClr val="accent3"/>
          </a:effectRef>
          <a:fontRef idx="minor">
            <a:schemeClr val="dk1"/>
          </a:fontRef>
        </p:style>
        <p:txBody>
          <a:bodyPr anchor="ctr"/>
          <a:lstStyle>
            <a:lvl1pPr algn="ctr" rtl="0" eaLnBrk="0" fontAlgn="base" hangingPunct="0">
              <a:spcBef>
                <a:spcPct val="0"/>
              </a:spcBef>
              <a:spcAft>
                <a:spcPct val="0"/>
              </a:spcAft>
              <a:defRPr sz="3600" kern="1200">
                <a:solidFill>
                  <a:schemeClr val="dk1"/>
                </a:solidFill>
                <a:latin typeface="+mn-lt"/>
                <a:ea typeface="+mn-ea"/>
                <a:cs typeface="+mn-cs"/>
              </a:defRPr>
            </a:lvl1pPr>
            <a:lvl2pPr algn="ctr" rtl="0" eaLnBrk="0" fontAlgn="base" hangingPunct="0">
              <a:spcBef>
                <a:spcPct val="0"/>
              </a:spcBef>
              <a:spcAft>
                <a:spcPct val="0"/>
              </a:spcAft>
              <a:defRPr sz="3600">
                <a:solidFill>
                  <a:schemeClr val="dk1"/>
                </a:solidFill>
                <a:latin typeface="+mn-lt"/>
                <a:ea typeface="+mn-ea"/>
                <a:cs typeface="+mn-cs"/>
              </a:defRPr>
            </a:lvl2pPr>
            <a:lvl3pPr algn="ctr" rtl="0" eaLnBrk="0" fontAlgn="base" hangingPunct="0">
              <a:spcBef>
                <a:spcPct val="0"/>
              </a:spcBef>
              <a:spcAft>
                <a:spcPct val="0"/>
              </a:spcAft>
              <a:defRPr sz="3600">
                <a:solidFill>
                  <a:schemeClr val="dk1"/>
                </a:solidFill>
                <a:latin typeface="+mn-lt"/>
                <a:ea typeface="+mn-ea"/>
                <a:cs typeface="+mn-cs"/>
              </a:defRPr>
            </a:lvl3pPr>
            <a:lvl4pPr algn="ctr" rtl="0" eaLnBrk="0" fontAlgn="base" hangingPunct="0">
              <a:spcBef>
                <a:spcPct val="0"/>
              </a:spcBef>
              <a:spcAft>
                <a:spcPct val="0"/>
              </a:spcAft>
              <a:defRPr sz="3600">
                <a:solidFill>
                  <a:schemeClr val="dk1"/>
                </a:solidFill>
                <a:latin typeface="+mn-lt"/>
                <a:ea typeface="+mn-ea"/>
                <a:cs typeface="+mn-cs"/>
              </a:defRPr>
            </a:lvl4pPr>
            <a:lvl5pPr algn="ctr" rtl="0" eaLnBrk="0" fontAlgn="base" hangingPunct="0">
              <a:spcBef>
                <a:spcPct val="0"/>
              </a:spcBef>
              <a:spcAft>
                <a:spcPct val="0"/>
              </a:spcAft>
              <a:defRPr sz="3600">
                <a:solidFill>
                  <a:schemeClr val="dk1"/>
                </a:solidFill>
                <a:latin typeface="+mn-lt"/>
                <a:ea typeface="+mn-ea"/>
                <a:cs typeface="+mn-cs"/>
              </a:defRPr>
            </a:lvl5pPr>
            <a:lvl6pPr marL="457200" algn="ctr" rtl="0" fontAlgn="base">
              <a:spcBef>
                <a:spcPct val="0"/>
              </a:spcBef>
              <a:spcAft>
                <a:spcPct val="0"/>
              </a:spcAft>
              <a:defRPr sz="3600">
                <a:solidFill>
                  <a:schemeClr val="dk1"/>
                </a:solidFill>
                <a:latin typeface="+mn-lt"/>
                <a:ea typeface="+mn-ea"/>
                <a:cs typeface="+mn-cs"/>
              </a:defRPr>
            </a:lvl6pPr>
            <a:lvl7pPr marL="914400" algn="ctr" rtl="0" fontAlgn="base">
              <a:spcBef>
                <a:spcPct val="0"/>
              </a:spcBef>
              <a:spcAft>
                <a:spcPct val="0"/>
              </a:spcAft>
              <a:defRPr sz="3600">
                <a:solidFill>
                  <a:schemeClr val="dk1"/>
                </a:solidFill>
                <a:latin typeface="+mn-lt"/>
                <a:ea typeface="+mn-ea"/>
                <a:cs typeface="+mn-cs"/>
              </a:defRPr>
            </a:lvl7pPr>
            <a:lvl8pPr marL="1371600" algn="ctr" rtl="0" fontAlgn="base">
              <a:spcBef>
                <a:spcPct val="0"/>
              </a:spcBef>
              <a:spcAft>
                <a:spcPct val="0"/>
              </a:spcAft>
              <a:defRPr sz="3600">
                <a:solidFill>
                  <a:schemeClr val="dk1"/>
                </a:solidFill>
                <a:latin typeface="+mn-lt"/>
                <a:ea typeface="+mn-ea"/>
                <a:cs typeface="+mn-cs"/>
              </a:defRPr>
            </a:lvl8pPr>
            <a:lvl9pPr marL="1828800" algn="ctr" rtl="0" fontAlgn="base">
              <a:spcBef>
                <a:spcPct val="0"/>
              </a:spcBef>
              <a:spcAft>
                <a:spcPct val="0"/>
              </a:spcAft>
              <a:defRPr sz="3600">
                <a:solidFill>
                  <a:schemeClr val="dk1"/>
                </a:solidFill>
                <a:latin typeface="+mn-lt"/>
                <a:ea typeface="+mn-ea"/>
                <a:cs typeface="+mn-cs"/>
              </a:defRPr>
            </a:lvl9pPr>
          </a:lstStyle>
          <a:p>
            <a:pPr>
              <a:defRPr/>
            </a:pPr>
            <a:r>
              <a:rPr lang="en-AU" sz="4400" b="1" dirty="0">
                <a:latin typeface="+mj-lt"/>
              </a:rPr>
              <a:t>Example</a:t>
            </a:r>
            <a:endParaRPr lang="en-AU" sz="2400" b="1" dirty="0">
              <a:latin typeface="+mj-lt"/>
            </a:endParaRPr>
          </a:p>
        </p:txBody>
      </p:sp>
      <p:sp>
        <p:nvSpPr>
          <p:cNvPr id="8" name="Content Placeholder 2"/>
          <p:cNvSpPr>
            <a:spLocks noGrp="1"/>
          </p:cNvSpPr>
          <p:nvPr>
            <p:ph idx="1"/>
          </p:nvPr>
        </p:nvSpPr>
        <p:spPr>
          <a:xfrm>
            <a:off x="1847850" y="2324100"/>
            <a:ext cx="8362950" cy="2476500"/>
          </a:xfrm>
        </p:spPr>
        <p:txBody>
          <a:bodyPr/>
          <a:lstStyle/>
          <a:p>
            <a:pPr marL="0" indent="0" algn="just">
              <a:buNone/>
              <a:defRPr/>
            </a:pPr>
            <a:r>
              <a:rPr lang="en-US" sz="2800" dirty="0"/>
              <a:t>A pharmaceutical company wants to test its new weight-loss drug.  Before giving the drug to volunteers, company researchers weigh each person.  After a month of using the drug, each person’s weight is measured again.</a:t>
            </a:r>
          </a:p>
        </p:txBody>
      </p:sp>
      <p:pic>
        <p:nvPicPr>
          <p:cNvPr id="91140" name="Picture 5" descr="MCj02871650000[1]"/>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556625" y="4267200"/>
            <a:ext cx="1716088" cy="1970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 Box 4"/>
          <p:cNvSpPr txBox="1">
            <a:spLocks noChangeArrowheads="1"/>
          </p:cNvSpPr>
          <p:nvPr/>
        </p:nvSpPr>
        <p:spPr bwMode="auto">
          <a:xfrm>
            <a:off x="2057400" y="5013326"/>
            <a:ext cx="6553200" cy="830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en-US" altLang="en-US" sz="2400" dirty="0">
                <a:solidFill>
                  <a:srgbClr val="FF0000"/>
                </a:solidFill>
                <a:latin typeface="+mn-lt"/>
                <a:ea typeface="+mn-ea"/>
                <a:cs typeface="Arial" charset="0"/>
              </a:rPr>
              <a:t>Yes, you have two observations on each individual, resulting in paired data.</a:t>
            </a:r>
          </a:p>
        </p:txBody>
      </p:sp>
      <p:sp>
        <p:nvSpPr>
          <p:cNvPr id="91142" name="Slide Number Placeholder 3"/>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395966C7-9A83-1945-8CC0-A4C559A9B4C8}" type="slidenum">
              <a:rPr lang="en-US" sz="1200">
                <a:solidFill>
                  <a:srgbClr val="898989"/>
                </a:solidFill>
                <a:cs typeface="Arial" charset="0"/>
              </a:rPr>
              <a:pPr eaLnBrk="1" hangingPunct="1"/>
              <a:t>71</a:t>
            </a:fld>
            <a:endParaRPr lang="en-US" sz="1200">
              <a:solidFill>
                <a:srgbClr val="898989"/>
              </a:solidFill>
              <a:cs typeface="Arial"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utoUpdateAnimBg="0"/>
    </p:bldLst>
  </p:timing>
</p:sld>
</file>

<file path=ppt/slides/slide7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161" name="Slide Number Placeholder 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980581FB-F5EF-A74A-8053-0D1AA6112009}" type="slidenum">
              <a:rPr lang="en-US" sz="1200">
                <a:solidFill>
                  <a:srgbClr val="898989"/>
                </a:solidFill>
                <a:cs typeface="Arial" charset="0"/>
              </a:rPr>
              <a:pPr eaLnBrk="1" hangingPunct="1"/>
              <a:t>72</a:t>
            </a:fld>
            <a:endParaRPr lang="en-US" sz="1200">
              <a:solidFill>
                <a:srgbClr val="898989"/>
              </a:solidFill>
              <a:cs typeface="Arial" charset="0"/>
            </a:endParaRPr>
          </a:p>
        </p:txBody>
      </p:sp>
      <p:sp>
        <p:nvSpPr>
          <p:cNvPr id="92162" name="TextBox 2"/>
          <p:cNvSpPr txBox="1">
            <a:spLocks noChangeArrowheads="1"/>
          </p:cNvSpPr>
          <p:nvPr/>
        </p:nvSpPr>
        <p:spPr bwMode="auto">
          <a:xfrm>
            <a:off x="3698876" y="260351"/>
            <a:ext cx="65008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r>
              <a:rPr lang="en-US" sz="3600" b="1" dirty="0"/>
              <a:t>Notation for Dependent Samples</a:t>
            </a:r>
          </a:p>
        </p:txBody>
      </p:sp>
      <p:pic>
        <p:nvPicPr>
          <p:cNvPr id="92163" name="Picture 3" descr="Screen Shot 2015-04-16 at 1.15.08 PM.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968500" y="1485900"/>
            <a:ext cx="8242300"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4209" name="Rectangle 2"/>
          <p:cNvSpPr>
            <a:spLocks noGrp="1" noChangeArrowheads="1"/>
          </p:cNvSpPr>
          <p:nvPr>
            <p:ph type="title" idx="4294967295"/>
          </p:nvPr>
        </p:nvSpPr>
        <p:spPr>
          <a:xfrm>
            <a:off x="3648076" y="277814"/>
            <a:ext cx="6335713" cy="630237"/>
          </a:xfrm>
        </p:spPr>
        <p:txBody>
          <a:bodyPr vert="horz" wrap="square" lIns="90488" tIns="44450" rIns="90488" bIns="44450" numCol="1" anchor="ctr" anchorCtr="0" compatLnSpc="1">
            <a:prstTxWarp prst="textNoShape">
              <a:avLst/>
            </a:prstTxWarp>
          </a:bodyPr>
          <a:lstStyle/>
          <a:p>
            <a:r>
              <a:rPr lang="en-US" sz="4400" b="1" dirty="0">
                <a:latin typeface="Calibri" charset="0"/>
              </a:rPr>
              <a:t>Requirements</a:t>
            </a:r>
          </a:p>
        </p:txBody>
      </p:sp>
      <p:sp>
        <p:nvSpPr>
          <p:cNvPr id="94210" name="Rectangle 3"/>
          <p:cNvSpPr>
            <a:spLocks noGrp="1" noChangeArrowheads="1"/>
          </p:cNvSpPr>
          <p:nvPr>
            <p:ph type="body" idx="4294967295"/>
          </p:nvPr>
        </p:nvSpPr>
        <p:spPr>
          <a:xfrm>
            <a:off x="1847850" y="1484313"/>
            <a:ext cx="8496300" cy="4824412"/>
          </a:xfrm>
          <a:extLst>
            <a:ext uri="{91240B29-F687-4F45-9708-019B960494DF}">
              <a14:hiddenLine xmlns:a14="http://schemas.microsoft.com/office/drawing/2010/main" w="12700">
                <a:solidFill>
                  <a:srgbClr val="000000"/>
                </a:solidFill>
                <a:miter lim="800000"/>
                <a:headEnd/>
                <a:tailEnd/>
              </a14:hiddenLine>
            </a:ext>
          </a:extLst>
        </p:spPr>
        <p:txBody>
          <a:bodyPr vert="horz" wrap="square" lIns="90488" tIns="44450" rIns="90488" bIns="44450" numCol="1" anchor="t" anchorCtr="0" compatLnSpc="1">
            <a:prstTxWarp prst="textNoShape">
              <a:avLst/>
            </a:prstTxWarp>
          </a:bodyPr>
          <a:lstStyle/>
          <a:p>
            <a:pPr algn="just">
              <a:lnSpc>
                <a:spcPct val="95000"/>
              </a:lnSpc>
              <a:spcBef>
                <a:spcPct val="45000"/>
              </a:spcBef>
              <a:spcAft>
                <a:spcPct val="45000"/>
              </a:spcAft>
              <a:buFontTx/>
              <a:buNone/>
            </a:pPr>
            <a:r>
              <a:rPr lang="en-US">
                <a:latin typeface="Calibri" charset="0"/>
              </a:rPr>
              <a:t>1.  The sample data are dependent.</a:t>
            </a:r>
          </a:p>
          <a:p>
            <a:pPr algn="just">
              <a:lnSpc>
                <a:spcPct val="95000"/>
              </a:lnSpc>
              <a:spcBef>
                <a:spcPct val="45000"/>
              </a:spcBef>
              <a:spcAft>
                <a:spcPct val="45000"/>
              </a:spcAft>
              <a:buFontTx/>
              <a:buNone/>
            </a:pPr>
            <a:r>
              <a:rPr lang="en-US">
                <a:latin typeface="Calibri" charset="0"/>
              </a:rPr>
              <a:t>2.  The samples are simple random samples. </a:t>
            </a:r>
          </a:p>
          <a:p>
            <a:pPr algn="just">
              <a:lnSpc>
                <a:spcPct val="95000"/>
              </a:lnSpc>
              <a:spcBef>
                <a:spcPct val="100000"/>
              </a:spcBef>
              <a:spcAft>
                <a:spcPct val="45000"/>
              </a:spcAft>
              <a:buFontTx/>
              <a:buNone/>
            </a:pPr>
            <a:r>
              <a:rPr lang="en-US">
                <a:latin typeface="Calibri" charset="0"/>
              </a:rPr>
              <a:t>3. Either or both of these conditions is satisfied:  The number of pairs of sample data is large (</a:t>
            </a:r>
            <a:r>
              <a:rPr lang="en-US" i="1">
                <a:latin typeface="Calibri" charset="0"/>
              </a:rPr>
              <a:t>n </a:t>
            </a:r>
            <a:r>
              <a:rPr lang="en-US">
                <a:latin typeface="Calibri" charset="0"/>
              </a:rPr>
              <a:t>&gt; 30)</a:t>
            </a:r>
            <a:r>
              <a:rPr lang="en-US">
                <a:solidFill>
                  <a:schemeClr val="hlink"/>
                </a:solidFill>
                <a:latin typeface="Calibri" charset="0"/>
              </a:rPr>
              <a:t> </a:t>
            </a:r>
            <a:r>
              <a:rPr lang="en-US">
                <a:latin typeface="Calibri" charset="0"/>
              </a:rPr>
              <a:t>or the pairs of values have differences that are from a population having a distribution that is approximately normal.</a:t>
            </a:r>
            <a:endParaRPr lang="en-US">
              <a:solidFill>
                <a:schemeClr val="hlink"/>
              </a:solidFill>
              <a:latin typeface="Calibri" charset="0"/>
            </a:endParaRPr>
          </a:p>
        </p:txBody>
      </p:sp>
      <p:sp>
        <p:nvSpPr>
          <p:cNvPr id="94211" name="Slide Number Placeholder 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00538C18-E316-D242-AE0D-BD4DE3F1C2BB}" type="slidenum">
              <a:rPr lang="en-US" sz="1200">
                <a:solidFill>
                  <a:srgbClr val="898989"/>
                </a:solidFill>
                <a:cs typeface="Arial" charset="0"/>
              </a:rPr>
              <a:pPr eaLnBrk="1" hangingPunct="1"/>
              <a:t>73</a:t>
            </a:fld>
            <a:endParaRPr lang="en-US" sz="1200">
              <a:solidFill>
                <a:srgbClr val="898989"/>
              </a:solidFill>
              <a:cs typeface="Arial" charset="0"/>
            </a:endParaRPr>
          </a:p>
        </p:txBody>
      </p:sp>
    </p:spTree>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Title 1"/>
          <p:cNvSpPr>
            <a:spLocks noGrp="1"/>
          </p:cNvSpPr>
          <p:nvPr>
            <p:ph type="title"/>
          </p:nvPr>
        </p:nvSpPr>
        <p:spPr>
          <a:xfrm>
            <a:off x="3648076" y="274639"/>
            <a:ext cx="6562725" cy="777875"/>
          </a:xfrm>
        </p:spPr>
        <p:txBody>
          <a:bodyPr/>
          <a:lstStyle/>
          <a:p>
            <a:r>
              <a:rPr lang="en-AU" sz="4400" b="1" dirty="0">
                <a:latin typeface="Calibri" charset="0"/>
              </a:rPr>
              <a:t>Hypotheses</a:t>
            </a:r>
          </a:p>
        </p:txBody>
      </p:sp>
      <p:sp>
        <p:nvSpPr>
          <p:cNvPr id="96258" name="Slide Number Placeholder 3"/>
          <p:cNvSpPr>
            <a:spLocks noGrp="1"/>
          </p:cNvSpPr>
          <p:nvPr>
            <p:ph type="sldNum" sz="quarter" idx="10"/>
          </p:nvPr>
        </p:nvSpPr>
        <p:spPr bwMode="auto">
          <a:xfrm>
            <a:off x="9489504" y="6553200"/>
            <a:ext cx="1143000" cy="30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6DA293AD-ACFF-C249-82EC-51591EBD043B}" type="slidenum">
              <a:rPr lang="en-US" sz="1200">
                <a:solidFill>
                  <a:srgbClr val="898989"/>
                </a:solidFill>
                <a:cs typeface="Arial" charset="0"/>
              </a:rPr>
              <a:pPr eaLnBrk="1" hangingPunct="1"/>
              <a:t>74</a:t>
            </a:fld>
            <a:endParaRPr lang="en-US" sz="1200">
              <a:solidFill>
                <a:srgbClr val="898989"/>
              </a:solidFill>
              <a:cs typeface="Arial" charset="0"/>
            </a:endParaRPr>
          </a:p>
        </p:txBody>
      </p:sp>
      <p:graphicFrame>
        <p:nvGraphicFramePr>
          <p:cNvPr id="96259" name="Object 6"/>
          <p:cNvGraphicFramePr>
            <a:graphicFrameLocks noChangeAspect="1"/>
          </p:cNvGraphicFramePr>
          <p:nvPr/>
        </p:nvGraphicFramePr>
        <p:xfrm>
          <a:off x="6038850" y="3321050"/>
          <a:ext cx="114300" cy="215900"/>
        </p:xfrm>
        <a:graphic>
          <a:graphicData uri="http://schemas.openxmlformats.org/presentationml/2006/ole">
            <mc:AlternateContent xmlns:mc="http://schemas.openxmlformats.org/markup-compatibility/2006">
              <mc:Choice xmlns:v="urn:schemas-microsoft-com:vml" Requires="v">
                <p:oleObj name="Equation" r:id="rId2" imgW="2633472" imgH="4974336" progId="Equation.3">
                  <p:embed/>
                </p:oleObj>
              </mc:Choice>
              <mc:Fallback>
                <p:oleObj name="Equation" r:id="rId2" imgW="2633472" imgH="4974336" progId="Equation.3">
                  <p:embed/>
                  <p:pic>
                    <p:nvPicPr>
                      <p:cNvPr id="0" name="Picture 3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38850" y="3321050"/>
                        <a:ext cx="114300" cy="215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5" name="Picture 4" descr="Screen Shot 2016-04-20 at 9.24.56 AM.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73300" y="1409700"/>
            <a:ext cx="7632700" cy="4038600"/>
          </a:xfrm>
          <a:prstGeom prst="rect">
            <a:avLst/>
          </a:prstGeom>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Title 1"/>
          <p:cNvSpPr>
            <a:spLocks noGrp="1"/>
          </p:cNvSpPr>
          <p:nvPr>
            <p:ph type="title"/>
          </p:nvPr>
        </p:nvSpPr>
        <p:spPr>
          <a:xfrm>
            <a:off x="3432175" y="274638"/>
            <a:ext cx="7056438" cy="850900"/>
          </a:xfrm>
          <a:ln>
            <a:noFill/>
          </a:ln>
          <a:extLst>
            <a:ext uri="{91240B29-F687-4F45-9708-019B960494DF}">
              <a14:hiddenLine xmlns:a14="http://schemas.microsoft.com/office/drawing/2010/main" w="9525">
                <a:solidFill>
                  <a:srgbClr val="000000"/>
                </a:solidFill>
                <a:miter lim="800000"/>
                <a:headEnd/>
                <a:tailEnd/>
              </a14:hiddenLine>
            </a:ext>
          </a:extLst>
        </p:spPr>
        <p:style>
          <a:lnRef idx="2">
            <a:schemeClr val="accent2"/>
          </a:lnRef>
          <a:fillRef idx="1">
            <a:schemeClr val="lt1"/>
          </a:fillRef>
          <a:effectRef idx="0">
            <a:schemeClr val="accent2"/>
          </a:effectRef>
          <a:fontRef idx="minor">
            <a:schemeClr val="dk1"/>
          </a:fontRef>
        </p:style>
        <p:txBody>
          <a:bodyPr/>
          <a:lstStyle/>
          <a:p>
            <a:pPr>
              <a:defRPr/>
            </a:pPr>
            <a:r>
              <a:rPr lang="en-AU" sz="2800" b="1" dirty="0"/>
              <a:t>General Procedure – Finding the Test Value</a:t>
            </a:r>
          </a:p>
        </p:txBody>
      </p:sp>
      <p:sp>
        <p:nvSpPr>
          <p:cNvPr id="97282" name="Slide Number Placeholder 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E75B82D2-B65A-294B-84AC-007F803BEF5D}" type="slidenum">
              <a:rPr lang="en-US" sz="1200">
                <a:solidFill>
                  <a:srgbClr val="898989"/>
                </a:solidFill>
                <a:cs typeface="Arial" charset="0"/>
              </a:rPr>
              <a:pPr eaLnBrk="1" hangingPunct="1"/>
              <a:t>75</a:t>
            </a:fld>
            <a:endParaRPr lang="en-US" sz="1200">
              <a:solidFill>
                <a:srgbClr val="898989"/>
              </a:solidFill>
              <a:cs typeface="Arial" charset="0"/>
            </a:endParaRPr>
          </a:p>
        </p:txBody>
      </p:sp>
      <p:pic>
        <p:nvPicPr>
          <p:cNvPr id="97283" name="Picture 1" descr="Screen Shot 2015-04-16 at 1.26.13 PM.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1603375"/>
            <a:ext cx="9144000" cy="4489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Title 1"/>
          <p:cNvSpPr>
            <a:spLocks noGrp="1"/>
          </p:cNvSpPr>
          <p:nvPr>
            <p:ph type="title"/>
          </p:nvPr>
        </p:nvSpPr>
        <p:spPr>
          <a:xfrm>
            <a:off x="3432175" y="274639"/>
            <a:ext cx="7056438" cy="777875"/>
          </a:xfrm>
          <a:ln>
            <a:noFill/>
          </a:ln>
          <a:extLst>
            <a:ext uri="{91240B29-F687-4F45-9708-019B960494DF}">
              <a14:hiddenLine xmlns:a14="http://schemas.microsoft.com/office/drawing/2010/main" w="9525">
                <a:solidFill>
                  <a:srgbClr val="000000"/>
                </a:solidFill>
                <a:miter lim="800000"/>
                <a:headEnd/>
                <a:tailEnd/>
              </a14:hiddenLine>
            </a:ext>
          </a:extLst>
        </p:spPr>
        <p:style>
          <a:lnRef idx="2">
            <a:schemeClr val="accent2"/>
          </a:lnRef>
          <a:fillRef idx="1">
            <a:schemeClr val="lt1"/>
          </a:fillRef>
          <a:effectRef idx="0">
            <a:schemeClr val="accent2"/>
          </a:effectRef>
          <a:fontRef idx="minor">
            <a:schemeClr val="dk1"/>
          </a:fontRef>
        </p:style>
        <p:txBody>
          <a:bodyPr/>
          <a:lstStyle/>
          <a:p>
            <a:pPr>
              <a:defRPr/>
            </a:pPr>
            <a:r>
              <a:rPr lang="en-AU" sz="2800" b="1" dirty="0">
                <a:latin typeface="Arial" charset="0"/>
              </a:rPr>
              <a:t>Formula of </a:t>
            </a:r>
            <a:r>
              <a:rPr lang="en-AU" sz="2800" b="1" i="1" dirty="0">
                <a:latin typeface="Arial" charset="0"/>
              </a:rPr>
              <a:t>t</a:t>
            </a:r>
            <a:r>
              <a:rPr lang="en-AU" sz="2800" b="1" dirty="0">
                <a:latin typeface="Arial" charset="0"/>
              </a:rPr>
              <a:t> –test for Dependent Sample</a:t>
            </a:r>
          </a:p>
        </p:txBody>
      </p:sp>
      <p:sp>
        <p:nvSpPr>
          <p:cNvPr id="98306" name="Slide Number Placeholder 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C204DE5F-1CCC-2E49-AD76-185DF7A8B9E3}" type="slidenum">
              <a:rPr lang="en-US" sz="1200">
                <a:solidFill>
                  <a:srgbClr val="898989"/>
                </a:solidFill>
                <a:cs typeface="Arial" charset="0"/>
              </a:rPr>
              <a:pPr eaLnBrk="1" hangingPunct="1"/>
              <a:t>76</a:t>
            </a:fld>
            <a:endParaRPr lang="en-US" sz="1200">
              <a:solidFill>
                <a:srgbClr val="898989"/>
              </a:solidFill>
              <a:cs typeface="Arial" charset="0"/>
            </a:endParaRPr>
          </a:p>
        </p:txBody>
      </p:sp>
      <p:pic>
        <p:nvPicPr>
          <p:cNvPr id="98307" name="Picture 1" descr="Screen Shot 2015-04-16 at 1.33.55 PM.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070100" y="1423988"/>
            <a:ext cx="805180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Title 1"/>
          <p:cNvSpPr>
            <a:spLocks noGrp="1"/>
          </p:cNvSpPr>
          <p:nvPr>
            <p:ph type="title"/>
          </p:nvPr>
        </p:nvSpPr>
        <p:spPr>
          <a:xfrm>
            <a:off x="3648076" y="274638"/>
            <a:ext cx="6562725" cy="633412"/>
          </a:xfrm>
        </p:spPr>
        <p:txBody>
          <a:bodyPr/>
          <a:lstStyle/>
          <a:p>
            <a:r>
              <a:rPr lang="en-AU" sz="4400" b="1" dirty="0">
                <a:latin typeface="Calibri" charset="0"/>
              </a:rPr>
              <a:t>Example</a:t>
            </a:r>
          </a:p>
        </p:txBody>
      </p:sp>
      <p:sp>
        <p:nvSpPr>
          <p:cNvPr id="99330" name="Content Placeholder 2"/>
          <p:cNvSpPr>
            <a:spLocks noGrp="1"/>
          </p:cNvSpPr>
          <p:nvPr>
            <p:ph idx="1"/>
          </p:nvPr>
        </p:nvSpPr>
        <p:spPr>
          <a:xfrm>
            <a:off x="1703388" y="1143001"/>
            <a:ext cx="8507412" cy="4525963"/>
          </a:xfrm>
        </p:spPr>
        <p:txBody>
          <a:bodyPr/>
          <a:lstStyle/>
          <a:p>
            <a:pPr marL="0" indent="0" algn="just">
              <a:buNone/>
            </a:pPr>
            <a:r>
              <a:rPr lang="en-AU" sz="2700" dirty="0">
                <a:latin typeface="Calibri" charset="0"/>
              </a:rPr>
              <a:t>A physical education director claims by taking a special vitamin a weight lifter can increase his strength. Eight athletes are selected and given a test of strength, using the standard bench press. After  two weeks of regular training, supplemented with the vitamin, they are tested again. Test the effectiveness of the vitamin regime at a =0.05. Each value in these data represents the maximum numbers of pounds the athlete can bench-press. Assume that the variables is approximately normally distributed </a:t>
            </a:r>
          </a:p>
          <a:p>
            <a:pPr marL="0" indent="0" algn="just">
              <a:buNone/>
            </a:pPr>
            <a:endParaRPr lang="en-AU" sz="2700" dirty="0">
              <a:latin typeface="Calibri" charset="0"/>
            </a:endParaRPr>
          </a:p>
          <a:p>
            <a:pPr marL="0" indent="0" algn="just">
              <a:buNone/>
            </a:pPr>
            <a:endParaRPr lang="en-AU" sz="2700" dirty="0">
              <a:latin typeface="Calibri" charset="0"/>
            </a:endParaRPr>
          </a:p>
        </p:txBody>
      </p:sp>
      <p:sp>
        <p:nvSpPr>
          <p:cNvPr id="99331" name="Slide Number Placeholder 3"/>
          <p:cNvSpPr>
            <a:spLocks noGrp="1"/>
          </p:cNvSpPr>
          <p:nvPr>
            <p:ph type="sldNum" sz="quarter" idx="10"/>
          </p:nvPr>
        </p:nvSpPr>
        <p:spPr bwMode="auto">
          <a:xfrm>
            <a:off x="9417050" y="6553200"/>
            <a:ext cx="1143000" cy="30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5F6DA059-8BC0-B246-B1CB-5FA006D1FA6B}" type="slidenum">
              <a:rPr lang="en-US" sz="1200">
                <a:solidFill>
                  <a:srgbClr val="898989"/>
                </a:solidFill>
                <a:cs typeface="Arial" charset="0"/>
              </a:rPr>
              <a:pPr eaLnBrk="1" hangingPunct="1"/>
              <a:t>77</a:t>
            </a:fld>
            <a:endParaRPr lang="en-US" sz="1200">
              <a:solidFill>
                <a:srgbClr val="898989"/>
              </a:solidFill>
              <a:cs typeface="Arial" charset="0"/>
            </a:endParaRPr>
          </a:p>
        </p:txBody>
      </p:sp>
      <p:graphicFrame>
        <p:nvGraphicFramePr>
          <p:cNvPr id="2" name="Table 1"/>
          <p:cNvGraphicFramePr>
            <a:graphicFrameLocks noGrp="1"/>
          </p:cNvGraphicFramePr>
          <p:nvPr/>
        </p:nvGraphicFramePr>
        <p:xfrm>
          <a:off x="2122486" y="5105400"/>
          <a:ext cx="8012114" cy="1371756"/>
        </p:xfrm>
        <a:graphic>
          <a:graphicData uri="http://schemas.openxmlformats.org/drawingml/2006/table">
            <a:tbl>
              <a:tblPr firstRow="1" bandRow="1">
                <a:tableStyleId>{5C22544A-7EE6-4342-B048-85BDC9FD1C3A}</a:tableStyleId>
              </a:tblPr>
              <a:tblGrid>
                <a:gridCol w="1555473">
                  <a:extLst>
                    <a:ext uri="{9D8B030D-6E8A-4147-A177-3AD203B41FA5}">
                      <a16:colId xmlns:a16="http://schemas.microsoft.com/office/drawing/2014/main" val="20000"/>
                    </a:ext>
                  </a:extLst>
                </a:gridCol>
                <a:gridCol w="700370">
                  <a:extLst>
                    <a:ext uri="{9D8B030D-6E8A-4147-A177-3AD203B41FA5}">
                      <a16:colId xmlns:a16="http://schemas.microsoft.com/office/drawing/2014/main" val="20001"/>
                    </a:ext>
                  </a:extLst>
                </a:gridCol>
                <a:gridCol w="777874">
                  <a:extLst>
                    <a:ext uri="{9D8B030D-6E8A-4147-A177-3AD203B41FA5}">
                      <a16:colId xmlns:a16="http://schemas.microsoft.com/office/drawing/2014/main" val="20002"/>
                    </a:ext>
                  </a:extLst>
                </a:gridCol>
                <a:gridCol w="855662">
                  <a:extLst>
                    <a:ext uri="{9D8B030D-6E8A-4147-A177-3AD203B41FA5}">
                      <a16:colId xmlns:a16="http://schemas.microsoft.com/office/drawing/2014/main" val="20003"/>
                    </a:ext>
                  </a:extLst>
                </a:gridCol>
                <a:gridCol w="933450">
                  <a:extLst>
                    <a:ext uri="{9D8B030D-6E8A-4147-A177-3AD203B41FA5}">
                      <a16:colId xmlns:a16="http://schemas.microsoft.com/office/drawing/2014/main" val="20004"/>
                    </a:ext>
                  </a:extLst>
                </a:gridCol>
                <a:gridCol w="777874">
                  <a:extLst>
                    <a:ext uri="{9D8B030D-6E8A-4147-A177-3AD203B41FA5}">
                      <a16:colId xmlns:a16="http://schemas.microsoft.com/office/drawing/2014/main" val="20005"/>
                    </a:ext>
                  </a:extLst>
                </a:gridCol>
                <a:gridCol w="933450">
                  <a:extLst>
                    <a:ext uri="{9D8B030D-6E8A-4147-A177-3AD203B41FA5}">
                      <a16:colId xmlns:a16="http://schemas.microsoft.com/office/drawing/2014/main" val="20006"/>
                    </a:ext>
                  </a:extLst>
                </a:gridCol>
                <a:gridCol w="777874">
                  <a:extLst>
                    <a:ext uri="{9D8B030D-6E8A-4147-A177-3AD203B41FA5}">
                      <a16:colId xmlns:a16="http://schemas.microsoft.com/office/drawing/2014/main" val="20007"/>
                    </a:ext>
                  </a:extLst>
                </a:gridCol>
                <a:gridCol w="700087">
                  <a:extLst>
                    <a:ext uri="{9D8B030D-6E8A-4147-A177-3AD203B41FA5}">
                      <a16:colId xmlns:a16="http://schemas.microsoft.com/office/drawing/2014/main" val="20008"/>
                    </a:ext>
                  </a:extLst>
                </a:gridCol>
              </a:tblGrid>
              <a:tr h="365970">
                <a:tc>
                  <a:txBody>
                    <a:bodyPr/>
                    <a:lstStyle/>
                    <a:p>
                      <a:pPr algn="ctr"/>
                      <a:r>
                        <a:rPr lang="en-AU" sz="2400" b="0" dirty="0">
                          <a:solidFill>
                            <a:schemeClr val="tx1"/>
                          </a:solidFill>
                        </a:rPr>
                        <a:t>Athlete</a:t>
                      </a:r>
                    </a:p>
                  </a:txBody>
                  <a:tcPr marT="45746" marB="457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AU" sz="2400" b="0" dirty="0">
                          <a:solidFill>
                            <a:schemeClr val="tx1"/>
                          </a:solidFill>
                        </a:rPr>
                        <a:t>1</a:t>
                      </a:r>
                    </a:p>
                  </a:txBody>
                  <a:tcPr marT="45746" marB="457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AU" sz="2400" b="0" dirty="0">
                          <a:solidFill>
                            <a:schemeClr val="tx1"/>
                          </a:solidFill>
                        </a:rPr>
                        <a:t>2</a:t>
                      </a:r>
                    </a:p>
                  </a:txBody>
                  <a:tcPr marT="45746" marB="457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AU" sz="2400" b="0" dirty="0">
                          <a:solidFill>
                            <a:schemeClr val="tx1"/>
                          </a:solidFill>
                        </a:rPr>
                        <a:t>3</a:t>
                      </a:r>
                    </a:p>
                  </a:txBody>
                  <a:tcPr marT="45746" marB="457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AU" sz="2400" b="0" dirty="0">
                          <a:solidFill>
                            <a:schemeClr val="tx1"/>
                          </a:solidFill>
                        </a:rPr>
                        <a:t>4</a:t>
                      </a:r>
                    </a:p>
                  </a:txBody>
                  <a:tcPr marT="45746" marB="457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AU" sz="2400" b="0" dirty="0">
                          <a:solidFill>
                            <a:schemeClr val="tx1"/>
                          </a:solidFill>
                        </a:rPr>
                        <a:t>5</a:t>
                      </a:r>
                    </a:p>
                  </a:txBody>
                  <a:tcPr marT="45746" marB="457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AU" sz="2400" b="0" dirty="0">
                          <a:solidFill>
                            <a:schemeClr val="tx1"/>
                          </a:solidFill>
                        </a:rPr>
                        <a:t>6</a:t>
                      </a:r>
                    </a:p>
                  </a:txBody>
                  <a:tcPr marT="45746" marB="457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AU" sz="2400" b="0" dirty="0">
                          <a:solidFill>
                            <a:schemeClr val="tx1"/>
                          </a:solidFill>
                        </a:rPr>
                        <a:t>7</a:t>
                      </a:r>
                    </a:p>
                  </a:txBody>
                  <a:tcPr marT="45746" marB="457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AU" sz="2400" b="0" dirty="0">
                          <a:solidFill>
                            <a:schemeClr val="tx1"/>
                          </a:solidFill>
                        </a:rPr>
                        <a:t>8</a:t>
                      </a:r>
                    </a:p>
                  </a:txBody>
                  <a:tcPr marT="45746" marB="457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71053">
                <a:tc>
                  <a:txBody>
                    <a:bodyPr/>
                    <a:lstStyle/>
                    <a:p>
                      <a:pPr algn="ctr"/>
                      <a:r>
                        <a:rPr lang="en-AU" sz="2400" b="0" dirty="0">
                          <a:solidFill>
                            <a:schemeClr val="tx1"/>
                          </a:solidFill>
                        </a:rPr>
                        <a:t>Before (</a:t>
                      </a:r>
                      <a:r>
                        <a:rPr lang="en-AU" sz="2400" b="0" i="1" dirty="0">
                          <a:solidFill>
                            <a:schemeClr val="tx1"/>
                          </a:solidFill>
                        </a:rPr>
                        <a:t>x</a:t>
                      </a:r>
                      <a:r>
                        <a:rPr lang="en-AU" sz="2400" b="0" i="1" baseline="-25000" dirty="0">
                          <a:solidFill>
                            <a:schemeClr val="tx1"/>
                          </a:solidFill>
                        </a:rPr>
                        <a:t>1</a:t>
                      </a:r>
                      <a:r>
                        <a:rPr lang="en-AU" sz="2400" b="0" dirty="0">
                          <a:solidFill>
                            <a:schemeClr val="tx1"/>
                          </a:solidFill>
                        </a:rPr>
                        <a:t>)</a:t>
                      </a:r>
                    </a:p>
                  </a:txBody>
                  <a:tcPr marT="45746" marB="457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AU" sz="2400" b="0" dirty="0">
                          <a:solidFill>
                            <a:schemeClr val="tx1"/>
                          </a:solidFill>
                        </a:rPr>
                        <a:t>210</a:t>
                      </a:r>
                    </a:p>
                  </a:txBody>
                  <a:tcPr marT="45746" marB="457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AU" sz="2400" b="0" dirty="0">
                          <a:solidFill>
                            <a:schemeClr val="tx1"/>
                          </a:solidFill>
                        </a:rPr>
                        <a:t>230</a:t>
                      </a:r>
                    </a:p>
                  </a:txBody>
                  <a:tcPr marT="45746" marB="457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AU" sz="2400" b="0" dirty="0">
                          <a:solidFill>
                            <a:schemeClr val="tx1"/>
                          </a:solidFill>
                        </a:rPr>
                        <a:t>182</a:t>
                      </a:r>
                    </a:p>
                  </a:txBody>
                  <a:tcPr marT="45746" marB="457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AU" sz="2400" b="0" dirty="0">
                          <a:solidFill>
                            <a:schemeClr val="tx1"/>
                          </a:solidFill>
                        </a:rPr>
                        <a:t>205</a:t>
                      </a:r>
                    </a:p>
                  </a:txBody>
                  <a:tcPr marT="45746" marB="457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AU" sz="2400" b="0" dirty="0">
                          <a:solidFill>
                            <a:schemeClr val="tx1"/>
                          </a:solidFill>
                        </a:rPr>
                        <a:t>262</a:t>
                      </a:r>
                    </a:p>
                  </a:txBody>
                  <a:tcPr marT="45746" marB="457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AU" sz="2400" b="0" dirty="0">
                          <a:solidFill>
                            <a:schemeClr val="tx1"/>
                          </a:solidFill>
                        </a:rPr>
                        <a:t>253</a:t>
                      </a:r>
                    </a:p>
                  </a:txBody>
                  <a:tcPr marT="45746" marB="457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AU" sz="2400" b="0" dirty="0">
                          <a:solidFill>
                            <a:schemeClr val="tx1"/>
                          </a:solidFill>
                        </a:rPr>
                        <a:t>219</a:t>
                      </a:r>
                    </a:p>
                  </a:txBody>
                  <a:tcPr marT="45746" marB="457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AU" sz="2400" b="0" dirty="0">
                          <a:solidFill>
                            <a:schemeClr val="tx1"/>
                          </a:solidFill>
                        </a:rPr>
                        <a:t>216</a:t>
                      </a:r>
                    </a:p>
                  </a:txBody>
                  <a:tcPr marT="45746" marB="457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71053">
                <a:tc>
                  <a:txBody>
                    <a:bodyPr/>
                    <a:lstStyle/>
                    <a:p>
                      <a:pPr algn="ctr"/>
                      <a:r>
                        <a:rPr lang="en-AU" sz="2400" b="0" dirty="0">
                          <a:solidFill>
                            <a:schemeClr val="tx1"/>
                          </a:solidFill>
                        </a:rPr>
                        <a:t>After (</a:t>
                      </a:r>
                      <a:r>
                        <a:rPr lang="en-AU" sz="2400" b="0" i="1" dirty="0">
                          <a:solidFill>
                            <a:schemeClr val="tx1"/>
                          </a:solidFill>
                        </a:rPr>
                        <a:t>x</a:t>
                      </a:r>
                      <a:r>
                        <a:rPr lang="en-AU" sz="2400" b="0" i="1" baseline="-25000" dirty="0">
                          <a:solidFill>
                            <a:schemeClr val="tx1"/>
                          </a:solidFill>
                        </a:rPr>
                        <a:t>2</a:t>
                      </a:r>
                      <a:r>
                        <a:rPr lang="en-AU" sz="2400" b="0" dirty="0">
                          <a:solidFill>
                            <a:schemeClr val="tx1"/>
                          </a:solidFill>
                        </a:rPr>
                        <a:t>)</a:t>
                      </a:r>
                    </a:p>
                  </a:txBody>
                  <a:tcPr marT="45746" marB="457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AU" sz="2400" b="0" dirty="0">
                          <a:solidFill>
                            <a:schemeClr val="tx1"/>
                          </a:solidFill>
                        </a:rPr>
                        <a:t>219</a:t>
                      </a:r>
                    </a:p>
                  </a:txBody>
                  <a:tcPr marT="45746" marB="457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AU" sz="2400" b="0" dirty="0">
                          <a:solidFill>
                            <a:schemeClr val="tx1"/>
                          </a:solidFill>
                        </a:rPr>
                        <a:t>236</a:t>
                      </a:r>
                    </a:p>
                  </a:txBody>
                  <a:tcPr marT="45746" marB="457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AU" sz="2400" b="0" dirty="0">
                          <a:solidFill>
                            <a:schemeClr val="tx1"/>
                          </a:solidFill>
                        </a:rPr>
                        <a:t>179</a:t>
                      </a:r>
                    </a:p>
                  </a:txBody>
                  <a:tcPr marT="45746" marB="457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AU" sz="2400" b="0" dirty="0">
                          <a:solidFill>
                            <a:schemeClr val="tx1"/>
                          </a:solidFill>
                        </a:rPr>
                        <a:t>204</a:t>
                      </a:r>
                    </a:p>
                  </a:txBody>
                  <a:tcPr marT="45746" marB="457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AU" sz="2400" b="0" dirty="0">
                          <a:solidFill>
                            <a:schemeClr val="tx1"/>
                          </a:solidFill>
                        </a:rPr>
                        <a:t>270</a:t>
                      </a:r>
                    </a:p>
                  </a:txBody>
                  <a:tcPr marT="45746" marB="457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AU" sz="2400" b="0" dirty="0">
                          <a:solidFill>
                            <a:schemeClr val="tx1"/>
                          </a:solidFill>
                        </a:rPr>
                        <a:t>250</a:t>
                      </a:r>
                    </a:p>
                  </a:txBody>
                  <a:tcPr marT="45746" marB="457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AU" sz="2400" b="0" dirty="0">
                          <a:solidFill>
                            <a:schemeClr val="tx1"/>
                          </a:solidFill>
                        </a:rPr>
                        <a:t>222</a:t>
                      </a:r>
                    </a:p>
                  </a:txBody>
                  <a:tcPr marT="45746" marB="457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AU" sz="2400" b="0" dirty="0">
                          <a:solidFill>
                            <a:schemeClr val="tx1"/>
                          </a:solidFill>
                        </a:rPr>
                        <a:t>216</a:t>
                      </a:r>
                    </a:p>
                  </a:txBody>
                  <a:tcPr marT="45746" marB="457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Title 1"/>
          <p:cNvSpPr>
            <a:spLocks noGrp="1"/>
          </p:cNvSpPr>
          <p:nvPr>
            <p:ph type="title"/>
          </p:nvPr>
        </p:nvSpPr>
        <p:spPr>
          <a:xfrm>
            <a:off x="3648076" y="274639"/>
            <a:ext cx="6562725" cy="706437"/>
          </a:xfrm>
        </p:spPr>
        <p:txBody>
          <a:bodyPr/>
          <a:lstStyle/>
          <a:p>
            <a:r>
              <a:rPr lang="en-AU" sz="4400" b="1" dirty="0">
                <a:latin typeface="Calibri" charset="0"/>
              </a:rPr>
              <a:t>Example - Solution</a:t>
            </a:r>
          </a:p>
        </p:txBody>
      </p:sp>
      <p:sp>
        <p:nvSpPr>
          <p:cNvPr id="100354" name="Slide Number Placeholder 3"/>
          <p:cNvSpPr>
            <a:spLocks noGrp="1"/>
          </p:cNvSpPr>
          <p:nvPr>
            <p:ph type="sldNum" sz="quarter" idx="10"/>
          </p:nvPr>
        </p:nvSpPr>
        <p:spPr bwMode="auto">
          <a:xfrm>
            <a:off x="9417050" y="6553200"/>
            <a:ext cx="1143000" cy="30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155909C1-37A2-D44E-93F4-FDEB3584593B}" type="slidenum">
              <a:rPr lang="en-US" sz="1200">
                <a:solidFill>
                  <a:srgbClr val="898989"/>
                </a:solidFill>
                <a:cs typeface="Arial" charset="0"/>
              </a:rPr>
              <a:pPr eaLnBrk="1" hangingPunct="1"/>
              <a:t>78</a:t>
            </a:fld>
            <a:endParaRPr lang="en-US" sz="1200">
              <a:solidFill>
                <a:srgbClr val="898989"/>
              </a:solidFill>
              <a:cs typeface="Arial" charset="0"/>
            </a:endParaRPr>
          </a:p>
        </p:txBody>
      </p:sp>
      <p:grpSp>
        <p:nvGrpSpPr>
          <p:cNvPr id="100355" name="Group 3"/>
          <p:cNvGrpSpPr>
            <a:grpSpLocks/>
          </p:cNvGrpSpPr>
          <p:nvPr/>
        </p:nvGrpSpPr>
        <p:grpSpPr bwMode="auto">
          <a:xfrm>
            <a:off x="1587500" y="1695450"/>
            <a:ext cx="9017000" cy="4470400"/>
            <a:chOff x="63500" y="1695450"/>
            <a:chExt cx="9017000" cy="4470400"/>
          </a:xfrm>
        </p:grpSpPr>
        <p:pic>
          <p:nvPicPr>
            <p:cNvPr id="100356" name="Picture 3" descr="Screen Shot 2015-04-16 at 2.00.33 PM.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3500" y="1695450"/>
              <a:ext cx="9017000" cy="447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0357" name="Group 2"/>
            <p:cNvGrpSpPr>
              <a:grpSpLocks/>
            </p:cNvGrpSpPr>
            <p:nvPr/>
          </p:nvGrpSpPr>
          <p:grpSpPr bwMode="auto">
            <a:xfrm>
              <a:off x="1672855" y="3212976"/>
              <a:ext cx="4933129" cy="523220"/>
              <a:chOff x="1672855" y="3212976"/>
              <a:chExt cx="4933129" cy="523220"/>
            </a:xfrm>
          </p:grpSpPr>
          <p:sp>
            <p:nvSpPr>
              <p:cNvPr id="100358" name="TextBox 1"/>
              <p:cNvSpPr txBox="1">
                <a:spLocks noChangeArrowheads="1"/>
              </p:cNvSpPr>
              <p:nvPr/>
            </p:nvSpPr>
            <p:spPr bwMode="auto">
              <a:xfrm>
                <a:off x="1672855" y="3212976"/>
                <a:ext cx="1799265" cy="52322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r>
                  <a:rPr lang="en-US" sz="2800" i="1">
                    <a:latin typeface="Times New Roman" charset="0"/>
                    <a:cs typeface="Times New Roman" charset="0"/>
                  </a:rPr>
                  <a:t>H</a:t>
                </a:r>
                <a:r>
                  <a:rPr lang="en-US" sz="2800" baseline="-25000">
                    <a:latin typeface="Times New Roman" charset="0"/>
                    <a:cs typeface="Times New Roman" charset="0"/>
                  </a:rPr>
                  <a:t>0</a:t>
                </a:r>
                <a:r>
                  <a:rPr lang="en-US" sz="2800">
                    <a:latin typeface="Times New Roman" charset="0"/>
                    <a:cs typeface="Times New Roman" charset="0"/>
                  </a:rPr>
                  <a:t> : </a:t>
                </a:r>
                <a:r>
                  <a:rPr lang="en-US" sz="2800">
                    <a:latin typeface="Symbol" charset="0"/>
                    <a:cs typeface="Symbol" charset="0"/>
                  </a:rPr>
                  <a:t>m</a:t>
                </a:r>
                <a:r>
                  <a:rPr lang="en-US" sz="2800" i="1" baseline="-25000">
                    <a:latin typeface="Times New Roman" charset="0"/>
                    <a:cs typeface="Times New Roman" charset="0"/>
                  </a:rPr>
                  <a:t>D</a:t>
                </a:r>
                <a:r>
                  <a:rPr lang="en-US" sz="2800" baseline="-25000">
                    <a:latin typeface="Times New Roman" charset="0"/>
                    <a:cs typeface="Times New Roman" charset="0"/>
                  </a:rPr>
                  <a:t> </a:t>
                </a:r>
                <a:r>
                  <a:rPr lang="en-US" sz="2800">
                    <a:latin typeface="Times New Roman" charset="0"/>
                    <a:cs typeface="Times New Roman" charset="0"/>
                  </a:rPr>
                  <a:t>= 0</a:t>
                </a:r>
              </a:p>
            </p:txBody>
          </p:sp>
          <p:sp>
            <p:nvSpPr>
              <p:cNvPr id="100359" name="TextBox 5"/>
              <p:cNvSpPr txBox="1">
                <a:spLocks noChangeArrowheads="1"/>
              </p:cNvSpPr>
              <p:nvPr/>
            </p:nvSpPr>
            <p:spPr bwMode="auto">
              <a:xfrm>
                <a:off x="4776796" y="3212976"/>
                <a:ext cx="1829188" cy="52322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r>
                  <a:rPr lang="en-US" sz="2800" i="1">
                    <a:latin typeface="Times New Roman" charset="0"/>
                    <a:cs typeface="Times New Roman" charset="0"/>
                  </a:rPr>
                  <a:t>H</a:t>
                </a:r>
                <a:r>
                  <a:rPr lang="en-US" sz="2800" baseline="-25000">
                    <a:latin typeface="Times New Roman" charset="0"/>
                    <a:cs typeface="Times New Roman" charset="0"/>
                  </a:rPr>
                  <a:t>1</a:t>
                </a:r>
                <a:r>
                  <a:rPr lang="en-US" sz="2800">
                    <a:latin typeface="Times New Roman" charset="0"/>
                    <a:cs typeface="Times New Roman" charset="0"/>
                  </a:rPr>
                  <a:t> : </a:t>
                </a:r>
                <a:r>
                  <a:rPr lang="en-US" sz="2800">
                    <a:latin typeface="Symbol" charset="0"/>
                    <a:cs typeface="Symbol" charset="0"/>
                  </a:rPr>
                  <a:t>m</a:t>
                </a:r>
                <a:r>
                  <a:rPr lang="en-US" sz="2800" i="1" baseline="-25000">
                    <a:latin typeface="Times New Roman" charset="0"/>
                    <a:cs typeface="Times New Roman" charset="0"/>
                  </a:rPr>
                  <a:t>D</a:t>
                </a:r>
                <a:r>
                  <a:rPr lang="en-US" sz="2800">
                    <a:latin typeface="Times New Roman" charset="0"/>
                    <a:cs typeface="Times New Roman" charset="0"/>
                  </a:rPr>
                  <a:t> &lt; 0</a:t>
                </a:r>
              </a:p>
            </p:txBody>
          </p:sp>
        </p:grpSp>
      </p:gr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Slide Number Placeholder 3"/>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8535E878-65C1-DC48-88BA-E2E91172253F}" type="slidenum">
              <a:rPr lang="en-US" sz="1200">
                <a:solidFill>
                  <a:srgbClr val="898989"/>
                </a:solidFill>
                <a:cs typeface="Arial" charset="0"/>
              </a:rPr>
              <a:pPr eaLnBrk="1" hangingPunct="1"/>
              <a:t>79</a:t>
            </a:fld>
            <a:endParaRPr lang="en-US" sz="1200">
              <a:solidFill>
                <a:srgbClr val="898989"/>
              </a:solidFill>
              <a:cs typeface="Arial" charset="0"/>
            </a:endParaRPr>
          </a:p>
        </p:txBody>
      </p:sp>
      <p:pic>
        <p:nvPicPr>
          <p:cNvPr id="101378" name="Picture 4" descr="Screen Shot 2015-04-16 at 2.02.58 PM.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1439864"/>
            <a:ext cx="9144000" cy="4941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47850" y="1341439"/>
            <a:ext cx="8229600" cy="2320925"/>
          </a:xfrm>
        </p:spPr>
        <p:txBody>
          <a:bodyPr/>
          <a:lstStyle/>
          <a:p>
            <a:pPr>
              <a:defRPr/>
            </a:pPr>
            <a:r>
              <a:rPr lang="en-AU" sz="2800" dirty="0"/>
              <a:t>Calculate the standard deviation of the differences:</a:t>
            </a:r>
          </a:p>
          <a:p>
            <a:pPr>
              <a:defRPr/>
            </a:pPr>
            <a:endParaRPr lang="en-AU" sz="2800" dirty="0"/>
          </a:p>
          <a:p>
            <a:pPr>
              <a:defRPr/>
            </a:pPr>
            <a:endParaRPr lang="en-AU" sz="2800" dirty="0"/>
          </a:p>
          <a:p>
            <a:pPr>
              <a:defRPr/>
            </a:pPr>
            <a:endParaRPr lang="en-AU" sz="2800" dirty="0"/>
          </a:p>
          <a:p>
            <a:pPr>
              <a:defRPr/>
            </a:pPr>
            <a:endParaRPr lang="en-AU" sz="2800" dirty="0"/>
          </a:p>
          <a:p>
            <a:pPr>
              <a:defRPr/>
            </a:pPr>
            <a:r>
              <a:rPr lang="en-AU" sz="2800" dirty="0"/>
              <a:t>Calculate the t-test  value:</a:t>
            </a:r>
          </a:p>
          <a:p>
            <a:pPr marL="0" indent="0">
              <a:buNone/>
              <a:defRPr/>
            </a:pPr>
            <a:endParaRPr lang="en-AU" sz="2800" dirty="0"/>
          </a:p>
          <a:p>
            <a:pPr marL="0" indent="0">
              <a:buNone/>
              <a:defRPr/>
            </a:pPr>
            <a:r>
              <a:rPr lang="en-AU" sz="2800" dirty="0"/>
              <a:t>	</a:t>
            </a:r>
          </a:p>
        </p:txBody>
      </p:sp>
      <p:sp>
        <p:nvSpPr>
          <p:cNvPr id="102402" name="Slide Number Placeholder 3"/>
          <p:cNvSpPr>
            <a:spLocks noGrp="1"/>
          </p:cNvSpPr>
          <p:nvPr>
            <p:ph type="sldNum" sz="quarter" idx="10"/>
          </p:nvPr>
        </p:nvSpPr>
        <p:spPr bwMode="auto">
          <a:xfrm>
            <a:off x="9490075" y="6553200"/>
            <a:ext cx="1143000" cy="30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E6F5DD1D-5264-3842-B027-8904A99A6A44}" type="slidenum">
              <a:rPr lang="en-US" sz="1200">
                <a:solidFill>
                  <a:srgbClr val="898989"/>
                </a:solidFill>
                <a:cs typeface="Arial" charset="0"/>
              </a:rPr>
              <a:pPr eaLnBrk="1" hangingPunct="1"/>
              <a:t>80</a:t>
            </a:fld>
            <a:endParaRPr lang="en-US" sz="1200">
              <a:solidFill>
                <a:srgbClr val="898989"/>
              </a:solidFill>
              <a:cs typeface="Arial" charset="0"/>
            </a:endParaRPr>
          </a:p>
        </p:txBody>
      </p:sp>
      <p:graphicFrame>
        <p:nvGraphicFramePr>
          <p:cNvPr id="102403" name="Object 7"/>
          <p:cNvGraphicFramePr>
            <a:graphicFrameLocks noChangeAspect="1"/>
          </p:cNvGraphicFramePr>
          <p:nvPr/>
        </p:nvGraphicFramePr>
        <p:xfrm>
          <a:off x="2566988" y="2205038"/>
          <a:ext cx="6858000" cy="1708150"/>
        </p:xfrm>
        <a:graphic>
          <a:graphicData uri="http://schemas.openxmlformats.org/presentationml/2006/ole">
            <mc:AlternateContent xmlns:mc="http://schemas.openxmlformats.org/markup-compatibility/2006">
              <mc:Choice xmlns:v="urn:schemas-microsoft-com:vml" Requires="v">
                <p:oleObj name="Equation" r:id="rId2" imgW="2898000" imgH="712800" progId="Equation.3">
                  <p:embed/>
                </p:oleObj>
              </mc:Choice>
              <mc:Fallback>
                <p:oleObj name="Equation" r:id="rId2" imgW="2898000" imgH="712800" progId="Equation.3">
                  <p:embed/>
                  <p:pic>
                    <p:nvPicPr>
                      <p:cNvPr id="0" name="Picture 5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66988" y="2205038"/>
                        <a:ext cx="6858000" cy="1708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404" name="Object 4"/>
          <p:cNvGraphicFramePr>
            <a:graphicFrameLocks noChangeAspect="1"/>
          </p:cNvGraphicFramePr>
          <p:nvPr/>
        </p:nvGraphicFramePr>
        <p:xfrm>
          <a:off x="2495550" y="4805364"/>
          <a:ext cx="4546600" cy="1360487"/>
        </p:xfrm>
        <a:graphic>
          <a:graphicData uri="http://schemas.openxmlformats.org/presentationml/2006/ole">
            <mc:AlternateContent xmlns:mc="http://schemas.openxmlformats.org/markup-compatibility/2006">
              <mc:Choice xmlns:v="urn:schemas-microsoft-com:vml" Requires="v">
                <p:oleObj name="Equation" r:id="rId4" imgW="2120900" imgH="635000" progId="Equation.3">
                  <p:embed/>
                </p:oleObj>
              </mc:Choice>
              <mc:Fallback>
                <p:oleObj name="Equation" r:id="rId4" imgW="2120900" imgH="635000" progId="Equation.3">
                  <p:embed/>
                  <p:pic>
                    <p:nvPicPr>
                      <p:cNvPr id="0" name="Picture 5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95550" y="4805364"/>
                        <a:ext cx="4546600" cy="13604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Slide Number Placeholder 3"/>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33CC9841-88E5-5F44-8F8F-36F5E46EBC86}" type="slidenum">
              <a:rPr lang="en-US" sz="1200">
                <a:solidFill>
                  <a:srgbClr val="898989"/>
                </a:solidFill>
                <a:cs typeface="Arial" charset="0"/>
              </a:rPr>
              <a:pPr eaLnBrk="1" hangingPunct="1"/>
              <a:t>81</a:t>
            </a:fld>
            <a:endParaRPr lang="en-US" sz="1200">
              <a:solidFill>
                <a:srgbClr val="898989"/>
              </a:solidFill>
              <a:cs typeface="Arial" charset="0"/>
            </a:endParaRPr>
          </a:p>
        </p:txBody>
      </p:sp>
      <p:pic>
        <p:nvPicPr>
          <p:cNvPr id="103426" name="Picture 4" descr="Screen Shot 2015-04-16 at 2.07.56 PM.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74800" y="1341438"/>
            <a:ext cx="9042400" cy="299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9" name="Title 1"/>
          <p:cNvSpPr>
            <a:spLocks noGrp="1"/>
          </p:cNvSpPr>
          <p:nvPr>
            <p:ph type="title"/>
          </p:nvPr>
        </p:nvSpPr>
        <p:spPr>
          <a:xfrm>
            <a:off x="3648076" y="274639"/>
            <a:ext cx="6562725" cy="706437"/>
          </a:xfrm>
        </p:spPr>
        <p:txBody>
          <a:bodyPr/>
          <a:lstStyle/>
          <a:p>
            <a:r>
              <a:rPr lang="en-US" sz="4400" b="1" dirty="0">
                <a:latin typeface="Calibri" charset="0"/>
              </a:rPr>
              <a:t>Example </a:t>
            </a:r>
          </a:p>
        </p:txBody>
      </p:sp>
      <p:sp>
        <p:nvSpPr>
          <p:cNvPr id="104450" name="Slide Number Placeholder 3"/>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E7CC35E1-9DE0-3E45-9DAB-82E7333A0C2D}" type="slidenum">
              <a:rPr lang="en-US" sz="1200">
                <a:solidFill>
                  <a:srgbClr val="898989"/>
                </a:solidFill>
                <a:cs typeface="Arial" charset="0"/>
              </a:rPr>
              <a:pPr eaLnBrk="1" hangingPunct="1"/>
              <a:t>82</a:t>
            </a:fld>
            <a:endParaRPr lang="en-US" sz="1200">
              <a:solidFill>
                <a:srgbClr val="898989"/>
              </a:solidFill>
              <a:cs typeface="Arial" charset="0"/>
            </a:endParaRPr>
          </a:p>
        </p:txBody>
      </p:sp>
      <p:pic>
        <p:nvPicPr>
          <p:cNvPr id="104451" name="Picture 4" descr="Screen Shot 2015-04-16 at 2.08.54 PM.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1196753"/>
            <a:ext cx="9144000" cy="4765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p:cNvSpPr txBox="1"/>
          <p:nvPr/>
        </p:nvSpPr>
        <p:spPr>
          <a:xfrm>
            <a:off x="1631505" y="5661248"/>
            <a:ext cx="6604317" cy="400110"/>
          </a:xfrm>
          <a:prstGeom prst="rect">
            <a:avLst/>
          </a:prstGeom>
          <a:noFill/>
        </p:spPr>
        <p:txBody>
          <a:bodyPr wrap="none" rtlCol="0">
            <a:spAutoFit/>
          </a:bodyPr>
          <a:lstStyle/>
          <a:p>
            <a:r>
              <a:rPr lang="en-US" sz="2000" dirty="0"/>
              <a:t>Conduct the hypothesis testing with 0.05 level of significance. </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91"/>
          <p:cNvSpPr>
            <a:spLocks noGrp="1" noChangeArrowheads="1"/>
          </p:cNvSpPr>
          <p:nvPr>
            <p:ph idx="1"/>
          </p:nvPr>
        </p:nvSpPr>
        <p:spPr>
          <a:xfrm>
            <a:off x="1774825" y="1268413"/>
            <a:ext cx="8497639" cy="5048250"/>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spcBef>
                <a:spcPct val="50000"/>
              </a:spcBef>
              <a:defRPr/>
            </a:pPr>
            <a:r>
              <a:rPr lang="en-US" sz="2800" dirty="0">
                <a:latin typeface="+mj-lt"/>
              </a:rPr>
              <a:t>Hypothesis: H</a:t>
            </a:r>
            <a:r>
              <a:rPr lang="en-US" sz="2800" baseline="-25000" dirty="0">
                <a:latin typeface="+mj-lt"/>
              </a:rPr>
              <a:t>0</a:t>
            </a:r>
            <a:r>
              <a:rPr lang="en-US" sz="2800" dirty="0">
                <a:latin typeface="+mj-lt"/>
              </a:rPr>
              <a:t>: </a:t>
            </a:r>
            <a:r>
              <a:rPr lang="en-US" sz="2800" i="1" dirty="0">
                <a:latin typeface="Symbol" charset="2"/>
                <a:cs typeface="Symbol" charset="2"/>
              </a:rPr>
              <a:t>m</a:t>
            </a:r>
            <a:r>
              <a:rPr lang="en-US" sz="2800" i="1" baseline="-25000" dirty="0">
                <a:latin typeface="+mj-lt"/>
              </a:rPr>
              <a:t>d</a:t>
            </a:r>
            <a:r>
              <a:rPr lang="en-US" sz="2800" baseline="-25000" dirty="0">
                <a:latin typeface="+mj-lt"/>
              </a:rPr>
              <a:t> </a:t>
            </a:r>
            <a:r>
              <a:rPr lang="en-US" sz="2800" dirty="0">
                <a:latin typeface="+mj-lt"/>
              </a:rPr>
              <a:t>= 0  ; H</a:t>
            </a:r>
            <a:r>
              <a:rPr lang="en-US" sz="2800" baseline="-25000" dirty="0">
                <a:latin typeface="+mj-lt"/>
              </a:rPr>
              <a:t>1</a:t>
            </a:r>
            <a:r>
              <a:rPr lang="en-US" sz="2800" dirty="0">
                <a:latin typeface="+mj-lt"/>
              </a:rPr>
              <a:t>: </a:t>
            </a:r>
            <a:r>
              <a:rPr lang="en-US" sz="2800" i="1" dirty="0">
                <a:latin typeface="Symbol" charset="2"/>
                <a:cs typeface="Symbol" charset="2"/>
              </a:rPr>
              <a:t>m</a:t>
            </a:r>
            <a:r>
              <a:rPr lang="en-US" sz="2800" i="1" baseline="-25000" dirty="0">
                <a:latin typeface="+mj-lt"/>
              </a:rPr>
              <a:t>d</a:t>
            </a:r>
            <a:r>
              <a:rPr lang="en-US" sz="2800" dirty="0">
                <a:latin typeface="+mj-lt"/>
              </a:rPr>
              <a:t> &lt; 0</a:t>
            </a:r>
          </a:p>
          <a:p>
            <a:pPr marL="0" indent="0" algn="just">
              <a:spcBef>
                <a:spcPct val="50000"/>
              </a:spcBef>
              <a:buNone/>
              <a:defRPr/>
            </a:pPr>
            <a:endParaRPr lang="en-US" sz="2800" dirty="0">
              <a:latin typeface="+mj-lt"/>
            </a:endParaRPr>
          </a:p>
          <a:p>
            <a:pPr algn="just">
              <a:spcBef>
                <a:spcPct val="50000"/>
              </a:spcBef>
              <a:defRPr/>
            </a:pPr>
            <a:r>
              <a:rPr lang="en-US" sz="2800" dirty="0">
                <a:latin typeface="+mj-lt"/>
              </a:rPr>
              <a:t>Test Statistic:</a:t>
            </a:r>
          </a:p>
          <a:p>
            <a:pPr algn="just">
              <a:spcBef>
                <a:spcPct val="50000"/>
              </a:spcBef>
              <a:defRPr/>
            </a:pPr>
            <a:endParaRPr lang="en-US" sz="2800" dirty="0">
              <a:latin typeface="+mj-lt"/>
            </a:endParaRPr>
          </a:p>
          <a:p>
            <a:pPr algn="just">
              <a:spcBef>
                <a:spcPct val="50000"/>
              </a:spcBef>
              <a:defRPr/>
            </a:pPr>
            <a:r>
              <a:rPr lang="en-US" sz="2800" i="1" dirty="0">
                <a:latin typeface="+mj-lt"/>
              </a:rPr>
              <a:t>t</a:t>
            </a:r>
            <a:r>
              <a:rPr lang="en-US" sz="2800" dirty="0">
                <a:latin typeface="+mj-lt"/>
              </a:rPr>
              <a:t> - value from table:   -1.796</a:t>
            </a:r>
          </a:p>
          <a:p>
            <a:pPr algn="just">
              <a:spcBef>
                <a:spcPct val="50000"/>
              </a:spcBef>
              <a:defRPr/>
            </a:pPr>
            <a:r>
              <a:rPr lang="en-US" sz="2800" dirty="0">
                <a:latin typeface="+mj-lt"/>
              </a:rPr>
              <a:t>Since -4.56 &lt; -1.796, we reject </a:t>
            </a:r>
            <a:r>
              <a:rPr lang="en-US" sz="2800" i="1" dirty="0">
                <a:latin typeface="+mj-lt"/>
              </a:rPr>
              <a:t>H</a:t>
            </a:r>
            <a:r>
              <a:rPr lang="en-US" sz="2800" i="1" baseline="-25000" dirty="0">
                <a:latin typeface="+mj-lt"/>
              </a:rPr>
              <a:t>0</a:t>
            </a:r>
            <a:r>
              <a:rPr lang="en-US" sz="2800" dirty="0">
                <a:latin typeface="+mj-lt"/>
              </a:rPr>
              <a:t>. There is convincing evidence to suggest that the mean memory score after chess training is higher than the mean memory score before training. </a:t>
            </a:r>
          </a:p>
        </p:txBody>
      </p:sp>
      <p:graphicFrame>
        <p:nvGraphicFramePr>
          <p:cNvPr id="13" name="Object 12"/>
          <p:cNvGraphicFramePr>
            <a:graphicFrameLocks noChangeAspect="1"/>
          </p:cNvGraphicFramePr>
          <p:nvPr/>
        </p:nvGraphicFramePr>
        <p:xfrm>
          <a:off x="4303713" y="2378076"/>
          <a:ext cx="3160712" cy="1122363"/>
        </p:xfrm>
        <a:graphic>
          <a:graphicData uri="http://schemas.openxmlformats.org/presentationml/2006/ole">
            <mc:AlternateContent xmlns:mc="http://schemas.openxmlformats.org/markup-compatibility/2006">
              <mc:Choice xmlns:v="urn:schemas-microsoft-com:vml" Requires="v">
                <p:oleObj name="Equation" r:id="rId2" imgW="2349360" imgH="822600" progId="Equation.3">
                  <p:embed/>
                </p:oleObj>
              </mc:Choice>
              <mc:Fallback>
                <p:oleObj name="Equation" r:id="rId2" imgW="2349360" imgH="822600" progId="Equation.3">
                  <p:embed/>
                  <p:pic>
                    <p:nvPicPr>
                      <p:cNvPr id="0" name="Picture 3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03713" y="2378076"/>
                        <a:ext cx="3160712" cy="11223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Title 1"/>
          <p:cNvSpPr txBox="1">
            <a:spLocks/>
          </p:cNvSpPr>
          <p:nvPr/>
        </p:nvSpPr>
        <p:spPr bwMode="auto">
          <a:xfrm>
            <a:off x="3648076" y="274638"/>
            <a:ext cx="6562725" cy="633412"/>
          </a:xfrm>
          <a:prstGeom prst="rect">
            <a:avLst/>
          </a:prstGeom>
          <a:ln>
            <a:noFill/>
          </a:ln>
          <a:extLst>
            <a:ext uri="{FAA26D3D-D897-4be2-8F04-BA451C77F1D7}">
              <ma14:placeholderFlag xmlns="" xmlns:ma14="http://schemas.microsoft.com/office/mac/drawingml/2011/main" val="1"/>
            </a:ext>
          </a:extLst>
        </p:spPr>
        <p:style>
          <a:lnRef idx="2">
            <a:schemeClr val="accent3"/>
          </a:lnRef>
          <a:fillRef idx="1">
            <a:schemeClr val="lt1"/>
          </a:fillRef>
          <a:effectRef idx="0">
            <a:schemeClr val="accent3"/>
          </a:effectRef>
          <a:fontRef idx="minor">
            <a:schemeClr val="dk1"/>
          </a:fontRef>
        </p:style>
        <p:txBody>
          <a:bodyPr anchor="ctr"/>
          <a:lstStyle>
            <a:lvl1pPr algn="ctr" rtl="0" eaLnBrk="0" fontAlgn="base" hangingPunct="0">
              <a:spcBef>
                <a:spcPct val="0"/>
              </a:spcBef>
              <a:spcAft>
                <a:spcPct val="0"/>
              </a:spcAft>
              <a:defRPr sz="3600" kern="1200">
                <a:solidFill>
                  <a:schemeClr val="dk1"/>
                </a:solidFill>
                <a:latin typeface="+mn-lt"/>
                <a:ea typeface="+mn-ea"/>
                <a:cs typeface="+mn-cs"/>
              </a:defRPr>
            </a:lvl1pPr>
            <a:lvl2pPr algn="ctr" rtl="0" eaLnBrk="0" fontAlgn="base" hangingPunct="0">
              <a:spcBef>
                <a:spcPct val="0"/>
              </a:spcBef>
              <a:spcAft>
                <a:spcPct val="0"/>
              </a:spcAft>
              <a:defRPr sz="3600">
                <a:solidFill>
                  <a:schemeClr val="dk1"/>
                </a:solidFill>
                <a:latin typeface="+mn-lt"/>
                <a:ea typeface="+mn-ea"/>
                <a:cs typeface="+mn-cs"/>
              </a:defRPr>
            </a:lvl2pPr>
            <a:lvl3pPr algn="ctr" rtl="0" eaLnBrk="0" fontAlgn="base" hangingPunct="0">
              <a:spcBef>
                <a:spcPct val="0"/>
              </a:spcBef>
              <a:spcAft>
                <a:spcPct val="0"/>
              </a:spcAft>
              <a:defRPr sz="3600">
                <a:solidFill>
                  <a:schemeClr val="dk1"/>
                </a:solidFill>
                <a:latin typeface="+mn-lt"/>
                <a:ea typeface="+mn-ea"/>
                <a:cs typeface="+mn-cs"/>
              </a:defRPr>
            </a:lvl3pPr>
            <a:lvl4pPr algn="ctr" rtl="0" eaLnBrk="0" fontAlgn="base" hangingPunct="0">
              <a:spcBef>
                <a:spcPct val="0"/>
              </a:spcBef>
              <a:spcAft>
                <a:spcPct val="0"/>
              </a:spcAft>
              <a:defRPr sz="3600">
                <a:solidFill>
                  <a:schemeClr val="dk1"/>
                </a:solidFill>
                <a:latin typeface="+mn-lt"/>
                <a:ea typeface="+mn-ea"/>
                <a:cs typeface="+mn-cs"/>
              </a:defRPr>
            </a:lvl4pPr>
            <a:lvl5pPr algn="ctr" rtl="0" eaLnBrk="0" fontAlgn="base" hangingPunct="0">
              <a:spcBef>
                <a:spcPct val="0"/>
              </a:spcBef>
              <a:spcAft>
                <a:spcPct val="0"/>
              </a:spcAft>
              <a:defRPr sz="3600">
                <a:solidFill>
                  <a:schemeClr val="dk1"/>
                </a:solidFill>
                <a:latin typeface="+mn-lt"/>
                <a:ea typeface="+mn-ea"/>
                <a:cs typeface="+mn-cs"/>
              </a:defRPr>
            </a:lvl5pPr>
            <a:lvl6pPr marL="457200" algn="ctr" rtl="0" fontAlgn="base">
              <a:spcBef>
                <a:spcPct val="0"/>
              </a:spcBef>
              <a:spcAft>
                <a:spcPct val="0"/>
              </a:spcAft>
              <a:defRPr sz="3600">
                <a:solidFill>
                  <a:schemeClr val="dk1"/>
                </a:solidFill>
                <a:latin typeface="+mn-lt"/>
                <a:ea typeface="+mn-ea"/>
                <a:cs typeface="+mn-cs"/>
              </a:defRPr>
            </a:lvl6pPr>
            <a:lvl7pPr marL="914400" algn="ctr" rtl="0" fontAlgn="base">
              <a:spcBef>
                <a:spcPct val="0"/>
              </a:spcBef>
              <a:spcAft>
                <a:spcPct val="0"/>
              </a:spcAft>
              <a:defRPr sz="3600">
                <a:solidFill>
                  <a:schemeClr val="dk1"/>
                </a:solidFill>
                <a:latin typeface="+mn-lt"/>
                <a:ea typeface="+mn-ea"/>
                <a:cs typeface="+mn-cs"/>
              </a:defRPr>
            </a:lvl7pPr>
            <a:lvl8pPr marL="1371600" algn="ctr" rtl="0" fontAlgn="base">
              <a:spcBef>
                <a:spcPct val="0"/>
              </a:spcBef>
              <a:spcAft>
                <a:spcPct val="0"/>
              </a:spcAft>
              <a:defRPr sz="3600">
                <a:solidFill>
                  <a:schemeClr val="dk1"/>
                </a:solidFill>
                <a:latin typeface="+mn-lt"/>
                <a:ea typeface="+mn-ea"/>
                <a:cs typeface="+mn-cs"/>
              </a:defRPr>
            </a:lvl8pPr>
            <a:lvl9pPr marL="1828800" algn="ctr" rtl="0" fontAlgn="base">
              <a:spcBef>
                <a:spcPct val="0"/>
              </a:spcBef>
              <a:spcAft>
                <a:spcPct val="0"/>
              </a:spcAft>
              <a:defRPr sz="3600">
                <a:solidFill>
                  <a:schemeClr val="dk1"/>
                </a:solidFill>
                <a:latin typeface="+mn-lt"/>
                <a:ea typeface="+mn-ea"/>
                <a:cs typeface="+mn-cs"/>
              </a:defRPr>
            </a:lvl9pPr>
          </a:lstStyle>
          <a:p>
            <a:pPr>
              <a:defRPr/>
            </a:pPr>
            <a:r>
              <a:rPr lang="en-AU" sz="4400" b="1" dirty="0">
                <a:latin typeface="+mj-lt"/>
              </a:rPr>
              <a:t>Example – Solution</a:t>
            </a:r>
            <a:endParaRPr lang="en-AU" sz="2000" b="1" dirty="0">
              <a:latin typeface="+mj-lt"/>
            </a:endParaRPr>
          </a:p>
        </p:txBody>
      </p:sp>
      <p:sp>
        <p:nvSpPr>
          <p:cNvPr id="105476" name="Slide Number Placeholder 2"/>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6258149C-C6A0-9A43-BC50-DD7DF97BE794}" type="slidenum">
              <a:rPr lang="en-US" sz="1200">
                <a:solidFill>
                  <a:srgbClr val="898989"/>
                </a:solidFill>
                <a:cs typeface="Arial" charset="0"/>
              </a:rPr>
              <a:pPr eaLnBrk="1" hangingPunct="1"/>
              <a:t>83</a:t>
            </a:fld>
            <a:endParaRPr lang="en-US" sz="1200">
              <a:solidFill>
                <a:srgbClr val="898989"/>
              </a:solidFill>
              <a:cs typeface="Arial"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5" presetClass="entr" presetSubtype="10" fill="hold" nodeType="clickEffect">
                                  <p:stCondLst>
                                    <p:cond delay="0"/>
                                  </p:stCondLst>
                                  <p:childTnLst>
                                    <p:set>
                                      <p:cBhvr>
                                        <p:cTn id="12" dur="1" fill="hold">
                                          <p:stCondLst>
                                            <p:cond delay="0"/>
                                          </p:stCondLst>
                                        </p:cTn>
                                        <p:tgtEl>
                                          <p:spTgt spid="5">
                                            <p:txEl>
                                              <p:pRg st="4" end="4"/>
                                            </p:txEl>
                                          </p:spTgt>
                                        </p:tgtEl>
                                        <p:attrNameLst>
                                          <p:attrName>style.visibility</p:attrName>
                                        </p:attrNameLst>
                                      </p:cBhvr>
                                      <p:to>
                                        <p:strVal val="visible"/>
                                      </p:to>
                                    </p:set>
                                    <p:animEffect transition="in" filter="checkerboard(across)">
                                      <p:cBhvr>
                                        <p:cTn id="13" dur="500"/>
                                        <p:tgtEl>
                                          <p:spTgt spid="5">
                                            <p:txEl>
                                              <p:pRg st="4" end="4"/>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9" presetClass="entr" presetSubtype="0" fill="hold" nodeType="clickEffect">
                                  <p:stCondLst>
                                    <p:cond delay="0"/>
                                  </p:stCondLst>
                                  <p:childTnLst>
                                    <p:set>
                                      <p:cBhvr>
                                        <p:cTn id="17" dur="1" fill="hold">
                                          <p:stCondLst>
                                            <p:cond delay="0"/>
                                          </p:stCondLst>
                                        </p:cTn>
                                        <p:tgtEl>
                                          <p:spTgt spid="5">
                                            <p:txEl>
                                              <p:pRg st="5" end="5"/>
                                            </p:txEl>
                                          </p:spTgt>
                                        </p:tgtEl>
                                        <p:attrNameLst>
                                          <p:attrName>style.visibility</p:attrName>
                                        </p:attrNameLst>
                                      </p:cBhvr>
                                      <p:to>
                                        <p:strVal val="visible"/>
                                      </p:to>
                                    </p:set>
                                    <p:animEffect transition="in" filter="dissolve">
                                      <p:cBhvr>
                                        <p:cTn id="18" dur="5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Title 1"/>
          <p:cNvSpPr>
            <a:spLocks noGrp="1"/>
          </p:cNvSpPr>
          <p:nvPr>
            <p:ph type="title"/>
          </p:nvPr>
        </p:nvSpPr>
        <p:spPr>
          <a:xfrm>
            <a:off x="3648076" y="274639"/>
            <a:ext cx="6562725" cy="777875"/>
          </a:xfrm>
        </p:spPr>
        <p:txBody>
          <a:bodyPr/>
          <a:lstStyle/>
          <a:p>
            <a:r>
              <a:rPr lang="en-GB" sz="4400" b="1" dirty="0">
                <a:solidFill>
                  <a:srgbClr val="0000FF"/>
                </a:solidFill>
                <a:latin typeface="Calibri" charset="0"/>
              </a:rPr>
              <a:t>Exercise #6</a:t>
            </a:r>
          </a:p>
        </p:txBody>
      </p:sp>
      <p:sp>
        <p:nvSpPr>
          <p:cNvPr id="106498" name="Content Placeholder 2"/>
          <p:cNvSpPr>
            <a:spLocks noGrp="1"/>
          </p:cNvSpPr>
          <p:nvPr>
            <p:ph idx="1"/>
          </p:nvPr>
        </p:nvSpPr>
        <p:spPr>
          <a:xfrm>
            <a:off x="1774826" y="1341438"/>
            <a:ext cx="8435975" cy="4525962"/>
          </a:xfrm>
        </p:spPr>
        <p:txBody>
          <a:bodyPr/>
          <a:lstStyle/>
          <a:p>
            <a:pPr marL="0" indent="0" algn="just">
              <a:buNone/>
            </a:pPr>
            <a:r>
              <a:rPr lang="en-GB" sz="2800" dirty="0">
                <a:latin typeface="Calibri" charset="0"/>
              </a:rPr>
              <a:t>Table below lists SAT scores before and after the sample of 10 students took a preparatory course. Is there sufficient evidence to conclude that the preparatory course is effective in raising scores? Use a 0.05 significance level.</a:t>
            </a:r>
          </a:p>
        </p:txBody>
      </p:sp>
      <p:sp>
        <p:nvSpPr>
          <p:cNvPr id="106499" name="Slide Number Placeholder 3"/>
          <p:cNvSpPr>
            <a:spLocks noGrp="1"/>
          </p:cNvSpPr>
          <p:nvPr>
            <p:ph type="sldNum" sz="quarter" idx="10"/>
          </p:nvPr>
        </p:nvSpPr>
        <p:spPr bwMode="auto">
          <a:xfrm>
            <a:off x="9490075" y="6553200"/>
            <a:ext cx="1143000" cy="30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FF68C490-D136-B04F-989D-3987BF02B767}" type="slidenum">
              <a:rPr lang="en-US" sz="1200">
                <a:solidFill>
                  <a:srgbClr val="898989"/>
                </a:solidFill>
                <a:cs typeface="Arial" charset="0"/>
              </a:rPr>
              <a:pPr eaLnBrk="1" hangingPunct="1"/>
              <a:t>84</a:t>
            </a:fld>
            <a:endParaRPr lang="en-US" sz="1200">
              <a:solidFill>
                <a:srgbClr val="898989"/>
              </a:solidFill>
              <a:cs typeface="Arial" charset="0"/>
            </a:endParaRPr>
          </a:p>
        </p:txBody>
      </p:sp>
      <p:graphicFrame>
        <p:nvGraphicFramePr>
          <p:cNvPr id="5" name="Table 4"/>
          <p:cNvGraphicFramePr>
            <a:graphicFrameLocks noGrp="1"/>
          </p:cNvGraphicFramePr>
          <p:nvPr/>
        </p:nvGraphicFramePr>
        <p:xfrm>
          <a:off x="1774825" y="3789363"/>
          <a:ext cx="8429624" cy="1112838"/>
        </p:xfrm>
        <a:graphic>
          <a:graphicData uri="http://schemas.openxmlformats.org/drawingml/2006/table">
            <a:tbl>
              <a:tblPr firstRow="1" bandRow="1">
                <a:tableStyleId>{69CF1AB2-1976-4502-BF36-3FF5EA218861}</a:tableStyleId>
              </a:tblPr>
              <a:tblGrid>
                <a:gridCol w="2628745">
                  <a:extLst>
                    <a:ext uri="{9D8B030D-6E8A-4147-A177-3AD203B41FA5}">
                      <a16:colId xmlns:a16="http://schemas.microsoft.com/office/drawing/2014/main" val="20000"/>
                    </a:ext>
                  </a:extLst>
                </a:gridCol>
                <a:gridCol w="554256">
                  <a:extLst>
                    <a:ext uri="{9D8B030D-6E8A-4147-A177-3AD203B41FA5}">
                      <a16:colId xmlns:a16="http://schemas.microsoft.com/office/drawing/2014/main" val="20001"/>
                    </a:ext>
                  </a:extLst>
                </a:gridCol>
                <a:gridCol w="554256">
                  <a:extLst>
                    <a:ext uri="{9D8B030D-6E8A-4147-A177-3AD203B41FA5}">
                      <a16:colId xmlns:a16="http://schemas.microsoft.com/office/drawing/2014/main" val="20002"/>
                    </a:ext>
                  </a:extLst>
                </a:gridCol>
                <a:gridCol w="554256">
                  <a:extLst>
                    <a:ext uri="{9D8B030D-6E8A-4147-A177-3AD203B41FA5}">
                      <a16:colId xmlns:a16="http://schemas.microsoft.com/office/drawing/2014/main" val="20003"/>
                    </a:ext>
                  </a:extLst>
                </a:gridCol>
                <a:gridCol w="554256">
                  <a:extLst>
                    <a:ext uri="{9D8B030D-6E8A-4147-A177-3AD203B41FA5}">
                      <a16:colId xmlns:a16="http://schemas.microsoft.com/office/drawing/2014/main" val="20004"/>
                    </a:ext>
                  </a:extLst>
                </a:gridCol>
                <a:gridCol w="554256">
                  <a:extLst>
                    <a:ext uri="{9D8B030D-6E8A-4147-A177-3AD203B41FA5}">
                      <a16:colId xmlns:a16="http://schemas.microsoft.com/office/drawing/2014/main" val="20005"/>
                    </a:ext>
                  </a:extLst>
                </a:gridCol>
                <a:gridCol w="554256">
                  <a:extLst>
                    <a:ext uri="{9D8B030D-6E8A-4147-A177-3AD203B41FA5}">
                      <a16:colId xmlns:a16="http://schemas.microsoft.com/office/drawing/2014/main" val="20006"/>
                    </a:ext>
                  </a:extLst>
                </a:gridCol>
                <a:gridCol w="554256">
                  <a:extLst>
                    <a:ext uri="{9D8B030D-6E8A-4147-A177-3AD203B41FA5}">
                      <a16:colId xmlns:a16="http://schemas.microsoft.com/office/drawing/2014/main" val="20007"/>
                    </a:ext>
                  </a:extLst>
                </a:gridCol>
                <a:gridCol w="675858">
                  <a:extLst>
                    <a:ext uri="{9D8B030D-6E8A-4147-A177-3AD203B41FA5}">
                      <a16:colId xmlns:a16="http://schemas.microsoft.com/office/drawing/2014/main" val="20008"/>
                    </a:ext>
                  </a:extLst>
                </a:gridCol>
                <a:gridCol w="554256">
                  <a:extLst>
                    <a:ext uri="{9D8B030D-6E8A-4147-A177-3AD203B41FA5}">
                      <a16:colId xmlns:a16="http://schemas.microsoft.com/office/drawing/2014/main" val="20009"/>
                    </a:ext>
                  </a:extLst>
                </a:gridCol>
                <a:gridCol w="690973">
                  <a:extLst>
                    <a:ext uri="{9D8B030D-6E8A-4147-A177-3AD203B41FA5}">
                      <a16:colId xmlns:a16="http://schemas.microsoft.com/office/drawing/2014/main" val="20010"/>
                    </a:ext>
                  </a:extLst>
                </a:gridCol>
              </a:tblGrid>
              <a:tr h="370946">
                <a:tc>
                  <a:txBody>
                    <a:bodyPr/>
                    <a:lstStyle/>
                    <a:p>
                      <a:r>
                        <a:rPr lang="en-GB" sz="1600" b="1" dirty="0"/>
                        <a:t>Student</a:t>
                      </a:r>
                    </a:p>
                  </a:txBody>
                  <a:tcPr marL="91452" marR="91452" marT="45733" marB="45733"/>
                </a:tc>
                <a:tc>
                  <a:txBody>
                    <a:bodyPr/>
                    <a:lstStyle/>
                    <a:p>
                      <a:pPr algn="ctr"/>
                      <a:r>
                        <a:rPr lang="en-GB" sz="1600" b="0" dirty="0"/>
                        <a:t>A</a:t>
                      </a:r>
                    </a:p>
                  </a:txBody>
                  <a:tcPr marL="91452" marR="91452" marT="45733" marB="45733"/>
                </a:tc>
                <a:tc>
                  <a:txBody>
                    <a:bodyPr/>
                    <a:lstStyle/>
                    <a:p>
                      <a:pPr algn="ctr"/>
                      <a:r>
                        <a:rPr lang="en-GB" sz="1600" b="0" dirty="0"/>
                        <a:t>B</a:t>
                      </a:r>
                    </a:p>
                  </a:txBody>
                  <a:tcPr marL="91452" marR="91452" marT="45733" marB="45733"/>
                </a:tc>
                <a:tc>
                  <a:txBody>
                    <a:bodyPr/>
                    <a:lstStyle/>
                    <a:p>
                      <a:pPr algn="ctr"/>
                      <a:r>
                        <a:rPr lang="en-GB" sz="1600" b="0" dirty="0"/>
                        <a:t>C</a:t>
                      </a:r>
                    </a:p>
                  </a:txBody>
                  <a:tcPr marL="91452" marR="91452" marT="45733" marB="45733"/>
                </a:tc>
                <a:tc>
                  <a:txBody>
                    <a:bodyPr/>
                    <a:lstStyle/>
                    <a:p>
                      <a:pPr algn="ctr"/>
                      <a:r>
                        <a:rPr lang="en-GB" sz="1600" b="0" dirty="0"/>
                        <a:t>D</a:t>
                      </a:r>
                    </a:p>
                  </a:txBody>
                  <a:tcPr marL="91452" marR="91452" marT="45733" marB="45733"/>
                </a:tc>
                <a:tc>
                  <a:txBody>
                    <a:bodyPr/>
                    <a:lstStyle/>
                    <a:p>
                      <a:pPr algn="ctr"/>
                      <a:r>
                        <a:rPr lang="en-GB" sz="1600" b="0" dirty="0"/>
                        <a:t>E</a:t>
                      </a:r>
                    </a:p>
                  </a:txBody>
                  <a:tcPr marL="91452" marR="91452" marT="45733" marB="45733"/>
                </a:tc>
                <a:tc>
                  <a:txBody>
                    <a:bodyPr/>
                    <a:lstStyle/>
                    <a:p>
                      <a:pPr algn="ctr"/>
                      <a:r>
                        <a:rPr lang="en-GB" sz="1600" b="0" dirty="0"/>
                        <a:t>F</a:t>
                      </a:r>
                    </a:p>
                  </a:txBody>
                  <a:tcPr marL="91452" marR="91452" marT="45733" marB="45733"/>
                </a:tc>
                <a:tc>
                  <a:txBody>
                    <a:bodyPr/>
                    <a:lstStyle/>
                    <a:p>
                      <a:pPr algn="ctr"/>
                      <a:r>
                        <a:rPr lang="en-GB" sz="1600" b="0" dirty="0"/>
                        <a:t>G</a:t>
                      </a:r>
                    </a:p>
                  </a:txBody>
                  <a:tcPr marL="91452" marR="91452" marT="45733" marB="45733"/>
                </a:tc>
                <a:tc>
                  <a:txBody>
                    <a:bodyPr/>
                    <a:lstStyle/>
                    <a:p>
                      <a:pPr algn="ctr"/>
                      <a:r>
                        <a:rPr lang="en-GB" sz="1600" b="0" dirty="0"/>
                        <a:t>H</a:t>
                      </a:r>
                    </a:p>
                  </a:txBody>
                  <a:tcPr marL="91452" marR="91452" marT="45733" marB="45733"/>
                </a:tc>
                <a:tc>
                  <a:txBody>
                    <a:bodyPr/>
                    <a:lstStyle/>
                    <a:p>
                      <a:pPr algn="ctr"/>
                      <a:r>
                        <a:rPr lang="en-GB" sz="1600" b="0" dirty="0"/>
                        <a:t>I</a:t>
                      </a:r>
                    </a:p>
                  </a:txBody>
                  <a:tcPr marL="91452" marR="91452" marT="45733" marB="45733"/>
                </a:tc>
                <a:tc>
                  <a:txBody>
                    <a:bodyPr/>
                    <a:lstStyle/>
                    <a:p>
                      <a:pPr algn="ctr"/>
                      <a:r>
                        <a:rPr lang="en-GB" sz="1600" b="0" dirty="0"/>
                        <a:t>J</a:t>
                      </a:r>
                    </a:p>
                  </a:txBody>
                  <a:tcPr marL="91452" marR="91452" marT="45733" marB="45733"/>
                </a:tc>
                <a:extLst>
                  <a:ext uri="{0D108BD9-81ED-4DB2-BD59-A6C34878D82A}">
                    <a16:rowId xmlns:a16="http://schemas.microsoft.com/office/drawing/2014/main" val="10000"/>
                  </a:ext>
                </a:extLst>
              </a:tr>
              <a:tr h="370946">
                <a:tc>
                  <a:txBody>
                    <a:bodyPr/>
                    <a:lstStyle/>
                    <a:p>
                      <a:r>
                        <a:rPr lang="en-GB" sz="1600" b="1" dirty="0"/>
                        <a:t>SAT score before course</a:t>
                      </a:r>
                    </a:p>
                  </a:txBody>
                  <a:tcPr marL="91452" marR="91452" marT="45733" marB="45733"/>
                </a:tc>
                <a:tc>
                  <a:txBody>
                    <a:bodyPr/>
                    <a:lstStyle/>
                    <a:p>
                      <a:pPr algn="ctr"/>
                      <a:r>
                        <a:rPr lang="en-GB" sz="1600" dirty="0"/>
                        <a:t>700</a:t>
                      </a:r>
                    </a:p>
                  </a:txBody>
                  <a:tcPr marL="91452" marR="91452" marT="45733" marB="45733"/>
                </a:tc>
                <a:tc>
                  <a:txBody>
                    <a:bodyPr/>
                    <a:lstStyle/>
                    <a:p>
                      <a:pPr algn="ctr"/>
                      <a:r>
                        <a:rPr lang="en-GB" sz="1600" dirty="0"/>
                        <a:t>840</a:t>
                      </a:r>
                    </a:p>
                  </a:txBody>
                  <a:tcPr marL="91452" marR="91452" marT="45733" marB="45733"/>
                </a:tc>
                <a:tc>
                  <a:txBody>
                    <a:bodyPr/>
                    <a:lstStyle/>
                    <a:p>
                      <a:pPr algn="ctr"/>
                      <a:r>
                        <a:rPr lang="en-GB" sz="1600" dirty="0"/>
                        <a:t>830</a:t>
                      </a:r>
                    </a:p>
                  </a:txBody>
                  <a:tcPr marL="91452" marR="91452" marT="45733" marB="45733"/>
                </a:tc>
                <a:tc>
                  <a:txBody>
                    <a:bodyPr/>
                    <a:lstStyle/>
                    <a:p>
                      <a:pPr algn="ctr"/>
                      <a:r>
                        <a:rPr lang="en-GB" sz="1600" dirty="0"/>
                        <a:t>860</a:t>
                      </a:r>
                    </a:p>
                  </a:txBody>
                  <a:tcPr marL="91452" marR="91452" marT="45733" marB="45733"/>
                </a:tc>
                <a:tc>
                  <a:txBody>
                    <a:bodyPr/>
                    <a:lstStyle/>
                    <a:p>
                      <a:pPr algn="ctr"/>
                      <a:r>
                        <a:rPr lang="en-GB" sz="1600" dirty="0"/>
                        <a:t>840</a:t>
                      </a:r>
                    </a:p>
                  </a:txBody>
                  <a:tcPr marL="91452" marR="91452" marT="45733" marB="45733"/>
                </a:tc>
                <a:tc>
                  <a:txBody>
                    <a:bodyPr/>
                    <a:lstStyle/>
                    <a:p>
                      <a:pPr algn="ctr"/>
                      <a:r>
                        <a:rPr lang="en-GB" sz="1600" dirty="0"/>
                        <a:t>690</a:t>
                      </a:r>
                    </a:p>
                  </a:txBody>
                  <a:tcPr marL="91452" marR="91452" marT="45733" marB="45733"/>
                </a:tc>
                <a:tc>
                  <a:txBody>
                    <a:bodyPr/>
                    <a:lstStyle/>
                    <a:p>
                      <a:pPr algn="ctr"/>
                      <a:r>
                        <a:rPr lang="en-GB" sz="1600" dirty="0"/>
                        <a:t>830</a:t>
                      </a:r>
                    </a:p>
                  </a:txBody>
                  <a:tcPr marL="91452" marR="91452" marT="45733" marB="45733"/>
                </a:tc>
                <a:tc>
                  <a:txBody>
                    <a:bodyPr/>
                    <a:lstStyle/>
                    <a:p>
                      <a:pPr algn="ctr"/>
                      <a:r>
                        <a:rPr lang="en-GB" sz="1600" dirty="0"/>
                        <a:t>1180</a:t>
                      </a:r>
                    </a:p>
                  </a:txBody>
                  <a:tcPr marL="91452" marR="91452" marT="45733" marB="45733"/>
                </a:tc>
                <a:tc>
                  <a:txBody>
                    <a:bodyPr/>
                    <a:lstStyle/>
                    <a:p>
                      <a:pPr algn="ctr"/>
                      <a:r>
                        <a:rPr lang="en-GB" sz="1600" dirty="0"/>
                        <a:t>930</a:t>
                      </a:r>
                    </a:p>
                  </a:txBody>
                  <a:tcPr marL="91452" marR="91452" marT="45733" marB="45733"/>
                </a:tc>
                <a:tc>
                  <a:txBody>
                    <a:bodyPr/>
                    <a:lstStyle/>
                    <a:p>
                      <a:pPr algn="ctr"/>
                      <a:r>
                        <a:rPr lang="en-GB" sz="1600" dirty="0"/>
                        <a:t>1070</a:t>
                      </a:r>
                    </a:p>
                  </a:txBody>
                  <a:tcPr marL="91452" marR="91452" marT="45733" marB="45733"/>
                </a:tc>
                <a:extLst>
                  <a:ext uri="{0D108BD9-81ED-4DB2-BD59-A6C34878D82A}">
                    <a16:rowId xmlns:a16="http://schemas.microsoft.com/office/drawing/2014/main" val="10001"/>
                  </a:ext>
                </a:extLst>
              </a:tr>
              <a:tr h="37094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600" b="1" dirty="0"/>
                        <a:t>SAT score after course</a:t>
                      </a:r>
                    </a:p>
                  </a:txBody>
                  <a:tcPr marL="91452" marR="91452" marT="45733" marB="45733"/>
                </a:tc>
                <a:tc>
                  <a:txBody>
                    <a:bodyPr/>
                    <a:lstStyle/>
                    <a:p>
                      <a:pPr algn="ctr"/>
                      <a:r>
                        <a:rPr lang="en-GB" sz="1600" dirty="0"/>
                        <a:t>720</a:t>
                      </a:r>
                    </a:p>
                  </a:txBody>
                  <a:tcPr marL="91452" marR="91452" marT="45733" marB="45733"/>
                </a:tc>
                <a:tc>
                  <a:txBody>
                    <a:bodyPr/>
                    <a:lstStyle/>
                    <a:p>
                      <a:pPr algn="ctr"/>
                      <a:r>
                        <a:rPr lang="en-GB" sz="1600" dirty="0"/>
                        <a:t>840</a:t>
                      </a:r>
                    </a:p>
                  </a:txBody>
                  <a:tcPr marL="91452" marR="91452" marT="45733" marB="45733"/>
                </a:tc>
                <a:tc>
                  <a:txBody>
                    <a:bodyPr/>
                    <a:lstStyle/>
                    <a:p>
                      <a:pPr algn="ctr"/>
                      <a:r>
                        <a:rPr lang="en-GB" sz="1600" dirty="0"/>
                        <a:t>820</a:t>
                      </a:r>
                    </a:p>
                  </a:txBody>
                  <a:tcPr marL="91452" marR="91452" marT="45733" marB="45733"/>
                </a:tc>
                <a:tc>
                  <a:txBody>
                    <a:bodyPr/>
                    <a:lstStyle/>
                    <a:p>
                      <a:pPr algn="ctr"/>
                      <a:r>
                        <a:rPr lang="en-GB" sz="1600" dirty="0"/>
                        <a:t>900</a:t>
                      </a:r>
                    </a:p>
                  </a:txBody>
                  <a:tcPr marL="91452" marR="91452" marT="45733" marB="45733"/>
                </a:tc>
                <a:tc>
                  <a:txBody>
                    <a:bodyPr/>
                    <a:lstStyle/>
                    <a:p>
                      <a:pPr algn="ctr"/>
                      <a:r>
                        <a:rPr lang="en-GB" sz="1600" dirty="0"/>
                        <a:t>870</a:t>
                      </a:r>
                    </a:p>
                  </a:txBody>
                  <a:tcPr marL="91452" marR="91452" marT="45733" marB="45733"/>
                </a:tc>
                <a:tc>
                  <a:txBody>
                    <a:bodyPr/>
                    <a:lstStyle/>
                    <a:p>
                      <a:pPr algn="ctr"/>
                      <a:r>
                        <a:rPr lang="en-GB" sz="1600" dirty="0"/>
                        <a:t>700</a:t>
                      </a:r>
                    </a:p>
                  </a:txBody>
                  <a:tcPr marL="91452" marR="91452" marT="45733" marB="45733"/>
                </a:tc>
                <a:tc>
                  <a:txBody>
                    <a:bodyPr/>
                    <a:lstStyle/>
                    <a:p>
                      <a:pPr algn="ctr"/>
                      <a:r>
                        <a:rPr lang="en-GB" sz="1600" dirty="0"/>
                        <a:t>800</a:t>
                      </a:r>
                    </a:p>
                  </a:txBody>
                  <a:tcPr marL="91452" marR="91452" marT="45733" marB="45733"/>
                </a:tc>
                <a:tc>
                  <a:txBody>
                    <a:bodyPr/>
                    <a:lstStyle/>
                    <a:p>
                      <a:pPr algn="ctr"/>
                      <a:r>
                        <a:rPr lang="en-GB" sz="1600" dirty="0"/>
                        <a:t>1200</a:t>
                      </a:r>
                    </a:p>
                  </a:txBody>
                  <a:tcPr marL="91452" marR="91452" marT="45733" marB="45733"/>
                </a:tc>
                <a:tc>
                  <a:txBody>
                    <a:bodyPr/>
                    <a:lstStyle/>
                    <a:p>
                      <a:pPr algn="ctr"/>
                      <a:r>
                        <a:rPr lang="en-GB" sz="1600" dirty="0"/>
                        <a:t>950</a:t>
                      </a:r>
                    </a:p>
                  </a:txBody>
                  <a:tcPr marL="91452" marR="91452" marT="45733" marB="45733"/>
                </a:tc>
                <a:tc>
                  <a:txBody>
                    <a:bodyPr/>
                    <a:lstStyle/>
                    <a:p>
                      <a:pPr algn="ctr"/>
                      <a:r>
                        <a:rPr lang="en-GB" sz="1600" dirty="0"/>
                        <a:t>1080</a:t>
                      </a:r>
                    </a:p>
                  </a:txBody>
                  <a:tcPr marL="91452" marR="91452" marT="45733" marB="45733"/>
                </a:tc>
                <a:extLst>
                  <a:ext uri="{0D108BD9-81ED-4DB2-BD59-A6C34878D82A}">
                    <a16:rowId xmlns:a16="http://schemas.microsoft.com/office/drawing/2014/main" val="10002"/>
                  </a:ext>
                </a:extLst>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1684</TotalTime>
  <Words>3627</Words>
  <Application>Microsoft Office PowerPoint</Application>
  <PresentationFormat>Widescreen</PresentationFormat>
  <Paragraphs>492</Paragraphs>
  <Slides>84</Slides>
  <Notes>13</Notes>
  <HiddenSlides>0</HiddenSlides>
  <MMClips>0</MMClips>
  <ScaleCrop>false</ScaleCrop>
  <HeadingPairs>
    <vt:vector size="8" baseType="variant">
      <vt:variant>
        <vt:lpstr>Fonts Used</vt:lpstr>
      </vt:variant>
      <vt:variant>
        <vt:i4>11</vt:i4>
      </vt:variant>
      <vt:variant>
        <vt:lpstr>Theme</vt:lpstr>
      </vt:variant>
      <vt:variant>
        <vt:i4>1</vt:i4>
      </vt:variant>
      <vt:variant>
        <vt:lpstr>Embedded OLE Servers</vt:lpstr>
      </vt:variant>
      <vt:variant>
        <vt:i4>1</vt:i4>
      </vt:variant>
      <vt:variant>
        <vt:lpstr>Slide Titles</vt:lpstr>
      </vt:variant>
      <vt:variant>
        <vt:i4>84</vt:i4>
      </vt:variant>
    </vt:vector>
  </HeadingPairs>
  <TitlesOfParts>
    <vt:vector size="97" baseType="lpstr">
      <vt:lpstr>Arial Unicode MS</vt:lpstr>
      <vt:lpstr>ＭＳ Ｐゴシック</vt:lpstr>
      <vt:lpstr>Arial</vt:lpstr>
      <vt:lpstr>Britannic Bold</vt:lpstr>
      <vt:lpstr>Calibri</vt:lpstr>
      <vt:lpstr>Century Gothic</vt:lpstr>
      <vt:lpstr>Poppins</vt:lpstr>
      <vt:lpstr>Symbol</vt:lpstr>
      <vt:lpstr>Times New Roman</vt:lpstr>
      <vt:lpstr>Trebuchet MS</vt:lpstr>
      <vt:lpstr>Wingdings</vt:lpstr>
      <vt:lpstr>Office Theme</vt:lpstr>
      <vt:lpstr>Equation</vt:lpstr>
      <vt:lpstr>PowerPoint Presentation</vt:lpstr>
      <vt:lpstr>Example Questions on 2 Samples Test</vt:lpstr>
      <vt:lpstr>PowerPoint Presentation</vt:lpstr>
      <vt:lpstr>Inferences from two samples</vt:lpstr>
      <vt:lpstr>PowerPoint Presentation</vt:lpstr>
      <vt:lpstr>Two Proportions</vt:lpstr>
      <vt:lpstr>PowerPoint Presentation</vt:lpstr>
      <vt:lpstr>Requirements</vt:lpstr>
      <vt:lpstr>Test Statistic for Two Proportions</vt:lpstr>
      <vt:lpstr>Decision Criteria for Two Proportions</vt:lpstr>
      <vt:lpstr>Example</vt:lpstr>
      <vt:lpstr>Example - Solution</vt:lpstr>
      <vt:lpstr>PowerPoint Presentation</vt:lpstr>
      <vt:lpstr>PowerPoint Presentation</vt:lpstr>
      <vt:lpstr>PowerPoint Presentation</vt:lpstr>
      <vt:lpstr>PowerPoint Presentation</vt:lpstr>
      <vt:lpstr>PowerPoint Presentation</vt:lpstr>
      <vt:lpstr>PowerPoint Presentation</vt:lpstr>
      <vt:lpstr>Exercise #1</vt:lpstr>
      <vt:lpstr>PowerPoint Presentation</vt:lpstr>
      <vt:lpstr>Definition</vt:lpstr>
      <vt:lpstr>Example</vt:lpstr>
      <vt:lpstr>Example</vt:lpstr>
      <vt:lpstr>PowerPoint Presentation</vt:lpstr>
      <vt:lpstr> Test on Difference Between Two Mean </vt:lpstr>
      <vt:lpstr>Test on Difference Between Two Mean</vt:lpstr>
      <vt:lpstr> Test on Difference Between Two Mean (variance are KNOWN) </vt:lpstr>
      <vt:lpstr>Test on Mean with σ1 and σ2 (variances) are known</vt:lpstr>
      <vt:lpstr>Test on Mean with σ1 and σ2 (variances) are known</vt:lpstr>
      <vt:lpstr>Example</vt:lpstr>
      <vt:lpstr>Example - Solution</vt:lpstr>
      <vt:lpstr>PowerPoint Presentation</vt:lpstr>
      <vt:lpstr>Exercise #2</vt:lpstr>
      <vt:lpstr>Test on Mean, Variance unknown</vt:lpstr>
      <vt:lpstr>Case 1 :  σ12 = σ22 = σ2  (assume variance equal)</vt:lpstr>
      <vt:lpstr>Case 1 :  σ12 = σ22 = σ2</vt:lpstr>
      <vt:lpstr>Case 1 :  σ12 = σ22 = σ2</vt:lpstr>
      <vt:lpstr>Example</vt:lpstr>
      <vt:lpstr>PowerPoint Presentation</vt:lpstr>
      <vt:lpstr>Example - Solution</vt:lpstr>
      <vt:lpstr>PowerPoint Presentation</vt:lpstr>
      <vt:lpstr>PowerPoint Presentation</vt:lpstr>
      <vt:lpstr>Exercise #3</vt:lpstr>
      <vt:lpstr>Case 2:  σ12 ≠ σ22 (assume variance unequal) </vt:lpstr>
      <vt:lpstr>PowerPoint Presentation</vt:lpstr>
      <vt:lpstr>Example</vt:lpstr>
      <vt:lpstr>PowerPoint Presentation</vt:lpstr>
      <vt:lpstr>PowerPoint Presentation</vt:lpstr>
      <vt:lpstr>PowerPoint Presentation</vt:lpstr>
      <vt:lpstr>PowerPoint Presentation</vt:lpstr>
      <vt:lpstr>Exercise #4</vt:lpstr>
      <vt:lpstr>PowerPoint Presentation</vt:lpstr>
      <vt:lpstr>PowerPoint Presentation</vt:lpstr>
      <vt:lpstr>PowerPoint Presentation</vt:lpstr>
      <vt:lpstr>Test on Difference Between Two Variances</vt:lpstr>
      <vt:lpstr>PowerPoint Presentation</vt:lpstr>
      <vt:lpstr>PowerPoint Presentation</vt:lpstr>
      <vt:lpstr>PowerPoint Presentation</vt:lpstr>
      <vt:lpstr>Example</vt:lpstr>
      <vt:lpstr>PowerPoint Presentation</vt:lpstr>
      <vt:lpstr>PowerPoint Presentation</vt:lpstr>
      <vt:lpstr>PowerPoint Presentation</vt:lpstr>
      <vt:lpstr>PowerPoint Presentation</vt:lpstr>
      <vt:lpstr>How to find left tail from F-table?</vt:lpstr>
      <vt:lpstr>How to find left tail from F-table?</vt:lpstr>
      <vt:lpstr>How to find left tail from F-table?</vt:lpstr>
      <vt:lpstr>Exercise #5</vt:lpstr>
      <vt:lpstr>PowerPoint Presentation</vt:lpstr>
      <vt:lpstr>Dependent Sample</vt:lpstr>
      <vt:lpstr>Determine whether the sample in this case study are paired sample or not. </vt:lpstr>
      <vt:lpstr>Determine whether the sample in this case study are paired sample or not. </vt:lpstr>
      <vt:lpstr>PowerPoint Presentation</vt:lpstr>
      <vt:lpstr>Requirements</vt:lpstr>
      <vt:lpstr>Hypotheses</vt:lpstr>
      <vt:lpstr>General Procedure – Finding the Test Value</vt:lpstr>
      <vt:lpstr>Formula of t –test for Dependent Sample</vt:lpstr>
      <vt:lpstr>Example</vt:lpstr>
      <vt:lpstr>Example - Solution</vt:lpstr>
      <vt:lpstr>PowerPoint Presentation</vt:lpstr>
      <vt:lpstr>PowerPoint Presentation</vt:lpstr>
      <vt:lpstr>PowerPoint Presentation</vt:lpstr>
      <vt:lpstr>Example </vt:lpstr>
      <vt:lpstr>PowerPoint Presentation</vt:lpstr>
      <vt:lpstr>Exercise #6</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feddy</dc:creator>
  <cp:lastModifiedBy>SEAH CHOON SEN 17182</cp:lastModifiedBy>
  <cp:revision>266</cp:revision>
  <cp:lastPrinted>2019-03-31T09:34:44Z</cp:lastPrinted>
  <dcterms:created xsi:type="dcterms:W3CDTF">2013-01-02T01:15:37Z</dcterms:created>
  <dcterms:modified xsi:type="dcterms:W3CDTF">2026-03-27T13:37:54Z</dcterms:modified>
</cp:coreProperties>
</file>