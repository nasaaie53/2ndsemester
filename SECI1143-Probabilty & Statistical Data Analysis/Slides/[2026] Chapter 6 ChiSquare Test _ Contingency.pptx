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2"/>
  </p:notesMasterIdLst>
  <p:handoutMasterIdLst>
    <p:handoutMasterId r:id="rId73"/>
  </p:handoutMasterIdLst>
  <p:sldIdLst>
    <p:sldId id="388" r:id="rId2"/>
    <p:sldId id="350" r:id="rId3"/>
    <p:sldId id="485" r:id="rId4"/>
    <p:sldId id="393" r:id="rId5"/>
    <p:sldId id="531" r:id="rId6"/>
    <p:sldId id="536" r:id="rId7"/>
    <p:sldId id="395" r:id="rId8"/>
    <p:sldId id="396" r:id="rId9"/>
    <p:sldId id="397" r:id="rId10"/>
    <p:sldId id="398" r:id="rId11"/>
    <p:sldId id="399" r:id="rId12"/>
    <p:sldId id="401" r:id="rId13"/>
    <p:sldId id="402" r:id="rId14"/>
    <p:sldId id="403" r:id="rId15"/>
    <p:sldId id="404" r:id="rId16"/>
    <p:sldId id="406" r:id="rId17"/>
    <p:sldId id="407" r:id="rId18"/>
    <p:sldId id="413" r:id="rId19"/>
    <p:sldId id="537" r:id="rId20"/>
    <p:sldId id="526" r:id="rId21"/>
    <p:sldId id="418" r:id="rId22"/>
    <p:sldId id="419" r:id="rId23"/>
    <p:sldId id="421" r:id="rId24"/>
    <p:sldId id="486" r:id="rId25"/>
    <p:sldId id="428" r:id="rId26"/>
    <p:sldId id="429" r:id="rId27"/>
    <p:sldId id="431" r:id="rId28"/>
    <p:sldId id="487" r:id="rId29"/>
    <p:sldId id="435" r:id="rId30"/>
    <p:sldId id="436" r:id="rId31"/>
    <p:sldId id="438" r:id="rId32"/>
    <p:sldId id="439" r:id="rId33"/>
    <p:sldId id="440" r:id="rId34"/>
    <p:sldId id="441" r:id="rId35"/>
    <p:sldId id="442" r:id="rId36"/>
    <p:sldId id="443" r:id="rId37"/>
    <p:sldId id="540" r:id="rId38"/>
    <p:sldId id="538" r:id="rId39"/>
    <p:sldId id="525" r:id="rId40"/>
    <p:sldId id="489" r:id="rId41"/>
    <p:sldId id="490" r:id="rId42"/>
    <p:sldId id="491" r:id="rId43"/>
    <p:sldId id="493" r:id="rId44"/>
    <p:sldId id="496" r:id="rId45"/>
    <p:sldId id="527" r:id="rId46"/>
    <p:sldId id="532" r:id="rId47"/>
    <p:sldId id="539" r:id="rId48"/>
    <p:sldId id="528" r:id="rId49"/>
    <p:sldId id="499" r:id="rId50"/>
    <p:sldId id="500" r:id="rId51"/>
    <p:sldId id="501" r:id="rId52"/>
    <p:sldId id="502" r:id="rId53"/>
    <p:sldId id="503" r:id="rId54"/>
    <p:sldId id="504" r:id="rId55"/>
    <p:sldId id="505" r:id="rId56"/>
    <p:sldId id="506" r:id="rId57"/>
    <p:sldId id="530" r:id="rId58"/>
    <p:sldId id="529" r:id="rId59"/>
    <p:sldId id="509" r:id="rId60"/>
    <p:sldId id="510" r:id="rId61"/>
    <p:sldId id="511" r:id="rId62"/>
    <p:sldId id="513" r:id="rId63"/>
    <p:sldId id="514" r:id="rId64"/>
    <p:sldId id="516" r:id="rId65"/>
    <p:sldId id="517" r:id="rId66"/>
    <p:sldId id="518" r:id="rId67"/>
    <p:sldId id="519" r:id="rId68"/>
    <p:sldId id="520" r:id="rId69"/>
    <p:sldId id="521" r:id="rId70"/>
    <p:sldId id="522" r:id="rId71"/>
  </p:sldIdLst>
  <p:sldSz cx="12192000" cy="6858000"/>
  <p:notesSz cx="6858000" cy="9144000"/>
  <p:defaultTextStyle>
    <a:defPPr>
      <a:defRPr lang="en-US"/>
    </a:defPPr>
    <a:lvl1pPr algn="l" rtl="0" fontAlgn="base">
      <a:spcBef>
        <a:spcPct val="0"/>
      </a:spcBef>
      <a:spcAft>
        <a:spcPct val="0"/>
      </a:spcAft>
      <a:defRPr kern="1200">
        <a:solidFill>
          <a:schemeClr val="tx1"/>
        </a:solidFill>
        <a:latin typeface="Calibri" charset="0"/>
        <a:ea typeface="ＭＳ Ｐゴシック" charset="0"/>
        <a:cs typeface="ＭＳ Ｐゴシック" charset="0"/>
      </a:defRPr>
    </a:lvl1pPr>
    <a:lvl2pPr marL="457200" algn="l" rtl="0" fontAlgn="base">
      <a:spcBef>
        <a:spcPct val="0"/>
      </a:spcBef>
      <a:spcAft>
        <a:spcPct val="0"/>
      </a:spcAft>
      <a:defRPr kern="1200">
        <a:solidFill>
          <a:schemeClr val="tx1"/>
        </a:solidFill>
        <a:latin typeface="Calibri" charset="0"/>
        <a:ea typeface="ＭＳ Ｐゴシック" charset="0"/>
        <a:cs typeface="ＭＳ Ｐゴシック" charset="0"/>
      </a:defRPr>
    </a:lvl2pPr>
    <a:lvl3pPr marL="914400" algn="l" rtl="0" fontAlgn="base">
      <a:spcBef>
        <a:spcPct val="0"/>
      </a:spcBef>
      <a:spcAft>
        <a:spcPct val="0"/>
      </a:spcAft>
      <a:defRPr kern="1200">
        <a:solidFill>
          <a:schemeClr val="tx1"/>
        </a:solidFill>
        <a:latin typeface="Calibri" charset="0"/>
        <a:ea typeface="ＭＳ Ｐゴシック" charset="0"/>
        <a:cs typeface="ＭＳ Ｐゴシック" charset="0"/>
      </a:defRPr>
    </a:lvl3pPr>
    <a:lvl4pPr marL="1371600" algn="l" rtl="0" fontAlgn="base">
      <a:spcBef>
        <a:spcPct val="0"/>
      </a:spcBef>
      <a:spcAft>
        <a:spcPct val="0"/>
      </a:spcAft>
      <a:defRPr kern="1200">
        <a:solidFill>
          <a:schemeClr val="tx1"/>
        </a:solidFill>
        <a:latin typeface="Calibri" charset="0"/>
        <a:ea typeface="ＭＳ Ｐゴシック" charset="0"/>
        <a:cs typeface="ＭＳ Ｐゴシック" charset="0"/>
      </a:defRPr>
    </a:lvl4pPr>
    <a:lvl5pPr marL="1828800" algn="l" rtl="0" fontAlgn="base">
      <a:spcBef>
        <a:spcPct val="0"/>
      </a:spcBef>
      <a:spcAft>
        <a:spcPct val="0"/>
      </a:spcAft>
      <a:defRPr kern="1200">
        <a:solidFill>
          <a:schemeClr val="tx1"/>
        </a:solidFill>
        <a:latin typeface="Calibri" charset="0"/>
        <a:ea typeface="ＭＳ Ｐゴシック" charset="0"/>
        <a:cs typeface="ＭＳ Ｐゴシック" charset="0"/>
      </a:defRPr>
    </a:lvl5pPr>
    <a:lvl6pPr marL="2286000" algn="l" defTabSz="457200" rtl="0" eaLnBrk="1" latinLnBrk="0" hangingPunct="1">
      <a:defRPr kern="1200">
        <a:solidFill>
          <a:schemeClr val="tx1"/>
        </a:solidFill>
        <a:latin typeface="Calibri" charset="0"/>
        <a:ea typeface="ＭＳ Ｐゴシック" charset="0"/>
        <a:cs typeface="ＭＳ Ｐゴシック" charset="0"/>
      </a:defRPr>
    </a:lvl6pPr>
    <a:lvl7pPr marL="2743200" algn="l" defTabSz="457200" rtl="0" eaLnBrk="1" latinLnBrk="0" hangingPunct="1">
      <a:defRPr kern="1200">
        <a:solidFill>
          <a:schemeClr val="tx1"/>
        </a:solidFill>
        <a:latin typeface="Calibri" charset="0"/>
        <a:ea typeface="ＭＳ Ｐゴシック" charset="0"/>
        <a:cs typeface="ＭＳ Ｐゴシック" charset="0"/>
      </a:defRPr>
    </a:lvl7pPr>
    <a:lvl8pPr marL="3200400" algn="l" defTabSz="457200" rtl="0" eaLnBrk="1" latinLnBrk="0" hangingPunct="1">
      <a:defRPr kern="1200">
        <a:solidFill>
          <a:schemeClr val="tx1"/>
        </a:solidFill>
        <a:latin typeface="Calibri" charset="0"/>
        <a:ea typeface="ＭＳ Ｐゴシック" charset="0"/>
        <a:cs typeface="ＭＳ Ｐゴシック" charset="0"/>
      </a:defRPr>
    </a:lvl8pPr>
    <a:lvl9pPr marL="3657600" algn="l" defTabSz="457200" rtl="0" eaLnBrk="1" latinLnBrk="0" hangingPunct="1">
      <a:defRPr kern="1200">
        <a:solidFill>
          <a:schemeClr val="tx1"/>
        </a:solidFill>
        <a:latin typeface="Calibri" charset="0"/>
        <a:ea typeface="ＭＳ Ｐゴシック" charset="0"/>
        <a:cs typeface="ＭＳ Ｐゴシック" charset="0"/>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0"/>
    <p:restoredTop sz="94665"/>
  </p:normalViewPr>
  <p:slideViewPr>
    <p:cSldViewPr>
      <p:cViewPr varScale="1">
        <p:scale>
          <a:sx n="69" d="100"/>
          <a:sy n="69" d="100"/>
        </p:scale>
        <p:origin x="468" y="56"/>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pPr>
              <a:defRPr/>
            </a:pPr>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pPr>
              <a:defRPr/>
            </a:pPr>
            <a:fld id="{EF0FF997-4869-BC43-A718-AD4E22606A33}" type="datetimeFigureOut">
              <a:rPr lang="en-US"/>
              <a:pPr>
                <a:defRPr/>
              </a:pPr>
              <a:t>27-Mar-26</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pPr>
              <a:defRPr/>
            </a:pPr>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pPr>
              <a:defRPr/>
            </a:pPr>
            <a:fld id="{C49954E3-2F49-2D45-B9A8-8B03DD771073}" type="slidenum">
              <a:rPr lang="en-US"/>
              <a:pPr>
                <a:defRPr/>
              </a:pPr>
              <a:t>‹#›</a:t>
            </a:fld>
            <a:endParaRPr lang="en-US"/>
          </a:p>
        </p:txBody>
      </p:sp>
    </p:spTree>
    <p:extLst>
      <p:ext uri="{BB962C8B-B14F-4D97-AF65-F5344CB8AC3E}">
        <p14:creationId xmlns:p14="http://schemas.microsoft.com/office/powerpoint/2010/main" val="2127956379"/>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pPr>
              <a:defRPr/>
            </a:pPr>
            <a:fld id="{3EF3A8CF-2166-5E45-BCE2-02348F58AFDB}" type="datetimeFigureOut">
              <a:rPr lang="en-US"/>
              <a:pPr>
                <a:defRPr/>
              </a:pPr>
              <a:t>27-Mar-26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pPr>
              <a:defRPr/>
            </a:pPr>
            <a:fld id="{037CE9DF-E351-4844-A330-349782A56111}" type="slidenum">
              <a:rPr lang="en-US"/>
              <a:pPr>
                <a:defRPr/>
              </a:pPr>
              <a:t>‹#›</a:t>
            </a:fld>
            <a:endParaRPr lang="en-US"/>
          </a:p>
        </p:txBody>
      </p:sp>
    </p:spTree>
    <p:extLst>
      <p:ext uri="{BB962C8B-B14F-4D97-AF65-F5344CB8AC3E}">
        <p14:creationId xmlns:p14="http://schemas.microsoft.com/office/powerpoint/2010/main" val="2727254467"/>
      </p:ext>
    </p:extLst>
  </p:cSld>
  <p:clrMap bg1="lt1" tx1="dk1" bg2="lt2" tx2="dk2" accent1="accent1" accent2="accent2" accent3="accent3" accent4="accent4" accent5="accent5" accent6="accent6" hlink="hlink" folHlink="folHlink"/>
  <p:hf hdr="0" ftr="0" dt="0"/>
  <p:notesStyle>
    <a:lvl1pPr algn="l" defTabSz="457200" rtl="0" eaLnBrk="0" fontAlgn="base" hangingPunct="0">
      <a:spcBef>
        <a:spcPct val="30000"/>
      </a:spcBef>
      <a:spcAft>
        <a:spcPct val="0"/>
      </a:spcAft>
      <a:defRPr sz="1200" kern="1200">
        <a:solidFill>
          <a:schemeClr val="tx1"/>
        </a:solidFill>
        <a:latin typeface="+mn-lt"/>
        <a:ea typeface="ＭＳ Ｐゴシック" charset="0"/>
        <a:cs typeface="ＭＳ Ｐゴシック" charset="0"/>
      </a:defRPr>
    </a:lvl1pPr>
    <a:lvl2pPr marL="4572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2pPr>
    <a:lvl3pPr marL="9144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3pPr>
    <a:lvl4pPr marL="13716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4pPr>
    <a:lvl5pPr marL="18288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B38248-4EBB-1F5D-5D32-316A9C59BA5D}"/>
            </a:ext>
          </a:extLst>
        </p:cNvPr>
        <p:cNvGrpSpPr/>
        <p:nvPr/>
      </p:nvGrpSpPr>
      <p:grpSpPr>
        <a:xfrm>
          <a:off x="0" y="0"/>
          <a:ext cx="0" cy="0"/>
          <a:chOff x="0" y="0"/>
          <a:chExt cx="0" cy="0"/>
        </a:xfrm>
      </p:grpSpPr>
      <p:sp>
        <p:nvSpPr>
          <p:cNvPr id="97282" name="Slide Image Placeholder 1">
            <a:extLst>
              <a:ext uri="{FF2B5EF4-FFF2-40B4-BE49-F238E27FC236}">
                <a16:creationId xmlns:a16="http://schemas.microsoft.com/office/drawing/2014/main" id="{01A7811A-443E-6CAB-38AB-D5FD9B7A8C89}"/>
              </a:ext>
            </a:extLst>
          </p:cNvPr>
          <p:cNvSpPr>
            <a:spLocks noGrp="1" noRot="1" noChangeAspect="1" noTextEdit="1"/>
          </p:cNvSpPr>
          <p:nvPr>
            <p:ph type="sldImg"/>
          </p:nvPr>
        </p:nvSpPr>
        <p:spPr>
          <a:xfrm>
            <a:off x="381000" y="685800"/>
            <a:ext cx="6096000" cy="3429000"/>
          </a:xfrm>
          <a:ln/>
        </p:spPr>
      </p:sp>
      <p:sp>
        <p:nvSpPr>
          <p:cNvPr id="97283" name="Notes Placeholder 2">
            <a:extLst>
              <a:ext uri="{FF2B5EF4-FFF2-40B4-BE49-F238E27FC236}">
                <a16:creationId xmlns:a16="http://schemas.microsoft.com/office/drawing/2014/main" id="{9A5ADDD2-4B69-96B3-AE53-EE252E205DF4}"/>
              </a:ext>
            </a:extLst>
          </p:cNvPr>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MY" altLang="en-US">
              <a:ea typeface="ＭＳ Ｐゴシック" pitchFamily="34" charset="-128"/>
            </a:endParaRPr>
          </a:p>
        </p:txBody>
      </p:sp>
      <p:sp>
        <p:nvSpPr>
          <p:cNvPr id="97284" name="Footer Placeholder 3">
            <a:extLst>
              <a:ext uri="{FF2B5EF4-FFF2-40B4-BE49-F238E27FC236}">
                <a16:creationId xmlns:a16="http://schemas.microsoft.com/office/drawing/2014/main" id="{419E55BE-91F6-9D78-1F78-8FAC0C960D61}"/>
              </a:ext>
            </a:extLst>
          </p:cNvPr>
          <p:cNvSpPr>
            <a:spLocks noGrp="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92249">
              <a:defRPr sz="2200" b="1">
                <a:solidFill>
                  <a:schemeClr val="tx1"/>
                </a:solidFill>
                <a:latin typeface="Arial" charset="0"/>
                <a:ea typeface="ＭＳ Ｐゴシック" pitchFamily="34" charset="-128"/>
              </a:defRPr>
            </a:lvl1pPr>
            <a:lvl2pPr marL="685669" indent="-263719" defTabSz="892249">
              <a:defRPr sz="2200" b="1">
                <a:solidFill>
                  <a:schemeClr val="tx1"/>
                </a:solidFill>
                <a:latin typeface="Arial" charset="0"/>
                <a:ea typeface="ＭＳ Ｐゴシック" pitchFamily="34" charset="-128"/>
              </a:defRPr>
            </a:lvl2pPr>
            <a:lvl3pPr marL="1054875" indent="-210975" defTabSz="892249">
              <a:defRPr sz="2200" b="1">
                <a:solidFill>
                  <a:schemeClr val="tx1"/>
                </a:solidFill>
                <a:latin typeface="Arial" charset="0"/>
                <a:ea typeface="ＭＳ Ｐゴシック" pitchFamily="34" charset="-128"/>
              </a:defRPr>
            </a:lvl3pPr>
            <a:lvl4pPr marL="1476825" indent="-210975" defTabSz="892249">
              <a:defRPr sz="2200" b="1">
                <a:solidFill>
                  <a:schemeClr val="tx1"/>
                </a:solidFill>
                <a:latin typeface="Arial" charset="0"/>
                <a:ea typeface="ＭＳ Ｐゴシック" pitchFamily="34" charset="-128"/>
              </a:defRPr>
            </a:lvl4pPr>
            <a:lvl5pPr marL="1898774" indent="-210975" defTabSz="892249">
              <a:defRPr sz="2200" b="1">
                <a:solidFill>
                  <a:schemeClr val="tx1"/>
                </a:solidFill>
                <a:latin typeface="Arial" charset="0"/>
                <a:ea typeface="ＭＳ Ｐゴシック" pitchFamily="34" charset="-128"/>
              </a:defRPr>
            </a:lvl5pPr>
            <a:lvl6pPr marL="2320724" indent="-210975" defTabSz="892249" eaLnBrk="0" fontAlgn="base" hangingPunct="0">
              <a:spcBef>
                <a:spcPct val="0"/>
              </a:spcBef>
              <a:spcAft>
                <a:spcPct val="0"/>
              </a:spcAft>
              <a:defRPr sz="2200" b="1">
                <a:solidFill>
                  <a:schemeClr val="tx1"/>
                </a:solidFill>
                <a:latin typeface="Arial" charset="0"/>
                <a:ea typeface="ＭＳ Ｐゴシック" pitchFamily="34" charset="-128"/>
              </a:defRPr>
            </a:lvl6pPr>
            <a:lvl7pPr marL="2742674" indent="-210975" defTabSz="892249" eaLnBrk="0" fontAlgn="base" hangingPunct="0">
              <a:spcBef>
                <a:spcPct val="0"/>
              </a:spcBef>
              <a:spcAft>
                <a:spcPct val="0"/>
              </a:spcAft>
              <a:defRPr sz="2200" b="1">
                <a:solidFill>
                  <a:schemeClr val="tx1"/>
                </a:solidFill>
                <a:latin typeface="Arial" charset="0"/>
                <a:ea typeface="ＭＳ Ｐゴシック" pitchFamily="34" charset="-128"/>
              </a:defRPr>
            </a:lvl7pPr>
            <a:lvl8pPr marL="3164624" indent="-210975" defTabSz="892249" eaLnBrk="0" fontAlgn="base" hangingPunct="0">
              <a:spcBef>
                <a:spcPct val="0"/>
              </a:spcBef>
              <a:spcAft>
                <a:spcPct val="0"/>
              </a:spcAft>
              <a:defRPr sz="2200" b="1">
                <a:solidFill>
                  <a:schemeClr val="tx1"/>
                </a:solidFill>
                <a:latin typeface="Arial" charset="0"/>
                <a:ea typeface="ＭＳ Ｐゴシック" pitchFamily="34" charset="-128"/>
              </a:defRPr>
            </a:lvl8pPr>
            <a:lvl9pPr marL="3586574" indent="-210975" defTabSz="892249" eaLnBrk="0" fontAlgn="base" hangingPunct="0">
              <a:spcBef>
                <a:spcPct val="0"/>
              </a:spcBef>
              <a:spcAft>
                <a:spcPct val="0"/>
              </a:spcAft>
              <a:defRPr sz="2200" b="1">
                <a:solidFill>
                  <a:schemeClr val="tx1"/>
                </a:solidFill>
                <a:latin typeface="Arial" charset="0"/>
                <a:ea typeface="ＭＳ Ｐゴシック" pitchFamily="34" charset="-128"/>
              </a:defRPr>
            </a:lvl9pPr>
          </a:lstStyle>
          <a:p>
            <a:r>
              <a:rPr lang="en-MY" altLang="en-US" sz="1200" b="0"/>
              <a:t>prepared by Razana Alwee / edited by Suhaila Mohamad Yusuf</a:t>
            </a:r>
            <a:endParaRPr lang="en-US" altLang="en-US" sz="1200" b="0"/>
          </a:p>
        </p:txBody>
      </p:sp>
      <p:sp>
        <p:nvSpPr>
          <p:cNvPr id="97285" name="Slide Number Placeholder 4">
            <a:extLst>
              <a:ext uri="{FF2B5EF4-FFF2-40B4-BE49-F238E27FC236}">
                <a16:creationId xmlns:a16="http://schemas.microsoft.com/office/drawing/2014/main" id="{11C0B6D5-1070-DECD-750E-5EDA8AA5C276}"/>
              </a:ext>
            </a:extLst>
          </p:cNvPr>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92249">
              <a:defRPr sz="2200" b="1">
                <a:solidFill>
                  <a:schemeClr val="tx1"/>
                </a:solidFill>
                <a:latin typeface="Arial" charset="0"/>
                <a:ea typeface="ＭＳ Ｐゴシック" pitchFamily="34" charset="-128"/>
              </a:defRPr>
            </a:lvl1pPr>
            <a:lvl2pPr marL="685669" indent="-263719" defTabSz="892249">
              <a:defRPr sz="2200" b="1">
                <a:solidFill>
                  <a:schemeClr val="tx1"/>
                </a:solidFill>
                <a:latin typeface="Arial" charset="0"/>
                <a:ea typeface="ＭＳ Ｐゴシック" pitchFamily="34" charset="-128"/>
              </a:defRPr>
            </a:lvl2pPr>
            <a:lvl3pPr marL="1054875" indent="-210975" defTabSz="892249">
              <a:defRPr sz="2200" b="1">
                <a:solidFill>
                  <a:schemeClr val="tx1"/>
                </a:solidFill>
                <a:latin typeface="Arial" charset="0"/>
                <a:ea typeface="ＭＳ Ｐゴシック" pitchFamily="34" charset="-128"/>
              </a:defRPr>
            </a:lvl3pPr>
            <a:lvl4pPr marL="1476825" indent="-210975" defTabSz="892249">
              <a:defRPr sz="2200" b="1">
                <a:solidFill>
                  <a:schemeClr val="tx1"/>
                </a:solidFill>
                <a:latin typeface="Arial" charset="0"/>
                <a:ea typeface="ＭＳ Ｐゴシック" pitchFamily="34" charset="-128"/>
              </a:defRPr>
            </a:lvl4pPr>
            <a:lvl5pPr marL="1898774" indent="-210975" defTabSz="892249">
              <a:defRPr sz="2200" b="1">
                <a:solidFill>
                  <a:schemeClr val="tx1"/>
                </a:solidFill>
                <a:latin typeface="Arial" charset="0"/>
                <a:ea typeface="ＭＳ Ｐゴシック" pitchFamily="34" charset="-128"/>
              </a:defRPr>
            </a:lvl5pPr>
            <a:lvl6pPr marL="2320724" indent="-210975" defTabSz="892249" eaLnBrk="0" fontAlgn="base" hangingPunct="0">
              <a:spcBef>
                <a:spcPct val="0"/>
              </a:spcBef>
              <a:spcAft>
                <a:spcPct val="0"/>
              </a:spcAft>
              <a:defRPr sz="2200" b="1">
                <a:solidFill>
                  <a:schemeClr val="tx1"/>
                </a:solidFill>
                <a:latin typeface="Arial" charset="0"/>
                <a:ea typeface="ＭＳ Ｐゴシック" pitchFamily="34" charset="-128"/>
              </a:defRPr>
            </a:lvl6pPr>
            <a:lvl7pPr marL="2742674" indent="-210975" defTabSz="892249" eaLnBrk="0" fontAlgn="base" hangingPunct="0">
              <a:spcBef>
                <a:spcPct val="0"/>
              </a:spcBef>
              <a:spcAft>
                <a:spcPct val="0"/>
              </a:spcAft>
              <a:defRPr sz="2200" b="1">
                <a:solidFill>
                  <a:schemeClr val="tx1"/>
                </a:solidFill>
                <a:latin typeface="Arial" charset="0"/>
                <a:ea typeface="ＭＳ Ｐゴシック" pitchFamily="34" charset="-128"/>
              </a:defRPr>
            </a:lvl7pPr>
            <a:lvl8pPr marL="3164624" indent="-210975" defTabSz="892249" eaLnBrk="0" fontAlgn="base" hangingPunct="0">
              <a:spcBef>
                <a:spcPct val="0"/>
              </a:spcBef>
              <a:spcAft>
                <a:spcPct val="0"/>
              </a:spcAft>
              <a:defRPr sz="2200" b="1">
                <a:solidFill>
                  <a:schemeClr val="tx1"/>
                </a:solidFill>
                <a:latin typeface="Arial" charset="0"/>
                <a:ea typeface="ＭＳ Ｐゴシック" pitchFamily="34" charset="-128"/>
              </a:defRPr>
            </a:lvl8pPr>
            <a:lvl9pPr marL="3586574" indent="-210975" defTabSz="892249" eaLnBrk="0" fontAlgn="base" hangingPunct="0">
              <a:spcBef>
                <a:spcPct val="0"/>
              </a:spcBef>
              <a:spcAft>
                <a:spcPct val="0"/>
              </a:spcAft>
              <a:defRPr sz="2200" b="1">
                <a:solidFill>
                  <a:schemeClr val="tx1"/>
                </a:solidFill>
                <a:latin typeface="Arial" charset="0"/>
                <a:ea typeface="ＭＳ Ｐゴシック" pitchFamily="34" charset="-128"/>
              </a:defRPr>
            </a:lvl9pPr>
          </a:lstStyle>
          <a:p>
            <a:fld id="{9E2B35FF-2C05-4E5D-B5D1-428CB668629F}" type="slidenum">
              <a:rPr lang="en-US" altLang="en-US" sz="1200" b="0"/>
              <a:pPr/>
              <a:t>2</a:t>
            </a:fld>
            <a:endParaRPr lang="en-US" altLang="en-US" sz="1200" b="0"/>
          </a:p>
        </p:txBody>
      </p:sp>
    </p:spTree>
    <p:extLst>
      <p:ext uri="{BB962C8B-B14F-4D97-AF65-F5344CB8AC3E}">
        <p14:creationId xmlns:p14="http://schemas.microsoft.com/office/powerpoint/2010/main" val="271113050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2"/>
          <p:cNvSpPr>
            <a:spLocks noGrp="1" noChangeArrowheads="1"/>
          </p:cNvSpPr>
          <p:nvPr>
            <p:ph type="body" idx="1"/>
          </p:nvPr>
        </p:nvSpPr>
        <p:spPr>
          <a:noFill/>
        </p:spPr>
        <p:txBody>
          <a:bodyPr/>
          <a:lstStyle/>
          <a:p>
            <a:r>
              <a:rPr lang="en-US" dirty="0">
                <a:ea typeface="ＭＳ Ｐゴシック" charset="0"/>
              </a:rPr>
              <a:t>Note that these conditions are similar to those of a binomial experiment.  A binomial experiment has only two categories, whereas a multinomial experiment has more than two categories. </a:t>
            </a:r>
          </a:p>
          <a:p>
            <a:endParaRPr lang="en-US" dirty="0">
              <a:ea typeface="ＭＳ Ｐゴシック" charset="0"/>
            </a:endParaRPr>
          </a:p>
        </p:txBody>
      </p:sp>
      <p:sp>
        <p:nvSpPr>
          <p:cNvPr id="103427" name="Rectangle 3"/>
          <p:cNvSpPr>
            <a:spLocks noGrp="1" noRot="1" noChangeAspect="1" noChangeArrowheads="1" noTextEdit="1"/>
          </p:cNvSpPr>
          <p:nvPr>
            <p:ph type="sldImg"/>
          </p:nvPr>
        </p:nvSpPr>
        <p:spPr>
          <a:xfrm>
            <a:off x="393700" y="692150"/>
            <a:ext cx="6070600" cy="3416300"/>
          </a:xfrm>
          <a:ln cap="flat"/>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2"/>
          <p:cNvSpPr>
            <a:spLocks noGrp="1" noChangeArrowheads="1"/>
          </p:cNvSpPr>
          <p:nvPr>
            <p:ph type="body" idx="1"/>
          </p:nvPr>
        </p:nvSpPr>
        <p:spPr>
          <a:noFill/>
        </p:spPr>
        <p:txBody>
          <a:bodyPr/>
          <a:lstStyle/>
          <a:p>
            <a:r>
              <a:rPr lang="en-US">
                <a:ea typeface="ＭＳ Ｐゴシック" charset="0"/>
              </a:rPr>
              <a:t>page 576 of text</a:t>
            </a:r>
          </a:p>
        </p:txBody>
      </p:sp>
      <p:sp>
        <p:nvSpPr>
          <p:cNvPr id="104451" name="Rectangle 3"/>
          <p:cNvSpPr>
            <a:spLocks noGrp="1" noRot="1" noChangeAspect="1" noChangeArrowheads="1" noTextEdit="1"/>
          </p:cNvSpPr>
          <p:nvPr>
            <p:ph type="sldImg"/>
          </p:nvPr>
        </p:nvSpPr>
        <p:spPr>
          <a:xfrm>
            <a:off x="393700" y="692150"/>
            <a:ext cx="6070600" cy="3416300"/>
          </a:xfrm>
          <a:ln cap="flat"/>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2"/>
          <p:cNvSpPr>
            <a:spLocks noGrp="1" noChangeArrowheads="1"/>
          </p:cNvSpPr>
          <p:nvPr>
            <p:ph type="body" idx="1"/>
          </p:nvPr>
        </p:nvSpPr>
        <p:spPr>
          <a:noFill/>
        </p:spPr>
        <p:txBody>
          <a:bodyPr/>
          <a:lstStyle/>
          <a:p>
            <a:r>
              <a:rPr lang="en-US">
                <a:ea typeface="ＭＳ Ｐゴシック" charset="0"/>
              </a:rPr>
              <a:t>The name for this test comes from the idea that we are testing how well an observed frequency distribution </a:t>
            </a:r>
            <a:r>
              <a:rPr lang="en-US" b="1">
                <a:ea typeface="ＭＳ Ｐゴシック" charset="0"/>
              </a:rPr>
              <a:t>fits</a:t>
            </a:r>
            <a:r>
              <a:rPr lang="en-US">
                <a:ea typeface="ＭＳ Ｐゴシック" charset="0"/>
              </a:rPr>
              <a:t> some specified theoretical distribution. </a:t>
            </a:r>
          </a:p>
        </p:txBody>
      </p:sp>
      <p:sp>
        <p:nvSpPr>
          <p:cNvPr id="105475" name="Rectangle 3"/>
          <p:cNvSpPr>
            <a:spLocks noGrp="1" noRot="1" noChangeAspect="1" noChangeArrowheads="1" noTextEdit="1"/>
          </p:cNvSpPr>
          <p:nvPr>
            <p:ph type="sldImg"/>
          </p:nvPr>
        </p:nvSpPr>
        <p:spPr>
          <a:xfrm>
            <a:off x="393700" y="692150"/>
            <a:ext cx="6070600" cy="3416300"/>
          </a:xfrm>
          <a:ln cap="flat"/>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2"/>
          <p:cNvSpPr>
            <a:spLocks noGrp="1" noChangeArrowheads="1"/>
          </p:cNvSpPr>
          <p:nvPr>
            <p:ph type="body" idx="1"/>
          </p:nvPr>
        </p:nvSpPr>
        <p:spPr>
          <a:noFill/>
        </p:spPr>
        <p:txBody>
          <a:bodyPr/>
          <a:lstStyle/>
          <a:p>
            <a:endParaRPr lang="en-US" dirty="0">
              <a:ea typeface="ＭＳ Ｐゴシック" charset="0"/>
            </a:endParaRPr>
          </a:p>
        </p:txBody>
      </p:sp>
      <p:sp>
        <p:nvSpPr>
          <p:cNvPr id="106499" name="Rectangle 3"/>
          <p:cNvSpPr>
            <a:spLocks noGrp="1" noRot="1" noChangeAspect="1" noChangeArrowheads="1" noTextEdit="1"/>
          </p:cNvSpPr>
          <p:nvPr>
            <p:ph type="sldImg"/>
          </p:nvPr>
        </p:nvSpPr>
        <p:spPr>
          <a:xfrm>
            <a:off x="393700" y="692150"/>
            <a:ext cx="6070600" cy="3416300"/>
          </a:xfrm>
          <a:ln cap="flat"/>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2"/>
          <p:cNvSpPr>
            <a:spLocks noGrp="1" noChangeArrowheads="1"/>
          </p:cNvSpPr>
          <p:nvPr>
            <p:ph type="body" idx="1"/>
          </p:nvPr>
        </p:nvSpPr>
        <p:spPr>
          <a:noFill/>
        </p:spPr>
        <p:txBody>
          <a:bodyPr/>
          <a:lstStyle/>
          <a:p>
            <a:r>
              <a:rPr lang="en-US">
                <a:ea typeface="ＭＳ Ｐゴシック" charset="0"/>
              </a:rPr>
              <a:t>An intuitive understanding of these formulas would be best.  Ask yourself, ‘How can the observed frequencies be split up among the different categories so that there is perfect agreement with the claimed distribution?’</a:t>
            </a:r>
          </a:p>
          <a:p>
            <a:r>
              <a:rPr lang="en-US">
                <a:ea typeface="ＭＳ Ｐゴシック" charset="0"/>
              </a:rPr>
              <a:t>Discuss sample frequency normal deviations.  The question then becomes, ‘Are the difference between the actual </a:t>
            </a:r>
            <a:r>
              <a:rPr lang="en-US" b="1">
                <a:ea typeface="ＭＳ Ｐゴシック" charset="0"/>
              </a:rPr>
              <a:t>observed</a:t>
            </a:r>
            <a:r>
              <a:rPr lang="en-US">
                <a:ea typeface="ＭＳ Ｐゴシック" charset="0"/>
              </a:rPr>
              <a:t> values O and the theoretically </a:t>
            </a:r>
            <a:r>
              <a:rPr lang="en-US" b="1">
                <a:ea typeface="ＭＳ Ｐゴシック" charset="0"/>
              </a:rPr>
              <a:t>expected</a:t>
            </a:r>
            <a:r>
              <a:rPr lang="en-US">
                <a:ea typeface="ＭＳ Ｐゴシック" charset="0"/>
              </a:rPr>
              <a:t> values E statistically significant?’</a:t>
            </a:r>
          </a:p>
        </p:txBody>
      </p:sp>
      <p:sp>
        <p:nvSpPr>
          <p:cNvPr id="107523" name="Rectangle 3"/>
          <p:cNvSpPr>
            <a:spLocks noGrp="1" noRot="1" noChangeAspect="1" noChangeArrowheads="1" noTextEdit="1"/>
          </p:cNvSpPr>
          <p:nvPr>
            <p:ph type="sldImg"/>
          </p:nvPr>
        </p:nvSpPr>
        <p:spPr>
          <a:xfrm>
            <a:off x="393700" y="692150"/>
            <a:ext cx="6070600" cy="3416300"/>
          </a:xfrm>
          <a:ln cap="flat"/>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2"/>
          <p:cNvSpPr>
            <a:spLocks noGrp="1" noChangeArrowheads="1"/>
          </p:cNvSpPr>
          <p:nvPr>
            <p:ph type="body" idx="1"/>
          </p:nvPr>
        </p:nvSpPr>
        <p:spPr>
          <a:noFill/>
        </p:spPr>
        <p:txBody>
          <a:bodyPr/>
          <a:lstStyle/>
          <a:p>
            <a:r>
              <a:rPr lang="en-US">
                <a:ea typeface="ＭＳ Ｐゴシック" charset="0"/>
              </a:rPr>
              <a:t>An intuitive understanding of these formulas would be best.  Ask yourself, ‘How can the observed frequencies be split up among the different categories so that there is perfect agreement with the claimed distribution?’</a:t>
            </a:r>
          </a:p>
          <a:p>
            <a:r>
              <a:rPr lang="en-US">
                <a:ea typeface="ＭＳ Ｐゴシック" charset="0"/>
              </a:rPr>
              <a:t>Discuss sample frequency normal deviations.  The question then becomes, ‘Are the difference between the actual </a:t>
            </a:r>
            <a:r>
              <a:rPr lang="en-US" b="1">
                <a:ea typeface="ＭＳ Ｐゴシック" charset="0"/>
              </a:rPr>
              <a:t>observed</a:t>
            </a:r>
            <a:r>
              <a:rPr lang="en-US">
                <a:ea typeface="ＭＳ Ｐゴシック" charset="0"/>
              </a:rPr>
              <a:t> values O and the theoretically </a:t>
            </a:r>
            <a:r>
              <a:rPr lang="en-US" b="1">
                <a:ea typeface="ＭＳ Ｐゴシック" charset="0"/>
              </a:rPr>
              <a:t>expected</a:t>
            </a:r>
            <a:r>
              <a:rPr lang="en-US">
                <a:ea typeface="ＭＳ Ｐゴシック" charset="0"/>
              </a:rPr>
              <a:t> values E statistically significant?’</a:t>
            </a:r>
          </a:p>
        </p:txBody>
      </p:sp>
      <p:sp>
        <p:nvSpPr>
          <p:cNvPr id="108547" name="Rectangle 3"/>
          <p:cNvSpPr>
            <a:spLocks noGrp="1" noRot="1" noChangeAspect="1" noChangeArrowheads="1" noTextEdit="1"/>
          </p:cNvSpPr>
          <p:nvPr>
            <p:ph type="sldImg"/>
          </p:nvPr>
        </p:nvSpPr>
        <p:spPr>
          <a:xfrm>
            <a:off x="393700" y="692150"/>
            <a:ext cx="6070600" cy="3416300"/>
          </a:xfrm>
          <a:ln cap="flat"/>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2"/>
          <p:cNvSpPr>
            <a:spLocks noGrp="1" noChangeArrowheads="1"/>
          </p:cNvSpPr>
          <p:nvPr>
            <p:ph type="body" idx="1"/>
          </p:nvPr>
        </p:nvSpPr>
        <p:spPr>
          <a:noFill/>
        </p:spPr>
        <p:txBody>
          <a:bodyPr/>
          <a:lstStyle/>
          <a:p>
            <a:r>
              <a:rPr lang="en-US" dirty="0">
                <a:ea typeface="ＭＳ Ｐゴシック" charset="0"/>
              </a:rPr>
              <a:t>This formula is a measure of the discrepancies between the O and E values.</a:t>
            </a:r>
          </a:p>
          <a:p>
            <a:r>
              <a:rPr lang="en-US" dirty="0">
                <a:ea typeface="ＭＳ Ｐゴシック" charset="0"/>
              </a:rPr>
              <a:t>The chi-distribution was first presented in Chapter 6, Section 6-6, page 343.</a:t>
            </a:r>
          </a:p>
        </p:txBody>
      </p:sp>
      <p:sp>
        <p:nvSpPr>
          <p:cNvPr id="110595" name="Rectangle 3"/>
          <p:cNvSpPr>
            <a:spLocks noGrp="1" noRot="1" noChangeAspect="1" noChangeArrowheads="1" noTextEdit="1"/>
          </p:cNvSpPr>
          <p:nvPr>
            <p:ph type="sldImg"/>
          </p:nvPr>
        </p:nvSpPr>
        <p:spPr>
          <a:xfrm>
            <a:off x="393700" y="692150"/>
            <a:ext cx="6070600" cy="3416300"/>
          </a:xfrm>
          <a:ln cap="flat"/>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2"/>
          <p:cNvSpPr>
            <a:spLocks noGrp="1" noChangeArrowheads="1"/>
          </p:cNvSpPr>
          <p:nvPr>
            <p:ph type="body" idx="1"/>
          </p:nvPr>
        </p:nvSpPr>
        <p:spPr>
          <a:noFill/>
        </p:spPr>
        <p:txBody>
          <a:bodyPr/>
          <a:lstStyle/>
          <a:p>
            <a:endParaRPr lang="en-US" dirty="0">
              <a:ea typeface="ＭＳ Ｐゴシック" charset="0"/>
            </a:endParaRPr>
          </a:p>
        </p:txBody>
      </p:sp>
      <p:sp>
        <p:nvSpPr>
          <p:cNvPr id="111619" name="Rectangle 3"/>
          <p:cNvSpPr>
            <a:spLocks noGrp="1" noRot="1" noChangeAspect="1" noChangeArrowheads="1" noTextEdit="1"/>
          </p:cNvSpPr>
          <p:nvPr>
            <p:ph type="sldImg"/>
          </p:nvPr>
        </p:nvSpPr>
        <p:spPr>
          <a:xfrm>
            <a:off x="393700" y="692150"/>
            <a:ext cx="6070600" cy="3416300"/>
          </a:xfrm>
          <a:ln cap="flat"/>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2"/>
          <p:cNvSpPr>
            <a:spLocks noGrp="1" noChangeArrowheads="1"/>
          </p:cNvSpPr>
          <p:nvPr>
            <p:ph type="body" idx="1"/>
          </p:nvPr>
        </p:nvSpPr>
        <p:spPr>
          <a:noFill/>
        </p:spPr>
        <p:txBody>
          <a:bodyPr/>
          <a:lstStyle/>
          <a:p>
            <a:r>
              <a:rPr lang="en-US">
                <a:ea typeface="ＭＳ Ｐゴシック" charset="0"/>
              </a:rPr>
              <a:t>Small discrepancies would give a small chi-square value. </a:t>
            </a:r>
          </a:p>
          <a:p>
            <a:r>
              <a:rPr lang="en-US">
                <a:ea typeface="ＭＳ Ｐゴシック" charset="0"/>
              </a:rPr>
              <a:t>Large discrepancies would give a large chi-square value.</a:t>
            </a:r>
          </a:p>
        </p:txBody>
      </p:sp>
      <p:sp>
        <p:nvSpPr>
          <p:cNvPr id="112643" name="Rectangle 3"/>
          <p:cNvSpPr>
            <a:spLocks noGrp="1" noRot="1" noChangeAspect="1" noChangeArrowheads="1" noTextEdit="1"/>
          </p:cNvSpPr>
          <p:nvPr>
            <p:ph type="sldImg"/>
          </p:nvPr>
        </p:nvSpPr>
        <p:spPr>
          <a:xfrm>
            <a:off x="393700" y="692150"/>
            <a:ext cx="6070600" cy="3416300"/>
          </a:xfrm>
          <a:ln cap="flat"/>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2"/>
          <p:cNvSpPr>
            <a:spLocks noGrp="1" noChangeArrowheads="1"/>
          </p:cNvSpPr>
          <p:nvPr>
            <p:ph type="body" idx="1"/>
          </p:nvPr>
        </p:nvSpPr>
        <p:spPr>
          <a:noFill/>
        </p:spPr>
        <p:txBody>
          <a:bodyPr/>
          <a:lstStyle/>
          <a:p>
            <a:endParaRPr lang="en-US" dirty="0">
              <a:ea typeface="ＭＳ Ｐゴシック" charset="0"/>
            </a:endParaRPr>
          </a:p>
        </p:txBody>
      </p:sp>
      <p:sp>
        <p:nvSpPr>
          <p:cNvPr id="113667" name="Rectangle 3"/>
          <p:cNvSpPr>
            <a:spLocks noGrp="1" noRot="1" noChangeAspect="1" noChangeArrowheads="1" noTextEdit="1"/>
          </p:cNvSpPr>
          <p:nvPr>
            <p:ph type="sldImg"/>
          </p:nvPr>
        </p:nvSpPr>
        <p:spPr>
          <a:xfrm>
            <a:off x="393700" y="692150"/>
            <a:ext cx="6070600" cy="3416300"/>
          </a:xfrm>
          <a:ln cap="flat"/>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6"/>
          <p:cNvSpPr>
            <a:spLocks noGrp="1" noChangeArrowheads="1"/>
          </p:cNvSpPr>
          <p:nvPr>
            <p:ph type="ftr" sz="quarter" idx="4"/>
          </p:nvPr>
        </p:nvSpPr>
        <p:spPr>
          <a:noFill/>
        </p:spPr>
        <p:txBody>
          <a:bodyPr/>
          <a:lstStyle>
            <a:lvl1pPr defTabSz="914485">
              <a:defRPr sz="2300">
                <a:solidFill>
                  <a:schemeClr val="tx1"/>
                </a:solidFill>
                <a:latin typeface="Arial" charset="0"/>
                <a:ea typeface="ＭＳ Ｐゴシック" charset="0"/>
                <a:cs typeface="ＭＳ Ｐゴシック" charset="0"/>
              </a:defRPr>
            </a:lvl1pPr>
            <a:lvl2pPr marL="702756" indent="-270291" defTabSz="914485">
              <a:defRPr sz="2300">
                <a:solidFill>
                  <a:schemeClr val="tx1"/>
                </a:solidFill>
                <a:latin typeface="Arial" charset="0"/>
                <a:ea typeface="ＭＳ Ｐゴシック" charset="0"/>
              </a:defRPr>
            </a:lvl2pPr>
            <a:lvl3pPr marL="1081164" indent="-216233" defTabSz="914485">
              <a:defRPr sz="2300">
                <a:solidFill>
                  <a:schemeClr val="tx1"/>
                </a:solidFill>
                <a:latin typeface="Arial" charset="0"/>
                <a:ea typeface="ＭＳ Ｐゴシック" charset="0"/>
              </a:defRPr>
            </a:lvl3pPr>
            <a:lvl4pPr marL="1513629" indent="-216233" defTabSz="914485">
              <a:defRPr sz="2300">
                <a:solidFill>
                  <a:schemeClr val="tx1"/>
                </a:solidFill>
                <a:latin typeface="Arial" charset="0"/>
                <a:ea typeface="ＭＳ Ｐゴシック" charset="0"/>
              </a:defRPr>
            </a:lvl4pPr>
            <a:lvl5pPr marL="1946095" indent="-216233" defTabSz="914485">
              <a:defRPr sz="2300">
                <a:solidFill>
                  <a:schemeClr val="tx1"/>
                </a:solidFill>
                <a:latin typeface="Arial" charset="0"/>
                <a:ea typeface="ＭＳ Ｐゴシック" charset="0"/>
              </a:defRPr>
            </a:lvl5pPr>
            <a:lvl6pPr marL="2378560" indent="-216233" defTabSz="914485" eaLnBrk="0" fontAlgn="base" hangingPunct="0">
              <a:spcBef>
                <a:spcPct val="0"/>
              </a:spcBef>
              <a:spcAft>
                <a:spcPct val="0"/>
              </a:spcAft>
              <a:defRPr sz="2300">
                <a:solidFill>
                  <a:schemeClr val="tx1"/>
                </a:solidFill>
                <a:latin typeface="Arial" charset="0"/>
                <a:ea typeface="ＭＳ Ｐゴシック" charset="0"/>
              </a:defRPr>
            </a:lvl6pPr>
            <a:lvl7pPr marL="2811026" indent="-216233" defTabSz="914485" eaLnBrk="0" fontAlgn="base" hangingPunct="0">
              <a:spcBef>
                <a:spcPct val="0"/>
              </a:spcBef>
              <a:spcAft>
                <a:spcPct val="0"/>
              </a:spcAft>
              <a:defRPr sz="2300">
                <a:solidFill>
                  <a:schemeClr val="tx1"/>
                </a:solidFill>
                <a:latin typeface="Arial" charset="0"/>
                <a:ea typeface="ＭＳ Ｐゴシック" charset="0"/>
              </a:defRPr>
            </a:lvl7pPr>
            <a:lvl8pPr marL="3243491" indent="-216233" defTabSz="914485" eaLnBrk="0" fontAlgn="base" hangingPunct="0">
              <a:spcBef>
                <a:spcPct val="0"/>
              </a:spcBef>
              <a:spcAft>
                <a:spcPct val="0"/>
              </a:spcAft>
              <a:defRPr sz="2300">
                <a:solidFill>
                  <a:schemeClr val="tx1"/>
                </a:solidFill>
                <a:latin typeface="Arial" charset="0"/>
                <a:ea typeface="ＭＳ Ｐゴシック" charset="0"/>
              </a:defRPr>
            </a:lvl8pPr>
            <a:lvl9pPr marL="3675957" indent="-216233" defTabSz="914485" eaLnBrk="0" fontAlgn="base" hangingPunct="0">
              <a:spcBef>
                <a:spcPct val="0"/>
              </a:spcBef>
              <a:spcAft>
                <a:spcPct val="0"/>
              </a:spcAft>
              <a:defRPr sz="2300">
                <a:solidFill>
                  <a:schemeClr val="tx1"/>
                </a:solidFill>
                <a:latin typeface="Arial" charset="0"/>
                <a:ea typeface="ＭＳ Ｐゴシック" charset="0"/>
              </a:defRPr>
            </a:lvl9pPr>
          </a:lstStyle>
          <a:p>
            <a:r>
              <a:rPr lang="en-US" sz="1200"/>
              <a:t>prepared by Razana Alwee</a:t>
            </a:r>
          </a:p>
        </p:txBody>
      </p:sp>
      <p:sp>
        <p:nvSpPr>
          <p:cNvPr id="117763" name="Rectangle 7"/>
          <p:cNvSpPr>
            <a:spLocks noGrp="1" noChangeArrowheads="1"/>
          </p:cNvSpPr>
          <p:nvPr>
            <p:ph type="sldNum" sz="quarter" idx="5"/>
          </p:nvPr>
        </p:nvSpPr>
        <p:spPr>
          <a:noFill/>
        </p:spPr>
        <p:txBody>
          <a:bodyPr/>
          <a:lstStyle>
            <a:lvl1pPr defTabSz="914485">
              <a:defRPr sz="2300">
                <a:solidFill>
                  <a:schemeClr val="tx1"/>
                </a:solidFill>
                <a:latin typeface="Arial" charset="0"/>
                <a:ea typeface="ＭＳ Ｐゴシック" charset="0"/>
                <a:cs typeface="ＭＳ Ｐゴシック" charset="0"/>
              </a:defRPr>
            </a:lvl1pPr>
            <a:lvl2pPr marL="702756" indent="-270291" defTabSz="914485">
              <a:defRPr sz="2300">
                <a:solidFill>
                  <a:schemeClr val="tx1"/>
                </a:solidFill>
                <a:latin typeface="Arial" charset="0"/>
                <a:ea typeface="ＭＳ Ｐゴシック" charset="0"/>
              </a:defRPr>
            </a:lvl2pPr>
            <a:lvl3pPr marL="1081164" indent="-216233" defTabSz="914485">
              <a:defRPr sz="2300">
                <a:solidFill>
                  <a:schemeClr val="tx1"/>
                </a:solidFill>
                <a:latin typeface="Arial" charset="0"/>
                <a:ea typeface="ＭＳ Ｐゴシック" charset="0"/>
              </a:defRPr>
            </a:lvl3pPr>
            <a:lvl4pPr marL="1513629" indent="-216233" defTabSz="914485">
              <a:defRPr sz="2300">
                <a:solidFill>
                  <a:schemeClr val="tx1"/>
                </a:solidFill>
                <a:latin typeface="Arial" charset="0"/>
                <a:ea typeface="ＭＳ Ｐゴシック" charset="0"/>
              </a:defRPr>
            </a:lvl4pPr>
            <a:lvl5pPr marL="1946095" indent="-216233" defTabSz="914485">
              <a:defRPr sz="2300">
                <a:solidFill>
                  <a:schemeClr val="tx1"/>
                </a:solidFill>
                <a:latin typeface="Arial" charset="0"/>
                <a:ea typeface="ＭＳ Ｐゴシック" charset="0"/>
              </a:defRPr>
            </a:lvl5pPr>
            <a:lvl6pPr marL="2378560" indent="-216233" defTabSz="914485" eaLnBrk="0" fontAlgn="base" hangingPunct="0">
              <a:spcBef>
                <a:spcPct val="0"/>
              </a:spcBef>
              <a:spcAft>
                <a:spcPct val="0"/>
              </a:spcAft>
              <a:defRPr sz="2300">
                <a:solidFill>
                  <a:schemeClr val="tx1"/>
                </a:solidFill>
                <a:latin typeface="Arial" charset="0"/>
                <a:ea typeface="ＭＳ Ｐゴシック" charset="0"/>
              </a:defRPr>
            </a:lvl6pPr>
            <a:lvl7pPr marL="2811026" indent="-216233" defTabSz="914485" eaLnBrk="0" fontAlgn="base" hangingPunct="0">
              <a:spcBef>
                <a:spcPct val="0"/>
              </a:spcBef>
              <a:spcAft>
                <a:spcPct val="0"/>
              </a:spcAft>
              <a:defRPr sz="2300">
                <a:solidFill>
                  <a:schemeClr val="tx1"/>
                </a:solidFill>
                <a:latin typeface="Arial" charset="0"/>
                <a:ea typeface="ＭＳ Ｐゴシック" charset="0"/>
              </a:defRPr>
            </a:lvl7pPr>
            <a:lvl8pPr marL="3243491" indent="-216233" defTabSz="914485" eaLnBrk="0" fontAlgn="base" hangingPunct="0">
              <a:spcBef>
                <a:spcPct val="0"/>
              </a:spcBef>
              <a:spcAft>
                <a:spcPct val="0"/>
              </a:spcAft>
              <a:defRPr sz="2300">
                <a:solidFill>
                  <a:schemeClr val="tx1"/>
                </a:solidFill>
                <a:latin typeface="Arial" charset="0"/>
                <a:ea typeface="ＭＳ Ｐゴシック" charset="0"/>
              </a:defRPr>
            </a:lvl8pPr>
            <a:lvl9pPr marL="3675957" indent="-216233" defTabSz="914485" eaLnBrk="0" fontAlgn="base" hangingPunct="0">
              <a:spcBef>
                <a:spcPct val="0"/>
              </a:spcBef>
              <a:spcAft>
                <a:spcPct val="0"/>
              </a:spcAft>
              <a:defRPr sz="2300">
                <a:solidFill>
                  <a:schemeClr val="tx1"/>
                </a:solidFill>
                <a:latin typeface="Arial" charset="0"/>
                <a:ea typeface="ＭＳ Ｐゴシック" charset="0"/>
              </a:defRPr>
            </a:lvl9pPr>
          </a:lstStyle>
          <a:p>
            <a:fld id="{07F4EA64-3F05-4741-B9F0-D8815F70F249}" type="slidenum">
              <a:rPr lang="en-US" sz="1200"/>
              <a:pPr/>
              <a:t>18</a:t>
            </a:fld>
            <a:endParaRPr lang="en-US" sz="1200"/>
          </a:p>
        </p:txBody>
      </p:sp>
      <p:sp>
        <p:nvSpPr>
          <p:cNvPr id="117764" name="Rectangle 2"/>
          <p:cNvSpPr>
            <a:spLocks noChangeArrowheads="1"/>
          </p:cNvSpPr>
          <p:nvPr/>
        </p:nvSpPr>
        <p:spPr bwMode="auto">
          <a:xfrm>
            <a:off x="3885903" y="1"/>
            <a:ext cx="2972097" cy="4565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86493" tIns="43247" rIns="86493" bIns="43247" anchor="ctr"/>
          <a:lstStyle/>
          <a:p>
            <a:endParaRPr lang="en-AU"/>
          </a:p>
        </p:txBody>
      </p:sp>
      <p:sp>
        <p:nvSpPr>
          <p:cNvPr id="117765" name="Rectangle 3"/>
          <p:cNvSpPr>
            <a:spLocks noChangeArrowheads="1"/>
          </p:cNvSpPr>
          <p:nvPr/>
        </p:nvSpPr>
        <p:spPr bwMode="auto">
          <a:xfrm>
            <a:off x="3885903" y="8687405"/>
            <a:ext cx="2972097" cy="4565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19049" tIns="0" rIns="19049" bIns="0" anchor="b"/>
          <a:lstStyle/>
          <a:p>
            <a:pPr algn="r" defTabSz="914485"/>
            <a:r>
              <a:rPr lang="en-US" sz="1000" i="1">
                <a:latin typeface="Times New Roman" charset="0"/>
              </a:rPr>
              <a:t>26</a:t>
            </a:r>
          </a:p>
        </p:txBody>
      </p:sp>
      <p:sp>
        <p:nvSpPr>
          <p:cNvPr id="117766" name="Rectangle 4"/>
          <p:cNvSpPr>
            <a:spLocks noChangeArrowheads="1"/>
          </p:cNvSpPr>
          <p:nvPr/>
        </p:nvSpPr>
        <p:spPr bwMode="auto">
          <a:xfrm>
            <a:off x="0" y="8687405"/>
            <a:ext cx="2972098" cy="4565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86493" tIns="43247" rIns="86493" bIns="43247" anchor="ctr"/>
          <a:lstStyle/>
          <a:p>
            <a:endParaRPr lang="en-AU"/>
          </a:p>
        </p:txBody>
      </p:sp>
      <p:sp>
        <p:nvSpPr>
          <p:cNvPr id="117767" name="Rectangle 5"/>
          <p:cNvSpPr>
            <a:spLocks noChangeArrowheads="1"/>
          </p:cNvSpPr>
          <p:nvPr/>
        </p:nvSpPr>
        <p:spPr bwMode="auto">
          <a:xfrm>
            <a:off x="0" y="1"/>
            <a:ext cx="2972098" cy="4565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86493" tIns="43247" rIns="86493" bIns="43247" anchor="ctr"/>
          <a:lstStyle/>
          <a:p>
            <a:endParaRPr lang="en-AU"/>
          </a:p>
        </p:txBody>
      </p:sp>
      <p:sp>
        <p:nvSpPr>
          <p:cNvPr id="117768" name="Rectangle 6"/>
          <p:cNvSpPr>
            <a:spLocks noGrp="1" noChangeArrowheads="1"/>
          </p:cNvSpPr>
          <p:nvPr>
            <p:ph type="body" idx="1"/>
          </p:nvPr>
        </p:nvSpPr>
        <p:spPr>
          <a:xfrm>
            <a:off x="913805" y="3276298"/>
            <a:ext cx="5030391" cy="5181297"/>
          </a:xfrm>
          <a:noFill/>
          <a:extLs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 uri="{FAA26D3D-D897-4be2-8F04-BA451C77F1D7}">
              <ma14:placeholderFlag xmlns="" xmlns:ma14="http://schemas.microsoft.com/office/mac/drawingml/2011/main" val="1"/>
            </a:ext>
          </a:extLst>
        </p:spPr>
        <p:txBody>
          <a:bodyPr lIns="90480" tIns="44446" rIns="90480" bIns="44446"/>
          <a:lstStyle/>
          <a:p>
            <a:pPr eaLnBrk="1" hangingPunct="1"/>
            <a:endParaRPr lang="en-US">
              <a:ea typeface="ＭＳ Ｐゴシック" charset="0"/>
            </a:endParaRPr>
          </a:p>
        </p:txBody>
      </p:sp>
      <p:sp>
        <p:nvSpPr>
          <p:cNvPr id="117769" name="Rectangle 7"/>
          <p:cNvSpPr>
            <a:spLocks noGrp="1" noRot="1" noChangeAspect="1" noChangeArrowheads="1" noTextEdit="1"/>
          </p:cNvSpPr>
          <p:nvPr>
            <p:ph type="sldImg"/>
          </p:nvPr>
        </p:nvSpPr>
        <p:spPr>
          <a:xfrm>
            <a:off x="1409700" y="692150"/>
            <a:ext cx="4038600" cy="2273300"/>
          </a:xfrm>
          <a:ln w="12700" cap="flat">
            <a:solidFill>
              <a:schemeClr val="tx1"/>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2"/>
          <p:cNvSpPr>
            <a:spLocks noGrp="1" noChangeArrowheads="1"/>
          </p:cNvSpPr>
          <p:nvPr>
            <p:ph type="body" idx="1"/>
          </p:nvPr>
        </p:nvSpPr>
        <p:spPr>
          <a:noFill/>
        </p:spPr>
        <p:txBody>
          <a:bodyPr/>
          <a:lstStyle/>
          <a:p>
            <a:endParaRPr lang="en-US" dirty="0">
              <a:ea typeface="ＭＳ Ｐゴシック" charset="0"/>
            </a:endParaRPr>
          </a:p>
        </p:txBody>
      </p:sp>
      <p:sp>
        <p:nvSpPr>
          <p:cNvPr id="122883" name="Rectangle 3"/>
          <p:cNvSpPr>
            <a:spLocks noGrp="1" noRot="1" noChangeAspect="1" noChangeArrowheads="1" noTextEdit="1"/>
          </p:cNvSpPr>
          <p:nvPr>
            <p:ph type="sldImg"/>
          </p:nvPr>
        </p:nvSpPr>
        <p:spPr>
          <a:xfrm>
            <a:off x="393700" y="692150"/>
            <a:ext cx="6070600" cy="3416300"/>
          </a:xfrm>
          <a:ln cap="flat"/>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Rectangle 2"/>
          <p:cNvSpPr>
            <a:spLocks noGrp="1" noChangeArrowheads="1"/>
          </p:cNvSpPr>
          <p:nvPr>
            <p:ph type="body" idx="1"/>
          </p:nvPr>
        </p:nvSpPr>
        <p:spPr>
          <a:noFill/>
          <a:extLst>
            <a:ext uri="{FAA26D3D-D897-4be2-8F04-BA451C77F1D7}">
              <ma14:placeholderFlag xmlns="" xmlns:ma14="http://schemas.microsoft.com/office/mac/drawingml/2011/main" val="1"/>
            </a:ext>
          </a:extLst>
        </p:spPr>
        <p:txBody>
          <a:bodyPr/>
          <a:lstStyle/>
          <a:p>
            <a:endParaRPr lang="en-US">
              <a:ea typeface="ＭＳ Ｐゴシック" charset="0"/>
            </a:endParaRPr>
          </a:p>
        </p:txBody>
      </p:sp>
      <p:sp>
        <p:nvSpPr>
          <p:cNvPr id="124931" name="Rectangle 3"/>
          <p:cNvSpPr>
            <a:spLocks noGrp="1" noRot="1" noChangeAspect="1" noChangeArrowheads="1" noTextEdit="1"/>
          </p:cNvSpPr>
          <p:nvPr>
            <p:ph type="sldImg"/>
          </p:nvPr>
        </p:nvSpPr>
        <p:spPr>
          <a:xfrm>
            <a:off x="393700" y="692150"/>
            <a:ext cx="6070600" cy="3416300"/>
          </a:xfrm>
          <a:ln cap="flat"/>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Rectangle 6"/>
          <p:cNvSpPr>
            <a:spLocks noGrp="1" noChangeArrowheads="1"/>
          </p:cNvSpPr>
          <p:nvPr>
            <p:ph type="ftr" sz="quarter" idx="4"/>
          </p:nvPr>
        </p:nvSpPr>
        <p:spPr>
          <a:noFill/>
        </p:spPr>
        <p:txBody>
          <a:bodyPr/>
          <a:lstStyle>
            <a:lvl1pPr defTabSz="914485">
              <a:defRPr sz="2300">
                <a:solidFill>
                  <a:schemeClr val="tx1"/>
                </a:solidFill>
                <a:latin typeface="Arial" charset="0"/>
                <a:ea typeface="ＭＳ Ｐゴシック" charset="0"/>
                <a:cs typeface="ＭＳ Ｐゴシック" charset="0"/>
              </a:defRPr>
            </a:lvl1pPr>
            <a:lvl2pPr marL="702756" indent="-270291" defTabSz="914485">
              <a:defRPr sz="2300">
                <a:solidFill>
                  <a:schemeClr val="tx1"/>
                </a:solidFill>
                <a:latin typeface="Arial" charset="0"/>
                <a:ea typeface="ＭＳ Ｐゴシック" charset="0"/>
              </a:defRPr>
            </a:lvl2pPr>
            <a:lvl3pPr marL="1081164" indent="-216233" defTabSz="914485">
              <a:defRPr sz="2300">
                <a:solidFill>
                  <a:schemeClr val="tx1"/>
                </a:solidFill>
                <a:latin typeface="Arial" charset="0"/>
                <a:ea typeface="ＭＳ Ｐゴシック" charset="0"/>
              </a:defRPr>
            </a:lvl3pPr>
            <a:lvl4pPr marL="1513629" indent="-216233" defTabSz="914485">
              <a:defRPr sz="2300">
                <a:solidFill>
                  <a:schemeClr val="tx1"/>
                </a:solidFill>
                <a:latin typeface="Arial" charset="0"/>
                <a:ea typeface="ＭＳ Ｐゴシック" charset="0"/>
              </a:defRPr>
            </a:lvl4pPr>
            <a:lvl5pPr marL="1946095" indent="-216233" defTabSz="914485">
              <a:defRPr sz="2300">
                <a:solidFill>
                  <a:schemeClr val="tx1"/>
                </a:solidFill>
                <a:latin typeface="Arial" charset="0"/>
                <a:ea typeface="ＭＳ Ｐゴシック" charset="0"/>
              </a:defRPr>
            </a:lvl5pPr>
            <a:lvl6pPr marL="2378560" indent="-216233" defTabSz="914485" eaLnBrk="0" fontAlgn="base" hangingPunct="0">
              <a:spcBef>
                <a:spcPct val="0"/>
              </a:spcBef>
              <a:spcAft>
                <a:spcPct val="0"/>
              </a:spcAft>
              <a:defRPr sz="2300">
                <a:solidFill>
                  <a:schemeClr val="tx1"/>
                </a:solidFill>
                <a:latin typeface="Arial" charset="0"/>
                <a:ea typeface="ＭＳ Ｐゴシック" charset="0"/>
              </a:defRPr>
            </a:lvl6pPr>
            <a:lvl7pPr marL="2811026" indent="-216233" defTabSz="914485" eaLnBrk="0" fontAlgn="base" hangingPunct="0">
              <a:spcBef>
                <a:spcPct val="0"/>
              </a:spcBef>
              <a:spcAft>
                <a:spcPct val="0"/>
              </a:spcAft>
              <a:defRPr sz="2300">
                <a:solidFill>
                  <a:schemeClr val="tx1"/>
                </a:solidFill>
                <a:latin typeface="Arial" charset="0"/>
                <a:ea typeface="ＭＳ Ｐゴシック" charset="0"/>
              </a:defRPr>
            </a:lvl7pPr>
            <a:lvl8pPr marL="3243491" indent="-216233" defTabSz="914485" eaLnBrk="0" fontAlgn="base" hangingPunct="0">
              <a:spcBef>
                <a:spcPct val="0"/>
              </a:spcBef>
              <a:spcAft>
                <a:spcPct val="0"/>
              </a:spcAft>
              <a:defRPr sz="2300">
                <a:solidFill>
                  <a:schemeClr val="tx1"/>
                </a:solidFill>
                <a:latin typeface="Arial" charset="0"/>
                <a:ea typeface="ＭＳ Ｐゴシック" charset="0"/>
              </a:defRPr>
            </a:lvl8pPr>
            <a:lvl9pPr marL="3675957" indent="-216233" defTabSz="914485" eaLnBrk="0" fontAlgn="base" hangingPunct="0">
              <a:spcBef>
                <a:spcPct val="0"/>
              </a:spcBef>
              <a:spcAft>
                <a:spcPct val="0"/>
              </a:spcAft>
              <a:defRPr sz="2300">
                <a:solidFill>
                  <a:schemeClr val="tx1"/>
                </a:solidFill>
                <a:latin typeface="Arial" charset="0"/>
                <a:ea typeface="ＭＳ Ｐゴシック" charset="0"/>
              </a:defRPr>
            </a:lvl9pPr>
          </a:lstStyle>
          <a:p>
            <a:r>
              <a:rPr lang="en-US" sz="1200"/>
              <a:t>prepared by Razana Alwee</a:t>
            </a:r>
          </a:p>
        </p:txBody>
      </p:sp>
      <p:sp>
        <p:nvSpPr>
          <p:cNvPr id="126979" name="Rectangle 7"/>
          <p:cNvSpPr>
            <a:spLocks noGrp="1" noChangeArrowheads="1"/>
          </p:cNvSpPr>
          <p:nvPr>
            <p:ph type="sldNum" sz="quarter" idx="5"/>
          </p:nvPr>
        </p:nvSpPr>
        <p:spPr>
          <a:noFill/>
        </p:spPr>
        <p:txBody>
          <a:bodyPr/>
          <a:lstStyle>
            <a:lvl1pPr defTabSz="914485">
              <a:defRPr sz="2300">
                <a:solidFill>
                  <a:schemeClr val="tx1"/>
                </a:solidFill>
                <a:latin typeface="Arial" charset="0"/>
                <a:ea typeface="ＭＳ Ｐゴシック" charset="0"/>
                <a:cs typeface="ＭＳ Ｐゴシック" charset="0"/>
              </a:defRPr>
            </a:lvl1pPr>
            <a:lvl2pPr marL="702756" indent="-270291" defTabSz="914485">
              <a:defRPr sz="2300">
                <a:solidFill>
                  <a:schemeClr val="tx1"/>
                </a:solidFill>
                <a:latin typeface="Arial" charset="0"/>
                <a:ea typeface="ＭＳ Ｐゴシック" charset="0"/>
              </a:defRPr>
            </a:lvl2pPr>
            <a:lvl3pPr marL="1081164" indent="-216233" defTabSz="914485">
              <a:defRPr sz="2300">
                <a:solidFill>
                  <a:schemeClr val="tx1"/>
                </a:solidFill>
                <a:latin typeface="Arial" charset="0"/>
                <a:ea typeface="ＭＳ Ｐゴシック" charset="0"/>
              </a:defRPr>
            </a:lvl3pPr>
            <a:lvl4pPr marL="1513629" indent="-216233" defTabSz="914485">
              <a:defRPr sz="2300">
                <a:solidFill>
                  <a:schemeClr val="tx1"/>
                </a:solidFill>
                <a:latin typeface="Arial" charset="0"/>
                <a:ea typeface="ＭＳ Ｐゴシック" charset="0"/>
              </a:defRPr>
            </a:lvl4pPr>
            <a:lvl5pPr marL="1946095" indent="-216233" defTabSz="914485">
              <a:defRPr sz="2300">
                <a:solidFill>
                  <a:schemeClr val="tx1"/>
                </a:solidFill>
                <a:latin typeface="Arial" charset="0"/>
                <a:ea typeface="ＭＳ Ｐゴシック" charset="0"/>
              </a:defRPr>
            </a:lvl5pPr>
            <a:lvl6pPr marL="2378560" indent="-216233" defTabSz="914485" eaLnBrk="0" fontAlgn="base" hangingPunct="0">
              <a:spcBef>
                <a:spcPct val="0"/>
              </a:spcBef>
              <a:spcAft>
                <a:spcPct val="0"/>
              </a:spcAft>
              <a:defRPr sz="2300">
                <a:solidFill>
                  <a:schemeClr val="tx1"/>
                </a:solidFill>
                <a:latin typeface="Arial" charset="0"/>
                <a:ea typeface="ＭＳ Ｐゴシック" charset="0"/>
              </a:defRPr>
            </a:lvl6pPr>
            <a:lvl7pPr marL="2811026" indent="-216233" defTabSz="914485" eaLnBrk="0" fontAlgn="base" hangingPunct="0">
              <a:spcBef>
                <a:spcPct val="0"/>
              </a:spcBef>
              <a:spcAft>
                <a:spcPct val="0"/>
              </a:spcAft>
              <a:defRPr sz="2300">
                <a:solidFill>
                  <a:schemeClr val="tx1"/>
                </a:solidFill>
                <a:latin typeface="Arial" charset="0"/>
                <a:ea typeface="ＭＳ Ｐゴシック" charset="0"/>
              </a:defRPr>
            </a:lvl7pPr>
            <a:lvl8pPr marL="3243491" indent="-216233" defTabSz="914485" eaLnBrk="0" fontAlgn="base" hangingPunct="0">
              <a:spcBef>
                <a:spcPct val="0"/>
              </a:spcBef>
              <a:spcAft>
                <a:spcPct val="0"/>
              </a:spcAft>
              <a:defRPr sz="2300">
                <a:solidFill>
                  <a:schemeClr val="tx1"/>
                </a:solidFill>
                <a:latin typeface="Arial" charset="0"/>
                <a:ea typeface="ＭＳ Ｐゴシック" charset="0"/>
              </a:defRPr>
            </a:lvl8pPr>
            <a:lvl9pPr marL="3675957" indent="-216233" defTabSz="914485" eaLnBrk="0" fontAlgn="base" hangingPunct="0">
              <a:spcBef>
                <a:spcPct val="0"/>
              </a:spcBef>
              <a:spcAft>
                <a:spcPct val="0"/>
              </a:spcAft>
              <a:defRPr sz="2300">
                <a:solidFill>
                  <a:schemeClr val="tx1"/>
                </a:solidFill>
                <a:latin typeface="Arial" charset="0"/>
                <a:ea typeface="ＭＳ Ｐゴシック" charset="0"/>
              </a:defRPr>
            </a:lvl9pPr>
          </a:lstStyle>
          <a:p>
            <a:fld id="{32E98CE8-BFDF-794F-9BD0-432D2D7431E4}" type="slidenum">
              <a:rPr lang="en-US" sz="1200"/>
              <a:pPr/>
              <a:t>29</a:t>
            </a:fld>
            <a:endParaRPr lang="en-US" sz="1200"/>
          </a:p>
        </p:txBody>
      </p:sp>
      <p:sp>
        <p:nvSpPr>
          <p:cNvPr id="126980" name="Rectangle 2"/>
          <p:cNvSpPr>
            <a:spLocks noChangeArrowheads="1"/>
          </p:cNvSpPr>
          <p:nvPr/>
        </p:nvSpPr>
        <p:spPr bwMode="auto">
          <a:xfrm>
            <a:off x="3885903" y="1"/>
            <a:ext cx="2972097" cy="4565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86493" tIns="43247" rIns="86493" bIns="43247" anchor="ctr"/>
          <a:lstStyle/>
          <a:p>
            <a:endParaRPr lang="en-AU"/>
          </a:p>
        </p:txBody>
      </p:sp>
      <p:sp>
        <p:nvSpPr>
          <p:cNvPr id="126981" name="Rectangle 3"/>
          <p:cNvSpPr>
            <a:spLocks noChangeArrowheads="1"/>
          </p:cNvSpPr>
          <p:nvPr/>
        </p:nvSpPr>
        <p:spPr bwMode="auto">
          <a:xfrm>
            <a:off x="3885903" y="8687405"/>
            <a:ext cx="2972097" cy="4565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19049" tIns="0" rIns="19049" bIns="0" anchor="b"/>
          <a:lstStyle/>
          <a:p>
            <a:pPr algn="r" defTabSz="914485"/>
            <a:r>
              <a:rPr lang="en-US" sz="1000" i="1">
                <a:latin typeface="Times New Roman" charset="0"/>
              </a:rPr>
              <a:t>10</a:t>
            </a:r>
          </a:p>
        </p:txBody>
      </p:sp>
      <p:sp>
        <p:nvSpPr>
          <p:cNvPr id="126982" name="Rectangle 4"/>
          <p:cNvSpPr>
            <a:spLocks noChangeArrowheads="1"/>
          </p:cNvSpPr>
          <p:nvPr/>
        </p:nvSpPr>
        <p:spPr bwMode="auto">
          <a:xfrm>
            <a:off x="0" y="8687405"/>
            <a:ext cx="2972098" cy="4565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86493" tIns="43247" rIns="86493" bIns="43247" anchor="ctr"/>
          <a:lstStyle/>
          <a:p>
            <a:endParaRPr lang="en-AU"/>
          </a:p>
        </p:txBody>
      </p:sp>
      <p:sp>
        <p:nvSpPr>
          <p:cNvPr id="126983" name="Rectangle 5"/>
          <p:cNvSpPr>
            <a:spLocks noChangeArrowheads="1"/>
          </p:cNvSpPr>
          <p:nvPr/>
        </p:nvSpPr>
        <p:spPr bwMode="auto">
          <a:xfrm>
            <a:off x="0" y="1"/>
            <a:ext cx="2972098" cy="4565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86493" tIns="43247" rIns="86493" bIns="43247" anchor="ctr"/>
          <a:lstStyle/>
          <a:p>
            <a:endParaRPr lang="en-AU"/>
          </a:p>
        </p:txBody>
      </p:sp>
      <p:sp>
        <p:nvSpPr>
          <p:cNvPr id="126984" name="Rectangle 6"/>
          <p:cNvSpPr>
            <a:spLocks noGrp="1" noChangeArrowheads="1"/>
          </p:cNvSpPr>
          <p:nvPr>
            <p:ph type="body" idx="1"/>
          </p:nvPr>
        </p:nvSpPr>
        <p:spPr>
          <a:xfrm>
            <a:off x="913805" y="3276298"/>
            <a:ext cx="5030391" cy="5181297"/>
          </a:xfrm>
          <a:noFill/>
          <a:extLs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480" tIns="44446" rIns="90480" bIns="44446"/>
          <a:lstStyle/>
          <a:p>
            <a:pPr eaLnBrk="1" hangingPunct="1"/>
            <a:endParaRPr lang="en-US" dirty="0">
              <a:ea typeface="ＭＳ Ｐゴシック" charset="0"/>
            </a:endParaRPr>
          </a:p>
        </p:txBody>
      </p:sp>
      <p:sp>
        <p:nvSpPr>
          <p:cNvPr id="126985" name="Rectangle 7"/>
          <p:cNvSpPr>
            <a:spLocks noGrp="1" noRot="1" noChangeAspect="1" noChangeArrowheads="1" noTextEdit="1"/>
          </p:cNvSpPr>
          <p:nvPr>
            <p:ph type="sldImg"/>
          </p:nvPr>
        </p:nvSpPr>
        <p:spPr>
          <a:xfrm>
            <a:off x="1409700" y="692150"/>
            <a:ext cx="4038600" cy="2273300"/>
          </a:xfrm>
          <a:ln w="12700" cap="flat">
            <a:solidFill>
              <a:schemeClr val="tx1"/>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6"/>
          <p:cNvSpPr>
            <a:spLocks noGrp="1" noChangeArrowheads="1"/>
          </p:cNvSpPr>
          <p:nvPr>
            <p:ph type="ftr" sz="quarter" idx="4"/>
          </p:nvPr>
        </p:nvSpPr>
        <p:spPr>
          <a:noFill/>
        </p:spPr>
        <p:txBody>
          <a:bodyPr/>
          <a:lstStyle>
            <a:lvl1pPr defTabSz="914485">
              <a:defRPr sz="2300">
                <a:solidFill>
                  <a:schemeClr val="tx1"/>
                </a:solidFill>
                <a:latin typeface="Arial" charset="0"/>
                <a:ea typeface="ＭＳ Ｐゴシック" charset="0"/>
                <a:cs typeface="ＭＳ Ｐゴシック" charset="0"/>
              </a:defRPr>
            </a:lvl1pPr>
            <a:lvl2pPr marL="702756" indent="-270291" defTabSz="914485">
              <a:defRPr sz="2300">
                <a:solidFill>
                  <a:schemeClr val="tx1"/>
                </a:solidFill>
                <a:latin typeface="Arial" charset="0"/>
                <a:ea typeface="ＭＳ Ｐゴシック" charset="0"/>
              </a:defRPr>
            </a:lvl2pPr>
            <a:lvl3pPr marL="1081164" indent="-216233" defTabSz="914485">
              <a:defRPr sz="2300">
                <a:solidFill>
                  <a:schemeClr val="tx1"/>
                </a:solidFill>
                <a:latin typeface="Arial" charset="0"/>
                <a:ea typeface="ＭＳ Ｐゴシック" charset="0"/>
              </a:defRPr>
            </a:lvl3pPr>
            <a:lvl4pPr marL="1513629" indent="-216233" defTabSz="914485">
              <a:defRPr sz="2300">
                <a:solidFill>
                  <a:schemeClr val="tx1"/>
                </a:solidFill>
                <a:latin typeface="Arial" charset="0"/>
                <a:ea typeface="ＭＳ Ｐゴシック" charset="0"/>
              </a:defRPr>
            </a:lvl4pPr>
            <a:lvl5pPr marL="1946095" indent="-216233" defTabSz="914485">
              <a:defRPr sz="2300">
                <a:solidFill>
                  <a:schemeClr val="tx1"/>
                </a:solidFill>
                <a:latin typeface="Arial" charset="0"/>
                <a:ea typeface="ＭＳ Ｐゴシック" charset="0"/>
              </a:defRPr>
            </a:lvl5pPr>
            <a:lvl6pPr marL="2378560" indent="-216233" defTabSz="914485" eaLnBrk="0" fontAlgn="base" hangingPunct="0">
              <a:spcBef>
                <a:spcPct val="0"/>
              </a:spcBef>
              <a:spcAft>
                <a:spcPct val="0"/>
              </a:spcAft>
              <a:defRPr sz="2300">
                <a:solidFill>
                  <a:schemeClr val="tx1"/>
                </a:solidFill>
                <a:latin typeface="Arial" charset="0"/>
                <a:ea typeface="ＭＳ Ｐゴシック" charset="0"/>
              </a:defRPr>
            </a:lvl6pPr>
            <a:lvl7pPr marL="2811026" indent="-216233" defTabSz="914485" eaLnBrk="0" fontAlgn="base" hangingPunct="0">
              <a:spcBef>
                <a:spcPct val="0"/>
              </a:spcBef>
              <a:spcAft>
                <a:spcPct val="0"/>
              </a:spcAft>
              <a:defRPr sz="2300">
                <a:solidFill>
                  <a:schemeClr val="tx1"/>
                </a:solidFill>
                <a:latin typeface="Arial" charset="0"/>
                <a:ea typeface="ＭＳ Ｐゴシック" charset="0"/>
              </a:defRPr>
            </a:lvl7pPr>
            <a:lvl8pPr marL="3243491" indent="-216233" defTabSz="914485" eaLnBrk="0" fontAlgn="base" hangingPunct="0">
              <a:spcBef>
                <a:spcPct val="0"/>
              </a:spcBef>
              <a:spcAft>
                <a:spcPct val="0"/>
              </a:spcAft>
              <a:defRPr sz="2300">
                <a:solidFill>
                  <a:schemeClr val="tx1"/>
                </a:solidFill>
                <a:latin typeface="Arial" charset="0"/>
                <a:ea typeface="ＭＳ Ｐゴシック" charset="0"/>
              </a:defRPr>
            </a:lvl8pPr>
            <a:lvl9pPr marL="3675957" indent="-216233" defTabSz="914485" eaLnBrk="0" fontAlgn="base" hangingPunct="0">
              <a:spcBef>
                <a:spcPct val="0"/>
              </a:spcBef>
              <a:spcAft>
                <a:spcPct val="0"/>
              </a:spcAft>
              <a:defRPr sz="2300">
                <a:solidFill>
                  <a:schemeClr val="tx1"/>
                </a:solidFill>
                <a:latin typeface="Arial" charset="0"/>
                <a:ea typeface="ＭＳ Ｐゴシック" charset="0"/>
              </a:defRPr>
            </a:lvl9pPr>
          </a:lstStyle>
          <a:p>
            <a:r>
              <a:rPr lang="en-US" sz="1200"/>
              <a:t>prepared by Razana Alwee</a:t>
            </a:r>
          </a:p>
        </p:txBody>
      </p:sp>
      <p:sp>
        <p:nvSpPr>
          <p:cNvPr id="128003" name="Rectangle 7"/>
          <p:cNvSpPr>
            <a:spLocks noGrp="1" noChangeArrowheads="1"/>
          </p:cNvSpPr>
          <p:nvPr>
            <p:ph type="sldNum" sz="quarter" idx="5"/>
          </p:nvPr>
        </p:nvSpPr>
        <p:spPr>
          <a:noFill/>
        </p:spPr>
        <p:txBody>
          <a:bodyPr/>
          <a:lstStyle>
            <a:lvl1pPr defTabSz="914485">
              <a:defRPr sz="2300">
                <a:solidFill>
                  <a:schemeClr val="tx1"/>
                </a:solidFill>
                <a:latin typeface="Arial" charset="0"/>
                <a:ea typeface="ＭＳ Ｐゴシック" charset="0"/>
                <a:cs typeface="ＭＳ Ｐゴシック" charset="0"/>
              </a:defRPr>
            </a:lvl1pPr>
            <a:lvl2pPr marL="702756" indent="-270291" defTabSz="914485">
              <a:defRPr sz="2300">
                <a:solidFill>
                  <a:schemeClr val="tx1"/>
                </a:solidFill>
                <a:latin typeface="Arial" charset="0"/>
                <a:ea typeface="ＭＳ Ｐゴシック" charset="0"/>
              </a:defRPr>
            </a:lvl2pPr>
            <a:lvl3pPr marL="1081164" indent="-216233" defTabSz="914485">
              <a:defRPr sz="2300">
                <a:solidFill>
                  <a:schemeClr val="tx1"/>
                </a:solidFill>
                <a:latin typeface="Arial" charset="0"/>
                <a:ea typeface="ＭＳ Ｐゴシック" charset="0"/>
              </a:defRPr>
            </a:lvl3pPr>
            <a:lvl4pPr marL="1513629" indent="-216233" defTabSz="914485">
              <a:defRPr sz="2300">
                <a:solidFill>
                  <a:schemeClr val="tx1"/>
                </a:solidFill>
                <a:latin typeface="Arial" charset="0"/>
                <a:ea typeface="ＭＳ Ｐゴシック" charset="0"/>
              </a:defRPr>
            </a:lvl4pPr>
            <a:lvl5pPr marL="1946095" indent="-216233" defTabSz="914485">
              <a:defRPr sz="2300">
                <a:solidFill>
                  <a:schemeClr val="tx1"/>
                </a:solidFill>
                <a:latin typeface="Arial" charset="0"/>
                <a:ea typeface="ＭＳ Ｐゴシック" charset="0"/>
              </a:defRPr>
            </a:lvl5pPr>
            <a:lvl6pPr marL="2378560" indent="-216233" defTabSz="914485" eaLnBrk="0" fontAlgn="base" hangingPunct="0">
              <a:spcBef>
                <a:spcPct val="0"/>
              </a:spcBef>
              <a:spcAft>
                <a:spcPct val="0"/>
              </a:spcAft>
              <a:defRPr sz="2300">
                <a:solidFill>
                  <a:schemeClr val="tx1"/>
                </a:solidFill>
                <a:latin typeface="Arial" charset="0"/>
                <a:ea typeface="ＭＳ Ｐゴシック" charset="0"/>
              </a:defRPr>
            </a:lvl6pPr>
            <a:lvl7pPr marL="2811026" indent="-216233" defTabSz="914485" eaLnBrk="0" fontAlgn="base" hangingPunct="0">
              <a:spcBef>
                <a:spcPct val="0"/>
              </a:spcBef>
              <a:spcAft>
                <a:spcPct val="0"/>
              </a:spcAft>
              <a:defRPr sz="2300">
                <a:solidFill>
                  <a:schemeClr val="tx1"/>
                </a:solidFill>
                <a:latin typeface="Arial" charset="0"/>
                <a:ea typeface="ＭＳ Ｐゴシック" charset="0"/>
              </a:defRPr>
            </a:lvl7pPr>
            <a:lvl8pPr marL="3243491" indent="-216233" defTabSz="914485" eaLnBrk="0" fontAlgn="base" hangingPunct="0">
              <a:spcBef>
                <a:spcPct val="0"/>
              </a:spcBef>
              <a:spcAft>
                <a:spcPct val="0"/>
              </a:spcAft>
              <a:defRPr sz="2300">
                <a:solidFill>
                  <a:schemeClr val="tx1"/>
                </a:solidFill>
                <a:latin typeface="Arial" charset="0"/>
                <a:ea typeface="ＭＳ Ｐゴシック" charset="0"/>
              </a:defRPr>
            </a:lvl8pPr>
            <a:lvl9pPr marL="3675957" indent="-216233" defTabSz="914485" eaLnBrk="0" fontAlgn="base" hangingPunct="0">
              <a:spcBef>
                <a:spcPct val="0"/>
              </a:spcBef>
              <a:spcAft>
                <a:spcPct val="0"/>
              </a:spcAft>
              <a:defRPr sz="2300">
                <a:solidFill>
                  <a:schemeClr val="tx1"/>
                </a:solidFill>
                <a:latin typeface="Arial" charset="0"/>
                <a:ea typeface="ＭＳ Ｐゴシック" charset="0"/>
              </a:defRPr>
            </a:lvl9pPr>
          </a:lstStyle>
          <a:p>
            <a:fld id="{627641CE-6207-7E43-A2C9-0936FCE0EF96}" type="slidenum">
              <a:rPr lang="en-US" sz="1200"/>
              <a:pPr/>
              <a:t>30</a:t>
            </a:fld>
            <a:endParaRPr lang="en-US" sz="1200"/>
          </a:p>
        </p:txBody>
      </p:sp>
      <p:sp>
        <p:nvSpPr>
          <p:cNvPr id="128004" name="Rectangle 2"/>
          <p:cNvSpPr>
            <a:spLocks noChangeArrowheads="1"/>
          </p:cNvSpPr>
          <p:nvPr/>
        </p:nvSpPr>
        <p:spPr bwMode="auto">
          <a:xfrm>
            <a:off x="3885903" y="1"/>
            <a:ext cx="2972097" cy="4565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86493" tIns="43247" rIns="86493" bIns="43247" anchor="ctr"/>
          <a:lstStyle/>
          <a:p>
            <a:endParaRPr lang="en-AU"/>
          </a:p>
        </p:txBody>
      </p:sp>
      <p:sp>
        <p:nvSpPr>
          <p:cNvPr id="128005" name="Rectangle 3"/>
          <p:cNvSpPr>
            <a:spLocks noChangeArrowheads="1"/>
          </p:cNvSpPr>
          <p:nvPr/>
        </p:nvSpPr>
        <p:spPr bwMode="auto">
          <a:xfrm>
            <a:off x="3885903" y="8687405"/>
            <a:ext cx="2972097" cy="4565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19049" tIns="0" rIns="19049" bIns="0" anchor="b"/>
          <a:lstStyle/>
          <a:p>
            <a:pPr algn="r" defTabSz="914485"/>
            <a:r>
              <a:rPr lang="en-US" sz="1000" i="1">
                <a:latin typeface="Times New Roman" charset="0"/>
              </a:rPr>
              <a:t>11</a:t>
            </a:r>
          </a:p>
        </p:txBody>
      </p:sp>
      <p:sp>
        <p:nvSpPr>
          <p:cNvPr id="128006" name="Rectangle 4"/>
          <p:cNvSpPr>
            <a:spLocks noChangeArrowheads="1"/>
          </p:cNvSpPr>
          <p:nvPr/>
        </p:nvSpPr>
        <p:spPr bwMode="auto">
          <a:xfrm>
            <a:off x="0" y="8687405"/>
            <a:ext cx="2972098" cy="4565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86493" tIns="43247" rIns="86493" bIns="43247" anchor="ctr"/>
          <a:lstStyle/>
          <a:p>
            <a:endParaRPr lang="en-AU"/>
          </a:p>
        </p:txBody>
      </p:sp>
      <p:sp>
        <p:nvSpPr>
          <p:cNvPr id="128007" name="Rectangle 5"/>
          <p:cNvSpPr>
            <a:spLocks noChangeArrowheads="1"/>
          </p:cNvSpPr>
          <p:nvPr/>
        </p:nvSpPr>
        <p:spPr bwMode="auto">
          <a:xfrm>
            <a:off x="0" y="1"/>
            <a:ext cx="2972098" cy="4565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86493" tIns="43247" rIns="86493" bIns="43247" anchor="ctr"/>
          <a:lstStyle/>
          <a:p>
            <a:endParaRPr lang="en-AU"/>
          </a:p>
        </p:txBody>
      </p:sp>
      <p:sp>
        <p:nvSpPr>
          <p:cNvPr id="128008" name="Rectangle 6"/>
          <p:cNvSpPr>
            <a:spLocks noGrp="1" noChangeArrowheads="1"/>
          </p:cNvSpPr>
          <p:nvPr>
            <p:ph type="body" idx="1"/>
          </p:nvPr>
        </p:nvSpPr>
        <p:spPr>
          <a:xfrm>
            <a:off x="913805" y="3276298"/>
            <a:ext cx="5030391" cy="5181297"/>
          </a:xfrm>
          <a:noFill/>
          <a:extLs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 uri="{FAA26D3D-D897-4be2-8F04-BA451C77F1D7}">
              <ma14:placeholderFlag xmlns="" xmlns:ma14="http://schemas.microsoft.com/office/mac/drawingml/2011/main" val="1"/>
            </a:ext>
          </a:extLst>
        </p:spPr>
        <p:txBody>
          <a:bodyPr lIns="90480" tIns="44446" rIns="90480" bIns="44446"/>
          <a:lstStyle/>
          <a:p>
            <a:pPr eaLnBrk="1" hangingPunct="1"/>
            <a:endParaRPr lang="en-US">
              <a:ea typeface="ＭＳ Ｐゴシック" charset="0"/>
            </a:endParaRPr>
          </a:p>
        </p:txBody>
      </p:sp>
      <p:sp>
        <p:nvSpPr>
          <p:cNvPr id="128009" name="Rectangle 7"/>
          <p:cNvSpPr>
            <a:spLocks noGrp="1" noRot="1" noChangeAspect="1" noChangeArrowheads="1" noTextEdit="1"/>
          </p:cNvSpPr>
          <p:nvPr>
            <p:ph type="sldImg"/>
          </p:nvPr>
        </p:nvSpPr>
        <p:spPr>
          <a:xfrm>
            <a:off x="1409700" y="692150"/>
            <a:ext cx="4038600" cy="2273300"/>
          </a:xfrm>
          <a:ln w="12700" cap="flat">
            <a:solidFill>
              <a:schemeClr val="tx1"/>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Rectangle 6"/>
          <p:cNvSpPr>
            <a:spLocks noGrp="1" noChangeArrowheads="1"/>
          </p:cNvSpPr>
          <p:nvPr>
            <p:ph type="ftr" sz="quarter" idx="4"/>
          </p:nvPr>
        </p:nvSpPr>
        <p:spPr>
          <a:noFill/>
        </p:spPr>
        <p:txBody>
          <a:bodyPr/>
          <a:lstStyle>
            <a:lvl1pPr defTabSz="914485">
              <a:defRPr sz="2300">
                <a:solidFill>
                  <a:schemeClr val="tx1"/>
                </a:solidFill>
                <a:latin typeface="Arial" charset="0"/>
                <a:ea typeface="ＭＳ Ｐゴシック" charset="0"/>
                <a:cs typeface="ＭＳ Ｐゴシック" charset="0"/>
              </a:defRPr>
            </a:lvl1pPr>
            <a:lvl2pPr marL="702756" indent="-270291" defTabSz="914485">
              <a:defRPr sz="2300">
                <a:solidFill>
                  <a:schemeClr val="tx1"/>
                </a:solidFill>
                <a:latin typeface="Arial" charset="0"/>
                <a:ea typeface="ＭＳ Ｐゴシック" charset="0"/>
              </a:defRPr>
            </a:lvl2pPr>
            <a:lvl3pPr marL="1081164" indent="-216233" defTabSz="914485">
              <a:defRPr sz="2300">
                <a:solidFill>
                  <a:schemeClr val="tx1"/>
                </a:solidFill>
                <a:latin typeface="Arial" charset="0"/>
                <a:ea typeface="ＭＳ Ｐゴシック" charset="0"/>
              </a:defRPr>
            </a:lvl3pPr>
            <a:lvl4pPr marL="1513629" indent="-216233" defTabSz="914485">
              <a:defRPr sz="2300">
                <a:solidFill>
                  <a:schemeClr val="tx1"/>
                </a:solidFill>
                <a:latin typeface="Arial" charset="0"/>
                <a:ea typeface="ＭＳ Ｐゴシック" charset="0"/>
              </a:defRPr>
            </a:lvl4pPr>
            <a:lvl5pPr marL="1946095" indent="-216233" defTabSz="914485">
              <a:defRPr sz="2300">
                <a:solidFill>
                  <a:schemeClr val="tx1"/>
                </a:solidFill>
                <a:latin typeface="Arial" charset="0"/>
                <a:ea typeface="ＭＳ Ｐゴシック" charset="0"/>
              </a:defRPr>
            </a:lvl5pPr>
            <a:lvl6pPr marL="2378560" indent="-216233" defTabSz="914485" eaLnBrk="0" fontAlgn="base" hangingPunct="0">
              <a:spcBef>
                <a:spcPct val="0"/>
              </a:spcBef>
              <a:spcAft>
                <a:spcPct val="0"/>
              </a:spcAft>
              <a:defRPr sz="2300">
                <a:solidFill>
                  <a:schemeClr val="tx1"/>
                </a:solidFill>
                <a:latin typeface="Arial" charset="0"/>
                <a:ea typeface="ＭＳ Ｐゴシック" charset="0"/>
              </a:defRPr>
            </a:lvl6pPr>
            <a:lvl7pPr marL="2811026" indent="-216233" defTabSz="914485" eaLnBrk="0" fontAlgn="base" hangingPunct="0">
              <a:spcBef>
                <a:spcPct val="0"/>
              </a:spcBef>
              <a:spcAft>
                <a:spcPct val="0"/>
              </a:spcAft>
              <a:defRPr sz="2300">
                <a:solidFill>
                  <a:schemeClr val="tx1"/>
                </a:solidFill>
                <a:latin typeface="Arial" charset="0"/>
                <a:ea typeface="ＭＳ Ｐゴシック" charset="0"/>
              </a:defRPr>
            </a:lvl7pPr>
            <a:lvl8pPr marL="3243491" indent="-216233" defTabSz="914485" eaLnBrk="0" fontAlgn="base" hangingPunct="0">
              <a:spcBef>
                <a:spcPct val="0"/>
              </a:spcBef>
              <a:spcAft>
                <a:spcPct val="0"/>
              </a:spcAft>
              <a:defRPr sz="2300">
                <a:solidFill>
                  <a:schemeClr val="tx1"/>
                </a:solidFill>
                <a:latin typeface="Arial" charset="0"/>
                <a:ea typeface="ＭＳ Ｐゴシック" charset="0"/>
              </a:defRPr>
            </a:lvl8pPr>
            <a:lvl9pPr marL="3675957" indent="-216233" defTabSz="914485" eaLnBrk="0" fontAlgn="base" hangingPunct="0">
              <a:spcBef>
                <a:spcPct val="0"/>
              </a:spcBef>
              <a:spcAft>
                <a:spcPct val="0"/>
              </a:spcAft>
              <a:defRPr sz="2300">
                <a:solidFill>
                  <a:schemeClr val="tx1"/>
                </a:solidFill>
                <a:latin typeface="Arial" charset="0"/>
                <a:ea typeface="ＭＳ Ｐゴシック" charset="0"/>
              </a:defRPr>
            </a:lvl9pPr>
          </a:lstStyle>
          <a:p>
            <a:r>
              <a:rPr lang="en-US" sz="1200"/>
              <a:t>prepared by Razana Alwee</a:t>
            </a:r>
          </a:p>
        </p:txBody>
      </p:sp>
      <p:sp>
        <p:nvSpPr>
          <p:cNvPr id="130051" name="Rectangle 7"/>
          <p:cNvSpPr>
            <a:spLocks noGrp="1" noChangeArrowheads="1"/>
          </p:cNvSpPr>
          <p:nvPr>
            <p:ph type="sldNum" sz="quarter" idx="5"/>
          </p:nvPr>
        </p:nvSpPr>
        <p:spPr>
          <a:noFill/>
        </p:spPr>
        <p:txBody>
          <a:bodyPr/>
          <a:lstStyle>
            <a:lvl1pPr defTabSz="914485">
              <a:defRPr sz="2300">
                <a:solidFill>
                  <a:schemeClr val="tx1"/>
                </a:solidFill>
                <a:latin typeface="Arial" charset="0"/>
                <a:ea typeface="ＭＳ Ｐゴシック" charset="0"/>
                <a:cs typeface="ＭＳ Ｐゴシック" charset="0"/>
              </a:defRPr>
            </a:lvl1pPr>
            <a:lvl2pPr marL="702756" indent="-270291" defTabSz="914485">
              <a:defRPr sz="2300">
                <a:solidFill>
                  <a:schemeClr val="tx1"/>
                </a:solidFill>
                <a:latin typeface="Arial" charset="0"/>
                <a:ea typeface="ＭＳ Ｐゴシック" charset="0"/>
              </a:defRPr>
            </a:lvl2pPr>
            <a:lvl3pPr marL="1081164" indent="-216233" defTabSz="914485">
              <a:defRPr sz="2300">
                <a:solidFill>
                  <a:schemeClr val="tx1"/>
                </a:solidFill>
                <a:latin typeface="Arial" charset="0"/>
                <a:ea typeface="ＭＳ Ｐゴシック" charset="0"/>
              </a:defRPr>
            </a:lvl3pPr>
            <a:lvl4pPr marL="1513629" indent="-216233" defTabSz="914485">
              <a:defRPr sz="2300">
                <a:solidFill>
                  <a:schemeClr val="tx1"/>
                </a:solidFill>
                <a:latin typeface="Arial" charset="0"/>
                <a:ea typeface="ＭＳ Ｐゴシック" charset="0"/>
              </a:defRPr>
            </a:lvl4pPr>
            <a:lvl5pPr marL="1946095" indent="-216233" defTabSz="914485">
              <a:defRPr sz="2300">
                <a:solidFill>
                  <a:schemeClr val="tx1"/>
                </a:solidFill>
                <a:latin typeface="Arial" charset="0"/>
                <a:ea typeface="ＭＳ Ｐゴシック" charset="0"/>
              </a:defRPr>
            </a:lvl5pPr>
            <a:lvl6pPr marL="2378560" indent="-216233" defTabSz="914485" eaLnBrk="0" fontAlgn="base" hangingPunct="0">
              <a:spcBef>
                <a:spcPct val="0"/>
              </a:spcBef>
              <a:spcAft>
                <a:spcPct val="0"/>
              </a:spcAft>
              <a:defRPr sz="2300">
                <a:solidFill>
                  <a:schemeClr val="tx1"/>
                </a:solidFill>
                <a:latin typeface="Arial" charset="0"/>
                <a:ea typeface="ＭＳ Ｐゴシック" charset="0"/>
              </a:defRPr>
            </a:lvl6pPr>
            <a:lvl7pPr marL="2811026" indent="-216233" defTabSz="914485" eaLnBrk="0" fontAlgn="base" hangingPunct="0">
              <a:spcBef>
                <a:spcPct val="0"/>
              </a:spcBef>
              <a:spcAft>
                <a:spcPct val="0"/>
              </a:spcAft>
              <a:defRPr sz="2300">
                <a:solidFill>
                  <a:schemeClr val="tx1"/>
                </a:solidFill>
                <a:latin typeface="Arial" charset="0"/>
                <a:ea typeface="ＭＳ Ｐゴシック" charset="0"/>
              </a:defRPr>
            </a:lvl7pPr>
            <a:lvl8pPr marL="3243491" indent="-216233" defTabSz="914485" eaLnBrk="0" fontAlgn="base" hangingPunct="0">
              <a:spcBef>
                <a:spcPct val="0"/>
              </a:spcBef>
              <a:spcAft>
                <a:spcPct val="0"/>
              </a:spcAft>
              <a:defRPr sz="2300">
                <a:solidFill>
                  <a:schemeClr val="tx1"/>
                </a:solidFill>
                <a:latin typeface="Arial" charset="0"/>
                <a:ea typeface="ＭＳ Ｐゴシック" charset="0"/>
              </a:defRPr>
            </a:lvl8pPr>
            <a:lvl9pPr marL="3675957" indent="-216233" defTabSz="914485" eaLnBrk="0" fontAlgn="base" hangingPunct="0">
              <a:spcBef>
                <a:spcPct val="0"/>
              </a:spcBef>
              <a:spcAft>
                <a:spcPct val="0"/>
              </a:spcAft>
              <a:defRPr sz="2300">
                <a:solidFill>
                  <a:schemeClr val="tx1"/>
                </a:solidFill>
                <a:latin typeface="Arial" charset="0"/>
                <a:ea typeface="ＭＳ Ｐゴシック" charset="0"/>
              </a:defRPr>
            </a:lvl9pPr>
          </a:lstStyle>
          <a:p>
            <a:fld id="{36BA01BC-282A-1947-88EC-AE2475F5035B}" type="slidenum">
              <a:rPr lang="en-US" sz="1200"/>
              <a:pPr/>
              <a:t>31</a:t>
            </a:fld>
            <a:endParaRPr lang="en-US" sz="1200"/>
          </a:p>
        </p:txBody>
      </p:sp>
      <p:sp>
        <p:nvSpPr>
          <p:cNvPr id="130052" name="Rectangle 2"/>
          <p:cNvSpPr>
            <a:spLocks noChangeArrowheads="1"/>
          </p:cNvSpPr>
          <p:nvPr/>
        </p:nvSpPr>
        <p:spPr bwMode="auto">
          <a:xfrm>
            <a:off x="3885903" y="1"/>
            <a:ext cx="2972097" cy="4565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86493" tIns="43247" rIns="86493" bIns="43247" anchor="ctr"/>
          <a:lstStyle/>
          <a:p>
            <a:endParaRPr lang="en-AU"/>
          </a:p>
        </p:txBody>
      </p:sp>
      <p:sp>
        <p:nvSpPr>
          <p:cNvPr id="130053" name="Rectangle 3"/>
          <p:cNvSpPr>
            <a:spLocks noChangeArrowheads="1"/>
          </p:cNvSpPr>
          <p:nvPr/>
        </p:nvSpPr>
        <p:spPr bwMode="auto">
          <a:xfrm>
            <a:off x="3885903" y="8687405"/>
            <a:ext cx="2972097" cy="4565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19049" tIns="0" rIns="19049" bIns="0" anchor="b"/>
          <a:lstStyle/>
          <a:p>
            <a:pPr algn="r" defTabSz="914485"/>
            <a:r>
              <a:rPr lang="en-US" sz="1000" i="1">
                <a:latin typeface="Times New Roman" charset="0"/>
              </a:rPr>
              <a:t>12</a:t>
            </a:r>
          </a:p>
        </p:txBody>
      </p:sp>
      <p:sp>
        <p:nvSpPr>
          <p:cNvPr id="130054" name="Rectangle 4"/>
          <p:cNvSpPr>
            <a:spLocks noChangeArrowheads="1"/>
          </p:cNvSpPr>
          <p:nvPr/>
        </p:nvSpPr>
        <p:spPr bwMode="auto">
          <a:xfrm>
            <a:off x="0" y="8687405"/>
            <a:ext cx="2972098" cy="4565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86493" tIns="43247" rIns="86493" bIns="43247" anchor="ctr"/>
          <a:lstStyle/>
          <a:p>
            <a:endParaRPr lang="en-AU"/>
          </a:p>
        </p:txBody>
      </p:sp>
      <p:sp>
        <p:nvSpPr>
          <p:cNvPr id="130055" name="Rectangle 5"/>
          <p:cNvSpPr>
            <a:spLocks noChangeArrowheads="1"/>
          </p:cNvSpPr>
          <p:nvPr/>
        </p:nvSpPr>
        <p:spPr bwMode="auto">
          <a:xfrm>
            <a:off x="0" y="1"/>
            <a:ext cx="2972098" cy="4565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86493" tIns="43247" rIns="86493" bIns="43247" anchor="ctr"/>
          <a:lstStyle/>
          <a:p>
            <a:endParaRPr lang="en-AU"/>
          </a:p>
        </p:txBody>
      </p:sp>
      <p:sp>
        <p:nvSpPr>
          <p:cNvPr id="130056" name="Rectangle 6"/>
          <p:cNvSpPr>
            <a:spLocks noGrp="1" noChangeArrowheads="1"/>
          </p:cNvSpPr>
          <p:nvPr>
            <p:ph type="body" idx="1"/>
          </p:nvPr>
        </p:nvSpPr>
        <p:spPr>
          <a:xfrm>
            <a:off x="913805" y="3276298"/>
            <a:ext cx="5030391" cy="5181297"/>
          </a:xfrm>
          <a:noFill/>
          <a:extLs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 uri="{FAA26D3D-D897-4be2-8F04-BA451C77F1D7}">
              <ma14:placeholderFlag xmlns="" xmlns:ma14="http://schemas.microsoft.com/office/mac/drawingml/2011/main" val="1"/>
            </a:ext>
          </a:extLst>
        </p:spPr>
        <p:txBody>
          <a:bodyPr lIns="90480" tIns="44446" rIns="90480" bIns="44446"/>
          <a:lstStyle/>
          <a:p>
            <a:pPr eaLnBrk="1" hangingPunct="1"/>
            <a:endParaRPr lang="en-US">
              <a:ea typeface="ＭＳ Ｐゴシック" charset="0"/>
            </a:endParaRPr>
          </a:p>
        </p:txBody>
      </p:sp>
      <p:sp>
        <p:nvSpPr>
          <p:cNvPr id="130057" name="Rectangle 7"/>
          <p:cNvSpPr>
            <a:spLocks noGrp="1" noRot="1" noChangeAspect="1" noChangeArrowheads="1" noTextEdit="1"/>
          </p:cNvSpPr>
          <p:nvPr>
            <p:ph type="sldImg"/>
          </p:nvPr>
        </p:nvSpPr>
        <p:spPr>
          <a:xfrm>
            <a:off x="1409700" y="692150"/>
            <a:ext cx="4038600" cy="2273300"/>
          </a:xfrm>
          <a:ln w="12700" cap="flat">
            <a:solidFill>
              <a:schemeClr val="tx1"/>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Rectangle 6"/>
          <p:cNvSpPr>
            <a:spLocks noGrp="1" noChangeArrowheads="1"/>
          </p:cNvSpPr>
          <p:nvPr>
            <p:ph type="ftr" sz="quarter" idx="4"/>
          </p:nvPr>
        </p:nvSpPr>
        <p:spPr>
          <a:noFill/>
        </p:spPr>
        <p:txBody>
          <a:bodyPr/>
          <a:lstStyle>
            <a:lvl1pPr defTabSz="914485">
              <a:defRPr sz="2300">
                <a:solidFill>
                  <a:schemeClr val="tx1"/>
                </a:solidFill>
                <a:latin typeface="Arial" charset="0"/>
                <a:ea typeface="ＭＳ Ｐゴシック" charset="0"/>
                <a:cs typeface="ＭＳ Ｐゴシック" charset="0"/>
              </a:defRPr>
            </a:lvl1pPr>
            <a:lvl2pPr marL="702756" indent="-270291" defTabSz="914485">
              <a:defRPr sz="2300">
                <a:solidFill>
                  <a:schemeClr val="tx1"/>
                </a:solidFill>
                <a:latin typeface="Arial" charset="0"/>
                <a:ea typeface="ＭＳ Ｐゴシック" charset="0"/>
              </a:defRPr>
            </a:lvl2pPr>
            <a:lvl3pPr marL="1081164" indent="-216233" defTabSz="914485">
              <a:defRPr sz="2300">
                <a:solidFill>
                  <a:schemeClr val="tx1"/>
                </a:solidFill>
                <a:latin typeface="Arial" charset="0"/>
                <a:ea typeface="ＭＳ Ｐゴシック" charset="0"/>
              </a:defRPr>
            </a:lvl3pPr>
            <a:lvl4pPr marL="1513629" indent="-216233" defTabSz="914485">
              <a:defRPr sz="2300">
                <a:solidFill>
                  <a:schemeClr val="tx1"/>
                </a:solidFill>
                <a:latin typeface="Arial" charset="0"/>
                <a:ea typeface="ＭＳ Ｐゴシック" charset="0"/>
              </a:defRPr>
            </a:lvl4pPr>
            <a:lvl5pPr marL="1946095" indent="-216233" defTabSz="914485">
              <a:defRPr sz="2300">
                <a:solidFill>
                  <a:schemeClr val="tx1"/>
                </a:solidFill>
                <a:latin typeface="Arial" charset="0"/>
                <a:ea typeface="ＭＳ Ｐゴシック" charset="0"/>
              </a:defRPr>
            </a:lvl5pPr>
            <a:lvl6pPr marL="2378560" indent="-216233" defTabSz="914485" eaLnBrk="0" fontAlgn="base" hangingPunct="0">
              <a:spcBef>
                <a:spcPct val="0"/>
              </a:spcBef>
              <a:spcAft>
                <a:spcPct val="0"/>
              </a:spcAft>
              <a:defRPr sz="2300">
                <a:solidFill>
                  <a:schemeClr val="tx1"/>
                </a:solidFill>
                <a:latin typeface="Arial" charset="0"/>
                <a:ea typeface="ＭＳ Ｐゴシック" charset="0"/>
              </a:defRPr>
            </a:lvl6pPr>
            <a:lvl7pPr marL="2811026" indent="-216233" defTabSz="914485" eaLnBrk="0" fontAlgn="base" hangingPunct="0">
              <a:spcBef>
                <a:spcPct val="0"/>
              </a:spcBef>
              <a:spcAft>
                <a:spcPct val="0"/>
              </a:spcAft>
              <a:defRPr sz="2300">
                <a:solidFill>
                  <a:schemeClr val="tx1"/>
                </a:solidFill>
                <a:latin typeface="Arial" charset="0"/>
                <a:ea typeface="ＭＳ Ｐゴシック" charset="0"/>
              </a:defRPr>
            </a:lvl7pPr>
            <a:lvl8pPr marL="3243491" indent="-216233" defTabSz="914485" eaLnBrk="0" fontAlgn="base" hangingPunct="0">
              <a:spcBef>
                <a:spcPct val="0"/>
              </a:spcBef>
              <a:spcAft>
                <a:spcPct val="0"/>
              </a:spcAft>
              <a:defRPr sz="2300">
                <a:solidFill>
                  <a:schemeClr val="tx1"/>
                </a:solidFill>
                <a:latin typeface="Arial" charset="0"/>
                <a:ea typeface="ＭＳ Ｐゴシック" charset="0"/>
              </a:defRPr>
            </a:lvl8pPr>
            <a:lvl9pPr marL="3675957" indent="-216233" defTabSz="914485" eaLnBrk="0" fontAlgn="base" hangingPunct="0">
              <a:spcBef>
                <a:spcPct val="0"/>
              </a:spcBef>
              <a:spcAft>
                <a:spcPct val="0"/>
              </a:spcAft>
              <a:defRPr sz="2300">
                <a:solidFill>
                  <a:schemeClr val="tx1"/>
                </a:solidFill>
                <a:latin typeface="Arial" charset="0"/>
                <a:ea typeface="ＭＳ Ｐゴシック" charset="0"/>
              </a:defRPr>
            </a:lvl9pPr>
          </a:lstStyle>
          <a:p>
            <a:r>
              <a:rPr lang="en-US" sz="1200"/>
              <a:t>prepared by Razana Alwee</a:t>
            </a:r>
          </a:p>
        </p:txBody>
      </p:sp>
      <p:sp>
        <p:nvSpPr>
          <p:cNvPr id="131075" name="Rectangle 7"/>
          <p:cNvSpPr>
            <a:spLocks noGrp="1" noChangeArrowheads="1"/>
          </p:cNvSpPr>
          <p:nvPr>
            <p:ph type="sldNum" sz="quarter" idx="5"/>
          </p:nvPr>
        </p:nvSpPr>
        <p:spPr>
          <a:noFill/>
        </p:spPr>
        <p:txBody>
          <a:bodyPr/>
          <a:lstStyle>
            <a:lvl1pPr defTabSz="914485">
              <a:defRPr sz="2300">
                <a:solidFill>
                  <a:schemeClr val="tx1"/>
                </a:solidFill>
                <a:latin typeface="Arial" charset="0"/>
                <a:ea typeface="ＭＳ Ｐゴシック" charset="0"/>
                <a:cs typeface="ＭＳ Ｐゴシック" charset="0"/>
              </a:defRPr>
            </a:lvl1pPr>
            <a:lvl2pPr marL="702756" indent="-270291" defTabSz="914485">
              <a:defRPr sz="2300">
                <a:solidFill>
                  <a:schemeClr val="tx1"/>
                </a:solidFill>
                <a:latin typeface="Arial" charset="0"/>
                <a:ea typeface="ＭＳ Ｐゴシック" charset="0"/>
              </a:defRPr>
            </a:lvl2pPr>
            <a:lvl3pPr marL="1081164" indent="-216233" defTabSz="914485">
              <a:defRPr sz="2300">
                <a:solidFill>
                  <a:schemeClr val="tx1"/>
                </a:solidFill>
                <a:latin typeface="Arial" charset="0"/>
                <a:ea typeface="ＭＳ Ｐゴシック" charset="0"/>
              </a:defRPr>
            </a:lvl3pPr>
            <a:lvl4pPr marL="1513629" indent="-216233" defTabSz="914485">
              <a:defRPr sz="2300">
                <a:solidFill>
                  <a:schemeClr val="tx1"/>
                </a:solidFill>
                <a:latin typeface="Arial" charset="0"/>
                <a:ea typeface="ＭＳ Ｐゴシック" charset="0"/>
              </a:defRPr>
            </a:lvl4pPr>
            <a:lvl5pPr marL="1946095" indent="-216233" defTabSz="914485">
              <a:defRPr sz="2300">
                <a:solidFill>
                  <a:schemeClr val="tx1"/>
                </a:solidFill>
                <a:latin typeface="Arial" charset="0"/>
                <a:ea typeface="ＭＳ Ｐゴシック" charset="0"/>
              </a:defRPr>
            </a:lvl5pPr>
            <a:lvl6pPr marL="2378560" indent="-216233" defTabSz="914485" eaLnBrk="0" fontAlgn="base" hangingPunct="0">
              <a:spcBef>
                <a:spcPct val="0"/>
              </a:spcBef>
              <a:spcAft>
                <a:spcPct val="0"/>
              </a:spcAft>
              <a:defRPr sz="2300">
                <a:solidFill>
                  <a:schemeClr val="tx1"/>
                </a:solidFill>
                <a:latin typeface="Arial" charset="0"/>
                <a:ea typeface="ＭＳ Ｐゴシック" charset="0"/>
              </a:defRPr>
            </a:lvl6pPr>
            <a:lvl7pPr marL="2811026" indent="-216233" defTabSz="914485" eaLnBrk="0" fontAlgn="base" hangingPunct="0">
              <a:spcBef>
                <a:spcPct val="0"/>
              </a:spcBef>
              <a:spcAft>
                <a:spcPct val="0"/>
              </a:spcAft>
              <a:defRPr sz="2300">
                <a:solidFill>
                  <a:schemeClr val="tx1"/>
                </a:solidFill>
                <a:latin typeface="Arial" charset="0"/>
                <a:ea typeface="ＭＳ Ｐゴシック" charset="0"/>
              </a:defRPr>
            </a:lvl7pPr>
            <a:lvl8pPr marL="3243491" indent="-216233" defTabSz="914485" eaLnBrk="0" fontAlgn="base" hangingPunct="0">
              <a:spcBef>
                <a:spcPct val="0"/>
              </a:spcBef>
              <a:spcAft>
                <a:spcPct val="0"/>
              </a:spcAft>
              <a:defRPr sz="2300">
                <a:solidFill>
                  <a:schemeClr val="tx1"/>
                </a:solidFill>
                <a:latin typeface="Arial" charset="0"/>
                <a:ea typeface="ＭＳ Ｐゴシック" charset="0"/>
              </a:defRPr>
            </a:lvl8pPr>
            <a:lvl9pPr marL="3675957" indent="-216233" defTabSz="914485" eaLnBrk="0" fontAlgn="base" hangingPunct="0">
              <a:spcBef>
                <a:spcPct val="0"/>
              </a:spcBef>
              <a:spcAft>
                <a:spcPct val="0"/>
              </a:spcAft>
              <a:defRPr sz="2300">
                <a:solidFill>
                  <a:schemeClr val="tx1"/>
                </a:solidFill>
                <a:latin typeface="Arial" charset="0"/>
                <a:ea typeface="ＭＳ Ｐゴシック" charset="0"/>
              </a:defRPr>
            </a:lvl9pPr>
          </a:lstStyle>
          <a:p>
            <a:fld id="{B0F9C90C-2F89-C244-9D8D-5DC5DA140F9C}" type="slidenum">
              <a:rPr lang="en-US" sz="1200"/>
              <a:pPr/>
              <a:t>32</a:t>
            </a:fld>
            <a:endParaRPr lang="en-US" sz="1200"/>
          </a:p>
        </p:txBody>
      </p:sp>
      <p:sp>
        <p:nvSpPr>
          <p:cNvPr id="131076" name="Rectangle 2"/>
          <p:cNvSpPr>
            <a:spLocks noChangeArrowheads="1"/>
          </p:cNvSpPr>
          <p:nvPr/>
        </p:nvSpPr>
        <p:spPr bwMode="auto">
          <a:xfrm>
            <a:off x="3885903" y="1"/>
            <a:ext cx="2972097" cy="4565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86493" tIns="43247" rIns="86493" bIns="43247" anchor="ctr"/>
          <a:lstStyle/>
          <a:p>
            <a:endParaRPr lang="en-AU"/>
          </a:p>
        </p:txBody>
      </p:sp>
      <p:sp>
        <p:nvSpPr>
          <p:cNvPr id="131077" name="Rectangle 3"/>
          <p:cNvSpPr>
            <a:spLocks noChangeArrowheads="1"/>
          </p:cNvSpPr>
          <p:nvPr/>
        </p:nvSpPr>
        <p:spPr bwMode="auto">
          <a:xfrm>
            <a:off x="3885903" y="8687405"/>
            <a:ext cx="2972097" cy="4565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19049" tIns="0" rIns="19049" bIns="0" anchor="b"/>
          <a:lstStyle/>
          <a:p>
            <a:pPr algn="r" defTabSz="914485"/>
            <a:r>
              <a:rPr lang="en-US" sz="1000" i="1">
                <a:latin typeface="Times New Roman" charset="0"/>
              </a:rPr>
              <a:t>11</a:t>
            </a:r>
          </a:p>
        </p:txBody>
      </p:sp>
      <p:sp>
        <p:nvSpPr>
          <p:cNvPr id="131078" name="Rectangle 4"/>
          <p:cNvSpPr>
            <a:spLocks noChangeArrowheads="1"/>
          </p:cNvSpPr>
          <p:nvPr/>
        </p:nvSpPr>
        <p:spPr bwMode="auto">
          <a:xfrm>
            <a:off x="0" y="8687405"/>
            <a:ext cx="2972098" cy="4565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86493" tIns="43247" rIns="86493" bIns="43247" anchor="ctr"/>
          <a:lstStyle/>
          <a:p>
            <a:endParaRPr lang="en-AU"/>
          </a:p>
        </p:txBody>
      </p:sp>
      <p:sp>
        <p:nvSpPr>
          <p:cNvPr id="131079" name="Rectangle 5"/>
          <p:cNvSpPr>
            <a:spLocks noChangeArrowheads="1"/>
          </p:cNvSpPr>
          <p:nvPr/>
        </p:nvSpPr>
        <p:spPr bwMode="auto">
          <a:xfrm>
            <a:off x="0" y="1"/>
            <a:ext cx="2972098" cy="4565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86493" tIns="43247" rIns="86493" bIns="43247" anchor="ctr"/>
          <a:lstStyle/>
          <a:p>
            <a:endParaRPr lang="en-AU"/>
          </a:p>
        </p:txBody>
      </p:sp>
      <p:sp>
        <p:nvSpPr>
          <p:cNvPr id="131080" name="Rectangle 6"/>
          <p:cNvSpPr>
            <a:spLocks noGrp="1" noChangeArrowheads="1"/>
          </p:cNvSpPr>
          <p:nvPr>
            <p:ph type="body" idx="1"/>
          </p:nvPr>
        </p:nvSpPr>
        <p:spPr>
          <a:xfrm>
            <a:off x="913805" y="3276298"/>
            <a:ext cx="5030391" cy="5181297"/>
          </a:xfrm>
          <a:noFill/>
          <a:extLs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 uri="{FAA26D3D-D897-4be2-8F04-BA451C77F1D7}">
              <ma14:placeholderFlag xmlns="" xmlns:ma14="http://schemas.microsoft.com/office/mac/drawingml/2011/main" val="1"/>
            </a:ext>
          </a:extLst>
        </p:spPr>
        <p:txBody>
          <a:bodyPr lIns="90480" tIns="44446" rIns="90480" bIns="44446"/>
          <a:lstStyle/>
          <a:p>
            <a:pPr eaLnBrk="1" hangingPunct="1"/>
            <a:endParaRPr lang="en-US">
              <a:ea typeface="ＭＳ Ｐゴシック" charset="0"/>
            </a:endParaRPr>
          </a:p>
        </p:txBody>
      </p:sp>
      <p:sp>
        <p:nvSpPr>
          <p:cNvPr id="131081" name="Rectangle 7"/>
          <p:cNvSpPr>
            <a:spLocks noGrp="1" noRot="1" noChangeAspect="1" noChangeArrowheads="1" noTextEdit="1"/>
          </p:cNvSpPr>
          <p:nvPr>
            <p:ph type="sldImg"/>
          </p:nvPr>
        </p:nvSpPr>
        <p:spPr>
          <a:xfrm>
            <a:off x="1409700" y="692150"/>
            <a:ext cx="4038600" cy="2273300"/>
          </a:xfrm>
          <a:ln w="12700" cap="flat">
            <a:solidFill>
              <a:schemeClr val="tx1"/>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Rectangle 2"/>
          <p:cNvSpPr>
            <a:spLocks noGrp="1" noChangeArrowheads="1"/>
          </p:cNvSpPr>
          <p:nvPr>
            <p:ph type="body" idx="1"/>
          </p:nvPr>
        </p:nvSpPr>
        <p:spPr>
          <a:noFill/>
          <a:extLst>
            <a:ext uri="{FAA26D3D-D897-4be2-8F04-BA451C77F1D7}">
              <ma14:placeholderFlag xmlns="" xmlns:ma14="http://schemas.microsoft.com/office/mac/drawingml/2011/main" val="1"/>
            </a:ext>
          </a:extLst>
        </p:spPr>
        <p:txBody>
          <a:bodyPr/>
          <a:lstStyle/>
          <a:p>
            <a:endParaRPr lang="en-US">
              <a:ea typeface="ＭＳ Ｐゴシック" charset="0"/>
            </a:endParaRPr>
          </a:p>
        </p:txBody>
      </p:sp>
      <p:sp>
        <p:nvSpPr>
          <p:cNvPr id="133123" name="Rectangle 3"/>
          <p:cNvSpPr>
            <a:spLocks noGrp="1" noRot="1" noChangeAspect="1" noChangeArrowheads="1" noTextEdit="1"/>
          </p:cNvSpPr>
          <p:nvPr>
            <p:ph type="sldImg"/>
          </p:nvPr>
        </p:nvSpPr>
        <p:spPr>
          <a:xfrm>
            <a:off x="393700" y="692150"/>
            <a:ext cx="6070600" cy="3416300"/>
          </a:xfrm>
          <a:ln cap="flat"/>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Rectangle 2"/>
          <p:cNvSpPr>
            <a:spLocks noGrp="1" noChangeArrowheads="1"/>
          </p:cNvSpPr>
          <p:nvPr>
            <p:ph type="body" idx="1"/>
          </p:nvPr>
        </p:nvSpPr>
        <p:spPr>
          <a:noFill/>
          <a:extLst>
            <a:ext uri="{FAA26D3D-D897-4be2-8F04-BA451C77F1D7}">
              <ma14:placeholderFlag xmlns="" xmlns:ma14="http://schemas.microsoft.com/office/mac/drawingml/2011/main" val="1"/>
            </a:ext>
          </a:extLst>
        </p:spPr>
        <p:txBody>
          <a:bodyPr/>
          <a:lstStyle/>
          <a:p>
            <a:endParaRPr lang="en-US">
              <a:ea typeface="ＭＳ Ｐゴシック" charset="0"/>
            </a:endParaRPr>
          </a:p>
        </p:txBody>
      </p:sp>
      <p:sp>
        <p:nvSpPr>
          <p:cNvPr id="134147" name="Rectangle 3"/>
          <p:cNvSpPr>
            <a:spLocks noGrp="1" noRot="1" noChangeAspect="1" noChangeArrowheads="1" noTextEdit="1"/>
          </p:cNvSpPr>
          <p:nvPr>
            <p:ph type="sldImg"/>
          </p:nvPr>
        </p:nvSpPr>
        <p:spPr>
          <a:xfrm>
            <a:off x="393700" y="692150"/>
            <a:ext cx="6070600" cy="3416300"/>
          </a:xfrm>
          <a:ln cap="flat"/>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Rectangle 2"/>
          <p:cNvSpPr>
            <a:spLocks noGrp="1" noChangeArrowheads="1"/>
          </p:cNvSpPr>
          <p:nvPr>
            <p:ph type="body" idx="1"/>
          </p:nvPr>
        </p:nvSpPr>
        <p:spPr>
          <a:noFill/>
          <a:extLst>
            <a:ext uri="{FAA26D3D-D897-4be2-8F04-BA451C77F1D7}">
              <ma14:placeholderFlag xmlns="" xmlns:ma14="http://schemas.microsoft.com/office/mac/drawingml/2011/main" val="1"/>
            </a:ext>
          </a:extLst>
        </p:spPr>
        <p:txBody>
          <a:bodyPr/>
          <a:lstStyle/>
          <a:p>
            <a:endParaRPr lang="en-US">
              <a:ea typeface="ＭＳ Ｐゴシック" charset="0"/>
            </a:endParaRPr>
          </a:p>
        </p:txBody>
      </p:sp>
      <p:sp>
        <p:nvSpPr>
          <p:cNvPr id="135171" name="Rectangle 3"/>
          <p:cNvSpPr>
            <a:spLocks noGrp="1" noRot="1" noChangeAspect="1" noChangeArrowheads="1" noTextEdit="1"/>
          </p:cNvSpPr>
          <p:nvPr>
            <p:ph type="sldImg"/>
          </p:nvPr>
        </p:nvSpPr>
        <p:spPr>
          <a:xfrm>
            <a:off x="393700" y="692150"/>
            <a:ext cx="6070600" cy="3416300"/>
          </a:xfrm>
          <a:ln cap="flat"/>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Rectangle 2"/>
          <p:cNvSpPr>
            <a:spLocks noGrp="1" noChangeArrowheads="1"/>
          </p:cNvSpPr>
          <p:nvPr>
            <p:ph type="body" idx="1"/>
          </p:nvPr>
        </p:nvSpPr>
        <p:spPr>
          <a:noFill/>
        </p:spPr>
        <p:txBody>
          <a:bodyPr/>
          <a:lstStyle/>
          <a:p>
            <a:r>
              <a:rPr lang="en-US" dirty="0">
                <a:ea typeface="ＭＳ Ｐゴシック" charset="0"/>
              </a:rPr>
              <a:t>Because the category percentages are not all the same, the category expected values, E, will not all be the same (as in the first example presented in the text).</a:t>
            </a:r>
          </a:p>
        </p:txBody>
      </p:sp>
      <p:sp>
        <p:nvSpPr>
          <p:cNvPr id="137219" name="Rectangle 3"/>
          <p:cNvSpPr>
            <a:spLocks noGrp="1" noRot="1" noChangeAspect="1" noChangeArrowheads="1" noTextEdit="1"/>
          </p:cNvSpPr>
          <p:nvPr>
            <p:ph type="sldImg"/>
          </p:nvPr>
        </p:nvSpPr>
        <p:spPr>
          <a:xfrm>
            <a:off x="393700" y="692150"/>
            <a:ext cx="6070600" cy="3416300"/>
          </a:xfrm>
          <a:ln cap="flat"/>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Rectangle 2"/>
          <p:cNvSpPr>
            <a:spLocks noGrp="1" noChangeArrowheads="1"/>
          </p:cNvSpPr>
          <p:nvPr>
            <p:ph type="body" idx="1"/>
          </p:nvPr>
        </p:nvSpPr>
        <p:spPr>
          <a:noFill/>
          <a:extLst>
            <a:ext uri="{FAA26D3D-D897-4be2-8F04-BA451C77F1D7}">
              <ma14:placeholderFlag xmlns="" xmlns:ma14="http://schemas.microsoft.com/office/mac/drawingml/2011/main" val="1"/>
            </a:ext>
          </a:extLst>
        </p:spPr>
        <p:txBody>
          <a:bodyPr/>
          <a:lstStyle/>
          <a:p>
            <a:endParaRPr lang="en-US">
              <a:ea typeface="ＭＳ Ｐゴシック" charset="0"/>
            </a:endParaRPr>
          </a:p>
        </p:txBody>
      </p:sp>
      <p:sp>
        <p:nvSpPr>
          <p:cNvPr id="140291" name="Rectangle 3"/>
          <p:cNvSpPr>
            <a:spLocks noGrp="1" noRot="1" noChangeAspect="1" noChangeArrowheads="1" noTextEdit="1"/>
          </p:cNvSpPr>
          <p:nvPr>
            <p:ph type="sldImg"/>
          </p:nvPr>
        </p:nvSpPr>
        <p:spPr>
          <a:xfrm>
            <a:off x="393700" y="692150"/>
            <a:ext cx="6070600" cy="3416300"/>
          </a:xfrm>
          <a:ln cap="flat"/>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Rectangle 6"/>
          <p:cNvSpPr>
            <a:spLocks noGrp="1" noChangeArrowheads="1"/>
          </p:cNvSpPr>
          <p:nvPr>
            <p:ph type="ftr" sz="quarter" idx="4"/>
          </p:nvPr>
        </p:nvSpPr>
        <p:spPr>
          <a:noFill/>
        </p:spPr>
        <p:txBody>
          <a:bodyPr/>
          <a:lstStyle>
            <a:lvl1pPr defTabSz="914485">
              <a:defRPr sz="2300">
                <a:solidFill>
                  <a:schemeClr val="tx1"/>
                </a:solidFill>
                <a:latin typeface="Arial" charset="0"/>
                <a:ea typeface="ＭＳ Ｐゴシック" charset="0"/>
                <a:cs typeface="ＭＳ Ｐゴシック" charset="0"/>
              </a:defRPr>
            </a:lvl1pPr>
            <a:lvl2pPr marL="702756" indent="-270291" defTabSz="914485">
              <a:defRPr sz="2300">
                <a:solidFill>
                  <a:schemeClr val="tx1"/>
                </a:solidFill>
                <a:latin typeface="Arial" charset="0"/>
                <a:ea typeface="ＭＳ Ｐゴシック" charset="0"/>
              </a:defRPr>
            </a:lvl2pPr>
            <a:lvl3pPr marL="1081164" indent="-216233" defTabSz="914485">
              <a:defRPr sz="2300">
                <a:solidFill>
                  <a:schemeClr val="tx1"/>
                </a:solidFill>
                <a:latin typeface="Arial" charset="0"/>
                <a:ea typeface="ＭＳ Ｐゴシック" charset="0"/>
              </a:defRPr>
            </a:lvl3pPr>
            <a:lvl4pPr marL="1513629" indent="-216233" defTabSz="914485">
              <a:defRPr sz="2300">
                <a:solidFill>
                  <a:schemeClr val="tx1"/>
                </a:solidFill>
                <a:latin typeface="Arial" charset="0"/>
                <a:ea typeface="ＭＳ Ｐゴシック" charset="0"/>
              </a:defRPr>
            </a:lvl4pPr>
            <a:lvl5pPr marL="1946095" indent="-216233" defTabSz="914485">
              <a:defRPr sz="2300">
                <a:solidFill>
                  <a:schemeClr val="tx1"/>
                </a:solidFill>
                <a:latin typeface="Arial" charset="0"/>
                <a:ea typeface="ＭＳ Ｐゴシック" charset="0"/>
              </a:defRPr>
            </a:lvl5pPr>
            <a:lvl6pPr marL="2378560" indent="-216233" defTabSz="914485" eaLnBrk="0" fontAlgn="base" hangingPunct="0">
              <a:spcBef>
                <a:spcPct val="0"/>
              </a:spcBef>
              <a:spcAft>
                <a:spcPct val="0"/>
              </a:spcAft>
              <a:defRPr sz="2300">
                <a:solidFill>
                  <a:schemeClr val="tx1"/>
                </a:solidFill>
                <a:latin typeface="Arial" charset="0"/>
                <a:ea typeface="ＭＳ Ｐゴシック" charset="0"/>
              </a:defRPr>
            </a:lvl6pPr>
            <a:lvl7pPr marL="2811026" indent="-216233" defTabSz="914485" eaLnBrk="0" fontAlgn="base" hangingPunct="0">
              <a:spcBef>
                <a:spcPct val="0"/>
              </a:spcBef>
              <a:spcAft>
                <a:spcPct val="0"/>
              </a:spcAft>
              <a:defRPr sz="2300">
                <a:solidFill>
                  <a:schemeClr val="tx1"/>
                </a:solidFill>
                <a:latin typeface="Arial" charset="0"/>
                <a:ea typeface="ＭＳ Ｐゴシック" charset="0"/>
              </a:defRPr>
            </a:lvl7pPr>
            <a:lvl8pPr marL="3243491" indent="-216233" defTabSz="914485" eaLnBrk="0" fontAlgn="base" hangingPunct="0">
              <a:spcBef>
                <a:spcPct val="0"/>
              </a:spcBef>
              <a:spcAft>
                <a:spcPct val="0"/>
              </a:spcAft>
              <a:defRPr sz="2300">
                <a:solidFill>
                  <a:schemeClr val="tx1"/>
                </a:solidFill>
                <a:latin typeface="Arial" charset="0"/>
                <a:ea typeface="ＭＳ Ｐゴシック" charset="0"/>
              </a:defRPr>
            </a:lvl8pPr>
            <a:lvl9pPr marL="3675957" indent="-216233" defTabSz="914485" eaLnBrk="0" fontAlgn="base" hangingPunct="0">
              <a:spcBef>
                <a:spcPct val="0"/>
              </a:spcBef>
              <a:spcAft>
                <a:spcPct val="0"/>
              </a:spcAft>
              <a:defRPr sz="2300">
                <a:solidFill>
                  <a:schemeClr val="tx1"/>
                </a:solidFill>
                <a:latin typeface="Arial" charset="0"/>
                <a:ea typeface="ＭＳ Ｐゴシック" charset="0"/>
              </a:defRPr>
            </a:lvl9pPr>
          </a:lstStyle>
          <a:p>
            <a:r>
              <a:rPr lang="en-US" sz="1200"/>
              <a:t>prepared by Razana Alwee</a:t>
            </a:r>
          </a:p>
        </p:txBody>
      </p:sp>
      <p:sp>
        <p:nvSpPr>
          <p:cNvPr id="144387" name="Rectangle 7"/>
          <p:cNvSpPr>
            <a:spLocks noGrp="1" noChangeArrowheads="1"/>
          </p:cNvSpPr>
          <p:nvPr>
            <p:ph type="sldNum" sz="quarter" idx="5"/>
          </p:nvPr>
        </p:nvSpPr>
        <p:spPr>
          <a:noFill/>
        </p:spPr>
        <p:txBody>
          <a:bodyPr/>
          <a:lstStyle>
            <a:lvl1pPr defTabSz="914485">
              <a:defRPr sz="2300">
                <a:solidFill>
                  <a:schemeClr val="tx1"/>
                </a:solidFill>
                <a:latin typeface="Arial" charset="0"/>
                <a:ea typeface="ＭＳ Ｐゴシック" charset="0"/>
                <a:cs typeface="ＭＳ Ｐゴシック" charset="0"/>
              </a:defRPr>
            </a:lvl1pPr>
            <a:lvl2pPr marL="702756" indent="-270291" defTabSz="914485">
              <a:defRPr sz="2300">
                <a:solidFill>
                  <a:schemeClr val="tx1"/>
                </a:solidFill>
                <a:latin typeface="Arial" charset="0"/>
                <a:ea typeface="ＭＳ Ｐゴシック" charset="0"/>
              </a:defRPr>
            </a:lvl2pPr>
            <a:lvl3pPr marL="1081164" indent="-216233" defTabSz="914485">
              <a:defRPr sz="2300">
                <a:solidFill>
                  <a:schemeClr val="tx1"/>
                </a:solidFill>
                <a:latin typeface="Arial" charset="0"/>
                <a:ea typeface="ＭＳ Ｐゴシック" charset="0"/>
              </a:defRPr>
            </a:lvl3pPr>
            <a:lvl4pPr marL="1513629" indent="-216233" defTabSz="914485">
              <a:defRPr sz="2300">
                <a:solidFill>
                  <a:schemeClr val="tx1"/>
                </a:solidFill>
                <a:latin typeface="Arial" charset="0"/>
                <a:ea typeface="ＭＳ Ｐゴシック" charset="0"/>
              </a:defRPr>
            </a:lvl4pPr>
            <a:lvl5pPr marL="1946095" indent="-216233" defTabSz="914485">
              <a:defRPr sz="2300">
                <a:solidFill>
                  <a:schemeClr val="tx1"/>
                </a:solidFill>
                <a:latin typeface="Arial" charset="0"/>
                <a:ea typeface="ＭＳ Ｐゴシック" charset="0"/>
              </a:defRPr>
            </a:lvl5pPr>
            <a:lvl6pPr marL="2378560" indent="-216233" defTabSz="914485" eaLnBrk="0" fontAlgn="base" hangingPunct="0">
              <a:spcBef>
                <a:spcPct val="0"/>
              </a:spcBef>
              <a:spcAft>
                <a:spcPct val="0"/>
              </a:spcAft>
              <a:defRPr sz="2300">
                <a:solidFill>
                  <a:schemeClr val="tx1"/>
                </a:solidFill>
                <a:latin typeface="Arial" charset="0"/>
                <a:ea typeface="ＭＳ Ｐゴシック" charset="0"/>
              </a:defRPr>
            </a:lvl6pPr>
            <a:lvl7pPr marL="2811026" indent="-216233" defTabSz="914485" eaLnBrk="0" fontAlgn="base" hangingPunct="0">
              <a:spcBef>
                <a:spcPct val="0"/>
              </a:spcBef>
              <a:spcAft>
                <a:spcPct val="0"/>
              </a:spcAft>
              <a:defRPr sz="2300">
                <a:solidFill>
                  <a:schemeClr val="tx1"/>
                </a:solidFill>
                <a:latin typeface="Arial" charset="0"/>
                <a:ea typeface="ＭＳ Ｐゴシック" charset="0"/>
              </a:defRPr>
            </a:lvl7pPr>
            <a:lvl8pPr marL="3243491" indent="-216233" defTabSz="914485" eaLnBrk="0" fontAlgn="base" hangingPunct="0">
              <a:spcBef>
                <a:spcPct val="0"/>
              </a:spcBef>
              <a:spcAft>
                <a:spcPct val="0"/>
              </a:spcAft>
              <a:defRPr sz="2300">
                <a:solidFill>
                  <a:schemeClr val="tx1"/>
                </a:solidFill>
                <a:latin typeface="Arial" charset="0"/>
                <a:ea typeface="ＭＳ Ｐゴシック" charset="0"/>
              </a:defRPr>
            </a:lvl8pPr>
            <a:lvl9pPr marL="3675957" indent="-216233" defTabSz="914485" eaLnBrk="0" fontAlgn="base" hangingPunct="0">
              <a:spcBef>
                <a:spcPct val="0"/>
              </a:spcBef>
              <a:spcAft>
                <a:spcPct val="0"/>
              </a:spcAft>
              <a:defRPr sz="2300">
                <a:solidFill>
                  <a:schemeClr val="tx1"/>
                </a:solidFill>
                <a:latin typeface="Arial" charset="0"/>
                <a:ea typeface="ＭＳ Ｐゴシック" charset="0"/>
              </a:defRPr>
            </a:lvl9pPr>
          </a:lstStyle>
          <a:p>
            <a:fld id="{8BDDAFC1-4344-3F49-91BB-0310F4CEF434}" type="slidenum">
              <a:rPr lang="en-US" sz="1200"/>
              <a:pPr/>
              <a:t>53</a:t>
            </a:fld>
            <a:endParaRPr lang="en-US" sz="1200"/>
          </a:p>
        </p:txBody>
      </p:sp>
      <p:sp>
        <p:nvSpPr>
          <p:cNvPr id="144388" name="Rectangle 2"/>
          <p:cNvSpPr>
            <a:spLocks noChangeArrowheads="1"/>
          </p:cNvSpPr>
          <p:nvPr/>
        </p:nvSpPr>
        <p:spPr bwMode="auto">
          <a:xfrm>
            <a:off x="3885903" y="1"/>
            <a:ext cx="2972097" cy="4565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86493" tIns="43247" rIns="86493" bIns="43247" anchor="ctr"/>
          <a:lstStyle/>
          <a:p>
            <a:endParaRPr lang="en-AU"/>
          </a:p>
        </p:txBody>
      </p:sp>
      <p:sp>
        <p:nvSpPr>
          <p:cNvPr id="144389" name="Rectangle 3"/>
          <p:cNvSpPr>
            <a:spLocks noChangeArrowheads="1"/>
          </p:cNvSpPr>
          <p:nvPr/>
        </p:nvSpPr>
        <p:spPr bwMode="auto">
          <a:xfrm>
            <a:off x="3885903" y="8687405"/>
            <a:ext cx="2972097" cy="4565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19049" tIns="0" rIns="19049" bIns="0" anchor="b"/>
          <a:lstStyle/>
          <a:p>
            <a:pPr algn="r" defTabSz="914485"/>
            <a:r>
              <a:rPr lang="en-US" sz="1000" i="1">
                <a:latin typeface="Times New Roman" charset="0"/>
              </a:rPr>
              <a:t>43</a:t>
            </a:r>
          </a:p>
        </p:txBody>
      </p:sp>
      <p:sp>
        <p:nvSpPr>
          <p:cNvPr id="144390" name="Rectangle 4"/>
          <p:cNvSpPr>
            <a:spLocks noChangeArrowheads="1"/>
          </p:cNvSpPr>
          <p:nvPr/>
        </p:nvSpPr>
        <p:spPr bwMode="auto">
          <a:xfrm>
            <a:off x="0" y="8687405"/>
            <a:ext cx="2972098" cy="4565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86493" tIns="43247" rIns="86493" bIns="43247" anchor="ctr"/>
          <a:lstStyle/>
          <a:p>
            <a:endParaRPr lang="en-AU"/>
          </a:p>
        </p:txBody>
      </p:sp>
      <p:sp>
        <p:nvSpPr>
          <p:cNvPr id="144391" name="Rectangle 5"/>
          <p:cNvSpPr>
            <a:spLocks noChangeArrowheads="1"/>
          </p:cNvSpPr>
          <p:nvPr/>
        </p:nvSpPr>
        <p:spPr bwMode="auto">
          <a:xfrm>
            <a:off x="0" y="1"/>
            <a:ext cx="2972098" cy="4565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86493" tIns="43247" rIns="86493" bIns="43247" anchor="ctr"/>
          <a:lstStyle/>
          <a:p>
            <a:endParaRPr lang="en-AU"/>
          </a:p>
        </p:txBody>
      </p:sp>
      <p:sp>
        <p:nvSpPr>
          <p:cNvPr id="144392" name="Rectangle 6"/>
          <p:cNvSpPr>
            <a:spLocks noGrp="1" noChangeArrowheads="1"/>
          </p:cNvSpPr>
          <p:nvPr>
            <p:ph type="body" idx="1"/>
          </p:nvPr>
        </p:nvSpPr>
        <p:spPr>
          <a:xfrm>
            <a:off x="913805" y="3276298"/>
            <a:ext cx="5030391" cy="5181297"/>
          </a:xfrm>
          <a:noFill/>
          <a:extLs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 uri="{FAA26D3D-D897-4be2-8F04-BA451C77F1D7}">
              <ma14:placeholderFlag xmlns="" xmlns:ma14="http://schemas.microsoft.com/office/mac/drawingml/2011/main" val="1"/>
            </a:ext>
          </a:extLst>
        </p:spPr>
        <p:txBody>
          <a:bodyPr lIns="90480" tIns="44446" rIns="90480" bIns="44446"/>
          <a:lstStyle/>
          <a:p>
            <a:pPr eaLnBrk="1" hangingPunct="1"/>
            <a:endParaRPr lang="en-US">
              <a:ea typeface="ＭＳ Ｐゴシック" charset="0"/>
            </a:endParaRPr>
          </a:p>
        </p:txBody>
      </p:sp>
      <p:sp>
        <p:nvSpPr>
          <p:cNvPr id="144393" name="Rectangle 7"/>
          <p:cNvSpPr>
            <a:spLocks noGrp="1" noRot="1" noChangeAspect="1" noChangeArrowheads="1" noTextEdit="1"/>
          </p:cNvSpPr>
          <p:nvPr>
            <p:ph type="sldImg"/>
          </p:nvPr>
        </p:nvSpPr>
        <p:spPr>
          <a:xfrm>
            <a:off x="1409700" y="692150"/>
            <a:ext cx="4038600" cy="2273300"/>
          </a:xfrm>
          <a:ln w="12700" cap="flat">
            <a:solidFill>
              <a:schemeClr val="tx1"/>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Rectangle 6"/>
          <p:cNvSpPr>
            <a:spLocks noGrp="1" noChangeArrowheads="1"/>
          </p:cNvSpPr>
          <p:nvPr>
            <p:ph type="ftr" sz="quarter" idx="4"/>
          </p:nvPr>
        </p:nvSpPr>
        <p:spPr>
          <a:noFill/>
        </p:spPr>
        <p:txBody>
          <a:bodyPr/>
          <a:lstStyle>
            <a:lvl1pPr defTabSz="914485">
              <a:defRPr sz="2300">
                <a:solidFill>
                  <a:schemeClr val="tx1"/>
                </a:solidFill>
                <a:latin typeface="Arial" charset="0"/>
                <a:ea typeface="ＭＳ Ｐゴシック" charset="0"/>
                <a:cs typeface="ＭＳ Ｐゴシック" charset="0"/>
              </a:defRPr>
            </a:lvl1pPr>
            <a:lvl2pPr marL="702756" indent="-270291" defTabSz="914485">
              <a:defRPr sz="2300">
                <a:solidFill>
                  <a:schemeClr val="tx1"/>
                </a:solidFill>
                <a:latin typeface="Arial" charset="0"/>
                <a:ea typeface="ＭＳ Ｐゴシック" charset="0"/>
              </a:defRPr>
            </a:lvl2pPr>
            <a:lvl3pPr marL="1081164" indent="-216233" defTabSz="914485">
              <a:defRPr sz="2300">
                <a:solidFill>
                  <a:schemeClr val="tx1"/>
                </a:solidFill>
                <a:latin typeface="Arial" charset="0"/>
                <a:ea typeface="ＭＳ Ｐゴシック" charset="0"/>
              </a:defRPr>
            </a:lvl3pPr>
            <a:lvl4pPr marL="1513629" indent="-216233" defTabSz="914485">
              <a:defRPr sz="2300">
                <a:solidFill>
                  <a:schemeClr val="tx1"/>
                </a:solidFill>
                <a:latin typeface="Arial" charset="0"/>
                <a:ea typeface="ＭＳ Ｐゴシック" charset="0"/>
              </a:defRPr>
            </a:lvl4pPr>
            <a:lvl5pPr marL="1946095" indent="-216233" defTabSz="914485">
              <a:defRPr sz="2300">
                <a:solidFill>
                  <a:schemeClr val="tx1"/>
                </a:solidFill>
                <a:latin typeface="Arial" charset="0"/>
                <a:ea typeface="ＭＳ Ｐゴシック" charset="0"/>
              </a:defRPr>
            </a:lvl5pPr>
            <a:lvl6pPr marL="2378560" indent="-216233" defTabSz="914485" eaLnBrk="0" fontAlgn="base" hangingPunct="0">
              <a:spcBef>
                <a:spcPct val="0"/>
              </a:spcBef>
              <a:spcAft>
                <a:spcPct val="0"/>
              </a:spcAft>
              <a:defRPr sz="2300">
                <a:solidFill>
                  <a:schemeClr val="tx1"/>
                </a:solidFill>
                <a:latin typeface="Arial" charset="0"/>
                <a:ea typeface="ＭＳ Ｐゴシック" charset="0"/>
              </a:defRPr>
            </a:lvl6pPr>
            <a:lvl7pPr marL="2811026" indent="-216233" defTabSz="914485" eaLnBrk="0" fontAlgn="base" hangingPunct="0">
              <a:spcBef>
                <a:spcPct val="0"/>
              </a:spcBef>
              <a:spcAft>
                <a:spcPct val="0"/>
              </a:spcAft>
              <a:defRPr sz="2300">
                <a:solidFill>
                  <a:schemeClr val="tx1"/>
                </a:solidFill>
                <a:latin typeface="Arial" charset="0"/>
                <a:ea typeface="ＭＳ Ｐゴシック" charset="0"/>
              </a:defRPr>
            </a:lvl7pPr>
            <a:lvl8pPr marL="3243491" indent="-216233" defTabSz="914485" eaLnBrk="0" fontAlgn="base" hangingPunct="0">
              <a:spcBef>
                <a:spcPct val="0"/>
              </a:spcBef>
              <a:spcAft>
                <a:spcPct val="0"/>
              </a:spcAft>
              <a:defRPr sz="2300">
                <a:solidFill>
                  <a:schemeClr val="tx1"/>
                </a:solidFill>
                <a:latin typeface="Arial" charset="0"/>
                <a:ea typeface="ＭＳ Ｐゴシック" charset="0"/>
              </a:defRPr>
            </a:lvl8pPr>
            <a:lvl9pPr marL="3675957" indent="-216233" defTabSz="914485" eaLnBrk="0" fontAlgn="base" hangingPunct="0">
              <a:spcBef>
                <a:spcPct val="0"/>
              </a:spcBef>
              <a:spcAft>
                <a:spcPct val="0"/>
              </a:spcAft>
              <a:defRPr sz="2300">
                <a:solidFill>
                  <a:schemeClr val="tx1"/>
                </a:solidFill>
                <a:latin typeface="Arial" charset="0"/>
                <a:ea typeface="ＭＳ Ｐゴシック" charset="0"/>
              </a:defRPr>
            </a:lvl9pPr>
          </a:lstStyle>
          <a:p>
            <a:r>
              <a:rPr lang="en-US" sz="1200"/>
              <a:t>prepared by Razana Alwee</a:t>
            </a:r>
          </a:p>
        </p:txBody>
      </p:sp>
      <p:sp>
        <p:nvSpPr>
          <p:cNvPr id="145411" name="Rectangle 7"/>
          <p:cNvSpPr>
            <a:spLocks noGrp="1" noChangeArrowheads="1"/>
          </p:cNvSpPr>
          <p:nvPr>
            <p:ph type="sldNum" sz="quarter" idx="5"/>
          </p:nvPr>
        </p:nvSpPr>
        <p:spPr>
          <a:noFill/>
        </p:spPr>
        <p:txBody>
          <a:bodyPr/>
          <a:lstStyle>
            <a:lvl1pPr defTabSz="914485">
              <a:defRPr sz="2300">
                <a:solidFill>
                  <a:schemeClr val="tx1"/>
                </a:solidFill>
                <a:latin typeface="Arial" charset="0"/>
                <a:ea typeface="ＭＳ Ｐゴシック" charset="0"/>
                <a:cs typeface="ＭＳ Ｐゴシック" charset="0"/>
              </a:defRPr>
            </a:lvl1pPr>
            <a:lvl2pPr marL="702756" indent="-270291" defTabSz="914485">
              <a:defRPr sz="2300">
                <a:solidFill>
                  <a:schemeClr val="tx1"/>
                </a:solidFill>
                <a:latin typeface="Arial" charset="0"/>
                <a:ea typeface="ＭＳ Ｐゴシック" charset="0"/>
              </a:defRPr>
            </a:lvl2pPr>
            <a:lvl3pPr marL="1081164" indent="-216233" defTabSz="914485">
              <a:defRPr sz="2300">
                <a:solidFill>
                  <a:schemeClr val="tx1"/>
                </a:solidFill>
                <a:latin typeface="Arial" charset="0"/>
                <a:ea typeface="ＭＳ Ｐゴシック" charset="0"/>
              </a:defRPr>
            </a:lvl3pPr>
            <a:lvl4pPr marL="1513629" indent="-216233" defTabSz="914485">
              <a:defRPr sz="2300">
                <a:solidFill>
                  <a:schemeClr val="tx1"/>
                </a:solidFill>
                <a:latin typeface="Arial" charset="0"/>
                <a:ea typeface="ＭＳ Ｐゴシック" charset="0"/>
              </a:defRPr>
            </a:lvl4pPr>
            <a:lvl5pPr marL="1946095" indent="-216233" defTabSz="914485">
              <a:defRPr sz="2300">
                <a:solidFill>
                  <a:schemeClr val="tx1"/>
                </a:solidFill>
                <a:latin typeface="Arial" charset="0"/>
                <a:ea typeface="ＭＳ Ｐゴシック" charset="0"/>
              </a:defRPr>
            </a:lvl5pPr>
            <a:lvl6pPr marL="2378560" indent="-216233" defTabSz="914485" eaLnBrk="0" fontAlgn="base" hangingPunct="0">
              <a:spcBef>
                <a:spcPct val="0"/>
              </a:spcBef>
              <a:spcAft>
                <a:spcPct val="0"/>
              </a:spcAft>
              <a:defRPr sz="2300">
                <a:solidFill>
                  <a:schemeClr val="tx1"/>
                </a:solidFill>
                <a:latin typeface="Arial" charset="0"/>
                <a:ea typeface="ＭＳ Ｐゴシック" charset="0"/>
              </a:defRPr>
            </a:lvl6pPr>
            <a:lvl7pPr marL="2811026" indent="-216233" defTabSz="914485" eaLnBrk="0" fontAlgn="base" hangingPunct="0">
              <a:spcBef>
                <a:spcPct val="0"/>
              </a:spcBef>
              <a:spcAft>
                <a:spcPct val="0"/>
              </a:spcAft>
              <a:defRPr sz="2300">
                <a:solidFill>
                  <a:schemeClr val="tx1"/>
                </a:solidFill>
                <a:latin typeface="Arial" charset="0"/>
                <a:ea typeface="ＭＳ Ｐゴシック" charset="0"/>
              </a:defRPr>
            </a:lvl7pPr>
            <a:lvl8pPr marL="3243491" indent="-216233" defTabSz="914485" eaLnBrk="0" fontAlgn="base" hangingPunct="0">
              <a:spcBef>
                <a:spcPct val="0"/>
              </a:spcBef>
              <a:spcAft>
                <a:spcPct val="0"/>
              </a:spcAft>
              <a:defRPr sz="2300">
                <a:solidFill>
                  <a:schemeClr val="tx1"/>
                </a:solidFill>
                <a:latin typeface="Arial" charset="0"/>
                <a:ea typeface="ＭＳ Ｐゴシック" charset="0"/>
              </a:defRPr>
            </a:lvl8pPr>
            <a:lvl9pPr marL="3675957" indent="-216233" defTabSz="914485" eaLnBrk="0" fontAlgn="base" hangingPunct="0">
              <a:spcBef>
                <a:spcPct val="0"/>
              </a:spcBef>
              <a:spcAft>
                <a:spcPct val="0"/>
              </a:spcAft>
              <a:defRPr sz="2300">
                <a:solidFill>
                  <a:schemeClr val="tx1"/>
                </a:solidFill>
                <a:latin typeface="Arial" charset="0"/>
                <a:ea typeface="ＭＳ Ｐゴシック" charset="0"/>
              </a:defRPr>
            </a:lvl9pPr>
          </a:lstStyle>
          <a:p>
            <a:fld id="{041BE1EE-A73F-554D-B919-F07EA0784CF8}" type="slidenum">
              <a:rPr lang="en-US" sz="1200"/>
              <a:pPr/>
              <a:t>54</a:t>
            </a:fld>
            <a:endParaRPr lang="en-US" sz="1200"/>
          </a:p>
        </p:txBody>
      </p:sp>
      <p:sp>
        <p:nvSpPr>
          <p:cNvPr id="145412" name="Rectangle 2"/>
          <p:cNvSpPr>
            <a:spLocks noChangeArrowheads="1"/>
          </p:cNvSpPr>
          <p:nvPr/>
        </p:nvSpPr>
        <p:spPr bwMode="auto">
          <a:xfrm>
            <a:off x="3885903" y="1"/>
            <a:ext cx="2972097" cy="4565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86493" tIns="43247" rIns="86493" bIns="43247" anchor="ctr"/>
          <a:lstStyle/>
          <a:p>
            <a:endParaRPr lang="en-AU"/>
          </a:p>
        </p:txBody>
      </p:sp>
      <p:sp>
        <p:nvSpPr>
          <p:cNvPr id="145413" name="Rectangle 3"/>
          <p:cNvSpPr>
            <a:spLocks noChangeArrowheads="1"/>
          </p:cNvSpPr>
          <p:nvPr/>
        </p:nvSpPr>
        <p:spPr bwMode="auto">
          <a:xfrm>
            <a:off x="3885903" y="8687405"/>
            <a:ext cx="2972097" cy="4565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19049" tIns="0" rIns="19049" bIns="0" anchor="b"/>
          <a:lstStyle/>
          <a:p>
            <a:pPr algn="r" defTabSz="914485"/>
            <a:r>
              <a:rPr lang="en-US" sz="1000" i="1">
                <a:latin typeface="Times New Roman" charset="0"/>
              </a:rPr>
              <a:t>43</a:t>
            </a:r>
          </a:p>
        </p:txBody>
      </p:sp>
      <p:sp>
        <p:nvSpPr>
          <p:cNvPr id="145414" name="Rectangle 4"/>
          <p:cNvSpPr>
            <a:spLocks noChangeArrowheads="1"/>
          </p:cNvSpPr>
          <p:nvPr/>
        </p:nvSpPr>
        <p:spPr bwMode="auto">
          <a:xfrm>
            <a:off x="0" y="8687405"/>
            <a:ext cx="2972098" cy="4565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86493" tIns="43247" rIns="86493" bIns="43247" anchor="ctr"/>
          <a:lstStyle/>
          <a:p>
            <a:endParaRPr lang="en-AU"/>
          </a:p>
        </p:txBody>
      </p:sp>
      <p:sp>
        <p:nvSpPr>
          <p:cNvPr id="145415" name="Rectangle 5"/>
          <p:cNvSpPr>
            <a:spLocks noChangeArrowheads="1"/>
          </p:cNvSpPr>
          <p:nvPr/>
        </p:nvSpPr>
        <p:spPr bwMode="auto">
          <a:xfrm>
            <a:off x="0" y="1"/>
            <a:ext cx="2972098" cy="4565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86493" tIns="43247" rIns="86493" bIns="43247" anchor="ctr"/>
          <a:lstStyle/>
          <a:p>
            <a:endParaRPr lang="en-AU"/>
          </a:p>
        </p:txBody>
      </p:sp>
      <p:sp>
        <p:nvSpPr>
          <p:cNvPr id="145416" name="Rectangle 6"/>
          <p:cNvSpPr>
            <a:spLocks noGrp="1" noChangeArrowheads="1"/>
          </p:cNvSpPr>
          <p:nvPr>
            <p:ph type="body" idx="1"/>
          </p:nvPr>
        </p:nvSpPr>
        <p:spPr>
          <a:xfrm>
            <a:off x="913805" y="3276298"/>
            <a:ext cx="5030391" cy="5181297"/>
          </a:xfrm>
          <a:noFill/>
          <a:extLs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 uri="{FAA26D3D-D897-4be2-8F04-BA451C77F1D7}">
              <ma14:placeholderFlag xmlns="" xmlns:ma14="http://schemas.microsoft.com/office/mac/drawingml/2011/main" val="1"/>
            </a:ext>
          </a:extLst>
        </p:spPr>
        <p:txBody>
          <a:bodyPr lIns="90480" tIns="44446" rIns="90480" bIns="44446"/>
          <a:lstStyle/>
          <a:p>
            <a:pPr eaLnBrk="1" hangingPunct="1"/>
            <a:endParaRPr lang="en-US">
              <a:ea typeface="ＭＳ Ｐゴシック" charset="0"/>
            </a:endParaRPr>
          </a:p>
        </p:txBody>
      </p:sp>
      <p:sp>
        <p:nvSpPr>
          <p:cNvPr id="145417" name="Rectangle 7"/>
          <p:cNvSpPr>
            <a:spLocks noGrp="1" noRot="1" noChangeAspect="1" noChangeArrowheads="1" noTextEdit="1"/>
          </p:cNvSpPr>
          <p:nvPr>
            <p:ph type="sldImg"/>
          </p:nvPr>
        </p:nvSpPr>
        <p:spPr>
          <a:xfrm>
            <a:off x="1409700" y="692150"/>
            <a:ext cx="4038600" cy="2273300"/>
          </a:xfrm>
          <a:ln w="12700" cap="flat">
            <a:solidFill>
              <a:schemeClr val="tx1"/>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4" name="Rectangle 6"/>
          <p:cNvSpPr>
            <a:spLocks noGrp="1" noChangeArrowheads="1"/>
          </p:cNvSpPr>
          <p:nvPr>
            <p:ph type="ftr" sz="quarter" idx="4"/>
          </p:nvPr>
        </p:nvSpPr>
        <p:spPr>
          <a:noFill/>
        </p:spPr>
        <p:txBody>
          <a:bodyPr/>
          <a:lstStyle>
            <a:lvl1pPr defTabSz="914485">
              <a:defRPr sz="2300">
                <a:solidFill>
                  <a:schemeClr val="tx1"/>
                </a:solidFill>
                <a:latin typeface="Arial" charset="0"/>
                <a:ea typeface="ＭＳ Ｐゴシック" charset="0"/>
                <a:cs typeface="ＭＳ Ｐゴシック" charset="0"/>
              </a:defRPr>
            </a:lvl1pPr>
            <a:lvl2pPr marL="702756" indent="-270291" defTabSz="914485">
              <a:defRPr sz="2300">
                <a:solidFill>
                  <a:schemeClr val="tx1"/>
                </a:solidFill>
                <a:latin typeface="Arial" charset="0"/>
                <a:ea typeface="ＭＳ Ｐゴシック" charset="0"/>
              </a:defRPr>
            </a:lvl2pPr>
            <a:lvl3pPr marL="1081164" indent="-216233" defTabSz="914485">
              <a:defRPr sz="2300">
                <a:solidFill>
                  <a:schemeClr val="tx1"/>
                </a:solidFill>
                <a:latin typeface="Arial" charset="0"/>
                <a:ea typeface="ＭＳ Ｐゴシック" charset="0"/>
              </a:defRPr>
            </a:lvl3pPr>
            <a:lvl4pPr marL="1513629" indent="-216233" defTabSz="914485">
              <a:defRPr sz="2300">
                <a:solidFill>
                  <a:schemeClr val="tx1"/>
                </a:solidFill>
                <a:latin typeface="Arial" charset="0"/>
                <a:ea typeface="ＭＳ Ｐゴシック" charset="0"/>
              </a:defRPr>
            </a:lvl4pPr>
            <a:lvl5pPr marL="1946095" indent="-216233" defTabSz="914485">
              <a:defRPr sz="2300">
                <a:solidFill>
                  <a:schemeClr val="tx1"/>
                </a:solidFill>
                <a:latin typeface="Arial" charset="0"/>
                <a:ea typeface="ＭＳ Ｐゴシック" charset="0"/>
              </a:defRPr>
            </a:lvl5pPr>
            <a:lvl6pPr marL="2378560" indent="-216233" defTabSz="914485" eaLnBrk="0" fontAlgn="base" hangingPunct="0">
              <a:spcBef>
                <a:spcPct val="0"/>
              </a:spcBef>
              <a:spcAft>
                <a:spcPct val="0"/>
              </a:spcAft>
              <a:defRPr sz="2300">
                <a:solidFill>
                  <a:schemeClr val="tx1"/>
                </a:solidFill>
                <a:latin typeface="Arial" charset="0"/>
                <a:ea typeface="ＭＳ Ｐゴシック" charset="0"/>
              </a:defRPr>
            </a:lvl6pPr>
            <a:lvl7pPr marL="2811026" indent="-216233" defTabSz="914485" eaLnBrk="0" fontAlgn="base" hangingPunct="0">
              <a:spcBef>
                <a:spcPct val="0"/>
              </a:spcBef>
              <a:spcAft>
                <a:spcPct val="0"/>
              </a:spcAft>
              <a:defRPr sz="2300">
                <a:solidFill>
                  <a:schemeClr val="tx1"/>
                </a:solidFill>
                <a:latin typeface="Arial" charset="0"/>
                <a:ea typeface="ＭＳ Ｐゴシック" charset="0"/>
              </a:defRPr>
            </a:lvl7pPr>
            <a:lvl8pPr marL="3243491" indent="-216233" defTabSz="914485" eaLnBrk="0" fontAlgn="base" hangingPunct="0">
              <a:spcBef>
                <a:spcPct val="0"/>
              </a:spcBef>
              <a:spcAft>
                <a:spcPct val="0"/>
              </a:spcAft>
              <a:defRPr sz="2300">
                <a:solidFill>
                  <a:schemeClr val="tx1"/>
                </a:solidFill>
                <a:latin typeface="Arial" charset="0"/>
                <a:ea typeface="ＭＳ Ｐゴシック" charset="0"/>
              </a:defRPr>
            </a:lvl8pPr>
            <a:lvl9pPr marL="3675957" indent="-216233" defTabSz="914485" eaLnBrk="0" fontAlgn="base" hangingPunct="0">
              <a:spcBef>
                <a:spcPct val="0"/>
              </a:spcBef>
              <a:spcAft>
                <a:spcPct val="0"/>
              </a:spcAft>
              <a:defRPr sz="2300">
                <a:solidFill>
                  <a:schemeClr val="tx1"/>
                </a:solidFill>
                <a:latin typeface="Arial" charset="0"/>
                <a:ea typeface="ＭＳ Ｐゴシック" charset="0"/>
              </a:defRPr>
            </a:lvl9pPr>
          </a:lstStyle>
          <a:p>
            <a:r>
              <a:rPr lang="en-US" sz="1200"/>
              <a:t>prepared by Razana Alwee</a:t>
            </a:r>
          </a:p>
        </p:txBody>
      </p:sp>
      <p:sp>
        <p:nvSpPr>
          <p:cNvPr id="146435" name="Rectangle 7"/>
          <p:cNvSpPr>
            <a:spLocks noGrp="1" noChangeArrowheads="1"/>
          </p:cNvSpPr>
          <p:nvPr>
            <p:ph type="sldNum" sz="quarter" idx="5"/>
          </p:nvPr>
        </p:nvSpPr>
        <p:spPr>
          <a:noFill/>
        </p:spPr>
        <p:txBody>
          <a:bodyPr/>
          <a:lstStyle>
            <a:lvl1pPr defTabSz="914485">
              <a:defRPr sz="2300">
                <a:solidFill>
                  <a:schemeClr val="tx1"/>
                </a:solidFill>
                <a:latin typeface="Arial" charset="0"/>
                <a:ea typeface="ＭＳ Ｐゴシック" charset="0"/>
                <a:cs typeface="ＭＳ Ｐゴシック" charset="0"/>
              </a:defRPr>
            </a:lvl1pPr>
            <a:lvl2pPr marL="702756" indent="-270291" defTabSz="914485">
              <a:defRPr sz="2300">
                <a:solidFill>
                  <a:schemeClr val="tx1"/>
                </a:solidFill>
                <a:latin typeface="Arial" charset="0"/>
                <a:ea typeface="ＭＳ Ｐゴシック" charset="0"/>
              </a:defRPr>
            </a:lvl2pPr>
            <a:lvl3pPr marL="1081164" indent="-216233" defTabSz="914485">
              <a:defRPr sz="2300">
                <a:solidFill>
                  <a:schemeClr val="tx1"/>
                </a:solidFill>
                <a:latin typeface="Arial" charset="0"/>
                <a:ea typeface="ＭＳ Ｐゴシック" charset="0"/>
              </a:defRPr>
            </a:lvl3pPr>
            <a:lvl4pPr marL="1513629" indent="-216233" defTabSz="914485">
              <a:defRPr sz="2300">
                <a:solidFill>
                  <a:schemeClr val="tx1"/>
                </a:solidFill>
                <a:latin typeface="Arial" charset="0"/>
                <a:ea typeface="ＭＳ Ｐゴシック" charset="0"/>
              </a:defRPr>
            </a:lvl4pPr>
            <a:lvl5pPr marL="1946095" indent="-216233" defTabSz="914485">
              <a:defRPr sz="2300">
                <a:solidFill>
                  <a:schemeClr val="tx1"/>
                </a:solidFill>
                <a:latin typeface="Arial" charset="0"/>
                <a:ea typeface="ＭＳ Ｐゴシック" charset="0"/>
              </a:defRPr>
            </a:lvl5pPr>
            <a:lvl6pPr marL="2378560" indent="-216233" defTabSz="914485" eaLnBrk="0" fontAlgn="base" hangingPunct="0">
              <a:spcBef>
                <a:spcPct val="0"/>
              </a:spcBef>
              <a:spcAft>
                <a:spcPct val="0"/>
              </a:spcAft>
              <a:defRPr sz="2300">
                <a:solidFill>
                  <a:schemeClr val="tx1"/>
                </a:solidFill>
                <a:latin typeface="Arial" charset="0"/>
                <a:ea typeface="ＭＳ Ｐゴシック" charset="0"/>
              </a:defRPr>
            </a:lvl6pPr>
            <a:lvl7pPr marL="2811026" indent="-216233" defTabSz="914485" eaLnBrk="0" fontAlgn="base" hangingPunct="0">
              <a:spcBef>
                <a:spcPct val="0"/>
              </a:spcBef>
              <a:spcAft>
                <a:spcPct val="0"/>
              </a:spcAft>
              <a:defRPr sz="2300">
                <a:solidFill>
                  <a:schemeClr val="tx1"/>
                </a:solidFill>
                <a:latin typeface="Arial" charset="0"/>
                <a:ea typeface="ＭＳ Ｐゴシック" charset="0"/>
              </a:defRPr>
            </a:lvl7pPr>
            <a:lvl8pPr marL="3243491" indent="-216233" defTabSz="914485" eaLnBrk="0" fontAlgn="base" hangingPunct="0">
              <a:spcBef>
                <a:spcPct val="0"/>
              </a:spcBef>
              <a:spcAft>
                <a:spcPct val="0"/>
              </a:spcAft>
              <a:defRPr sz="2300">
                <a:solidFill>
                  <a:schemeClr val="tx1"/>
                </a:solidFill>
                <a:latin typeface="Arial" charset="0"/>
                <a:ea typeface="ＭＳ Ｐゴシック" charset="0"/>
              </a:defRPr>
            </a:lvl8pPr>
            <a:lvl9pPr marL="3675957" indent="-216233" defTabSz="914485" eaLnBrk="0" fontAlgn="base" hangingPunct="0">
              <a:spcBef>
                <a:spcPct val="0"/>
              </a:spcBef>
              <a:spcAft>
                <a:spcPct val="0"/>
              </a:spcAft>
              <a:defRPr sz="2300">
                <a:solidFill>
                  <a:schemeClr val="tx1"/>
                </a:solidFill>
                <a:latin typeface="Arial" charset="0"/>
                <a:ea typeface="ＭＳ Ｐゴシック" charset="0"/>
              </a:defRPr>
            </a:lvl9pPr>
          </a:lstStyle>
          <a:p>
            <a:fld id="{2AA3F55B-9434-B84E-91E1-F05727FDB32E}" type="slidenum">
              <a:rPr lang="en-US" sz="1200"/>
              <a:pPr/>
              <a:t>55</a:t>
            </a:fld>
            <a:endParaRPr lang="en-US" sz="1200"/>
          </a:p>
        </p:txBody>
      </p:sp>
      <p:sp>
        <p:nvSpPr>
          <p:cNvPr id="146436" name="Rectangle 2"/>
          <p:cNvSpPr>
            <a:spLocks noChangeArrowheads="1"/>
          </p:cNvSpPr>
          <p:nvPr/>
        </p:nvSpPr>
        <p:spPr bwMode="auto">
          <a:xfrm>
            <a:off x="3885903" y="1"/>
            <a:ext cx="2972097" cy="4565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86493" tIns="43247" rIns="86493" bIns="43247" anchor="ctr"/>
          <a:lstStyle/>
          <a:p>
            <a:endParaRPr lang="en-AU"/>
          </a:p>
        </p:txBody>
      </p:sp>
      <p:sp>
        <p:nvSpPr>
          <p:cNvPr id="146437" name="Rectangle 3"/>
          <p:cNvSpPr>
            <a:spLocks noChangeArrowheads="1"/>
          </p:cNvSpPr>
          <p:nvPr/>
        </p:nvSpPr>
        <p:spPr bwMode="auto">
          <a:xfrm>
            <a:off x="3885903" y="8687405"/>
            <a:ext cx="2972097" cy="4565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19049" tIns="0" rIns="19049" bIns="0" anchor="b"/>
          <a:lstStyle/>
          <a:p>
            <a:pPr algn="r" defTabSz="914485"/>
            <a:r>
              <a:rPr lang="en-US" sz="1000" i="1">
                <a:latin typeface="Times New Roman" charset="0"/>
              </a:rPr>
              <a:t>43</a:t>
            </a:r>
          </a:p>
        </p:txBody>
      </p:sp>
      <p:sp>
        <p:nvSpPr>
          <p:cNvPr id="146438" name="Rectangle 4"/>
          <p:cNvSpPr>
            <a:spLocks noChangeArrowheads="1"/>
          </p:cNvSpPr>
          <p:nvPr/>
        </p:nvSpPr>
        <p:spPr bwMode="auto">
          <a:xfrm>
            <a:off x="0" y="8687405"/>
            <a:ext cx="2972098" cy="4565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86493" tIns="43247" rIns="86493" bIns="43247" anchor="ctr"/>
          <a:lstStyle/>
          <a:p>
            <a:endParaRPr lang="en-AU"/>
          </a:p>
        </p:txBody>
      </p:sp>
      <p:sp>
        <p:nvSpPr>
          <p:cNvPr id="146439" name="Rectangle 5"/>
          <p:cNvSpPr>
            <a:spLocks noChangeArrowheads="1"/>
          </p:cNvSpPr>
          <p:nvPr/>
        </p:nvSpPr>
        <p:spPr bwMode="auto">
          <a:xfrm>
            <a:off x="0" y="1"/>
            <a:ext cx="2972098" cy="4565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86493" tIns="43247" rIns="86493" bIns="43247" anchor="ctr"/>
          <a:lstStyle/>
          <a:p>
            <a:endParaRPr lang="en-AU"/>
          </a:p>
        </p:txBody>
      </p:sp>
      <p:sp>
        <p:nvSpPr>
          <p:cNvPr id="146440" name="Rectangle 6"/>
          <p:cNvSpPr>
            <a:spLocks noGrp="1" noChangeArrowheads="1"/>
          </p:cNvSpPr>
          <p:nvPr>
            <p:ph type="body" idx="1"/>
          </p:nvPr>
        </p:nvSpPr>
        <p:spPr>
          <a:xfrm>
            <a:off x="913805" y="3276298"/>
            <a:ext cx="5030391" cy="5181297"/>
          </a:xfrm>
          <a:noFill/>
          <a:extLs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 uri="{FAA26D3D-D897-4be2-8F04-BA451C77F1D7}">
              <ma14:placeholderFlag xmlns="" xmlns:ma14="http://schemas.microsoft.com/office/mac/drawingml/2011/main" val="1"/>
            </a:ext>
          </a:extLst>
        </p:spPr>
        <p:txBody>
          <a:bodyPr lIns="90480" tIns="44446" rIns="90480" bIns="44446"/>
          <a:lstStyle/>
          <a:p>
            <a:pPr eaLnBrk="1" hangingPunct="1"/>
            <a:endParaRPr lang="en-US">
              <a:ea typeface="ＭＳ Ｐゴシック" charset="0"/>
            </a:endParaRPr>
          </a:p>
        </p:txBody>
      </p:sp>
      <p:sp>
        <p:nvSpPr>
          <p:cNvPr id="146441" name="Rectangle 7"/>
          <p:cNvSpPr>
            <a:spLocks noGrp="1" noRot="1" noChangeAspect="1" noChangeArrowheads="1" noTextEdit="1"/>
          </p:cNvSpPr>
          <p:nvPr>
            <p:ph type="sldImg"/>
          </p:nvPr>
        </p:nvSpPr>
        <p:spPr>
          <a:xfrm>
            <a:off x="1409700" y="692150"/>
            <a:ext cx="4038600" cy="2273300"/>
          </a:xfrm>
          <a:ln w="12700" cap="flat">
            <a:solidFill>
              <a:schemeClr val="tx1"/>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Rectangle 6"/>
          <p:cNvSpPr>
            <a:spLocks noGrp="1" noChangeArrowheads="1"/>
          </p:cNvSpPr>
          <p:nvPr>
            <p:ph type="ftr" sz="quarter" idx="4"/>
          </p:nvPr>
        </p:nvSpPr>
        <p:spPr>
          <a:noFill/>
        </p:spPr>
        <p:txBody>
          <a:bodyPr/>
          <a:lstStyle>
            <a:lvl1pPr defTabSz="914485">
              <a:defRPr sz="2300">
                <a:solidFill>
                  <a:schemeClr val="tx1"/>
                </a:solidFill>
                <a:latin typeface="Arial" charset="0"/>
                <a:ea typeface="ＭＳ Ｐゴシック" charset="0"/>
                <a:cs typeface="ＭＳ Ｐゴシック" charset="0"/>
              </a:defRPr>
            </a:lvl1pPr>
            <a:lvl2pPr marL="702756" indent="-270291" defTabSz="914485">
              <a:defRPr sz="2300">
                <a:solidFill>
                  <a:schemeClr val="tx1"/>
                </a:solidFill>
                <a:latin typeface="Arial" charset="0"/>
                <a:ea typeface="ＭＳ Ｐゴシック" charset="0"/>
              </a:defRPr>
            </a:lvl2pPr>
            <a:lvl3pPr marL="1081164" indent="-216233" defTabSz="914485">
              <a:defRPr sz="2300">
                <a:solidFill>
                  <a:schemeClr val="tx1"/>
                </a:solidFill>
                <a:latin typeface="Arial" charset="0"/>
                <a:ea typeface="ＭＳ Ｐゴシック" charset="0"/>
              </a:defRPr>
            </a:lvl3pPr>
            <a:lvl4pPr marL="1513629" indent="-216233" defTabSz="914485">
              <a:defRPr sz="2300">
                <a:solidFill>
                  <a:schemeClr val="tx1"/>
                </a:solidFill>
                <a:latin typeface="Arial" charset="0"/>
                <a:ea typeface="ＭＳ Ｐゴシック" charset="0"/>
              </a:defRPr>
            </a:lvl4pPr>
            <a:lvl5pPr marL="1946095" indent="-216233" defTabSz="914485">
              <a:defRPr sz="2300">
                <a:solidFill>
                  <a:schemeClr val="tx1"/>
                </a:solidFill>
                <a:latin typeface="Arial" charset="0"/>
                <a:ea typeface="ＭＳ Ｐゴシック" charset="0"/>
              </a:defRPr>
            </a:lvl5pPr>
            <a:lvl6pPr marL="2378560" indent="-216233" defTabSz="914485" eaLnBrk="0" fontAlgn="base" hangingPunct="0">
              <a:spcBef>
                <a:spcPct val="0"/>
              </a:spcBef>
              <a:spcAft>
                <a:spcPct val="0"/>
              </a:spcAft>
              <a:defRPr sz="2300">
                <a:solidFill>
                  <a:schemeClr val="tx1"/>
                </a:solidFill>
                <a:latin typeface="Arial" charset="0"/>
                <a:ea typeface="ＭＳ Ｐゴシック" charset="0"/>
              </a:defRPr>
            </a:lvl6pPr>
            <a:lvl7pPr marL="2811026" indent="-216233" defTabSz="914485" eaLnBrk="0" fontAlgn="base" hangingPunct="0">
              <a:spcBef>
                <a:spcPct val="0"/>
              </a:spcBef>
              <a:spcAft>
                <a:spcPct val="0"/>
              </a:spcAft>
              <a:defRPr sz="2300">
                <a:solidFill>
                  <a:schemeClr val="tx1"/>
                </a:solidFill>
                <a:latin typeface="Arial" charset="0"/>
                <a:ea typeface="ＭＳ Ｐゴシック" charset="0"/>
              </a:defRPr>
            </a:lvl7pPr>
            <a:lvl8pPr marL="3243491" indent="-216233" defTabSz="914485" eaLnBrk="0" fontAlgn="base" hangingPunct="0">
              <a:spcBef>
                <a:spcPct val="0"/>
              </a:spcBef>
              <a:spcAft>
                <a:spcPct val="0"/>
              </a:spcAft>
              <a:defRPr sz="2300">
                <a:solidFill>
                  <a:schemeClr val="tx1"/>
                </a:solidFill>
                <a:latin typeface="Arial" charset="0"/>
                <a:ea typeface="ＭＳ Ｐゴシック" charset="0"/>
              </a:defRPr>
            </a:lvl8pPr>
            <a:lvl9pPr marL="3675957" indent="-216233" defTabSz="914485" eaLnBrk="0" fontAlgn="base" hangingPunct="0">
              <a:spcBef>
                <a:spcPct val="0"/>
              </a:spcBef>
              <a:spcAft>
                <a:spcPct val="0"/>
              </a:spcAft>
              <a:defRPr sz="2300">
                <a:solidFill>
                  <a:schemeClr val="tx1"/>
                </a:solidFill>
                <a:latin typeface="Arial" charset="0"/>
                <a:ea typeface="ＭＳ Ｐゴシック" charset="0"/>
              </a:defRPr>
            </a:lvl9pPr>
          </a:lstStyle>
          <a:p>
            <a:r>
              <a:rPr lang="en-US" sz="1200"/>
              <a:t>prepared by Razana Alwee</a:t>
            </a:r>
          </a:p>
        </p:txBody>
      </p:sp>
      <p:sp>
        <p:nvSpPr>
          <p:cNvPr id="147459" name="Rectangle 7"/>
          <p:cNvSpPr>
            <a:spLocks noGrp="1" noChangeArrowheads="1"/>
          </p:cNvSpPr>
          <p:nvPr>
            <p:ph type="sldNum" sz="quarter" idx="5"/>
          </p:nvPr>
        </p:nvSpPr>
        <p:spPr>
          <a:noFill/>
        </p:spPr>
        <p:txBody>
          <a:bodyPr/>
          <a:lstStyle>
            <a:lvl1pPr defTabSz="914485">
              <a:defRPr sz="2300">
                <a:solidFill>
                  <a:schemeClr val="tx1"/>
                </a:solidFill>
                <a:latin typeface="Arial" charset="0"/>
                <a:ea typeface="ＭＳ Ｐゴシック" charset="0"/>
                <a:cs typeface="ＭＳ Ｐゴシック" charset="0"/>
              </a:defRPr>
            </a:lvl1pPr>
            <a:lvl2pPr marL="702756" indent="-270291" defTabSz="914485">
              <a:defRPr sz="2300">
                <a:solidFill>
                  <a:schemeClr val="tx1"/>
                </a:solidFill>
                <a:latin typeface="Arial" charset="0"/>
                <a:ea typeface="ＭＳ Ｐゴシック" charset="0"/>
              </a:defRPr>
            </a:lvl2pPr>
            <a:lvl3pPr marL="1081164" indent="-216233" defTabSz="914485">
              <a:defRPr sz="2300">
                <a:solidFill>
                  <a:schemeClr val="tx1"/>
                </a:solidFill>
                <a:latin typeface="Arial" charset="0"/>
                <a:ea typeface="ＭＳ Ｐゴシック" charset="0"/>
              </a:defRPr>
            </a:lvl3pPr>
            <a:lvl4pPr marL="1513629" indent="-216233" defTabSz="914485">
              <a:defRPr sz="2300">
                <a:solidFill>
                  <a:schemeClr val="tx1"/>
                </a:solidFill>
                <a:latin typeface="Arial" charset="0"/>
                <a:ea typeface="ＭＳ Ｐゴシック" charset="0"/>
              </a:defRPr>
            </a:lvl4pPr>
            <a:lvl5pPr marL="1946095" indent="-216233" defTabSz="914485">
              <a:defRPr sz="2300">
                <a:solidFill>
                  <a:schemeClr val="tx1"/>
                </a:solidFill>
                <a:latin typeface="Arial" charset="0"/>
                <a:ea typeface="ＭＳ Ｐゴシック" charset="0"/>
              </a:defRPr>
            </a:lvl5pPr>
            <a:lvl6pPr marL="2378560" indent="-216233" defTabSz="914485" eaLnBrk="0" fontAlgn="base" hangingPunct="0">
              <a:spcBef>
                <a:spcPct val="0"/>
              </a:spcBef>
              <a:spcAft>
                <a:spcPct val="0"/>
              </a:spcAft>
              <a:defRPr sz="2300">
                <a:solidFill>
                  <a:schemeClr val="tx1"/>
                </a:solidFill>
                <a:latin typeface="Arial" charset="0"/>
                <a:ea typeface="ＭＳ Ｐゴシック" charset="0"/>
              </a:defRPr>
            </a:lvl6pPr>
            <a:lvl7pPr marL="2811026" indent="-216233" defTabSz="914485" eaLnBrk="0" fontAlgn="base" hangingPunct="0">
              <a:spcBef>
                <a:spcPct val="0"/>
              </a:spcBef>
              <a:spcAft>
                <a:spcPct val="0"/>
              </a:spcAft>
              <a:defRPr sz="2300">
                <a:solidFill>
                  <a:schemeClr val="tx1"/>
                </a:solidFill>
                <a:latin typeface="Arial" charset="0"/>
                <a:ea typeface="ＭＳ Ｐゴシック" charset="0"/>
              </a:defRPr>
            </a:lvl7pPr>
            <a:lvl8pPr marL="3243491" indent="-216233" defTabSz="914485" eaLnBrk="0" fontAlgn="base" hangingPunct="0">
              <a:spcBef>
                <a:spcPct val="0"/>
              </a:spcBef>
              <a:spcAft>
                <a:spcPct val="0"/>
              </a:spcAft>
              <a:defRPr sz="2300">
                <a:solidFill>
                  <a:schemeClr val="tx1"/>
                </a:solidFill>
                <a:latin typeface="Arial" charset="0"/>
                <a:ea typeface="ＭＳ Ｐゴシック" charset="0"/>
              </a:defRPr>
            </a:lvl8pPr>
            <a:lvl9pPr marL="3675957" indent="-216233" defTabSz="914485" eaLnBrk="0" fontAlgn="base" hangingPunct="0">
              <a:spcBef>
                <a:spcPct val="0"/>
              </a:spcBef>
              <a:spcAft>
                <a:spcPct val="0"/>
              </a:spcAft>
              <a:defRPr sz="2300">
                <a:solidFill>
                  <a:schemeClr val="tx1"/>
                </a:solidFill>
                <a:latin typeface="Arial" charset="0"/>
                <a:ea typeface="ＭＳ Ｐゴシック" charset="0"/>
              </a:defRPr>
            </a:lvl9pPr>
          </a:lstStyle>
          <a:p>
            <a:fld id="{6AC81500-217F-2442-AF38-6CB6956DE2FF}" type="slidenum">
              <a:rPr lang="en-US" sz="1200"/>
              <a:pPr/>
              <a:t>56</a:t>
            </a:fld>
            <a:endParaRPr lang="en-US" sz="1200"/>
          </a:p>
        </p:txBody>
      </p:sp>
      <p:sp>
        <p:nvSpPr>
          <p:cNvPr id="147460" name="Rectangle 2"/>
          <p:cNvSpPr>
            <a:spLocks noChangeArrowheads="1"/>
          </p:cNvSpPr>
          <p:nvPr/>
        </p:nvSpPr>
        <p:spPr bwMode="auto">
          <a:xfrm>
            <a:off x="3885903" y="1"/>
            <a:ext cx="2972097" cy="4565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86493" tIns="43247" rIns="86493" bIns="43247" anchor="ctr"/>
          <a:lstStyle/>
          <a:p>
            <a:endParaRPr lang="en-AU"/>
          </a:p>
        </p:txBody>
      </p:sp>
      <p:sp>
        <p:nvSpPr>
          <p:cNvPr id="147461" name="Rectangle 3"/>
          <p:cNvSpPr>
            <a:spLocks noChangeArrowheads="1"/>
          </p:cNvSpPr>
          <p:nvPr/>
        </p:nvSpPr>
        <p:spPr bwMode="auto">
          <a:xfrm>
            <a:off x="3885903" y="8687405"/>
            <a:ext cx="2972097" cy="4565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19049" tIns="0" rIns="19049" bIns="0" anchor="b"/>
          <a:lstStyle/>
          <a:p>
            <a:pPr algn="r" defTabSz="914485"/>
            <a:r>
              <a:rPr lang="en-US" sz="1000" i="1">
                <a:latin typeface="Times New Roman" charset="0"/>
              </a:rPr>
              <a:t>43</a:t>
            </a:r>
          </a:p>
        </p:txBody>
      </p:sp>
      <p:sp>
        <p:nvSpPr>
          <p:cNvPr id="147462" name="Rectangle 4"/>
          <p:cNvSpPr>
            <a:spLocks noChangeArrowheads="1"/>
          </p:cNvSpPr>
          <p:nvPr/>
        </p:nvSpPr>
        <p:spPr bwMode="auto">
          <a:xfrm>
            <a:off x="0" y="8687405"/>
            <a:ext cx="2972098" cy="4565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86493" tIns="43247" rIns="86493" bIns="43247" anchor="ctr"/>
          <a:lstStyle/>
          <a:p>
            <a:endParaRPr lang="en-AU"/>
          </a:p>
        </p:txBody>
      </p:sp>
      <p:sp>
        <p:nvSpPr>
          <p:cNvPr id="147463" name="Rectangle 5"/>
          <p:cNvSpPr>
            <a:spLocks noChangeArrowheads="1"/>
          </p:cNvSpPr>
          <p:nvPr/>
        </p:nvSpPr>
        <p:spPr bwMode="auto">
          <a:xfrm>
            <a:off x="0" y="1"/>
            <a:ext cx="2972098" cy="4565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86493" tIns="43247" rIns="86493" bIns="43247" anchor="ctr"/>
          <a:lstStyle/>
          <a:p>
            <a:endParaRPr lang="en-AU"/>
          </a:p>
        </p:txBody>
      </p:sp>
      <p:sp>
        <p:nvSpPr>
          <p:cNvPr id="147464" name="Rectangle 6"/>
          <p:cNvSpPr>
            <a:spLocks noGrp="1" noChangeArrowheads="1"/>
          </p:cNvSpPr>
          <p:nvPr>
            <p:ph type="body" idx="1"/>
          </p:nvPr>
        </p:nvSpPr>
        <p:spPr>
          <a:xfrm>
            <a:off x="913805" y="3276298"/>
            <a:ext cx="5030391" cy="5181297"/>
          </a:xfrm>
          <a:noFill/>
          <a:extLs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 uri="{FAA26D3D-D897-4be2-8F04-BA451C77F1D7}">
              <ma14:placeholderFlag xmlns="" xmlns:ma14="http://schemas.microsoft.com/office/mac/drawingml/2011/main" val="1"/>
            </a:ext>
          </a:extLst>
        </p:spPr>
        <p:txBody>
          <a:bodyPr lIns="90480" tIns="44446" rIns="90480" bIns="44446"/>
          <a:lstStyle/>
          <a:p>
            <a:pPr eaLnBrk="1" hangingPunct="1"/>
            <a:endParaRPr lang="en-US">
              <a:ea typeface="ＭＳ Ｐゴシック" charset="0"/>
            </a:endParaRPr>
          </a:p>
        </p:txBody>
      </p:sp>
      <p:sp>
        <p:nvSpPr>
          <p:cNvPr id="147465" name="Rectangle 7"/>
          <p:cNvSpPr>
            <a:spLocks noGrp="1" noRot="1" noChangeAspect="1" noChangeArrowheads="1" noTextEdit="1"/>
          </p:cNvSpPr>
          <p:nvPr>
            <p:ph type="sldImg"/>
          </p:nvPr>
        </p:nvSpPr>
        <p:spPr>
          <a:xfrm>
            <a:off x="1409700" y="692150"/>
            <a:ext cx="4038600" cy="2273300"/>
          </a:xfrm>
          <a:ln w="12700" cap="flat">
            <a:solidFill>
              <a:schemeClr val="tx1"/>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6" name="Rectangle 6"/>
          <p:cNvSpPr>
            <a:spLocks noGrp="1" noChangeArrowheads="1"/>
          </p:cNvSpPr>
          <p:nvPr>
            <p:ph type="ftr" sz="quarter" idx="4"/>
          </p:nvPr>
        </p:nvSpPr>
        <p:spPr>
          <a:noFill/>
        </p:spPr>
        <p:txBody>
          <a:bodyPr/>
          <a:lstStyle>
            <a:lvl1pPr defTabSz="914485">
              <a:defRPr sz="2300">
                <a:solidFill>
                  <a:schemeClr val="tx1"/>
                </a:solidFill>
                <a:latin typeface="Arial" charset="0"/>
                <a:ea typeface="ＭＳ Ｐゴシック" charset="0"/>
                <a:cs typeface="ＭＳ Ｐゴシック" charset="0"/>
              </a:defRPr>
            </a:lvl1pPr>
            <a:lvl2pPr marL="702756" indent="-270291" defTabSz="914485">
              <a:defRPr sz="2300">
                <a:solidFill>
                  <a:schemeClr val="tx1"/>
                </a:solidFill>
                <a:latin typeface="Arial" charset="0"/>
                <a:ea typeface="ＭＳ Ｐゴシック" charset="0"/>
              </a:defRPr>
            </a:lvl2pPr>
            <a:lvl3pPr marL="1081164" indent="-216233" defTabSz="914485">
              <a:defRPr sz="2300">
                <a:solidFill>
                  <a:schemeClr val="tx1"/>
                </a:solidFill>
                <a:latin typeface="Arial" charset="0"/>
                <a:ea typeface="ＭＳ Ｐゴシック" charset="0"/>
              </a:defRPr>
            </a:lvl3pPr>
            <a:lvl4pPr marL="1513629" indent="-216233" defTabSz="914485">
              <a:defRPr sz="2300">
                <a:solidFill>
                  <a:schemeClr val="tx1"/>
                </a:solidFill>
                <a:latin typeface="Arial" charset="0"/>
                <a:ea typeface="ＭＳ Ｐゴシック" charset="0"/>
              </a:defRPr>
            </a:lvl4pPr>
            <a:lvl5pPr marL="1946095" indent="-216233" defTabSz="914485">
              <a:defRPr sz="2300">
                <a:solidFill>
                  <a:schemeClr val="tx1"/>
                </a:solidFill>
                <a:latin typeface="Arial" charset="0"/>
                <a:ea typeface="ＭＳ Ｐゴシック" charset="0"/>
              </a:defRPr>
            </a:lvl5pPr>
            <a:lvl6pPr marL="2378560" indent="-216233" defTabSz="914485" eaLnBrk="0" fontAlgn="base" hangingPunct="0">
              <a:spcBef>
                <a:spcPct val="0"/>
              </a:spcBef>
              <a:spcAft>
                <a:spcPct val="0"/>
              </a:spcAft>
              <a:defRPr sz="2300">
                <a:solidFill>
                  <a:schemeClr val="tx1"/>
                </a:solidFill>
                <a:latin typeface="Arial" charset="0"/>
                <a:ea typeface="ＭＳ Ｐゴシック" charset="0"/>
              </a:defRPr>
            </a:lvl6pPr>
            <a:lvl7pPr marL="2811026" indent="-216233" defTabSz="914485" eaLnBrk="0" fontAlgn="base" hangingPunct="0">
              <a:spcBef>
                <a:spcPct val="0"/>
              </a:spcBef>
              <a:spcAft>
                <a:spcPct val="0"/>
              </a:spcAft>
              <a:defRPr sz="2300">
                <a:solidFill>
                  <a:schemeClr val="tx1"/>
                </a:solidFill>
                <a:latin typeface="Arial" charset="0"/>
                <a:ea typeface="ＭＳ Ｐゴシック" charset="0"/>
              </a:defRPr>
            </a:lvl7pPr>
            <a:lvl8pPr marL="3243491" indent="-216233" defTabSz="914485" eaLnBrk="0" fontAlgn="base" hangingPunct="0">
              <a:spcBef>
                <a:spcPct val="0"/>
              </a:spcBef>
              <a:spcAft>
                <a:spcPct val="0"/>
              </a:spcAft>
              <a:defRPr sz="2300">
                <a:solidFill>
                  <a:schemeClr val="tx1"/>
                </a:solidFill>
                <a:latin typeface="Arial" charset="0"/>
                <a:ea typeface="ＭＳ Ｐゴシック" charset="0"/>
              </a:defRPr>
            </a:lvl8pPr>
            <a:lvl9pPr marL="3675957" indent="-216233" defTabSz="914485" eaLnBrk="0" fontAlgn="base" hangingPunct="0">
              <a:spcBef>
                <a:spcPct val="0"/>
              </a:spcBef>
              <a:spcAft>
                <a:spcPct val="0"/>
              </a:spcAft>
              <a:defRPr sz="2300">
                <a:solidFill>
                  <a:schemeClr val="tx1"/>
                </a:solidFill>
                <a:latin typeface="Arial" charset="0"/>
                <a:ea typeface="ＭＳ Ｐゴシック" charset="0"/>
              </a:defRPr>
            </a:lvl9pPr>
          </a:lstStyle>
          <a:p>
            <a:r>
              <a:rPr lang="en-US" sz="1200"/>
              <a:t>prepared by Razana Alwee</a:t>
            </a:r>
          </a:p>
        </p:txBody>
      </p:sp>
      <p:sp>
        <p:nvSpPr>
          <p:cNvPr id="149507" name="Rectangle 7"/>
          <p:cNvSpPr>
            <a:spLocks noGrp="1" noChangeArrowheads="1"/>
          </p:cNvSpPr>
          <p:nvPr>
            <p:ph type="sldNum" sz="quarter" idx="5"/>
          </p:nvPr>
        </p:nvSpPr>
        <p:spPr>
          <a:noFill/>
        </p:spPr>
        <p:txBody>
          <a:bodyPr/>
          <a:lstStyle>
            <a:lvl1pPr defTabSz="914485">
              <a:defRPr sz="2300">
                <a:solidFill>
                  <a:schemeClr val="tx1"/>
                </a:solidFill>
                <a:latin typeface="Arial" charset="0"/>
                <a:ea typeface="ＭＳ Ｐゴシック" charset="0"/>
                <a:cs typeface="ＭＳ Ｐゴシック" charset="0"/>
              </a:defRPr>
            </a:lvl1pPr>
            <a:lvl2pPr marL="702756" indent="-270291" defTabSz="914485">
              <a:defRPr sz="2300">
                <a:solidFill>
                  <a:schemeClr val="tx1"/>
                </a:solidFill>
                <a:latin typeface="Arial" charset="0"/>
                <a:ea typeface="ＭＳ Ｐゴシック" charset="0"/>
              </a:defRPr>
            </a:lvl2pPr>
            <a:lvl3pPr marL="1081164" indent="-216233" defTabSz="914485">
              <a:defRPr sz="2300">
                <a:solidFill>
                  <a:schemeClr val="tx1"/>
                </a:solidFill>
                <a:latin typeface="Arial" charset="0"/>
                <a:ea typeface="ＭＳ Ｐゴシック" charset="0"/>
              </a:defRPr>
            </a:lvl3pPr>
            <a:lvl4pPr marL="1513629" indent="-216233" defTabSz="914485">
              <a:defRPr sz="2300">
                <a:solidFill>
                  <a:schemeClr val="tx1"/>
                </a:solidFill>
                <a:latin typeface="Arial" charset="0"/>
                <a:ea typeface="ＭＳ Ｐゴシック" charset="0"/>
              </a:defRPr>
            </a:lvl4pPr>
            <a:lvl5pPr marL="1946095" indent="-216233" defTabSz="914485">
              <a:defRPr sz="2300">
                <a:solidFill>
                  <a:schemeClr val="tx1"/>
                </a:solidFill>
                <a:latin typeface="Arial" charset="0"/>
                <a:ea typeface="ＭＳ Ｐゴシック" charset="0"/>
              </a:defRPr>
            </a:lvl5pPr>
            <a:lvl6pPr marL="2378560" indent="-216233" defTabSz="914485" eaLnBrk="0" fontAlgn="base" hangingPunct="0">
              <a:spcBef>
                <a:spcPct val="0"/>
              </a:spcBef>
              <a:spcAft>
                <a:spcPct val="0"/>
              </a:spcAft>
              <a:defRPr sz="2300">
                <a:solidFill>
                  <a:schemeClr val="tx1"/>
                </a:solidFill>
                <a:latin typeface="Arial" charset="0"/>
                <a:ea typeface="ＭＳ Ｐゴシック" charset="0"/>
              </a:defRPr>
            </a:lvl6pPr>
            <a:lvl7pPr marL="2811026" indent="-216233" defTabSz="914485" eaLnBrk="0" fontAlgn="base" hangingPunct="0">
              <a:spcBef>
                <a:spcPct val="0"/>
              </a:spcBef>
              <a:spcAft>
                <a:spcPct val="0"/>
              </a:spcAft>
              <a:defRPr sz="2300">
                <a:solidFill>
                  <a:schemeClr val="tx1"/>
                </a:solidFill>
                <a:latin typeface="Arial" charset="0"/>
                <a:ea typeface="ＭＳ Ｐゴシック" charset="0"/>
              </a:defRPr>
            </a:lvl7pPr>
            <a:lvl8pPr marL="3243491" indent="-216233" defTabSz="914485" eaLnBrk="0" fontAlgn="base" hangingPunct="0">
              <a:spcBef>
                <a:spcPct val="0"/>
              </a:spcBef>
              <a:spcAft>
                <a:spcPct val="0"/>
              </a:spcAft>
              <a:defRPr sz="2300">
                <a:solidFill>
                  <a:schemeClr val="tx1"/>
                </a:solidFill>
                <a:latin typeface="Arial" charset="0"/>
                <a:ea typeface="ＭＳ Ｐゴシック" charset="0"/>
              </a:defRPr>
            </a:lvl8pPr>
            <a:lvl9pPr marL="3675957" indent="-216233" defTabSz="914485" eaLnBrk="0" fontAlgn="base" hangingPunct="0">
              <a:spcBef>
                <a:spcPct val="0"/>
              </a:spcBef>
              <a:spcAft>
                <a:spcPct val="0"/>
              </a:spcAft>
              <a:defRPr sz="2300">
                <a:solidFill>
                  <a:schemeClr val="tx1"/>
                </a:solidFill>
                <a:latin typeface="Arial" charset="0"/>
                <a:ea typeface="ＭＳ Ｐゴシック" charset="0"/>
              </a:defRPr>
            </a:lvl9pPr>
          </a:lstStyle>
          <a:p>
            <a:fld id="{FEC6B63B-31C1-5742-82CA-58587A7F9184}" type="slidenum">
              <a:rPr lang="en-US" sz="1200"/>
              <a:pPr/>
              <a:t>57</a:t>
            </a:fld>
            <a:endParaRPr lang="en-US" sz="1200"/>
          </a:p>
        </p:txBody>
      </p:sp>
      <p:sp>
        <p:nvSpPr>
          <p:cNvPr id="149508" name="Rectangle 2"/>
          <p:cNvSpPr>
            <a:spLocks noChangeArrowheads="1"/>
          </p:cNvSpPr>
          <p:nvPr/>
        </p:nvSpPr>
        <p:spPr bwMode="auto">
          <a:xfrm>
            <a:off x="3885903" y="1"/>
            <a:ext cx="2972097" cy="4565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86493" tIns="43247" rIns="86493" bIns="43247" anchor="ctr"/>
          <a:lstStyle/>
          <a:p>
            <a:endParaRPr lang="en-AU"/>
          </a:p>
        </p:txBody>
      </p:sp>
      <p:sp>
        <p:nvSpPr>
          <p:cNvPr id="149509" name="Rectangle 3"/>
          <p:cNvSpPr>
            <a:spLocks noChangeArrowheads="1"/>
          </p:cNvSpPr>
          <p:nvPr/>
        </p:nvSpPr>
        <p:spPr bwMode="auto">
          <a:xfrm>
            <a:off x="3885903" y="8687405"/>
            <a:ext cx="2972097" cy="4565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19049" tIns="0" rIns="19049" bIns="0" anchor="b"/>
          <a:lstStyle/>
          <a:p>
            <a:pPr algn="r" defTabSz="914485"/>
            <a:r>
              <a:rPr lang="en-US" sz="1000" i="1">
                <a:latin typeface="Times New Roman" charset="0"/>
              </a:rPr>
              <a:t>43</a:t>
            </a:r>
          </a:p>
        </p:txBody>
      </p:sp>
      <p:sp>
        <p:nvSpPr>
          <p:cNvPr id="149510" name="Rectangle 4"/>
          <p:cNvSpPr>
            <a:spLocks noChangeArrowheads="1"/>
          </p:cNvSpPr>
          <p:nvPr/>
        </p:nvSpPr>
        <p:spPr bwMode="auto">
          <a:xfrm>
            <a:off x="0" y="8687405"/>
            <a:ext cx="2972098" cy="4565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86493" tIns="43247" rIns="86493" bIns="43247" anchor="ctr"/>
          <a:lstStyle/>
          <a:p>
            <a:endParaRPr lang="en-AU"/>
          </a:p>
        </p:txBody>
      </p:sp>
      <p:sp>
        <p:nvSpPr>
          <p:cNvPr id="149511" name="Rectangle 5"/>
          <p:cNvSpPr>
            <a:spLocks noChangeArrowheads="1"/>
          </p:cNvSpPr>
          <p:nvPr/>
        </p:nvSpPr>
        <p:spPr bwMode="auto">
          <a:xfrm>
            <a:off x="0" y="1"/>
            <a:ext cx="2972098" cy="4565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86493" tIns="43247" rIns="86493" bIns="43247" anchor="ctr"/>
          <a:lstStyle/>
          <a:p>
            <a:endParaRPr lang="en-AU"/>
          </a:p>
        </p:txBody>
      </p:sp>
      <p:sp>
        <p:nvSpPr>
          <p:cNvPr id="149512" name="Rectangle 6"/>
          <p:cNvSpPr>
            <a:spLocks noGrp="1" noChangeArrowheads="1"/>
          </p:cNvSpPr>
          <p:nvPr>
            <p:ph type="body" idx="1"/>
          </p:nvPr>
        </p:nvSpPr>
        <p:spPr>
          <a:xfrm>
            <a:off x="913805" y="3276298"/>
            <a:ext cx="5030391" cy="5181297"/>
          </a:xfrm>
          <a:noFill/>
          <a:extLs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 uri="{FAA26D3D-D897-4be2-8F04-BA451C77F1D7}">
              <ma14:placeholderFlag xmlns="" xmlns:ma14="http://schemas.microsoft.com/office/mac/drawingml/2011/main" val="1"/>
            </a:ext>
          </a:extLst>
        </p:spPr>
        <p:txBody>
          <a:bodyPr lIns="90480" tIns="44446" rIns="90480" bIns="44446"/>
          <a:lstStyle/>
          <a:p>
            <a:pPr eaLnBrk="1" hangingPunct="1"/>
            <a:endParaRPr lang="en-US">
              <a:ea typeface="ＭＳ Ｐゴシック" charset="0"/>
            </a:endParaRPr>
          </a:p>
        </p:txBody>
      </p:sp>
      <p:sp>
        <p:nvSpPr>
          <p:cNvPr id="149513" name="Rectangle 7"/>
          <p:cNvSpPr>
            <a:spLocks noGrp="1" noRot="1" noChangeAspect="1" noChangeArrowheads="1" noTextEdit="1"/>
          </p:cNvSpPr>
          <p:nvPr>
            <p:ph type="sldImg"/>
          </p:nvPr>
        </p:nvSpPr>
        <p:spPr>
          <a:xfrm>
            <a:off x="1409700" y="692150"/>
            <a:ext cx="4038600" cy="2273300"/>
          </a:xfrm>
          <a:ln w="12700" cap="flat">
            <a:solidFill>
              <a:schemeClr val="tx1"/>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Rectangle 6"/>
          <p:cNvSpPr>
            <a:spLocks noGrp="1" noChangeArrowheads="1"/>
          </p:cNvSpPr>
          <p:nvPr>
            <p:ph type="ftr" sz="quarter" idx="4"/>
          </p:nvPr>
        </p:nvSpPr>
        <p:spPr>
          <a:noFill/>
        </p:spPr>
        <p:txBody>
          <a:bodyPr/>
          <a:lstStyle>
            <a:lvl1pPr defTabSz="914485">
              <a:defRPr sz="2300">
                <a:solidFill>
                  <a:schemeClr val="tx1"/>
                </a:solidFill>
                <a:latin typeface="Arial" charset="0"/>
                <a:ea typeface="ＭＳ Ｐゴシック" charset="0"/>
                <a:cs typeface="ＭＳ Ｐゴシック" charset="0"/>
              </a:defRPr>
            </a:lvl1pPr>
            <a:lvl2pPr marL="702756" indent="-270291" defTabSz="914485">
              <a:defRPr sz="2300">
                <a:solidFill>
                  <a:schemeClr val="tx1"/>
                </a:solidFill>
                <a:latin typeface="Arial" charset="0"/>
                <a:ea typeface="ＭＳ Ｐゴシック" charset="0"/>
              </a:defRPr>
            </a:lvl2pPr>
            <a:lvl3pPr marL="1081164" indent="-216233" defTabSz="914485">
              <a:defRPr sz="2300">
                <a:solidFill>
                  <a:schemeClr val="tx1"/>
                </a:solidFill>
                <a:latin typeface="Arial" charset="0"/>
                <a:ea typeface="ＭＳ Ｐゴシック" charset="0"/>
              </a:defRPr>
            </a:lvl3pPr>
            <a:lvl4pPr marL="1513629" indent="-216233" defTabSz="914485">
              <a:defRPr sz="2300">
                <a:solidFill>
                  <a:schemeClr val="tx1"/>
                </a:solidFill>
                <a:latin typeface="Arial" charset="0"/>
                <a:ea typeface="ＭＳ Ｐゴシック" charset="0"/>
              </a:defRPr>
            </a:lvl4pPr>
            <a:lvl5pPr marL="1946095" indent="-216233" defTabSz="914485">
              <a:defRPr sz="2300">
                <a:solidFill>
                  <a:schemeClr val="tx1"/>
                </a:solidFill>
                <a:latin typeface="Arial" charset="0"/>
                <a:ea typeface="ＭＳ Ｐゴシック" charset="0"/>
              </a:defRPr>
            </a:lvl5pPr>
            <a:lvl6pPr marL="2378560" indent="-216233" defTabSz="914485" eaLnBrk="0" fontAlgn="base" hangingPunct="0">
              <a:spcBef>
                <a:spcPct val="0"/>
              </a:spcBef>
              <a:spcAft>
                <a:spcPct val="0"/>
              </a:spcAft>
              <a:defRPr sz="2300">
                <a:solidFill>
                  <a:schemeClr val="tx1"/>
                </a:solidFill>
                <a:latin typeface="Arial" charset="0"/>
                <a:ea typeface="ＭＳ Ｐゴシック" charset="0"/>
              </a:defRPr>
            </a:lvl6pPr>
            <a:lvl7pPr marL="2811026" indent="-216233" defTabSz="914485" eaLnBrk="0" fontAlgn="base" hangingPunct="0">
              <a:spcBef>
                <a:spcPct val="0"/>
              </a:spcBef>
              <a:spcAft>
                <a:spcPct val="0"/>
              </a:spcAft>
              <a:defRPr sz="2300">
                <a:solidFill>
                  <a:schemeClr val="tx1"/>
                </a:solidFill>
                <a:latin typeface="Arial" charset="0"/>
                <a:ea typeface="ＭＳ Ｐゴシック" charset="0"/>
              </a:defRPr>
            </a:lvl7pPr>
            <a:lvl8pPr marL="3243491" indent="-216233" defTabSz="914485" eaLnBrk="0" fontAlgn="base" hangingPunct="0">
              <a:spcBef>
                <a:spcPct val="0"/>
              </a:spcBef>
              <a:spcAft>
                <a:spcPct val="0"/>
              </a:spcAft>
              <a:defRPr sz="2300">
                <a:solidFill>
                  <a:schemeClr val="tx1"/>
                </a:solidFill>
                <a:latin typeface="Arial" charset="0"/>
                <a:ea typeface="ＭＳ Ｐゴシック" charset="0"/>
              </a:defRPr>
            </a:lvl8pPr>
            <a:lvl9pPr marL="3675957" indent="-216233" defTabSz="914485" eaLnBrk="0" fontAlgn="base" hangingPunct="0">
              <a:spcBef>
                <a:spcPct val="0"/>
              </a:spcBef>
              <a:spcAft>
                <a:spcPct val="0"/>
              </a:spcAft>
              <a:defRPr sz="2300">
                <a:solidFill>
                  <a:schemeClr val="tx1"/>
                </a:solidFill>
                <a:latin typeface="Arial" charset="0"/>
                <a:ea typeface="ＭＳ Ｐゴシック" charset="0"/>
              </a:defRPr>
            </a:lvl9pPr>
          </a:lstStyle>
          <a:p>
            <a:r>
              <a:rPr lang="en-US" sz="1200"/>
              <a:t>prepared by Razana Alwee</a:t>
            </a:r>
          </a:p>
        </p:txBody>
      </p:sp>
      <p:sp>
        <p:nvSpPr>
          <p:cNvPr id="147459" name="Rectangle 7"/>
          <p:cNvSpPr>
            <a:spLocks noGrp="1" noChangeArrowheads="1"/>
          </p:cNvSpPr>
          <p:nvPr>
            <p:ph type="sldNum" sz="quarter" idx="5"/>
          </p:nvPr>
        </p:nvSpPr>
        <p:spPr>
          <a:noFill/>
        </p:spPr>
        <p:txBody>
          <a:bodyPr/>
          <a:lstStyle>
            <a:lvl1pPr defTabSz="914485">
              <a:defRPr sz="2300">
                <a:solidFill>
                  <a:schemeClr val="tx1"/>
                </a:solidFill>
                <a:latin typeface="Arial" charset="0"/>
                <a:ea typeface="ＭＳ Ｐゴシック" charset="0"/>
                <a:cs typeface="ＭＳ Ｐゴシック" charset="0"/>
              </a:defRPr>
            </a:lvl1pPr>
            <a:lvl2pPr marL="702756" indent="-270291" defTabSz="914485">
              <a:defRPr sz="2300">
                <a:solidFill>
                  <a:schemeClr val="tx1"/>
                </a:solidFill>
                <a:latin typeface="Arial" charset="0"/>
                <a:ea typeface="ＭＳ Ｐゴシック" charset="0"/>
              </a:defRPr>
            </a:lvl2pPr>
            <a:lvl3pPr marL="1081164" indent="-216233" defTabSz="914485">
              <a:defRPr sz="2300">
                <a:solidFill>
                  <a:schemeClr val="tx1"/>
                </a:solidFill>
                <a:latin typeface="Arial" charset="0"/>
                <a:ea typeface="ＭＳ Ｐゴシック" charset="0"/>
              </a:defRPr>
            </a:lvl3pPr>
            <a:lvl4pPr marL="1513629" indent="-216233" defTabSz="914485">
              <a:defRPr sz="2300">
                <a:solidFill>
                  <a:schemeClr val="tx1"/>
                </a:solidFill>
                <a:latin typeface="Arial" charset="0"/>
                <a:ea typeface="ＭＳ Ｐゴシック" charset="0"/>
              </a:defRPr>
            </a:lvl4pPr>
            <a:lvl5pPr marL="1946095" indent="-216233" defTabSz="914485">
              <a:defRPr sz="2300">
                <a:solidFill>
                  <a:schemeClr val="tx1"/>
                </a:solidFill>
                <a:latin typeface="Arial" charset="0"/>
                <a:ea typeface="ＭＳ Ｐゴシック" charset="0"/>
              </a:defRPr>
            </a:lvl5pPr>
            <a:lvl6pPr marL="2378560" indent="-216233" defTabSz="914485" eaLnBrk="0" fontAlgn="base" hangingPunct="0">
              <a:spcBef>
                <a:spcPct val="0"/>
              </a:spcBef>
              <a:spcAft>
                <a:spcPct val="0"/>
              </a:spcAft>
              <a:defRPr sz="2300">
                <a:solidFill>
                  <a:schemeClr val="tx1"/>
                </a:solidFill>
                <a:latin typeface="Arial" charset="0"/>
                <a:ea typeface="ＭＳ Ｐゴシック" charset="0"/>
              </a:defRPr>
            </a:lvl6pPr>
            <a:lvl7pPr marL="2811026" indent="-216233" defTabSz="914485" eaLnBrk="0" fontAlgn="base" hangingPunct="0">
              <a:spcBef>
                <a:spcPct val="0"/>
              </a:spcBef>
              <a:spcAft>
                <a:spcPct val="0"/>
              </a:spcAft>
              <a:defRPr sz="2300">
                <a:solidFill>
                  <a:schemeClr val="tx1"/>
                </a:solidFill>
                <a:latin typeface="Arial" charset="0"/>
                <a:ea typeface="ＭＳ Ｐゴシック" charset="0"/>
              </a:defRPr>
            </a:lvl7pPr>
            <a:lvl8pPr marL="3243491" indent="-216233" defTabSz="914485" eaLnBrk="0" fontAlgn="base" hangingPunct="0">
              <a:spcBef>
                <a:spcPct val="0"/>
              </a:spcBef>
              <a:spcAft>
                <a:spcPct val="0"/>
              </a:spcAft>
              <a:defRPr sz="2300">
                <a:solidFill>
                  <a:schemeClr val="tx1"/>
                </a:solidFill>
                <a:latin typeface="Arial" charset="0"/>
                <a:ea typeface="ＭＳ Ｐゴシック" charset="0"/>
              </a:defRPr>
            </a:lvl8pPr>
            <a:lvl9pPr marL="3675957" indent="-216233" defTabSz="914485" eaLnBrk="0" fontAlgn="base" hangingPunct="0">
              <a:spcBef>
                <a:spcPct val="0"/>
              </a:spcBef>
              <a:spcAft>
                <a:spcPct val="0"/>
              </a:spcAft>
              <a:defRPr sz="2300">
                <a:solidFill>
                  <a:schemeClr val="tx1"/>
                </a:solidFill>
                <a:latin typeface="Arial" charset="0"/>
                <a:ea typeface="ＭＳ Ｐゴシック" charset="0"/>
              </a:defRPr>
            </a:lvl9pPr>
          </a:lstStyle>
          <a:p>
            <a:fld id="{6AC81500-217F-2442-AF38-6CB6956DE2FF}" type="slidenum">
              <a:rPr lang="en-US" sz="1200"/>
              <a:pPr/>
              <a:t>58</a:t>
            </a:fld>
            <a:endParaRPr lang="en-US" sz="1200"/>
          </a:p>
        </p:txBody>
      </p:sp>
      <p:sp>
        <p:nvSpPr>
          <p:cNvPr id="147460" name="Rectangle 2"/>
          <p:cNvSpPr>
            <a:spLocks noChangeArrowheads="1"/>
          </p:cNvSpPr>
          <p:nvPr/>
        </p:nvSpPr>
        <p:spPr bwMode="auto">
          <a:xfrm>
            <a:off x="3885903" y="1"/>
            <a:ext cx="2972097" cy="4565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86493" tIns="43247" rIns="86493" bIns="43247" anchor="ctr"/>
          <a:lstStyle/>
          <a:p>
            <a:endParaRPr lang="en-AU"/>
          </a:p>
        </p:txBody>
      </p:sp>
      <p:sp>
        <p:nvSpPr>
          <p:cNvPr id="147461" name="Rectangle 3"/>
          <p:cNvSpPr>
            <a:spLocks noChangeArrowheads="1"/>
          </p:cNvSpPr>
          <p:nvPr/>
        </p:nvSpPr>
        <p:spPr bwMode="auto">
          <a:xfrm>
            <a:off x="3885903" y="8687405"/>
            <a:ext cx="2972097" cy="4565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19049" tIns="0" rIns="19049" bIns="0" anchor="b"/>
          <a:lstStyle/>
          <a:p>
            <a:pPr algn="r" defTabSz="914485"/>
            <a:r>
              <a:rPr lang="en-US" sz="1000" i="1">
                <a:latin typeface="Times New Roman" charset="0"/>
              </a:rPr>
              <a:t>43</a:t>
            </a:r>
          </a:p>
        </p:txBody>
      </p:sp>
      <p:sp>
        <p:nvSpPr>
          <p:cNvPr id="147462" name="Rectangle 4"/>
          <p:cNvSpPr>
            <a:spLocks noChangeArrowheads="1"/>
          </p:cNvSpPr>
          <p:nvPr/>
        </p:nvSpPr>
        <p:spPr bwMode="auto">
          <a:xfrm>
            <a:off x="0" y="8687405"/>
            <a:ext cx="2972098" cy="4565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86493" tIns="43247" rIns="86493" bIns="43247" anchor="ctr"/>
          <a:lstStyle/>
          <a:p>
            <a:endParaRPr lang="en-AU"/>
          </a:p>
        </p:txBody>
      </p:sp>
      <p:sp>
        <p:nvSpPr>
          <p:cNvPr id="147463" name="Rectangle 5"/>
          <p:cNvSpPr>
            <a:spLocks noChangeArrowheads="1"/>
          </p:cNvSpPr>
          <p:nvPr/>
        </p:nvSpPr>
        <p:spPr bwMode="auto">
          <a:xfrm>
            <a:off x="0" y="1"/>
            <a:ext cx="2972098" cy="4565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86493" tIns="43247" rIns="86493" bIns="43247" anchor="ctr"/>
          <a:lstStyle/>
          <a:p>
            <a:endParaRPr lang="en-AU"/>
          </a:p>
        </p:txBody>
      </p:sp>
      <p:sp>
        <p:nvSpPr>
          <p:cNvPr id="147464" name="Rectangle 6"/>
          <p:cNvSpPr>
            <a:spLocks noGrp="1" noChangeArrowheads="1"/>
          </p:cNvSpPr>
          <p:nvPr>
            <p:ph type="body" idx="1"/>
          </p:nvPr>
        </p:nvSpPr>
        <p:spPr>
          <a:xfrm>
            <a:off x="913805" y="3276298"/>
            <a:ext cx="5030391" cy="5181297"/>
          </a:xfrm>
          <a:noFill/>
          <a:extLs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 uri="{FAA26D3D-D897-4be2-8F04-BA451C77F1D7}">
              <ma14:placeholderFlag xmlns="" xmlns:ma14="http://schemas.microsoft.com/office/mac/drawingml/2011/main" val="1"/>
            </a:ext>
          </a:extLst>
        </p:spPr>
        <p:txBody>
          <a:bodyPr lIns="90480" tIns="44446" rIns="90480" bIns="44446"/>
          <a:lstStyle/>
          <a:p>
            <a:pPr eaLnBrk="1" hangingPunct="1"/>
            <a:endParaRPr lang="en-US">
              <a:ea typeface="ＭＳ Ｐゴシック" charset="0"/>
            </a:endParaRPr>
          </a:p>
        </p:txBody>
      </p:sp>
      <p:sp>
        <p:nvSpPr>
          <p:cNvPr id="147465" name="Rectangle 7"/>
          <p:cNvSpPr>
            <a:spLocks noGrp="1" noRot="1" noChangeAspect="1" noChangeArrowheads="1" noTextEdit="1"/>
          </p:cNvSpPr>
          <p:nvPr>
            <p:ph type="sldImg"/>
          </p:nvPr>
        </p:nvSpPr>
        <p:spPr>
          <a:xfrm>
            <a:off x="1409700" y="692150"/>
            <a:ext cx="4038600" cy="2273300"/>
          </a:xfrm>
          <a:ln w="12700" cap="flat">
            <a:solidFill>
              <a:schemeClr val="tx1"/>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0" name="Rectangle 6"/>
          <p:cNvSpPr>
            <a:spLocks noGrp="1" noChangeArrowheads="1"/>
          </p:cNvSpPr>
          <p:nvPr>
            <p:ph type="ftr" sz="quarter" idx="4"/>
          </p:nvPr>
        </p:nvSpPr>
        <p:spPr>
          <a:noFill/>
        </p:spPr>
        <p:txBody>
          <a:bodyPr/>
          <a:lstStyle>
            <a:lvl1pPr defTabSz="914485">
              <a:defRPr sz="2300">
                <a:solidFill>
                  <a:schemeClr val="tx1"/>
                </a:solidFill>
                <a:latin typeface="Arial" charset="0"/>
                <a:ea typeface="ＭＳ Ｐゴシック" charset="0"/>
                <a:cs typeface="ＭＳ Ｐゴシック" charset="0"/>
              </a:defRPr>
            </a:lvl1pPr>
            <a:lvl2pPr marL="702756" indent="-270291" defTabSz="914485">
              <a:defRPr sz="2300">
                <a:solidFill>
                  <a:schemeClr val="tx1"/>
                </a:solidFill>
                <a:latin typeface="Arial" charset="0"/>
                <a:ea typeface="ＭＳ Ｐゴシック" charset="0"/>
              </a:defRPr>
            </a:lvl2pPr>
            <a:lvl3pPr marL="1081164" indent="-216233" defTabSz="914485">
              <a:defRPr sz="2300">
                <a:solidFill>
                  <a:schemeClr val="tx1"/>
                </a:solidFill>
                <a:latin typeface="Arial" charset="0"/>
                <a:ea typeface="ＭＳ Ｐゴシック" charset="0"/>
              </a:defRPr>
            </a:lvl3pPr>
            <a:lvl4pPr marL="1513629" indent="-216233" defTabSz="914485">
              <a:defRPr sz="2300">
                <a:solidFill>
                  <a:schemeClr val="tx1"/>
                </a:solidFill>
                <a:latin typeface="Arial" charset="0"/>
                <a:ea typeface="ＭＳ Ｐゴシック" charset="0"/>
              </a:defRPr>
            </a:lvl4pPr>
            <a:lvl5pPr marL="1946095" indent="-216233" defTabSz="914485">
              <a:defRPr sz="2300">
                <a:solidFill>
                  <a:schemeClr val="tx1"/>
                </a:solidFill>
                <a:latin typeface="Arial" charset="0"/>
                <a:ea typeface="ＭＳ Ｐゴシック" charset="0"/>
              </a:defRPr>
            </a:lvl5pPr>
            <a:lvl6pPr marL="2378560" indent="-216233" defTabSz="914485" eaLnBrk="0" fontAlgn="base" hangingPunct="0">
              <a:spcBef>
                <a:spcPct val="0"/>
              </a:spcBef>
              <a:spcAft>
                <a:spcPct val="0"/>
              </a:spcAft>
              <a:defRPr sz="2300">
                <a:solidFill>
                  <a:schemeClr val="tx1"/>
                </a:solidFill>
                <a:latin typeface="Arial" charset="0"/>
                <a:ea typeface="ＭＳ Ｐゴシック" charset="0"/>
              </a:defRPr>
            </a:lvl6pPr>
            <a:lvl7pPr marL="2811026" indent="-216233" defTabSz="914485" eaLnBrk="0" fontAlgn="base" hangingPunct="0">
              <a:spcBef>
                <a:spcPct val="0"/>
              </a:spcBef>
              <a:spcAft>
                <a:spcPct val="0"/>
              </a:spcAft>
              <a:defRPr sz="2300">
                <a:solidFill>
                  <a:schemeClr val="tx1"/>
                </a:solidFill>
                <a:latin typeface="Arial" charset="0"/>
                <a:ea typeface="ＭＳ Ｐゴシック" charset="0"/>
              </a:defRPr>
            </a:lvl7pPr>
            <a:lvl8pPr marL="3243491" indent="-216233" defTabSz="914485" eaLnBrk="0" fontAlgn="base" hangingPunct="0">
              <a:spcBef>
                <a:spcPct val="0"/>
              </a:spcBef>
              <a:spcAft>
                <a:spcPct val="0"/>
              </a:spcAft>
              <a:defRPr sz="2300">
                <a:solidFill>
                  <a:schemeClr val="tx1"/>
                </a:solidFill>
                <a:latin typeface="Arial" charset="0"/>
                <a:ea typeface="ＭＳ Ｐゴシック" charset="0"/>
              </a:defRPr>
            </a:lvl8pPr>
            <a:lvl9pPr marL="3675957" indent="-216233" defTabSz="914485" eaLnBrk="0" fontAlgn="base" hangingPunct="0">
              <a:spcBef>
                <a:spcPct val="0"/>
              </a:spcBef>
              <a:spcAft>
                <a:spcPct val="0"/>
              </a:spcAft>
              <a:defRPr sz="2300">
                <a:solidFill>
                  <a:schemeClr val="tx1"/>
                </a:solidFill>
                <a:latin typeface="Arial" charset="0"/>
                <a:ea typeface="ＭＳ Ｐゴシック" charset="0"/>
              </a:defRPr>
            </a:lvl9pPr>
          </a:lstStyle>
          <a:p>
            <a:r>
              <a:rPr lang="en-US" sz="1200"/>
              <a:t>prepared by Razana Alwee</a:t>
            </a:r>
          </a:p>
        </p:txBody>
      </p:sp>
      <p:sp>
        <p:nvSpPr>
          <p:cNvPr id="150531" name="Rectangle 7"/>
          <p:cNvSpPr>
            <a:spLocks noGrp="1" noChangeArrowheads="1"/>
          </p:cNvSpPr>
          <p:nvPr>
            <p:ph type="sldNum" sz="quarter" idx="5"/>
          </p:nvPr>
        </p:nvSpPr>
        <p:spPr>
          <a:noFill/>
        </p:spPr>
        <p:txBody>
          <a:bodyPr/>
          <a:lstStyle>
            <a:lvl1pPr defTabSz="914485">
              <a:defRPr sz="2300">
                <a:solidFill>
                  <a:schemeClr val="tx1"/>
                </a:solidFill>
                <a:latin typeface="Arial" charset="0"/>
                <a:ea typeface="ＭＳ Ｐゴシック" charset="0"/>
                <a:cs typeface="ＭＳ Ｐゴシック" charset="0"/>
              </a:defRPr>
            </a:lvl1pPr>
            <a:lvl2pPr marL="702756" indent="-270291" defTabSz="914485">
              <a:defRPr sz="2300">
                <a:solidFill>
                  <a:schemeClr val="tx1"/>
                </a:solidFill>
                <a:latin typeface="Arial" charset="0"/>
                <a:ea typeface="ＭＳ Ｐゴシック" charset="0"/>
              </a:defRPr>
            </a:lvl2pPr>
            <a:lvl3pPr marL="1081164" indent="-216233" defTabSz="914485">
              <a:defRPr sz="2300">
                <a:solidFill>
                  <a:schemeClr val="tx1"/>
                </a:solidFill>
                <a:latin typeface="Arial" charset="0"/>
                <a:ea typeface="ＭＳ Ｐゴシック" charset="0"/>
              </a:defRPr>
            </a:lvl3pPr>
            <a:lvl4pPr marL="1513629" indent="-216233" defTabSz="914485">
              <a:defRPr sz="2300">
                <a:solidFill>
                  <a:schemeClr val="tx1"/>
                </a:solidFill>
                <a:latin typeface="Arial" charset="0"/>
                <a:ea typeface="ＭＳ Ｐゴシック" charset="0"/>
              </a:defRPr>
            </a:lvl4pPr>
            <a:lvl5pPr marL="1946095" indent="-216233" defTabSz="914485">
              <a:defRPr sz="2300">
                <a:solidFill>
                  <a:schemeClr val="tx1"/>
                </a:solidFill>
                <a:latin typeface="Arial" charset="0"/>
                <a:ea typeface="ＭＳ Ｐゴシック" charset="0"/>
              </a:defRPr>
            </a:lvl5pPr>
            <a:lvl6pPr marL="2378560" indent="-216233" defTabSz="914485" eaLnBrk="0" fontAlgn="base" hangingPunct="0">
              <a:spcBef>
                <a:spcPct val="0"/>
              </a:spcBef>
              <a:spcAft>
                <a:spcPct val="0"/>
              </a:spcAft>
              <a:defRPr sz="2300">
                <a:solidFill>
                  <a:schemeClr val="tx1"/>
                </a:solidFill>
                <a:latin typeface="Arial" charset="0"/>
                <a:ea typeface="ＭＳ Ｐゴシック" charset="0"/>
              </a:defRPr>
            </a:lvl6pPr>
            <a:lvl7pPr marL="2811026" indent="-216233" defTabSz="914485" eaLnBrk="0" fontAlgn="base" hangingPunct="0">
              <a:spcBef>
                <a:spcPct val="0"/>
              </a:spcBef>
              <a:spcAft>
                <a:spcPct val="0"/>
              </a:spcAft>
              <a:defRPr sz="2300">
                <a:solidFill>
                  <a:schemeClr val="tx1"/>
                </a:solidFill>
                <a:latin typeface="Arial" charset="0"/>
                <a:ea typeface="ＭＳ Ｐゴシック" charset="0"/>
              </a:defRPr>
            </a:lvl7pPr>
            <a:lvl8pPr marL="3243491" indent="-216233" defTabSz="914485" eaLnBrk="0" fontAlgn="base" hangingPunct="0">
              <a:spcBef>
                <a:spcPct val="0"/>
              </a:spcBef>
              <a:spcAft>
                <a:spcPct val="0"/>
              </a:spcAft>
              <a:defRPr sz="2300">
                <a:solidFill>
                  <a:schemeClr val="tx1"/>
                </a:solidFill>
                <a:latin typeface="Arial" charset="0"/>
                <a:ea typeface="ＭＳ Ｐゴシック" charset="0"/>
              </a:defRPr>
            </a:lvl8pPr>
            <a:lvl9pPr marL="3675957" indent="-216233" defTabSz="914485" eaLnBrk="0" fontAlgn="base" hangingPunct="0">
              <a:spcBef>
                <a:spcPct val="0"/>
              </a:spcBef>
              <a:spcAft>
                <a:spcPct val="0"/>
              </a:spcAft>
              <a:defRPr sz="2300">
                <a:solidFill>
                  <a:schemeClr val="tx1"/>
                </a:solidFill>
                <a:latin typeface="Arial" charset="0"/>
                <a:ea typeface="ＭＳ Ｐゴシック" charset="0"/>
              </a:defRPr>
            </a:lvl9pPr>
          </a:lstStyle>
          <a:p>
            <a:fld id="{FA73979C-BA3F-5E48-A7D3-4EA1A68B1AF6}" type="slidenum">
              <a:rPr lang="en-US" sz="1200"/>
              <a:pPr/>
              <a:t>59</a:t>
            </a:fld>
            <a:endParaRPr lang="en-US" sz="1200"/>
          </a:p>
        </p:txBody>
      </p:sp>
      <p:sp>
        <p:nvSpPr>
          <p:cNvPr id="150532" name="Rectangle 2"/>
          <p:cNvSpPr>
            <a:spLocks noChangeArrowheads="1"/>
          </p:cNvSpPr>
          <p:nvPr/>
        </p:nvSpPr>
        <p:spPr bwMode="auto">
          <a:xfrm>
            <a:off x="3885903" y="1"/>
            <a:ext cx="2972097" cy="4565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86493" tIns="43247" rIns="86493" bIns="43247" anchor="ctr"/>
          <a:lstStyle/>
          <a:p>
            <a:endParaRPr lang="en-AU"/>
          </a:p>
        </p:txBody>
      </p:sp>
      <p:sp>
        <p:nvSpPr>
          <p:cNvPr id="150533" name="Rectangle 3"/>
          <p:cNvSpPr>
            <a:spLocks noChangeArrowheads="1"/>
          </p:cNvSpPr>
          <p:nvPr/>
        </p:nvSpPr>
        <p:spPr bwMode="auto">
          <a:xfrm>
            <a:off x="3885903" y="8687405"/>
            <a:ext cx="2972097" cy="4565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19049" tIns="0" rIns="19049" bIns="0" anchor="b"/>
          <a:lstStyle/>
          <a:p>
            <a:pPr algn="r" defTabSz="914485"/>
            <a:r>
              <a:rPr lang="en-US" sz="1000" i="1">
                <a:latin typeface="Times New Roman" charset="0"/>
              </a:rPr>
              <a:t>43</a:t>
            </a:r>
          </a:p>
        </p:txBody>
      </p:sp>
      <p:sp>
        <p:nvSpPr>
          <p:cNvPr id="150534" name="Rectangle 4"/>
          <p:cNvSpPr>
            <a:spLocks noChangeArrowheads="1"/>
          </p:cNvSpPr>
          <p:nvPr/>
        </p:nvSpPr>
        <p:spPr bwMode="auto">
          <a:xfrm>
            <a:off x="0" y="8687405"/>
            <a:ext cx="2972098" cy="4565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86493" tIns="43247" rIns="86493" bIns="43247" anchor="ctr"/>
          <a:lstStyle/>
          <a:p>
            <a:endParaRPr lang="en-AU"/>
          </a:p>
        </p:txBody>
      </p:sp>
      <p:sp>
        <p:nvSpPr>
          <p:cNvPr id="150535" name="Rectangle 5"/>
          <p:cNvSpPr>
            <a:spLocks noChangeArrowheads="1"/>
          </p:cNvSpPr>
          <p:nvPr/>
        </p:nvSpPr>
        <p:spPr bwMode="auto">
          <a:xfrm>
            <a:off x="0" y="1"/>
            <a:ext cx="2972098" cy="4565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86493" tIns="43247" rIns="86493" bIns="43247" anchor="ctr"/>
          <a:lstStyle/>
          <a:p>
            <a:endParaRPr lang="en-AU"/>
          </a:p>
        </p:txBody>
      </p:sp>
      <p:sp>
        <p:nvSpPr>
          <p:cNvPr id="150536" name="Rectangle 6"/>
          <p:cNvSpPr>
            <a:spLocks noGrp="1" noChangeArrowheads="1"/>
          </p:cNvSpPr>
          <p:nvPr>
            <p:ph type="body" idx="1"/>
          </p:nvPr>
        </p:nvSpPr>
        <p:spPr>
          <a:xfrm>
            <a:off x="913805" y="3276298"/>
            <a:ext cx="5030391" cy="5181297"/>
          </a:xfrm>
          <a:noFill/>
          <a:extLs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 uri="{FAA26D3D-D897-4be2-8F04-BA451C77F1D7}">
              <ma14:placeholderFlag xmlns="" xmlns:ma14="http://schemas.microsoft.com/office/mac/drawingml/2011/main" val="1"/>
            </a:ext>
          </a:extLst>
        </p:spPr>
        <p:txBody>
          <a:bodyPr lIns="90480" tIns="44446" rIns="90480" bIns="44446"/>
          <a:lstStyle/>
          <a:p>
            <a:pPr eaLnBrk="1" hangingPunct="1"/>
            <a:endParaRPr lang="en-US">
              <a:ea typeface="ＭＳ Ｐゴシック" charset="0"/>
            </a:endParaRPr>
          </a:p>
        </p:txBody>
      </p:sp>
      <p:sp>
        <p:nvSpPr>
          <p:cNvPr id="150537" name="Rectangle 7"/>
          <p:cNvSpPr>
            <a:spLocks noGrp="1" noRot="1" noChangeAspect="1" noChangeArrowheads="1" noTextEdit="1"/>
          </p:cNvSpPr>
          <p:nvPr>
            <p:ph type="sldImg"/>
          </p:nvPr>
        </p:nvSpPr>
        <p:spPr>
          <a:xfrm>
            <a:off x="1409700" y="692150"/>
            <a:ext cx="4038600" cy="2273300"/>
          </a:xfrm>
          <a:ln w="12700" cap="flat">
            <a:solidFill>
              <a:schemeClr val="tx1"/>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4" name="Rectangle 6"/>
          <p:cNvSpPr>
            <a:spLocks noGrp="1" noChangeArrowheads="1"/>
          </p:cNvSpPr>
          <p:nvPr>
            <p:ph type="ftr" sz="quarter" idx="4"/>
          </p:nvPr>
        </p:nvSpPr>
        <p:spPr>
          <a:noFill/>
        </p:spPr>
        <p:txBody>
          <a:bodyPr/>
          <a:lstStyle>
            <a:lvl1pPr defTabSz="914485">
              <a:defRPr sz="2300">
                <a:solidFill>
                  <a:schemeClr val="tx1"/>
                </a:solidFill>
                <a:latin typeface="Arial" charset="0"/>
                <a:ea typeface="ＭＳ Ｐゴシック" charset="0"/>
                <a:cs typeface="ＭＳ Ｐゴシック" charset="0"/>
              </a:defRPr>
            </a:lvl1pPr>
            <a:lvl2pPr marL="702756" indent="-270291" defTabSz="914485">
              <a:defRPr sz="2300">
                <a:solidFill>
                  <a:schemeClr val="tx1"/>
                </a:solidFill>
                <a:latin typeface="Arial" charset="0"/>
                <a:ea typeface="ＭＳ Ｐゴシック" charset="0"/>
              </a:defRPr>
            </a:lvl2pPr>
            <a:lvl3pPr marL="1081164" indent="-216233" defTabSz="914485">
              <a:defRPr sz="2300">
                <a:solidFill>
                  <a:schemeClr val="tx1"/>
                </a:solidFill>
                <a:latin typeface="Arial" charset="0"/>
                <a:ea typeface="ＭＳ Ｐゴシック" charset="0"/>
              </a:defRPr>
            </a:lvl3pPr>
            <a:lvl4pPr marL="1513629" indent="-216233" defTabSz="914485">
              <a:defRPr sz="2300">
                <a:solidFill>
                  <a:schemeClr val="tx1"/>
                </a:solidFill>
                <a:latin typeface="Arial" charset="0"/>
                <a:ea typeface="ＭＳ Ｐゴシック" charset="0"/>
              </a:defRPr>
            </a:lvl4pPr>
            <a:lvl5pPr marL="1946095" indent="-216233" defTabSz="914485">
              <a:defRPr sz="2300">
                <a:solidFill>
                  <a:schemeClr val="tx1"/>
                </a:solidFill>
                <a:latin typeface="Arial" charset="0"/>
                <a:ea typeface="ＭＳ Ｐゴシック" charset="0"/>
              </a:defRPr>
            </a:lvl5pPr>
            <a:lvl6pPr marL="2378560" indent="-216233" defTabSz="914485" eaLnBrk="0" fontAlgn="base" hangingPunct="0">
              <a:spcBef>
                <a:spcPct val="0"/>
              </a:spcBef>
              <a:spcAft>
                <a:spcPct val="0"/>
              </a:spcAft>
              <a:defRPr sz="2300">
                <a:solidFill>
                  <a:schemeClr val="tx1"/>
                </a:solidFill>
                <a:latin typeface="Arial" charset="0"/>
                <a:ea typeface="ＭＳ Ｐゴシック" charset="0"/>
              </a:defRPr>
            </a:lvl6pPr>
            <a:lvl7pPr marL="2811026" indent="-216233" defTabSz="914485" eaLnBrk="0" fontAlgn="base" hangingPunct="0">
              <a:spcBef>
                <a:spcPct val="0"/>
              </a:spcBef>
              <a:spcAft>
                <a:spcPct val="0"/>
              </a:spcAft>
              <a:defRPr sz="2300">
                <a:solidFill>
                  <a:schemeClr val="tx1"/>
                </a:solidFill>
                <a:latin typeface="Arial" charset="0"/>
                <a:ea typeface="ＭＳ Ｐゴシック" charset="0"/>
              </a:defRPr>
            </a:lvl7pPr>
            <a:lvl8pPr marL="3243491" indent="-216233" defTabSz="914485" eaLnBrk="0" fontAlgn="base" hangingPunct="0">
              <a:spcBef>
                <a:spcPct val="0"/>
              </a:spcBef>
              <a:spcAft>
                <a:spcPct val="0"/>
              </a:spcAft>
              <a:defRPr sz="2300">
                <a:solidFill>
                  <a:schemeClr val="tx1"/>
                </a:solidFill>
                <a:latin typeface="Arial" charset="0"/>
                <a:ea typeface="ＭＳ Ｐゴシック" charset="0"/>
              </a:defRPr>
            </a:lvl8pPr>
            <a:lvl9pPr marL="3675957" indent="-216233" defTabSz="914485" eaLnBrk="0" fontAlgn="base" hangingPunct="0">
              <a:spcBef>
                <a:spcPct val="0"/>
              </a:spcBef>
              <a:spcAft>
                <a:spcPct val="0"/>
              </a:spcAft>
              <a:defRPr sz="2300">
                <a:solidFill>
                  <a:schemeClr val="tx1"/>
                </a:solidFill>
                <a:latin typeface="Arial" charset="0"/>
                <a:ea typeface="ＭＳ Ｐゴシック" charset="0"/>
              </a:defRPr>
            </a:lvl9pPr>
          </a:lstStyle>
          <a:p>
            <a:r>
              <a:rPr lang="en-US" sz="1200"/>
              <a:t>prepared by Razana Alwee</a:t>
            </a:r>
          </a:p>
        </p:txBody>
      </p:sp>
      <p:sp>
        <p:nvSpPr>
          <p:cNvPr id="151555" name="Rectangle 7"/>
          <p:cNvSpPr>
            <a:spLocks noGrp="1" noChangeArrowheads="1"/>
          </p:cNvSpPr>
          <p:nvPr>
            <p:ph type="sldNum" sz="quarter" idx="5"/>
          </p:nvPr>
        </p:nvSpPr>
        <p:spPr>
          <a:noFill/>
        </p:spPr>
        <p:txBody>
          <a:bodyPr/>
          <a:lstStyle>
            <a:lvl1pPr defTabSz="914485">
              <a:defRPr sz="2300">
                <a:solidFill>
                  <a:schemeClr val="tx1"/>
                </a:solidFill>
                <a:latin typeface="Arial" charset="0"/>
                <a:ea typeface="ＭＳ Ｐゴシック" charset="0"/>
                <a:cs typeface="ＭＳ Ｐゴシック" charset="0"/>
              </a:defRPr>
            </a:lvl1pPr>
            <a:lvl2pPr marL="702756" indent="-270291" defTabSz="914485">
              <a:defRPr sz="2300">
                <a:solidFill>
                  <a:schemeClr val="tx1"/>
                </a:solidFill>
                <a:latin typeface="Arial" charset="0"/>
                <a:ea typeface="ＭＳ Ｐゴシック" charset="0"/>
              </a:defRPr>
            </a:lvl2pPr>
            <a:lvl3pPr marL="1081164" indent="-216233" defTabSz="914485">
              <a:defRPr sz="2300">
                <a:solidFill>
                  <a:schemeClr val="tx1"/>
                </a:solidFill>
                <a:latin typeface="Arial" charset="0"/>
                <a:ea typeface="ＭＳ Ｐゴシック" charset="0"/>
              </a:defRPr>
            </a:lvl3pPr>
            <a:lvl4pPr marL="1513629" indent="-216233" defTabSz="914485">
              <a:defRPr sz="2300">
                <a:solidFill>
                  <a:schemeClr val="tx1"/>
                </a:solidFill>
                <a:latin typeface="Arial" charset="0"/>
                <a:ea typeface="ＭＳ Ｐゴシック" charset="0"/>
              </a:defRPr>
            </a:lvl4pPr>
            <a:lvl5pPr marL="1946095" indent="-216233" defTabSz="914485">
              <a:defRPr sz="2300">
                <a:solidFill>
                  <a:schemeClr val="tx1"/>
                </a:solidFill>
                <a:latin typeface="Arial" charset="0"/>
                <a:ea typeface="ＭＳ Ｐゴシック" charset="0"/>
              </a:defRPr>
            </a:lvl5pPr>
            <a:lvl6pPr marL="2378560" indent="-216233" defTabSz="914485" eaLnBrk="0" fontAlgn="base" hangingPunct="0">
              <a:spcBef>
                <a:spcPct val="0"/>
              </a:spcBef>
              <a:spcAft>
                <a:spcPct val="0"/>
              </a:spcAft>
              <a:defRPr sz="2300">
                <a:solidFill>
                  <a:schemeClr val="tx1"/>
                </a:solidFill>
                <a:latin typeface="Arial" charset="0"/>
                <a:ea typeface="ＭＳ Ｐゴシック" charset="0"/>
              </a:defRPr>
            </a:lvl6pPr>
            <a:lvl7pPr marL="2811026" indent="-216233" defTabSz="914485" eaLnBrk="0" fontAlgn="base" hangingPunct="0">
              <a:spcBef>
                <a:spcPct val="0"/>
              </a:spcBef>
              <a:spcAft>
                <a:spcPct val="0"/>
              </a:spcAft>
              <a:defRPr sz="2300">
                <a:solidFill>
                  <a:schemeClr val="tx1"/>
                </a:solidFill>
                <a:latin typeface="Arial" charset="0"/>
                <a:ea typeface="ＭＳ Ｐゴシック" charset="0"/>
              </a:defRPr>
            </a:lvl7pPr>
            <a:lvl8pPr marL="3243491" indent="-216233" defTabSz="914485" eaLnBrk="0" fontAlgn="base" hangingPunct="0">
              <a:spcBef>
                <a:spcPct val="0"/>
              </a:spcBef>
              <a:spcAft>
                <a:spcPct val="0"/>
              </a:spcAft>
              <a:defRPr sz="2300">
                <a:solidFill>
                  <a:schemeClr val="tx1"/>
                </a:solidFill>
                <a:latin typeface="Arial" charset="0"/>
                <a:ea typeface="ＭＳ Ｐゴシック" charset="0"/>
              </a:defRPr>
            </a:lvl8pPr>
            <a:lvl9pPr marL="3675957" indent="-216233" defTabSz="914485" eaLnBrk="0" fontAlgn="base" hangingPunct="0">
              <a:spcBef>
                <a:spcPct val="0"/>
              </a:spcBef>
              <a:spcAft>
                <a:spcPct val="0"/>
              </a:spcAft>
              <a:defRPr sz="2300">
                <a:solidFill>
                  <a:schemeClr val="tx1"/>
                </a:solidFill>
                <a:latin typeface="Arial" charset="0"/>
                <a:ea typeface="ＭＳ Ｐゴシック" charset="0"/>
              </a:defRPr>
            </a:lvl9pPr>
          </a:lstStyle>
          <a:p>
            <a:fld id="{A4293D82-BFBD-624B-AAA6-6952342FEED6}" type="slidenum">
              <a:rPr lang="en-US" sz="1200"/>
              <a:pPr/>
              <a:t>60</a:t>
            </a:fld>
            <a:endParaRPr lang="en-US" sz="1200"/>
          </a:p>
        </p:txBody>
      </p:sp>
      <p:sp>
        <p:nvSpPr>
          <p:cNvPr id="151556" name="Rectangle 2"/>
          <p:cNvSpPr>
            <a:spLocks noChangeArrowheads="1"/>
          </p:cNvSpPr>
          <p:nvPr/>
        </p:nvSpPr>
        <p:spPr bwMode="auto">
          <a:xfrm>
            <a:off x="3885903" y="1"/>
            <a:ext cx="2972097" cy="4565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86493" tIns="43247" rIns="86493" bIns="43247" anchor="ctr"/>
          <a:lstStyle/>
          <a:p>
            <a:endParaRPr lang="en-AU"/>
          </a:p>
        </p:txBody>
      </p:sp>
      <p:sp>
        <p:nvSpPr>
          <p:cNvPr id="151557" name="Rectangle 3"/>
          <p:cNvSpPr>
            <a:spLocks noChangeArrowheads="1"/>
          </p:cNvSpPr>
          <p:nvPr/>
        </p:nvSpPr>
        <p:spPr bwMode="auto">
          <a:xfrm>
            <a:off x="3885903" y="8687405"/>
            <a:ext cx="2972097" cy="4565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19049" tIns="0" rIns="19049" bIns="0" anchor="b"/>
          <a:lstStyle/>
          <a:p>
            <a:pPr algn="r" defTabSz="914485"/>
            <a:r>
              <a:rPr lang="en-US" sz="1000" i="1">
                <a:latin typeface="Times New Roman" charset="0"/>
              </a:rPr>
              <a:t>44</a:t>
            </a:r>
          </a:p>
        </p:txBody>
      </p:sp>
      <p:sp>
        <p:nvSpPr>
          <p:cNvPr id="151558" name="Rectangle 4"/>
          <p:cNvSpPr>
            <a:spLocks noChangeArrowheads="1"/>
          </p:cNvSpPr>
          <p:nvPr/>
        </p:nvSpPr>
        <p:spPr bwMode="auto">
          <a:xfrm>
            <a:off x="0" y="8687405"/>
            <a:ext cx="2972098" cy="4565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86493" tIns="43247" rIns="86493" bIns="43247" anchor="ctr"/>
          <a:lstStyle/>
          <a:p>
            <a:endParaRPr lang="en-AU"/>
          </a:p>
        </p:txBody>
      </p:sp>
      <p:sp>
        <p:nvSpPr>
          <p:cNvPr id="151559" name="Rectangle 5"/>
          <p:cNvSpPr>
            <a:spLocks noChangeArrowheads="1"/>
          </p:cNvSpPr>
          <p:nvPr/>
        </p:nvSpPr>
        <p:spPr bwMode="auto">
          <a:xfrm>
            <a:off x="0" y="1"/>
            <a:ext cx="2972098" cy="4565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86493" tIns="43247" rIns="86493" bIns="43247" anchor="ctr"/>
          <a:lstStyle/>
          <a:p>
            <a:endParaRPr lang="en-AU"/>
          </a:p>
        </p:txBody>
      </p:sp>
      <p:sp>
        <p:nvSpPr>
          <p:cNvPr id="151560" name="Rectangle 6"/>
          <p:cNvSpPr>
            <a:spLocks noGrp="1" noChangeArrowheads="1"/>
          </p:cNvSpPr>
          <p:nvPr>
            <p:ph type="body" idx="1"/>
          </p:nvPr>
        </p:nvSpPr>
        <p:spPr>
          <a:xfrm>
            <a:off x="913805" y="3276298"/>
            <a:ext cx="5030391" cy="5181297"/>
          </a:xfrm>
          <a:noFill/>
          <a:extLs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 uri="{FAA26D3D-D897-4be2-8F04-BA451C77F1D7}">
              <ma14:placeholderFlag xmlns="" xmlns:ma14="http://schemas.microsoft.com/office/mac/drawingml/2011/main" val="1"/>
            </a:ext>
          </a:extLst>
        </p:spPr>
        <p:txBody>
          <a:bodyPr lIns="90480" tIns="44446" rIns="90480" bIns="44446"/>
          <a:lstStyle/>
          <a:p>
            <a:pPr eaLnBrk="1" hangingPunct="1"/>
            <a:endParaRPr lang="en-US">
              <a:ea typeface="ＭＳ Ｐゴシック" charset="0"/>
            </a:endParaRPr>
          </a:p>
        </p:txBody>
      </p:sp>
      <p:sp>
        <p:nvSpPr>
          <p:cNvPr id="151561" name="Rectangle 7"/>
          <p:cNvSpPr>
            <a:spLocks noGrp="1" noRot="1" noChangeAspect="1" noChangeArrowheads="1" noTextEdit="1"/>
          </p:cNvSpPr>
          <p:nvPr>
            <p:ph type="sldImg"/>
          </p:nvPr>
        </p:nvSpPr>
        <p:spPr>
          <a:xfrm>
            <a:off x="1409700" y="692150"/>
            <a:ext cx="4038600" cy="2273300"/>
          </a:xfrm>
          <a:ln w="12700" cap="flat">
            <a:solidFill>
              <a:schemeClr val="tx1"/>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8" name="Rectangle 6"/>
          <p:cNvSpPr>
            <a:spLocks noGrp="1" noChangeArrowheads="1"/>
          </p:cNvSpPr>
          <p:nvPr>
            <p:ph type="ftr" sz="quarter" idx="4"/>
          </p:nvPr>
        </p:nvSpPr>
        <p:spPr>
          <a:noFill/>
        </p:spPr>
        <p:txBody>
          <a:bodyPr/>
          <a:lstStyle>
            <a:lvl1pPr defTabSz="914485">
              <a:defRPr sz="2300">
                <a:solidFill>
                  <a:schemeClr val="tx1"/>
                </a:solidFill>
                <a:latin typeface="Arial" charset="0"/>
                <a:ea typeface="ＭＳ Ｐゴシック" charset="0"/>
                <a:cs typeface="ＭＳ Ｐゴシック" charset="0"/>
              </a:defRPr>
            </a:lvl1pPr>
            <a:lvl2pPr marL="702756" indent="-270291" defTabSz="914485">
              <a:defRPr sz="2300">
                <a:solidFill>
                  <a:schemeClr val="tx1"/>
                </a:solidFill>
                <a:latin typeface="Arial" charset="0"/>
                <a:ea typeface="ＭＳ Ｐゴシック" charset="0"/>
              </a:defRPr>
            </a:lvl2pPr>
            <a:lvl3pPr marL="1081164" indent="-216233" defTabSz="914485">
              <a:defRPr sz="2300">
                <a:solidFill>
                  <a:schemeClr val="tx1"/>
                </a:solidFill>
                <a:latin typeface="Arial" charset="0"/>
                <a:ea typeface="ＭＳ Ｐゴシック" charset="0"/>
              </a:defRPr>
            </a:lvl3pPr>
            <a:lvl4pPr marL="1513629" indent="-216233" defTabSz="914485">
              <a:defRPr sz="2300">
                <a:solidFill>
                  <a:schemeClr val="tx1"/>
                </a:solidFill>
                <a:latin typeface="Arial" charset="0"/>
                <a:ea typeface="ＭＳ Ｐゴシック" charset="0"/>
              </a:defRPr>
            </a:lvl4pPr>
            <a:lvl5pPr marL="1946095" indent="-216233" defTabSz="914485">
              <a:defRPr sz="2300">
                <a:solidFill>
                  <a:schemeClr val="tx1"/>
                </a:solidFill>
                <a:latin typeface="Arial" charset="0"/>
                <a:ea typeface="ＭＳ Ｐゴシック" charset="0"/>
              </a:defRPr>
            </a:lvl5pPr>
            <a:lvl6pPr marL="2378560" indent="-216233" defTabSz="914485" eaLnBrk="0" fontAlgn="base" hangingPunct="0">
              <a:spcBef>
                <a:spcPct val="0"/>
              </a:spcBef>
              <a:spcAft>
                <a:spcPct val="0"/>
              </a:spcAft>
              <a:defRPr sz="2300">
                <a:solidFill>
                  <a:schemeClr val="tx1"/>
                </a:solidFill>
                <a:latin typeface="Arial" charset="0"/>
                <a:ea typeface="ＭＳ Ｐゴシック" charset="0"/>
              </a:defRPr>
            </a:lvl6pPr>
            <a:lvl7pPr marL="2811026" indent="-216233" defTabSz="914485" eaLnBrk="0" fontAlgn="base" hangingPunct="0">
              <a:spcBef>
                <a:spcPct val="0"/>
              </a:spcBef>
              <a:spcAft>
                <a:spcPct val="0"/>
              </a:spcAft>
              <a:defRPr sz="2300">
                <a:solidFill>
                  <a:schemeClr val="tx1"/>
                </a:solidFill>
                <a:latin typeface="Arial" charset="0"/>
                <a:ea typeface="ＭＳ Ｐゴシック" charset="0"/>
              </a:defRPr>
            </a:lvl7pPr>
            <a:lvl8pPr marL="3243491" indent="-216233" defTabSz="914485" eaLnBrk="0" fontAlgn="base" hangingPunct="0">
              <a:spcBef>
                <a:spcPct val="0"/>
              </a:spcBef>
              <a:spcAft>
                <a:spcPct val="0"/>
              </a:spcAft>
              <a:defRPr sz="2300">
                <a:solidFill>
                  <a:schemeClr val="tx1"/>
                </a:solidFill>
                <a:latin typeface="Arial" charset="0"/>
                <a:ea typeface="ＭＳ Ｐゴシック" charset="0"/>
              </a:defRPr>
            </a:lvl8pPr>
            <a:lvl9pPr marL="3675957" indent="-216233" defTabSz="914485" eaLnBrk="0" fontAlgn="base" hangingPunct="0">
              <a:spcBef>
                <a:spcPct val="0"/>
              </a:spcBef>
              <a:spcAft>
                <a:spcPct val="0"/>
              </a:spcAft>
              <a:defRPr sz="2300">
                <a:solidFill>
                  <a:schemeClr val="tx1"/>
                </a:solidFill>
                <a:latin typeface="Arial" charset="0"/>
                <a:ea typeface="ＭＳ Ｐゴシック" charset="0"/>
              </a:defRPr>
            </a:lvl9pPr>
          </a:lstStyle>
          <a:p>
            <a:r>
              <a:rPr lang="en-US" sz="1200"/>
              <a:t>prepared by Razana Alwee</a:t>
            </a:r>
          </a:p>
        </p:txBody>
      </p:sp>
      <p:sp>
        <p:nvSpPr>
          <p:cNvPr id="152579" name="Rectangle 7"/>
          <p:cNvSpPr>
            <a:spLocks noGrp="1" noChangeArrowheads="1"/>
          </p:cNvSpPr>
          <p:nvPr>
            <p:ph type="sldNum" sz="quarter" idx="5"/>
          </p:nvPr>
        </p:nvSpPr>
        <p:spPr>
          <a:noFill/>
        </p:spPr>
        <p:txBody>
          <a:bodyPr/>
          <a:lstStyle>
            <a:lvl1pPr defTabSz="914485">
              <a:defRPr sz="2300">
                <a:solidFill>
                  <a:schemeClr val="tx1"/>
                </a:solidFill>
                <a:latin typeface="Arial" charset="0"/>
                <a:ea typeface="ＭＳ Ｐゴシック" charset="0"/>
                <a:cs typeface="ＭＳ Ｐゴシック" charset="0"/>
              </a:defRPr>
            </a:lvl1pPr>
            <a:lvl2pPr marL="702756" indent="-270291" defTabSz="914485">
              <a:defRPr sz="2300">
                <a:solidFill>
                  <a:schemeClr val="tx1"/>
                </a:solidFill>
                <a:latin typeface="Arial" charset="0"/>
                <a:ea typeface="ＭＳ Ｐゴシック" charset="0"/>
              </a:defRPr>
            </a:lvl2pPr>
            <a:lvl3pPr marL="1081164" indent="-216233" defTabSz="914485">
              <a:defRPr sz="2300">
                <a:solidFill>
                  <a:schemeClr val="tx1"/>
                </a:solidFill>
                <a:latin typeface="Arial" charset="0"/>
                <a:ea typeface="ＭＳ Ｐゴシック" charset="0"/>
              </a:defRPr>
            </a:lvl3pPr>
            <a:lvl4pPr marL="1513629" indent="-216233" defTabSz="914485">
              <a:defRPr sz="2300">
                <a:solidFill>
                  <a:schemeClr val="tx1"/>
                </a:solidFill>
                <a:latin typeface="Arial" charset="0"/>
                <a:ea typeface="ＭＳ Ｐゴシック" charset="0"/>
              </a:defRPr>
            </a:lvl4pPr>
            <a:lvl5pPr marL="1946095" indent="-216233" defTabSz="914485">
              <a:defRPr sz="2300">
                <a:solidFill>
                  <a:schemeClr val="tx1"/>
                </a:solidFill>
                <a:latin typeface="Arial" charset="0"/>
                <a:ea typeface="ＭＳ Ｐゴシック" charset="0"/>
              </a:defRPr>
            </a:lvl5pPr>
            <a:lvl6pPr marL="2378560" indent="-216233" defTabSz="914485" eaLnBrk="0" fontAlgn="base" hangingPunct="0">
              <a:spcBef>
                <a:spcPct val="0"/>
              </a:spcBef>
              <a:spcAft>
                <a:spcPct val="0"/>
              </a:spcAft>
              <a:defRPr sz="2300">
                <a:solidFill>
                  <a:schemeClr val="tx1"/>
                </a:solidFill>
                <a:latin typeface="Arial" charset="0"/>
                <a:ea typeface="ＭＳ Ｐゴシック" charset="0"/>
              </a:defRPr>
            </a:lvl6pPr>
            <a:lvl7pPr marL="2811026" indent="-216233" defTabSz="914485" eaLnBrk="0" fontAlgn="base" hangingPunct="0">
              <a:spcBef>
                <a:spcPct val="0"/>
              </a:spcBef>
              <a:spcAft>
                <a:spcPct val="0"/>
              </a:spcAft>
              <a:defRPr sz="2300">
                <a:solidFill>
                  <a:schemeClr val="tx1"/>
                </a:solidFill>
                <a:latin typeface="Arial" charset="0"/>
                <a:ea typeface="ＭＳ Ｐゴシック" charset="0"/>
              </a:defRPr>
            </a:lvl7pPr>
            <a:lvl8pPr marL="3243491" indent="-216233" defTabSz="914485" eaLnBrk="0" fontAlgn="base" hangingPunct="0">
              <a:spcBef>
                <a:spcPct val="0"/>
              </a:spcBef>
              <a:spcAft>
                <a:spcPct val="0"/>
              </a:spcAft>
              <a:defRPr sz="2300">
                <a:solidFill>
                  <a:schemeClr val="tx1"/>
                </a:solidFill>
                <a:latin typeface="Arial" charset="0"/>
                <a:ea typeface="ＭＳ Ｐゴシック" charset="0"/>
              </a:defRPr>
            </a:lvl8pPr>
            <a:lvl9pPr marL="3675957" indent="-216233" defTabSz="914485" eaLnBrk="0" fontAlgn="base" hangingPunct="0">
              <a:spcBef>
                <a:spcPct val="0"/>
              </a:spcBef>
              <a:spcAft>
                <a:spcPct val="0"/>
              </a:spcAft>
              <a:defRPr sz="2300">
                <a:solidFill>
                  <a:schemeClr val="tx1"/>
                </a:solidFill>
                <a:latin typeface="Arial" charset="0"/>
                <a:ea typeface="ＭＳ Ｐゴシック" charset="0"/>
              </a:defRPr>
            </a:lvl9pPr>
          </a:lstStyle>
          <a:p>
            <a:fld id="{3350FED8-F2A6-4145-A7D6-AC1C0C15EAA5}" type="slidenum">
              <a:rPr lang="en-US" sz="1200"/>
              <a:pPr/>
              <a:t>61</a:t>
            </a:fld>
            <a:endParaRPr lang="en-US" sz="1200"/>
          </a:p>
        </p:txBody>
      </p:sp>
      <p:sp>
        <p:nvSpPr>
          <p:cNvPr id="152580" name="Rectangle 2"/>
          <p:cNvSpPr>
            <a:spLocks noChangeArrowheads="1"/>
          </p:cNvSpPr>
          <p:nvPr/>
        </p:nvSpPr>
        <p:spPr bwMode="auto">
          <a:xfrm>
            <a:off x="3885903" y="1"/>
            <a:ext cx="2972097" cy="4565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86493" tIns="43247" rIns="86493" bIns="43247" anchor="ctr"/>
          <a:lstStyle/>
          <a:p>
            <a:endParaRPr lang="en-AU"/>
          </a:p>
        </p:txBody>
      </p:sp>
      <p:sp>
        <p:nvSpPr>
          <p:cNvPr id="152581" name="Rectangle 3"/>
          <p:cNvSpPr>
            <a:spLocks noChangeArrowheads="1"/>
          </p:cNvSpPr>
          <p:nvPr/>
        </p:nvSpPr>
        <p:spPr bwMode="auto">
          <a:xfrm>
            <a:off x="3885903" y="8687405"/>
            <a:ext cx="2972097" cy="4565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19049" tIns="0" rIns="19049" bIns="0" anchor="b"/>
          <a:lstStyle/>
          <a:p>
            <a:pPr algn="r" defTabSz="914485"/>
            <a:r>
              <a:rPr lang="en-US" sz="1000" i="1">
                <a:latin typeface="Times New Roman" charset="0"/>
              </a:rPr>
              <a:t>47</a:t>
            </a:r>
          </a:p>
        </p:txBody>
      </p:sp>
      <p:sp>
        <p:nvSpPr>
          <p:cNvPr id="152582" name="Rectangle 4"/>
          <p:cNvSpPr>
            <a:spLocks noChangeArrowheads="1"/>
          </p:cNvSpPr>
          <p:nvPr/>
        </p:nvSpPr>
        <p:spPr bwMode="auto">
          <a:xfrm>
            <a:off x="0" y="8687405"/>
            <a:ext cx="2972098" cy="4565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86493" tIns="43247" rIns="86493" bIns="43247" anchor="ctr"/>
          <a:lstStyle/>
          <a:p>
            <a:endParaRPr lang="en-AU"/>
          </a:p>
        </p:txBody>
      </p:sp>
      <p:sp>
        <p:nvSpPr>
          <p:cNvPr id="152583" name="Rectangle 5"/>
          <p:cNvSpPr>
            <a:spLocks noChangeArrowheads="1"/>
          </p:cNvSpPr>
          <p:nvPr/>
        </p:nvSpPr>
        <p:spPr bwMode="auto">
          <a:xfrm>
            <a:off x="0" y="1"/>
            <a:ext cx="2972098" cy="4565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86493" tIns="43247" rIns="86493" bIns="43247" anchor="ctr"/>
          <a:lstStyle/>
          <a:p>
            <a:endParaRPr lang="en-AU"/>
          </a:p>
        </p:txBody>
      </p:sp>
      <p:sp>
        <p:nvSpPr>
          <p:cNvPr id="152584" name="Rectangle 6"/>
          <p:cNvSpPr>
            <a:spLocks noGrp="1" noChangeArrowheads="1"/>
          </p:cNvSpPr>
          <p:nvPr>
            <p:ph type="body" idx="1"/>
          </p:nvPr>
        </p:nvSpPr>
        <p:spPr>
          <a:xfrm>
            <a:off x="913805" y="3276298"/>
            <a:ext cx="5030391" cy="5181297"/>
          </a:xfrm>
          <a:noFill/>
          <a:extLs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 uri="{FAA26D3D-D897-4be2-8F04-BA451C77F1D7}">
              <ma14:placeholderFlag xmlns="" xmlns:ma14="http://schemas.microsoft.com/office/mac/drawingml/2011/main" val="1"/>
            </a:ext>
          </a:extLst>
        </p:spPr>
        <p:txBody>
          <a:bodyPr lIns="90480" tIns="44446" rIns="90480" bIns="44446"/>
          <a:lstStyle/>
          <a:p>
            <a:pPr eaLnBrk="1" hangingPunct="1"/>
            <a:endParaRPr lang="en-US">
              <a:ea typeface="ＭＳ Ｐゴシック" charset="0"/>
            </a:endParaRPr>
          </a:p>
        </p:txBody>
      </p:sp>
      <p:sp>
        <p:nvSpPr>
          <p:cNvPr id="152585" name="Rectangle 7"/>
          <p:cNvSpPr>
            <a:spLocks noGrp="1" noRot="1" noChangeAspect="1" noChangeArrowheads="1" noTextEdit="1"/>
          </p:cNvSpPr>
          <p:nvPr>
            <p:ph type="sldImg"/>
          </p:nvPr>
        </p:nvSpPr>
        <p:spPr>
          <a:xfrm>
            <a:off x="1409700" y="692150"/>
            <a:ext cx="4038600" cy="2273300"/>
          </a:xfrm>
          <a:ln w="12700" cap="flat">
            <a:solidFill>
              <a:schemeClr val="tx1"/>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6"/>
          <p:cNvSpPr>
            <a:spLocks noGrp="1" noChangeArrowheads="1"/>
          </p:cNvSpPr>
          <p:nvPr>
            <p:ph type="ftr" sz="quarter" idx="4"/>
          </p:nvPr>
        </p:nvSpPr>
        <p:spPr>
          <a:noFill/>
        </p:spPr>
        <p:txBody>
          <a:bodyPr/>
          <a:lstStyle>
            <a:lvl1pPr defTabSz="914485">
              <a:defRPr sz="2300">
                <a:solidFill>
                  <a:schemeClr val="tx1"/>
                </a:solidFill>
                <a:latin typeface="Arial" charset="0"/>
                <a:ea typeface="ＭＳ Ｐゴシック" charset="0"/>
                <a:cs typeface="ＭＳ Ｐゴシック" charset="0"/>
              </a:defRPr>
            </a:lvl1pPr>
            <a:lvl2pPr marL="702756" indent="-270291" defTabSz="914485">
              <a:defRPr sz="2300">
                <a:solidFill>
                  <a:schemeClr val="tx1"/>
                </a:solidFill>
                <a:latin typeface="Arial" charset="0"/>
                <a:ea typeface="ＭＳ Ｐゴシック" charset="0"/>
              </a:defRPr>
            </a:lvl2pPr>
            <a:lvl3pPr marL="1081164" indent="-216233" defTabSz="914485">
              <a:defRPr sz="2300">
                <a:solidFill>
                  <a:schemeClr val="tx1"/>
                </a:solidFill>
                <a:latin typeface="Arial" charset="0"/>
                <a:ea typeface="ＭＳ Ｐゴシック" charset="0"/>
              </a:defRPr>
            </a:lvl3pPr>
            <a:lvl4pPr marL="1513629" indent="-216233" defTabSz="914485">
              <a:defRPr sz="2300">
                <a:solidFill>
                  <a:schemeClr val="tx1"/>
                </a:solidFill>
                <a:latin typeface="Arial" charset="0"/>
                <a:ea typeface="ＭＳ Ｐゴシック" charset="0"/>
              </a:defRPr>
            </a:lvl4pPr>
            <a:lvl5pPr marL="1946095" indent="-216233" defTabSz="914485">
              <a:defRPr sz="2300">
                <a:solidFill>
                  <a:schemeClr val="tx1"/>
                </a:solidFill>
                <a:latin typeface="Arial" charset="0"/>
                <a:ea typeface="ＭＳ Ｐゴシック" charset="0"/>
              </a:defRPr>
            </a:lvl5pPr>
            <a:lvl6pPr marL="2378560" indent="-216233" defTabSz="914485" eaLnBrk="0" fontAlgn="base" hangingPunct="0">
              <a:spcBef>
                <a:spcPct val="0"/>
              </a:spcBef>
              <a:spcAft>
                <a:spcPct val="0"/>
              </a:spcAft>
              <a:defRPr sz="2300">
                <a:solidFill>
                  <a:schemeClr val="tx1"/>
                </a:solidFill>
                <a:latin typeface="Arial" charset="0"/>
                <a:ea typeface="ＭＳ Ｐゴシック" charset="0"/>
              </a:defRPr>
            </a:lvl6pPr>
            <a:lvl7pPr marL="2811026" indent="-216233" defTabSz="914485" eaLnBrk="0" fontAlgn="base" hangingPunct="0">
              <a:spcBef>
                <a:spcPct val="0"/>
              </a:spcBef>
              <a:spcAft>
                <a:spcPct val="0"/>
              </a:spcAft>
              <a:defRPr sz="2300">
                <a:solidFill>
                  <a:schemeClr val="tx1"/>
                </a:solidFill>
                <a:latin typeface="Arial" charset="0"/>
                <a:ea typeface="ＭＳ Ｐゴシック" charset="0"/>
              </a:defRPr>
            </a:lvl7pPr>
            <a:lvl8pPr marL="3243491" indent="-216233" defTabSz="914485" eaLnBrk="0" fontAlgn="base" hangingPunct="0">
              <a:spcBef>
                <a:spcPct val="0"/>
              </a:spcBef>
              <a:spcAft>
                <a:spcPct val="0"/>
              </a:spcAft>
              <a:defRPr sz="2300">
                <a:solidFill>
                  <a:schemeClr val="tx1"/>
                </a:solidFill>
                <a:latin typeface="Arial" charset="0"/>
                <a:ea typeface="ＭＳ Ｐゴシック" charset="0"/>
              </a:defRPr>
            </a:lvl8pPr>
            <a:lvl9pPr marL="3675957" indent="-216233" defTabSz="914485" eaLnBrk="0" fontAlgn="base" hangingPunct="0">
              <a:spcBef>
                <a:spcPct val="0"/>
              </a:spcBef>
              <a:spcAft>
                <a:spcPct val="0"/>
              </a:spcAft>
              <a:defRPr sz="2300">
                <a:solidFill>
                  <a:schemeClr val="tx1"/>
                </a:solidFill>
                <a:latin typeface="Arial" charset="0"/>
                <a:ea typeface="ＭＳ Ｐゴシック" charset="0"/>
              </a:defRPr>
            </a:lvl9pPr>
          </a:lstStyle>
          <a:p>
            <a:r>
              <a:rPr lang="en-US" sz="1200"/>
              <a:t>prepared by Razana Alwee</a:t>
            </a:r>
          </a:p>
        </p:txBody>
      </p:sp>
      <p:sp>
        <p:nvSpPr>
          <p:cNvPr id="154627" name="Rectangle 7"/>
          <p:cNvSpPr>
            <a:spLocks noGrp="1" noChangeArrowheads="1"/>
          </p:cNvSpPr>
          <p:nvPr>
            <p:ph type="sldNum" sz="quarter" idx="5"/>
          </p:nvPr>
        </p:nvSpPr>
        <p:spPr>
          <a:noFill/>
        </p:spPr>
        <p:txBody>
          <a:bodyPr/>
          <a:lstStyle>
            <a:lvl1pPr defTabSz="914485">
              <a:defRPr sz="2300">
                <a:solidFill>
                  <a:schemeClr val="tx1"/>
                </a:solidFill>
                <a:latin typeface="Arial" charset="0"/>
                <a:ea typeface="ＭＳ Ｐゴシック" charset="0"/>
                <a:cs typeface="ＭＳ Ｐゴシック" charset="0"/>
              </a:defRPr>
            </a:lvl1pPr>
            <a:lvl2pPr marL="702756" indent="-270291" defTabSz="914485">
              <a:defRPr sz="2300">
                <a:solidFill>
                  <a:schemeClr val="tx1"/>
                </a:solidFill>
                <a:latin typeface="Arial" charset="0"/>
                <a:ea typeface="ＭＳ Ｐゴシック" charset="0"/>
              </a:defRPr>
            </a:lvl2pPr>
            <a:lvl3pPr marL="1081164" indent="-216233" defTabSz="914485">
              <a:defRPr sz="2300">
                <a:solidFill>
                  <a:schemeClr val="tx1"/>
                </a:solidFill>
                <a:latin typeface="Arial" charset="0"/>
                <a:ea typeface="ＭＳ Ｐゴシック" charset="0"/>
              </a:defRPr>
            </a:lvl3pPr>
            <a:lvl4pPr marL="1513629" indent="-216233" defTabSz="914485">
              <a:defRPr sz="2300">
                <a:solidFill>
                  <a:schemeClr val="tx1"/>
                </a:solidFill>
                <a:latin typeface="Arial" charset="0"/>
                <a:ea typeface="ＭＳ Ｐゴシック" charset="0"/>
              </a:defRPr>
            </a:lvl4pPr>
            <a:lvl5pPr marL="1946095" indent="-216233" defTabSz="914485">
              <a:defRPr sz="2300">
                <a:solidFill>
                  <a:schemeClr val="tx1"/>
                </a:solidFill>
                <a:latin typeface="Arial" charset="0"/>
                <a:ea typeface="ＭＳ Ｐゴシック" charset="0"/>
              </a:defRPr>
            </a:lvl5pPr>
            <a:lvl6pPr marL="2378560" indent="-216233" defTabSz="914485" eaLnBrk="0" fontAlgn="base" hangingPunct="0">
              <a:spcBef>
                <a:spcPct val="0"/>
              </a:spcBef>
              <a:spcAft>
                <a:spcPct val="0"/>
              </a:spcAft>
              <a:defRPr sz="2300">
                <a:solidFill>
                  <a:schemeClr val="tx1"/>
                </a:solidFill>
                <a:latin typeface="Arial" charset="0"/>
                <a:ea typeface="ＭＳ Ｐゴシック" charset="0"/>
              </a:defRPr>
            </a:lvl6pPr>
            <a:lvl7pPr marL="2811026" indent="-216233" defTabSz="914485" eaLnBrk="0" fontAlgn="base" hangingPunct="0">
              <a:spcBef>
                <a:spcPct val="0"/>
              </a:spcBef>
              <a:spcAft>
                <a:spcPct val="0"/>
              </a:spcAft>
              <a:defRPr sz="2300">
                <a:solidFill>
                  <a:schemeClr val="tx1"/>
                </a:solidFill>
                <a:latin typeface="Arial" charset="0"/>
                <a:ea typeface="ＭＳ Ｐゴシック" charset="0"/>
              </a:defRPr>
            </a:lvl7pPr>
            <a:lvl8pPr marL="3243491" indent="-216233" defTabSz="914485" eaLnBrk="0" fontAlgn="base" hangingPunct="0">
              <a:spcBef>
                <a:spcPct val="0"/>
              </a:spcBef>
              <a:spcAft>
                <a:spcPct val="0"/>
              </a:spcAft>
              <a:defRPr sz="2300">
                <a:solidFill>
                  <a:schemeClr val="tx1"/>
                </a:solidFill>
                <a:latin typeface="Arial" charset="0"/>
                <a:ea typeface="ＭＳ Ｐゴシック" charset="0"/>
              </a:defRPr>
            </a:lvl8pPr>
            <a:lvl9pPr marL="3675957" indent="-216233" defTabSz="914485" eaLnBrk="0" fontAlgn="base" hangingPunct="0">
              <a:spcBef>
                <a:spcPct val="0"/>
              </a:spcBef>
              <a:spcAft>
                <a:spcPct val="0"/>
              </a:spcAft>
              <a:defRPr sz="2300">
                <a:solidFill>
                  <a:schemeClr val="tx1"/>
                </a:solidFill>
                <a:latin typeface="Arial" charset="0"/>
                <a:ea typeface="ＭＳ Ｐゴシック" charset="0"/>
              </a:defRPr>
            </a:lvl9pPr>
          </a:lstStyle>
          <a:p>
            <a:fld id="{987ABF44-03CA-6842-B0FF-E01E6B719FC7}" type="slidenum">
              <a:rPr lang="en-US" sz="1200"/>
              <a:pPr/>
              <a:t>62</a:t>
            </a:fld>
            <a:endParaRPr lang="en-US" sz="1200"/>
          </a:p>
        </p:txBody>
      </p:sp>
      <p:sp>
        <p:nvSpPr>
          <p:cNvPr id="154628" name="Rectangle 2"/>
          <p:cNvSpPr>
            <a:spLocks noChangeArrowheads="1"/>
          </p:cNvSpPr>
          <p:nvPr/>
        </p:nvSpPr>
        <p:spPr bwMode="auto">
          <a:xfrm>
            <a:off x="3885903" y="1"/>
            <a:ext cx="2972097" cy="4565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86493" tIns="43247" rIns="86493" bIns="43247" anchor="ctr"/>
          <a:lstStyle/>
          <a:p>
            <a:endParaRPr lang="en-AU"/>
          </a:p>
        </p:txBody>
      </p:sp>
      <p:sp>
        <p:nvSpPr>
          <p:cNvPr id="154629" name="Rectangle 3"/>
          <p:cNvSpPr>
            <a:spLocks noChangeArrowheads="1"/>
          </p:cNvSpPr>
          <p:nvPr/>
        </p:nvSpPr>
        <p:spPr bwMode="auto">
          <a:xfrm>
            <a:off x="3885903" y="8687405"/>
            <a:ext cx="2972097" cy="4565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19049" tIns="0" rIns="19049" bIns="0" anchor="b"/>
          <a:lstStyle/>
          <a:p>
            <a:pPr algn="r" defTabSz="914485"/>
            <a:r>
              <a:rPr lang="en-US" sz="1000" i="1">
                <a:latin typeface="Times New Roman" charset="0"/>
              </a:rPr>
              <a:t>45</a:t>
            </a:r>
          </a:p>
        </p:txBody>
      </p:sp>
      <p:sp>
        <p:nvSpPr>
          <p:cNvPr id="154630" name="Rectangle 4"/>
          <p:cNvSpPr>
            <a:spLocks noChangeArrowheads="1"/>
          </p:cNvSpPr>
          <p:nvPr/>
        </p:nvSpPr>
        <p:spPr bwMode="auto">
          <a:xfrm>
            <a:off x="0" y="8687405"/>
            <a:ext cx="2972098" cy="4565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86493" tIns="43247" rIns="86493" bIns="43247" anchor="ctr"/>
          <a:lstStyle/>
          <a:p>
            <a:endParaRPr lang="en-AU"/>
          </a:p>
        </p:txBody>
      </p:sp>
      <p:sp>
        <p:nvSpPr>
          <p:cNvPr id="154631" name="Rectangle 5"/>
          <p:cNvSpPr>
            <a:spLocks noChangeArrowheads="1"/>
          </p:cNvSpPr>
          <p:nvPr/>
        </p:nvSpPr>
        <p:spPr bwMode="auto">
          <a:xfrm>
            <a:off x="0" y="1"/>
            <a:ext cx="2972098" cy="4565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86493" tIns="43247" rIns="86493" bIns="43247" anchor="ctr"/>
          <a:lstStyle/>
          <a:p>
            <a:endParaRPr lang="en-AU"/>
          </a:p>
        </p:txBody>
      </p:sp>
      <p:sp>
        <p:nvSpPr>
          <p:cNvPr id="154632" name="Rectangle 6"/>
          <p:cNvSpPr>
            <a:spLocks noGrp="1" noChangeArrowheads="1"/>
          </p:cNvSpPr>
          <p:nvPr>
            <p:ph type="body" idx="1"/>
          </p:nvPr>
        </p:nvSpPr>
        <p:spPr>
          <a:xfrm>
            <a:off x="913805" y="3276298"/>
            <a:ext cx="5030391" cy="5181297"/>
          </a:xfrm>
          <a:noFill/>
          <a:extLs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 uri="{FAA26D3D-D897-4be2-8F04-BA451C77F1D7}">
              <ma14:placeholderFlag xmlns="" xmlns:ma14="http://schemas.microsoft.com/office/mac/drawingml/2011/main" val="1"/>
            </a:ext>
          </a:extLst>
        </p:spPr>
        <p:txBody>
          <a:bodyPr lIns="90480" tIns="44446" rIns="90480" bIns="44446"/>
          <a:lstStyle/>
          <a:p>
            <a:pPr eaLnBrk="1" hangingPunct="1"/>
            <a:endParaRPr lang="en-US">
              <a:ea typeface="ＭＳ Ｐゴシック" charset="0"/>
            </a:endParaRPr>
          </a:p>
        </p:txBody>
      </p:sp>
      <p:sp>
        <p:nvSpPr>
          <p:cNvPr id="154633" name="Rectangle 7"/>
          <p:cNvSpPr>
            <a:spLocks noGrp="1" noRot="1" noChangeAspect="1" noChangeArrowheads="1" noTextEdit="1"/>
          </p:cNvSpPr>
          <p:nvPr>
            <p:ph type="sldImg"/>
          </p:nvPr>
        </p:nvSpPr>
        <p:spPr>
          <a:xfrm>
            <a:off x="1409700" y="692150"/>
            <a:ext cx="4038600" cy="2273300"/>
          </a:xfrm>
          <a:ln w="12700" cap="flat">
            <a:solidFill>
              <a:schemeClr val="tx1"/>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Rectangle 6"/>
          <p:cNvSpPr>
            <a:spLocks noGrp="1" noChangeArrowheads="1"/>
          </p:cNvSpPr>
          <p:nvPr>
            <p:ph type="ftr" sz="quarter" idx="4"/>
          </p:nvPr>
        </p:nvSpPr>
        <p:spPr>
          <a:noFill/>
        </p:spPr>
        <p:txBody>
          <a:bodyPr/>
          <a:lstStyle>
            <a:lvl1pPr defTabSz="914485">
              <a:defRPr sz="2300">
                <a:solidFill>
                  <a:schemeClr val="tx1"/>
                </a:solidFill>
                <a:latin typeface="Arial" charset="0"/>
                <a:ea typeface="ＭＳ Ｐゴシック" charset="0"/>
                <a:cs typeface="ＭＳ Ｐゴシック" charset="0"/>
              </a:defRPr>
            </a:lvl1pPr>
            <a:lvl2pPr marL="702756" indent="-270291" defTabSz="914485">
              <a:defRPr sz="2300">
                <a:solidFill>
                  <a:schemeClr val="tx1"/>
                </a:solidFill>
                <a:latin typeface="Arial" charset="0"/>
                <a:ea typeface="ＭＳ Ｐゴシック" charset="0"/>
              </a:defRPr>
            </a:lvl2pPr>
            <a:lvl3pPr marL="1081164" indent="-216233" defTabSz="914485">
              <a:defRPr sz="2300">
                <a:solidFill>
                  <a:schemeClr val="tx1"/>
                </a:solidFill>
                <a:latin typeface="Arial" charset="0"/>
                <a:ea typeface="ＭＳ Ｐゴシック" charset="0"/>
              </a:defRPr>
            </a:lvl3pPr>
            <a:lvl4pPr marL="1513629" indent="-216233" defTabSz="914485">
              <a:defRPr sz="2300">
                <a:solidFill>
                  <a:schemeClr val="tx1"/>
                </a:solidFill>
                <a:latin typeface="Arial" charset="0"/>
                <a:ea typeface="ＭＳ Ｐゴシック" charset="0"/>
              </a:defRPr>
            </a:lvl4pPr>
            <a:lvl5pPr marL="1946095" indent="-216233" defTabSz="914485">
              <a:defRPr sz="2300">
                <a:solidFill>
                  <a:schemeClr val="tx1"/>
                </a:solidFill>
                <a:latin typeface="Arial" charset="0"/>
                <a:ea typeface="ＭＳ Ｐゴシック" charset="0"/>
              </a:defRPr>
            </a:lvl5pPr>
            <a:lvl6pPr marL="2378560" indent="-216233" defTabSz="914485" eaLnBrk="0" fontAlgn="base" hangingPunct="0">
              <a:spcBef>
                <a:spcPct val="0"/>
              </a:spcBef>
              <a:spcAft>
                <a:spcPct val="0"/>
              </a:spcAft>
              <a:defRPr sz="2300">
                <a:solidFill>
                  <a:schemeClr val="tx1"/>
                </a:solidFill>
                <a:latin typeface="Arial" charset="0"/>
                <a:ea typeface="ＭＳ Ｐゴシック" charset="0"/>
              </a:defRPr>
            </a:lvl6pPr>
            <a:lvl7pPr marL="2811026" indent="-216233" defTabSz="914485" eaLnBrk="0" fontAlgn="base" hangingPunct="0">
              <a:spcBef>
                <a:spcPct val="0"/>
              </a:spcBef>
              <a:spcAft>
                <a:spcPct val="0"/>
              </a:spcAft>
              <a:defRPr sz="2300">
                <a:solidFill>
                  <a:schemeClr val="tx1"/>
                </a:solidFill>
                <a:latin typeface="Arial" charset="0"/>
                <a:ea typeface="ＭＳ Ｐゴシック" charset="0"/>
              </a:defRPr>
            </a:lvl7pPr>
            <a:lvl8pPr marL="3243491" indent="-216233" defTabSz="914485" eaLnBrk="0" fontAlgn="base" hangingPunct="0">
              <a:spcBef>
                <a:spcPct val="0"/>
              </a:spcBef>
              <a:spcAft>
                <a:spcPct val="0"/>
              </a:spcAft>
              <a:defRPr sz="2300">
                <a:solidFill>
                  <a:schemeClr val="tx1"/>
                </a:solidFill>
                <a:latin typeface="Arial" charset="0"/>
                <a:ea typeface="ＭＳ Ｐゴシック" charset="0"/>
              </a:defRPr>
            </a:lvl8pPr>
            <a:lvl9pPr marL="3675957" indent="-216233" defTabSz="914485" eaLnBrk="0" fontAlgn="base" hangingPunct="0">
              <a:spcBef>
                <a:spcPct val="0"/>
              </a:spcBef>
              <a:spcAft>
                <a:spcPct val="0"/>
              </a:spcAft>
              <a:defRPr sz="2300">
                <a:solidFill>
                  <a:schemeClr val="tx1"/>
                </a:solidFill>
                <a:latin typeface="Arial" charset="0"/>
                <a:ea typeface="ＭＳ Ｐゴシック" charset="0"/>
              </a:defRPr>
            </a:lvl9pPr>
          </a:lstStyle>
          <a:p>
            <a:r>
              <a:rPr lang="en-US" sz="1200"/>
              <a:t>prepared by Razana Alwee</a:t>
            </a:r>
          </a:p>
        </p:txBody>
      </p:sp>
      <p:sp>
        <p:nvSpPr>
          <p:cNvPr id="155651" name="Rectangle 7"/>
          <p:cNvSpPr>
            <a:spLocks noGrp="1" noChangeArrowheads="1"/>
          </p:cNvSpPr>
          <p:nvPr>
            <p:ph type="sldNum" sz="quarter" idx="5"/>
          </p:nvPr>
        </p:nvSpPr>
        <p:spPr>
          <a:noFill/>
        </p:spPr>
        <p:txBody>
          <a:bodyPr/>
          <a:lstStyle>
            <a:lvl1pPr defTabSz="914485">
              <a:defRPr sz="2300">
                <a:solidFill>
                  <a:schemeClr val="tx1"/>
                </a:solidFill>
                <a:latin typeface="Arial" charset="0"/>
                <a:ea typeface="ＭＳ Ｐゴシック" charset="0"/>
                <a:cs typeface="ＭＳ Ｐゴシック" charset="0"/>
              </a:defRPr>
            </a:lvl1pPr>
            <a:lvl2pPr marL="702756" indent="-270291" defTabSz="914485">
              <a:defRPr sz="2300">
                <a:solidFill>
                  <a:schemeClr val="tx1"/>
                </a:solidFill>
                <a:latin typeface="Arial" charset="0"/>
                <a:ea typeface="ＭＳ Ｐゴシック" charset="0"/>
              </a:defRPr>
            </a:lvl2pPr>
            <a:lvl3pPr marL="1081164" indent="-216233" defTabSz="914485">
              <a:defRPr sz="2300">
                <a:solidFill>
                  <a:schemeClr val="tx1"/>
                </a:solidFill>
                <a:latin typeface="Arial" charset="0"/>
                <a:ea typeface="ＭＳ Ｐゴシック" charset="0"/>
              </a:defRPr>
            </a:lvl3pPr>
            <a:lvl4pPr marL="1513629" indent="-216233" defTabSz="914485">
              <a:defRPr sz="2300">
                <a:solidFill>
                  <a:schemeClr val="tx1"/>
                </a:solidFill>
                <a:latin typeface="Arial" charset="0"/>
                <a:ea typeface="ＭＳ Ｐゴシック" charset="0"/>
              </a:defRPr>
            </a:lvl4pPr>
            <a:lvl5pPr marL="1946095" indent="-216233" defTabSz="914485">
              <a:defRPr sz="2300">
                <a:solidFill>
                  <a:schemeClr val="tx1"/>
                </a:solidFill>
                <a:latin typeface="Arial" charset="0"/>
                <a:ea typeface="ＭＳ Ｐゴシック" charset="0"/>
              </a:defRPr>
            </a:lvl5pPr>
            <a:lvl6pPr marL="2378560" indent="-216233" defTabSz="914485" eaLnBrk="0" fontAlgn="base" hangingPunct="0">
              <a:spcBef>
                <a:spcPct val="0"/>
              </a:spcBef>
              <a:spcAft>
                <a:spcPct val="0"/>
              </a:spcAft>
              <a:defRPr sz="2300">
                <a:solidFill>
                  <a:schemeClr val="tx1"/>
                </a:solidFill>
                <a:latin typeface="Arial" charset="0"/>
                <a:ea typeface="ＭＳ Ｐゴシック" charset="0"/>
              </a:defRPr>
            </a:lvl6pPr>
            <a:lvl7pPr marL="2811026" indent="-216233" defTabSz="914485" eaLnBrk="0" fontAlgn="base" hangingPunct="0">
              <a:spcBef>
                <a:spcPct val="0"/>
              </a:spcBef>
              <a:spcAft>
                <a:spcPct val="0"/>
              </a:spcAft>
              <a:defRPr sz="2300">
                <a:solidFill>
                  <a:schemeClr val="tx1"/>
                </a:solidFill>
                <a:latin typeface="Arial" charset="0"/>
                <a:ea typeface="ＭＳ Ｐゴシック" charset="0"/>
              </a:defRPr>
            </a:lvl7pPr>
            <a:lvl8pPr marL="3243491" indent="-216233" defTabSz="914485" eaLnBrk="0" fontAlgn="base" hangingPunct="0">
              <a:spcBef>
                <a:spcPct val="0"/>
              </a:spcBef>
              <a:spcAft>
                <a:spcPct val="0"/>
              </a:spcAft>
              <a:defRPr sz="2300">
                <a:solidFill>
                  <a:schemeClr val="tx1"/>
                </a:solidFill>
                <a:latin typeface="Arial" charset="0"/>
                <a:ea typeface="ＭＳ Ｐゴシック" charset="0"/>
              </a:defRPr>
            </a:lvl8pPr>
            <a:lvl9pPr marL="3675957" indent="-216233" defTabSz="914485" eaLnBrk="0" fontAlgn="base" hangingPunct="0">
              <a:spcBef>
                <a:spcPct val="0"/>
              </a:spcBef>
              <a:spcAft>
                <a:spcPct val="0"/>
              </a:spcAft>
              <a:defRPr sz="2300">
                <a:solidFill>
                  <a:schemeClr val="tx1"/>
                </a:solidFill>
                <a:latin typeface="Arial" charset="0"/>
                <a:ea typeface="ＭＳ Ｐゴシック" charset="0"/>
              </a:defRPr>
            </a:lvl9pPr>
          </a:lstStyle>
          <a:p>
            <a:fld id="{8DB1504C-9C46-C94E-A946-EC6837024755}" type="slidenum">
              <a:rPr lang="en-US" sz="1200"/>
              <a:pPr/>
              <a:t>63</a:t>
            </a:fld>
            <a:endParaRPr lang="en-US" sz="1200"/>
          </a:p>
        </p:txBody>
      </p:sp>
      <p:sp>
        <p:nvSpPr>
          <p:cNvPr id="155652" name="Rectangle 2"/>
          <p:cNvSpPr>
            <a:spLocks noChangeArrowheads="1"/>
          </p:cNvSpPr>
          <p:nvPr/>
        </p:nvSpPr>
        <p:spPr bwMode="auto">
          <a:xfrm>
            <a:off x="3885903" y="1"/>
            <a:ext cx="2972097" cy="4565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86493" tIns="43247" rIns="86493" bIns="43247" anchor="ctr"/>
          <a:lstStyle/>
          <a:p>
            <a:endParaRPr lang="en-AU"/>
          </a:p>
        </p:txBody>
      </p:sp>
      <p:sp>
        <p:nvSpPr>
          <p:cNvPr id="155653" name="Rectangle 3"/>
          <p:cNvSpPr>
            <a:spLocks noChangeArrowheads="1"/>
          </p:cNvSpPr>
          <p:nvPr/>
        </p:nvSpPr>
        <p:spPr bwMode="auto">
          <a:xfrm>
            <a:off x="3885903" y="8687405"/>
            <a:ext cx="2972097" cy="4565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19049" tIns="0" rIns="19049" bIns="0" anchor="b"/>
          <a:lstStyle/>
          <a:p>
            <a:pPr algn="r" defTabSz="914485"/>
            <a:r>
              <a:rPr lang="en-US" sz="1000" i="1">
                <a:latin typeface="Times New Roman" charset="0"/>
              </a:rPr>
              <a:t>12</a:t>
            </a:r>
          </a:p>
        </p:txBody>
      </p:sp>
      <p:sp>
        <p:nvSpPr>
          <p:cNvPr id="155654" name="Rectangle 4"/>
          <p:cNvSpPr>
            <a:spLocks noChangeArrowheads="1"/>
          </p:cNvSpPr>
          <p:nvPr/>
        </p:nvSpPr>
        <p:spPr bwMode="auto">
          <a:xfrm>
            <a:off x="0" y="8687405"/>
            <a:ext cx="2972098" cy="4565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86493" tIns="43247" rIns="86493" bIns="43247" anchor="ctr"/>
          <a:lstStyle/>
          <a:p>
            <a:endParaRPr lang="en-AU"/>
          </a:p>
        </p:txBody>
      </p:sp>
      <p:sp>
        <p:nvSpPr>
          <p:cNvPr id="155655" name="Rectangle 5"/>
          <p:cNvSpPr>
            <a:spLocks noChangeArrowheads="1"/>
          </p:cNvSpPr>
          <p:nvPr/>
        </p:nvSpPr>
        <p:spPr bwMode="auto">
          <a:xfrm>
            <a:off x="0" y="1"/>
            <a:ext cx="2972098" cy="4565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86493" tIns="43247" rIns="86493" bIns="43247" anchor="ctr"/>
          <a:lstStyle/>
          <a:p>
            <a:endParaRPr lang="en-AU"/>
          </a:p>
        </p:txBody>
      </p:sp>
      <p:sp>
        <p:nvSpPr>
          <p:cNvPr id="155656" name="Rectangle 6"/>
          <p:cNvSpPr>
            <a:spLocks noGrp="1" noChangeArrowheads="1"/>
          </p:cNvSpPr>
          <p:nvPr>
            <p:ph type="body" idx="1"/>
          </p:nvPr>
        </p:nvSpPr>
        <p:spPr>
          <a:xfrm>
            <a:off x="913805" y="3276298"/>
            <a:ext cx="5030391" cy="5181297"/>
          </a:xfrm>
          <a:noFill/>
          <a:extLs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 uri="{FAA26D3D-D897-4be2-8F04-BA451C77F1D7}">
              <ma14:placeholderFlag xmlns="" xmlns:ma14="http://schemas.microsoft.com/office/mac/drawingml/2011/main" val="1"/>
            </a:ext>
          </a:extLst>
        </p:spPr>
        <p:txBody>
          <a:bodyPr lIns="90480" tIns="44446" rIns="90480" bIns="44446"/>
          <a:lstStyle/>
          <a:p>
            <a:pPr eaLnBrk="1" hangingPunct="1"/>
            <a:endParaRPr lang="en-US">
              <a:ea typeface="ＭＳ Ｐゴシック" charset="0"/>
            </a:endParaRPr>
          </a:p>
        </p:txBody>
      </p:sp>
      <p:sp>
        <p:nvSpPr>
          <p:cNvPr id="155657" name="Rectangle 7"/>
          <p:cNvSpPr>
            <a:spLocks noGrp="1" noRot="1" noChangeAspect="1" noChangeArrowheads="1" noTextEdit="1"/>
          </p:cNvSpPr>
          <p:nvPr>
            <p:ph type="sldImg"/>
          </p:nvPr>
        </p:nvSpPr>
        <p:spPr>
          <a:xfrm>
            <a:off x="1409700" y="692150"/>
            <a:ext cx="4038600" cy="2273300"/>
          </a:xfrm>
          <a:ln w="12700" cap="flat">
            <a:solidFill>
              <a:schemeClr val="tx1"/>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8" name="Rectangle 6"/>
          <p:cNvSpPr>
            <a:spLocks noGrp="1" noChangeArrowheads="1"/>
          </p:cNvSpPr>
          <p:nvPr>
            <p:ph type="ftr" sz="quarter" idx="4"/>
          </p:nvPr>
        </p:nvSpPr>
        <p:spPr>
          <a:noFill/>
        </p:spPr>
        <p:txBody>
          <a:bodyPr/>
          <a:lstStyle>
            <a:lvl1pPr defTabSz="914485">
              <a:defRPr sz="2300">
                <a:solidFill>
                  <a:schemeClr val="tx1"/>
                </a:solidFill>
                <a:latin typeface="Arial" charset="0"/>
                <a:ea typeface="ＭＳ Ｐゴシック" charset="0"/>
                <a:cs typeface="ＭＳ Ｐゴシック" charset="0"/>
              </a:defRPr>
            </a:lvl1pPr>
            <a:lvl2pPr marL="702756" indent="-270291" defTabSz="914485">
              <a:defRPr sz="2300">
                <a:solidFill>
                  <a:schemeClr val="tx1"/>
                </a:solidFill>
                <a:latin typeface="Arial" charset="0"/>
                <a:ea typeface="ＭＳ Ｐゴシック" charset="0"/>
              </a:defRPr>
            </a:lvl2pPr>
            <a:lvl3pPr marL="1081164" indent="-216233" defTabSz="914485">
              <a:defRPr sz="2300">
                <a:solidFill>
                  <a:schemeClr val="tx1"/>
                </a:solidFill>
                <a:latin typeface="Arial" charset="0"/>
                <a:ea typeface="ＭＳ Ｐゴシック" charset="0"/>
              </a:defRPr>
            </a:lvl3pPr>
            <a:lvl4pPr marL="1513629" indent="-216233" defTabSz="914485">
              <a:defRPr sz="2300">
                <a:solidFill>
                  <a:schemeClr val="tx1"/>
                </a:solidFill>
                <a:latin typeface="Arial" charset="0"/>
                <a:ea typeface="ＭＳ Ｐゴシック" charset="0"/>
              </a:defRPr>
            </a:lvl4pPr>
            <a:lvl5pPr marL="1946095" indent="-216233" defTabSz="914485">
              <a:defRPr sz="2300">
                <a:solidFill>
                  <a:schemeClr val="tx1"/>
                </a:solidFill>
                <a:latin typeface="Arial" charset="0"/>
                <a:ea typeface="ＭＳ Ｐゴシック" charset="0"/>
              </a:defRPr>
            </a:lvl5pPr>
            <a:lvl6pPr marL="2378560" indent="-216233" defTabSz="914485" eaLnBrk="0" fontAlgn="base" hangingPunct="0">
              <a:spcBef>
                <a:spcPct val="0"/>
              </a:spcBef>
              <a:spcAft>
                <a:spcPct val="0"/>
              </a:spcAft>
              <a:defRPr sz="2300">
                <a:solidFill>
                  <a:schemeClr val="tx1"/>
                </a:solidFill>
                <a:latin typeface="Arial" charset="0"/>
                <a:ea typeface="ＭＳ Ｐゴシック" charset="0"/>
              </a:defRPr>
            </a:lvl6pPr>
            <a:lvl7pPr marL="2811026" indent="-216233" defTabSz="914485" eaLnBrk="0" fontAlgn="base" hangingPunct="0">
              <a:spcBef>
                <a:spcPct val="0"/>
              </a:spcBef>
              <a:spcAft>
                <a:spcPct val="0"/>
              </a:spcAft>
              <a:defRPr sz="2300">
                <a:solidFill>
                  <a:schemeClr val="tx1"/>
                </a:solidFill>
                <a:latin typeface="Arial" charset="0"/>
                <a:ea typeface="ＭＳ Ｐゴシック" charset="0"/>
              </a:defRPr>
            </a:lvl7pPr>
            <a:lvl8pPr marL="3243491" indent="-216233" defTabSz="914485" eaLnBrk="0" fontAlgn="base" hangingPunct="0">
              <a:spcBef>
                <a:spcPct val="0"/>
              </a:spcBef>
              <a:spcAft>
                <a:spcPct val="0"/>
              </a:spcAft>
              <a:defRPr sz="2300">
                <a:solidFill>
                  <a:schemeClr val="tx1"/>
                </a:solidFill>
                <a:latin typeface="Arial" charset="0"/>
                <a:ea typeface="ＭＳ Ｐゴシック" charset="0"/>
              </a:defRPr>
            </a:lvl8pPr>
            <a:lvl9pPr marL="3675957" indent="-216233" defTabSz="914485" eaLnBrk="0" fontAlgn="base" hangingPunct="0">
              <a:spcBef>
                <a:spcPct val="0"/>
              </a:spcBef>
              <a:spcAft>
                <a:spcPct val="0"/>
              </a:spcAft>
              <a:defRPr sz="2300">
                <a:solidFill>
                  <a:schemeClr val="tx1"/>
                </a:solidFill>
                <a:latin typeface="Arial" charset="0"/>
                <a:ea typeface="ＭＳ Ｐゴシック" charset="0"/>
              </a:defRPr>
            </a:lvl9pPr>
          </a:lstStyle>
          <a:p>
            <a:r>
              <a:rPr lang="en-US" sz="1200"/>
              <a:t>prepared by Razana Alwee</a:t>
            </a:r>
          </a:p>
        </p:txBody>
      </p:sp>
      <p:sp>
        <p:nvSpPr>
          <p:cNvPr id="157699" name="Rectangle 7"/>
          <p:cNvSpPr>
            <a:spLocks noGrp="1" noChangeArrowheads="1"/>
          </p:cNvSpPr>
          <p:nvPr>
            <p:ph type="sldNum" sz="quarter" idx="5"/>
          </p:nvPr>
        </p:nvSpPr>
        <p:spPr>
          <a:noFill/>
        </p:spPr>
        <p:txBody>
          <a:bodyPr/>
          <a:lstStyle>
            <a:lvl1pPr defTabSz="914485">
              <a:defRPr sz="2300">
                <a:solidFill>
                  <a:schemeClr val="tx1"/>
                </a:solidFill>
                <a:latin typeface="Arial" charset="0"/>
                <a:ea typeface="ＭＳ Ｐゴシック" charset="0"/>
                <a:cs typeface="ＭＳ Ｐゴシック" charset="0"/>
              </a:defRPr>
            </a:lvl1pPr>
            <a:lvl2pPr marL="702756" indent="-270291" defTabSz="914485">
              <a:defRPr sz="2300">
                <a:solidFill>
                  <a:schemeClr val="tx1"/>
                </a:solidFill>
                <a:latin typeface="Arial" charset="0"/>
                <a:ea typeface="ＭＳ Ｐゴシック" charset="0"/>
              </a:defRPr>
            </a:lvl2pPr>
            <a:lvl3pPr marL="1081164" indent="-216233" defTabSz="914485">
              <a:defRPr sz="2300">
                <a:solidFill>
                  <a:schemeClr val="tx1"/>
                </a:solidFill>
                <a:latin typeface="Arial" charset="0"/>
                <a:ea typeface="ＭＳ Ｐゴシック" charset="0"/>
              </a:defRPr>
            </a:lvl3pPr>
            <a:lvl4pPr marL="1513629" indent="-216233" defTabSz="914485">
              <a:defRPr sz="2300">
                <a:solidFill>
                  <a:schemeClr val="tx1"/>
                </a:solidFill>
                <a:latin typeface="Arial" charset="0"/>
                <a:ea typeface="ＭＳ Ｐゴシック" charset="0"/>
              </a:defRPr>
            </a:lvl4pPr>
            <a:lvl5pPr marL="1946095" indent="-216233" defTabSz="914485">
              <a:defRPr sz="2300">
                <a:solidFill>
                  <a:schemeClr val="tx1"/>
                </a:solidFill>
                <a:latin typeface="Arial" charset="0"/>
                <a:ea typeface="ＭＳ Ｐゴシック" charset="0"/>
              </a:defRPr>
            </a:lvl5pPr>
            <a:lvl6pPr marL="2378560" indent="-216233" defTabSz="914485" eaLnBrk="0" fontAlgn="base" hangingPunct="0">
              <a:spcBef>
                <a:spcPct val="0"/>
              </a:spcBef>
              <a:spcAft>
                <a:spcPct val="0"/>
              </a:spcAft>
              <a:defRPr sz="2300">
                <a:solidFill>
                  <a:schemeClr val="tx1"/>
                </a:solidFill>
                <a:latin typeface="Arial" charset="0"/>
                <a:ea typeface="ＭＳ Ｐゴシック" charset="0"/>
              </a:defRPr>
            </a:lvl6pPr>
            <a:lvl7pPr marL="2811026" indent="-216233" defTabSz="914485" eaLnBrk="0" fontAlgn="base" hangingPunct="0">
              <a:spcBef>
                <a:spcPct val="0"/>
              </a:spcBef>
              <a:spcAft>
                <a:spcPct val="0"/>
              </a:spcAft>
              <a:defRPr sz="2300">
                <a:solidFill>
                  <a:schemeClr val="tx1"/>
                </a:solidFill>
                <a:latin typeface="Arial" charset="0"/>
                <a:ea typeface="ＭＳ Ｐゴシック" charset="0"/>
              </a:defRPr>
            </a:lvl7pPr>
            <a:lvl8pPr marL="3243491" indent="-216233" defTabSz="914485" eaLnBrk="0" fontAlgn="base" hangingPunct="0">
              <a:spcBef>
                <a:spcPct val="0"/>
              </a:spcBef>
              <a:spcAft>
                <a:spcPct val="0"/>
              </a:spcAft>
              <a:defRPr sz="2300">
                <a:solidFill>
                  <a:schemeClr val="tx1"/>
                </a:solidFill>
                <a:latin typeface="Arial" charset="0"/>
                <a:ea typeface="ＭＳ Ｐゴシック" charset="0"/>
              </a:defRPr>
            </a:lvl8pPr>
            <a:lvl9pPr marL="3675957" indent="-216233" defTabSz="914485" eaLnBrk="0" fontAlgn="base" hangingPunct="0">
              <a:spcBef>
                <a:spcPct val="0"/>
              </a:spcBef>
              <a:spcAft>
                <a:spcPct val="0"/>
              </a:spcAft>
              <a:defRPr sz="2300">
                <a:solidFill>
                  <a:schemeClr val="tx1"/>
                </a:solidFill>
                <a:latin typeface="Arial" charset="0"/>
                <a:ea typeface="ＭＳ Ｐゴシック" charset="0"/>
              </a:defRPr>
            </a:lvl9pPr>
          </a:lstStyle>
          <a:p>
            <a:fld id="{7E4D68D9-CF08-DF4B-BDE4-5E0A3D9075D8}" type="slidenum">
              <a:rPr lang="en-US" sz="1200"/>
              <a:pPr/>
              <a:t>64</a:t>
            </a:fld>
            <a:endParaRPr lang="en-US" sz="1200"/>
          </a:p>
        </p:txBody>
      </p:sp>
      <p:sp>
        <p:nvSpPr>
          <p:cNvPr id="157700" name="Rectangle 2"/>
          <p:cNvSpPr>
            <a:spLocks noChangeArrowheads="1"/>
          </p:cNvSpPr>
          <p:nvPr/>
        </p:nvSpPr>
        <p:spPr bwMode="auto">
          <a:xfrm>
            <a:off x="3885903" y="1"/>
            <a:ext cx="2972097" cy="4565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86493" tIns="43247" rIns="86493" bIns="43247" anchor="ctr"/>
          <a:lstStyle/>
          <a:p>
            <a:endParaRPr lang="en-AU"/>
          </a:p>
        </p:txBody>
      </p:sp>
      <p:sp>
        <p:nvSpPr>
          <p:cNvPr id="157701" name="Rectangle 3"/>
          <p:cNvSpPr>
            <a:spLocks noChangeArrowheads="1"/>
          </p:cNvSpPr>
          <p:nvPr/>
        </p:nvSpPr>
        <p:spPr bwMode="auto">
          <a:xfrm>
            <a:off x="3885903" y="8687405"/>
            <a:ext cx="2972097" cy="4565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19049" tIns="0" rIns="19049" bIns="0" anchor="b"/>
          <a:lstStyle/>
          <a:p>
            <a:pPr algn="r" defTabSz="914485"/>
            <a:r>
              <a:rPr lang="en-US" sz="1000" i="1">
                <a:latin typeface="Times New Roman" charset="0"/>
              </a:rPr>
              <a:t>47</a:t>
            </a:r>
          </a:p>
        </p:txBody>
      </p:sp>
      <p:sp>
        <p:nvSpPr>
          <p:cNvPr id="157702" name="Rectangle 4"/>
          <p:cNvSpPr>
            <a:spLocks noChangeArrowheads="1"/>
          </p:cNvSpPr>
          <p:nvPr/>
        </p:nvSpPr>
        <p:spPr bwMode="auto">
          <a:xfrm>
            <a:off x="0" y="8687405"/>
            <a:ext cx="2972098" cy="4565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86493" tIns="43247" rIns="86493" bIns="43247" anchor="ctr"/>
          <a:lstStyle/>
          <a:p>
            <a:endParaRPr lang="en-AU"/>
          </a:p>
        </p:txBody>
      </p:sp>
      <p:sp>
        <p:nvSpPr>
          <p:cNvPr id="157703" name="Rectangle 5"/>
          <p:cNvSpPr>
            <a:spLocks noChangeArrowheads="1"/>
          </p:cNvSpPr>
          <p:nvPr/>
        </p:nvSpPr>
        <p:spPr bwMode="auto">
          <a:xfrm>
            <a:off x="0" y="1"/>
            <a:ext cx="2972098" cy="4565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86493" tIns="43247" rIns="86493" bIns="43247" anchor="ctr"/>
          <a:lstStyle/>
          <a:p>
            <a:endParaRPr lang="en-AU"/>
          </a:p>
        </p:txBody>
      </p:sp>
      <p:sp>
        <p:nvSpPr>
          <p:cNvPr id="157704" name="Rectangle 6"/>
          <p:cNvSpPr>
            <a:spLocks noGrp="1" noChangeArrowheads="1"/>
          </p:cNvSpPr>
          <p:nvPr>
            <p:ph type="body" idx="1"/>
          </p:nvPr>
        </p:nvSpPr>
        <p:spPr>
          <a:xfrm>
            <a:off x="913805" y="3276298"/>
            <a:ext cx="5030391" cy="5181297"/>
          </a:xfrm>
          <a:noFill/>
          <a:extLs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 uri="{FAA26D3D-D897-4be2-8F04-BA451C77F1D7}">
              <ma14:placeholderFlag xmlns="" xmlns:ma14="http://schemas.microsoft.com/office/mac/drawingml/2011/main" val="1"/>
            </a:ext>
          </a:extLst>
        </p:spPr>
        <p:txBody>
          <a:bodyPr lIns="90480" tIns="44446" rIns="90480" bIns="44446"/>
          <a:lstStyle/>
          <a:p>
            <a:pPr eaLnBrk="1" hangingPunct="1"/>
            <a:endParaRPr lang="en-US">
              <a:ea typeface="ＭＳ Ｐゴシック" charset="0"/>
            </a:endParaRPr>
          </a:p>
        </p:txBody>
      </p:sp>
      <p:sp>
        <p:nvSpPr>
          <p:cNvPr id="157705" name="Rectangle 7"/>
          <p:cNvSpPr>
            <a:spLocks noGrp="1" noRot="1" noChangeAspect="1" noChangeArrowheads="1" noTextEdit="1"/>
          </p:cNvSpPr>
          <p:nvPr>
            <p:ph type="sldImg"/>
          </p:nvPr>
        </p:nvSpPr>
        <p:spPr>
          <a:xfrm>
            <a:off x="1409700" y="692150"/>
            <a:ext cx="4038600" cy="2273300"/>
          </a:xfrm>
          <a:ln w="12700" cap="flat">
            <a:solidFill>
              <a:schemeClr val="tx1"/>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a:prstGeom prst="rect">
            <a:avLst/>
          </a:prstGeom>
        </p:spPr>
        <p:txBody>
          <a:bodyPr/>
          <a:lstStyle/>
          <a:p>
            <a:r>
              <a:rPr lang="en-US"/>
              <a:t>Click to edit Master title style</a:t>
            </a:r>
            <a:endParaRPr lang="en-MY"/>
          </a:p>
        </p:txBody>
      </p:sp>
      <p:sp>
        <p:nvSpPr>
          <p:cNvPr id="3" name="Subtitle 2"/>
          <p:cNvSpPr>
            <a:spLocks noGrp="1"/>
          </p:cNvSpPr>
          <p:nvPr>
            <p:ph type="subTitle" idx="1"/>
          </p:nvPr>
        </p:nvSpPr>
        <p:spPr>
          <a:xfrm>
            <a:off x="1828800" y="3886200"/>
            <a:ext cx="85344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MY"/>
          </a:p>
        </p:txBody>
      </p:sp>
      <p:sp>
        <p:nvSpPr>
          <p:cNvPr id="4" name="Slide Number Placeholder 5"/>
          <p:cNvSpPr>
            <a:spLocks noGrp="1"/>
          </p:cNvSpPr>
          <p:nvPr>
            <p:ph type="sldNum" sz="quarter" idx="10"/>
          </p:nvPr>
        </p:nvSpPr>
        <p:spPr/>
        <p:txBody>
          <a:bodyPr/>
          <a:lstStyle>
            <a:lvl1pPr>
              <a:defRPr/>
            </a:lvl1pPr>
          </a:lstStyle>
          <a:p>
            <a:pPr>
              <a:defRPr/>
            </a:pPr>
            <a:fld id="{C5B95454-1B43-144A-94EC-7FDC348A3A38}" type="slidenum">
              <a:rPr lang="en-US"/>
              <a:pPr>
                <a:defRPr/>
              </a:pPr>
              <a:t>‹#›</a:t>
            </a:fld>
            <a:endParaRPr lang="en-US"/>
          </a:p>
        </p:txBody>
      </p:sp>
    </p:spTree>
    <p:extLst>
      <p:ext uri="{BB962C8B-B14F-4D97-AF65-F5344CB8AC3E}">
        <p14:creationId xmlns:p14="http://schemas.microsoft.com/office/powerpoint/2010/main" val="12107678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831637" y="274638"/>
            <a:ext cx="8750763" cy="1143000"/>
          </a:xfrm>
          <a:prstGeom prst="rect">
            <a:avLst/>
          </a:prstGeom>
        </p:spPr>
        <p:txBody>
          <a:bodyPr/>
          <a:lstStyle/>
          <a:p>
            <a:r>
              <a:rPr lang="en-US" dirty="0"/>
              <a:t>Click to edit Master title style</a:t>
            </a:r>
            <a:endParaRPr lang="en-MY" dirty="0"/>
          </a:p>
        </p:txBody>
      </p:sp>
      <p:sp>
        <p:nvSpPr>
          <p:cNvPr id="3" name="Content Placeholder 2"/>
          <p:cNvSpPr>
            <a:spLocks noGrp="1"/>
          </p:cNvSpPr>
          <p:nvPr>
            <p:ph idx="1"/>
          </p:nvPr>
        </p:nvSpPr>
        <p:spPr>
          <a:xfrm>
            <a:off x="2831637" y="1600201"/>
            <a:ext cx="8750763" cy="4525963"/>
          </a:xfrm>
          <a:prstGeom prst="rect">
            <a:avLst/>
          </a:prstGeo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MY" dirty="0"/>
          </a:p>
        </p:txBody>
      </p:sp>
      <p:sp>
        <p:nvSpPr>
          <p:cNvPr id="4" name="Slide Number Placeholder 5"/>
          <p:cNvSpPr>
            <a:spLocks noGrp="1"/>
          </p:cNvSpPr>
          <p:nvPr>
            <p:ph type="sldNum" sz="quarter" idx="10"/>
          </p:nvPr>
        </p:nvSpPr>
        <p:spPr/>
        <p:txBody>
          <a:bodyPr/>
          <a:lstStyle>
            <a:lvl1pPr>
              <a:defRPr/>
            </a:lvl1pPr>
          </a:lstStyle>
          <a:p>
            <a:pPr>
              <a:defRPr/>
            </a:pPr>
            <a:fld id="{72AD96D6-FCAC-BF48-A744-D10BE5BBB539}" type="slidenum">
              <a:rPr lang="en-US"/>
              <a:pPr>
                <a:defRPr/>
              </a:pPr>
              <a:t>‹#›</a:t>
            </a:fld>
            <a:endParaRPr lang="en-US"/>
          </a:p>
        </p:txBody>
      </p:sp>
    </p:spTree>
    <p:extLst>
      <p:ext uri="{BB962C8B-B14F-4D97-AF65-F5344CB8AC3E}">
        <p14:creationId xmlns:p14="http://schemas.microsoft.com/office/powerpoint/2010/main" val="41302058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a:prstGeom prst="rect">
            <a:avLst/>
          </a:prstGeom>
        </p:spPr>
        <p:txBody>
          <a:bodyPr anchor="t"/>
          <a:lstStyle>
            <a:lvl1pPr algn="l">
              <a:defRPr sz="4000" b="1" cap="all"/>
            </a:lvl1pPr>
          </a:lstStyle>
          <a:p>
            <a:r>
              <a:rPr lang="en-US"/>
              <a:t>Click to edit Master title style</a:t>
            </a:r>
            <a:endParaRPr lang="en-MY"/>
          </a:p>
        </p:txBody>
      </p:sp>
      <p:sp>
        <p:nvSpPr>
          <p:cNvPr id="3" name="Text Placeholder 2"/>
          <p:cNvSpPr>
            <a:spLocks noGrp="1"/>
          </p:cNvSpPr>
          <p:nvPr>
            <p:ph type="body" idx="1"/>
          </p:nvPr>
        </p:nvSpPr>
        <p:spPr>
          <a:xfrm>
            <a:off x="963084" y="2906713"/>
            <a:ext cx="10363200" cy="1500187"/>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Slide Number Placeholder 5"/>
          <p:cNvSpPr>
            <a:spLocks noGrp="1"/>
          </p:cNvSpPr>
          <p:nvPr>
            <p:ph type="sldNum" sz="quarter" idx="10"/>
          </p:nvPr>
        </p:nvSpPr>
        <p:spPr/>
        <p:txBody>
          <a:bodyPr/>
          <a:lstStyle>
            <a:lvl1pPr>
              <a:defRPr/>
            </a:lvl1pPr>
          </a:lstStyle>
          <a:p>
            <a:pPr>
              <a:defRPr/>
            </a:pPr>
            <a:fld id="{4D9BE6EA-AAB9-3741-9559-9635EC9BD6B8}" type="slidenum">
              <a:rPr lang="en-US"/>
              <a:pPr>
                <a:defRPr/>
              </a:pPr>
              <a:t>‹#›</a:t>
            </a:fld>
            <a:endParaRPr lang="en-US"/>
          </a:p>
        </p:txBody>
      </p:sp>
    </p:spTree>
    <p:extLst>
      <p:ext uri="{BB962C8B-B14F-4D97-AF65-F5344CB8AC3E}">
        <p14:creationId xmlns:p14="http://schemas.microsoft.com/office/powerpoint/2010/main" val="11852220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2543605" y="274638"/>
            <a:ext cx="9038795" cy="1143000"/>
          </a:xfrm>
          <a:prstGeom prst="rect">
            <a:avLst/>
          </a:prstGeom>
        </p:spPr>
        <p:txBody>
          <a:bodyPr/>
          <a:lstStyle/>
          <a:p>
            <a:r>
              <a:rPr lang="en-US"/>
              <a:t>Click to edit Master title style</a:t>
            </a:r>
            <a:endParaRPr lang="en-MY"/>
          </a:p>
        </p:txBody>
      </p:sp>
      <p:sp>
        <p:nvSpPr>
          <p:cNvPr id="3" name="Content Placeholder 2"/>
          <p:cNvSpPr>
            <a:spLocks noGrp="1"/>
          </p:cNvSpPr>
          <p:nvPr>
            <p:ph sz="half" idx="1"/>
          </p:nvPr>
        </p:nvSpPr>
        <p:spPr>
          <a:xfrm>
            <a:off x="609600" y="1600201"/>
            <a:ext cx="53848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4" name="Content Placeholder 3"/>
          <p:cNvSpPr>
            <a:spLocks noGrp="1"/>
          </p:cNvSpPr>
          <p:nvPr>
            <p:ph sz="half" idx="2"/>
          </p:nvPr>
        </p:nvSpPr>
        <p:spPr>
          <a:xfrm>
            <a:off x="6197600" y="1600201"/>
            <a:ext cx="53848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5" name="Slide Number Placeholder 5"/>
          <p:cNvSpPr>
            <a:spLocks noGrp="1"/>
          </p:cNvSpPr>
          <p:nvPr>
            <p:ph type="sldNum" sz="quarter" idx="10"/>
          </p:nvPr>
        </p:nvSpPr>
        <p:spPr/>
        <p:txBody>
          <a:bodyPr/>
          <a:lstStyle>
            <a:lvl1pPr>
              <a:defRPr/>
            </a:lvl1pPr>
          </a:lstStyle>
          <a:p>
            <a:pPr>
              <a:defRPr/>
            </a:pPr>
            <a:fld id="{70C44165-42F6-C044-B8FB-D60798098C32}" type="slidenum">
              <a:rPr lang="en-US"/>
              <a:pPr>
                <a:defRPr/>
              </a:pPr>
              <a:t>‹#›</a:t>
            </a:fld>
            <a:endParaRPr lang="en-US"/>
          </a:p>
        </p:txBody>
      </p:sp>
    </p:spTree>
    <p:extLst>
      <p:ext uri="{BB962C8B-B14F-4D97-AF65-F5344CB8AC3E}">
        <p14:creationId xmlns:p14="http://schemas.microsoft.com/office/powerpoint/2010/main" val="28718494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2639616" y="274638"/>
            <a:ext cx="8942784" cy="1143000"/>
          </a:xfrm>
          <a:prstGeom prst="rect">
            <a:avLst/>
          </a:prstGeom>
        </p:spPr>
        <p:txBody>
          <a:bodyPr/>
          <a:lstStyle/>
          <a:p>
            <a:r>
              <a:rPr lang="en-US" dirty="0"/>
              <a:t>Click to edit Master title style</a:t>
            </a:r>
            <a:endParaRPr lang="en-MY" dirty="0"/>
          </a:p>
        </p:txBody>
      </p:sp>
      <p:sp>
        <p:nvSpPr>
          <p:cNvPr id="3" name="Slide Number Placeholder 5"/>
          <p:cNvSpPr>
            <a:spLocks noGrp="1"/>
          </p:cNvSpPr>
          <p:nvPr>
            <p:ph type="sldNum" sz="quarter" idx="10"/>
          </p:nvPr>
        </p:nvSpPr>
        <p:spPr/>
        <p:txBody>
          <a:bodyPr/>
          <a:lstStyle>
            <a:lvl1pPr>
              <a:defRPr/>
            </a:lvl1pPr>
          </a:lstStyle>
          <a:p>
            <a:pPr>
              <a:defRPr/>
            </a:pPr>
            <a:fld id="{0F910552-DC53-0B49-B7D0-4185237E6593}" type="slidenum">
              <a:rPr lang="en-US"/>
              <a:pPr>
                <a:defRPr/>
              </a:pPr>
              <a:t>‹#›</a:t>
            </a:fld>
            <a:endParaRPr lang="en-US"/>
          </a:p>
        </p:txBody>
      </p:sp>
    </p:spTree>
    <p:extLst>
      <p:ext uri="{BB962C8B-B14F-4D97-AF65-F5344CB8AC3E}">
        <p14:creationId xmlns:p14="http://schemas.microsoft.com/office/powerpoint/2010/main" val="37614163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Slide Number Placeholder 5"/>
          <p:cNvSpPr>
            <a:spLocks noGrp="1"/>
          </p:cNvSpPr>
          <p:nvPr>
            <p:ph type="sldNum" sz="quarter" idx="10"/>
          </p:nvPr>
        </p:nvSpPr>
        <p:spPr/>
        <p:txBody>
          <a:bodyPr/>
          <a:lstStyle>
            <a:lvl1pPr>
              <a:defRPr/>
            </a:lvl1pPr>
          </a:lstStyle>
          <a:p>
            <a:pPr>
              <a:defRPr/>
            </a:pPr>
            <a:fld id="{15DF5A4A-CDD8-5844-9131-93702E810F90}" type="slidenum">
              <a:rPr lang="en-US"/>
              <a:pPr>
                <a:defRPr/>
              </a:pPr>
              <a:t>‹#›</a:t>
            </a:fld>
            <a:endParaRPr lang="en-US"/>
          </a:p>
        </p:txBody>
      </p:sp>
    </p:spTree>
    <p:extLst>
      <p:ext uri="{BB962C8B-B14F-4D97-AF65-F5344CB8AC3E}">
        <p14:creationId xmlns:p14="http://schemas.microsoft.com/office/powerpoint/2010/main" val="15875939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a:prstGeom prst="rect">
            <a:avLst/>
          </a:prstGeom>
        </p:spPr>
        <p:txBody>
          <a:bodyPr anchor="b"/>
          <a:lstStyle>
            <a:lvl1pPr algn="l">
              <a:defRPr sz="2000" b="1"/>
            </a:lvl1pPr>
          </a:lstStyle>
          <a:p>
            <a:r>
              <a:rPr lang="en-US"/>
              <a:t>Click to edit Master title style</a:t>
            </a:r>
            <a:endParaRPr lang="en-MY"/>
          </a:p>
        </p:txBody>
      </p:sp>
      <p:sp>
        <p:nvSpPr>
          <p:cNvPr id="3" name="Content Placeholder 2"/>
          <p:cNvSpPr>
            <a:spLocks noGrp="1"/>
          </p:cNvSpPr>
          <p:nvPr>
            <p:ph idx="1"/>
          </p:nvPr>
        </p:nvSpPr>
        <p:spPr>
          <a:xfrm>
            <a:off x="4766733" y="273051"/>
            <a:ext cx="6815667"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4" name="Text Placeholder 3"/>
          <p:cNvSpPr>
            <a:spLocks noGrp="1"/>
          </p:cNvSpPr>
          <p:nvPr>
            <p:ph type="body" sz="half" idx="2"/>
          </p:nvPr>
        </p:nvSpPr>
        <p:spPr>
          <a:xfrm>
            <a:off x="609601" y="1435101"/>
            <a:ext cx="4011084"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Slide Number Placeholder 5"/>
          <p:cNvSpPr>
            <a:spLocks noGrp="1"/>
          </p:cNvSpPr>
          <p:nvPr>
            <p:ph type="sldNum" sz="quarter" idx="10"/>
          </p:nvPr>
        </p:nvSpPr>
        <p:spPr/>
        <p:txBody>
          <a:bodyPr/>
          <a:lstStyle>
            <a:lvl1pPr>
              <a:defRPr/>
            </a:lvl1pPr>
          </a:lstStyle>
          <a:p>
            <a:pPr>
              <a:defRPr/>
            </a:pPr>
            <a:fld id="{DB186C8B-6A06-BB4A-AC30-766CF089E700}" type="slidenum">
              <a:rPr lang="en-US"/>
              <a:pPr>
                <a:defRPr/>
              </a:pPr>
              <a:t>‹#›</a:t>
            </a:fld>
            <a:endParaRPr lang="en-US"/>
          </a:p>
        </p:txBody>
      </p:sp>
    </p:spTree>
    <p:extLst>
      <p:ext uri="{BB962C8B-B14F-4D97-AF65-F5344CB8AC3E}">
        <p14:creationId xmlns:p14="http://schemas.microsoft.com/office/powerpoint/2010/main" val="14326336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a:prstGeom prst="rect">
            <a:avLst/>
          </a:prstGeom>
        </p:spPr>
        <p:txBody>
          <a:bodyPr anchor="b"/>
          <a:lstStyle>
            <a:lvl1pPr algn="l">
              <a:defRPr sz="2000" b="1"/>
            </a:lvl1pPr>
          </a:lstStyle>
          <a:p>
            <a:r>
              <a:rPr lang="en-US"/>
              <a:t>Click to edit Master title style</a:t>
            </a:r>
            <a:endParaRPr lang="en-MY"/>
          </a:p>
        </p:txBody>
      </p:sp>
      <p:sp>
        <p:nvSpPr>
          <p:cNvPr id="3" name="Picture Placeholder 2"/>
          <p:cNvSpPr>
            <a:spLocks noGrp="1"/>
          </p:cNvSpPr>
          <p:nvPr>
            <p:ph type="pic" idx="1"/>
          </p:nvPr>
        </p:nvSpPr>
        <p:spPr>
          <a:xfrm>
            <a:off x="2389717" y="612775"/>
            <a:ext cx="7315200" cy="4114800"/>
          </a:xfrm>
          <a:prstGeom prst="rect">
            <a:avLst/>
          </a:prstGeo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MY" noProof="0"/>
          </a:p>
        </p:txBody>
      </p:sp>
      <p:sp>
        <p:nvSpPr>
          <p:cNvPr id="4" name="Text Placeholder 3"/>
          <p:cNvSpPr>
            <a:spLocks noGrp="1"/>
          </p:cNvSpPr>
          <p:nvPr>
            <p:ph type="body" sz="half" idx="2"/>
          </p:nvPr>
        </p:nvSpPr>
        <p:spPr>
          <a:xfrm>
            <a:off x="2389717" y="5367338"/>
            <a:ext cx="73152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Slide Number Placeholder 5"/>
          <p:cNvSpPr>
            <a:spLocks noGrp="1"/>
          </p:cNvSpPr>
          <p:nvPr>
            <p:ph type="sldNum" sz="quarter" idx="10"/>
          </p:nvPr>
        </p:nvSpPr>
        <p:spPr/>
        <p:txBody>
          <a:bodyPr/>
          <a:lstStyle>
            <a:lvl1pPr>
              <a:defRPr/>
            </a:lvl1pPr>
          </a:lstStyle>
          <a:p>
            <a:pPr>
              <a:defRPr/>
            </a:pPr>
            <a:fld id="{08F112DD-C6AD-9E4F-880C-AC05DF558173}" type="slidenum">
              <a:rPr lang="en-US"/>
              <a:pPr>
                <a:defRPr/>
              </a:pPr>
              <a:t>‹#›</a:t>
            </a:fld>
            <a:endParaRPr lang="en-US"/>
          </a:p>
        </p:txBody>
      </p:sp>
    </p:spTree>
    <p:extLst>
      <p:ext uri="{BB962C8B-B14F-4D97-AF65-F5344CB8AC3E}">
        <p14:creationId xmlns:p14="http://schemas.microsoft.com/office/powerpoint/2010/main" val="24693748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2735627" y="274638"/>
            <a:ext cx="8846773" cy="1143000"/>
          </a:xfrm>
          <a:prstGeom prst="rect">
            <a:avLst/>
          </a:prstGeom>
        </p:spPr>
        <p:txBody>
          <a:bodyPr/>
          <a:lstStyle/>
          <a:p>
            <a:r>
              <a:rPr lang="en-US"/>
              <a:t>Click to edit Master title style</a:t>
            </a:r>
            <a:endParaRPr lang="en-MY"/>
          </a:p>
        </p:txBody>
      </p:sp>
      <p:sp>
        <p:nvSpPr>
          <p:cNvPr id="3" name="Vertical Text Placeholder 2"/>
          <p:cNvSpPr>
            <a:spLocks noGrp="1"/>
          </p:cNvSpPr>
          <p:nvPr>
            <p:ph type="body" orient="vert" idx="1"/>
          </p:nvPr>
        </p:nvSpPr>
        <p:spPr>
          <a:xfrm>
            <a:off x="609600" y="1600201"/>
            <a:ext cx="10972800" cy="4525963"/>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4" name="Slide Number Placeholder 5"/>
          <p:cNvSpPr>
            <a:spLocks noGrp="1"/>
          </p:cNvSpPr>
          <p:nvPr>
            <p:ph type="sldNum" sz="quarter" idx="10"/>
          </p:nvPr>
        </p:nvSpPr>
        <p:spPr/>
        <p:txBody>
          <a:bodyPr/>
          <a:lstStyle>
            <a:lvl1pPr>
              <a:defRPr/>
            </a:lvl1pPr>
          </a:lstStyle>
          <a:p>
            <a:pPr>
              <a:defRPr/>
            </a:pPr>
            <a:fld id="{7087176C-92B8-AA41-88AD-8343488297B9}" type="slidenum">
              <a:rPr lang="en-US"/>
              <a:pPr>
                <a:defRPr/>
              </a:pPr>
              <a:t>‹#›</a:t>
            </a:fld>
            <a:endParaRPr lang="en-US"/>
          </a:p>
        </p:txBody>
      </p:sp>
    </p:spTree>
    <p:extLst>
      <p:ext uri="{BB962C8B-B14F-4D97-AF65-F5344CB8AC3E}">
        <p14:creationId xmlns:p14="http://schemas.microsoft.com/office/powerpoint/2010/main" val="20768884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a:prstGeom prst="rect">
            <a:avLst/>
          </a:prstGeom>
        </p:spPr>
        <p:txBody>
          <a:bodyPr vert="eaVert"/>
          <a:lstStyle/>
          <a:p>
            <a:r>
              <a:rPr lang="en-US"/>
              <a:t>Click to edit Master title style</a:t>
            </a:r>
            <a:endParaRPr lang="en-MY"/>
          </a:p>
        </p:txBody>
      </p:sp>
      <p:sp>
        <p:nvSpPr>
          <p:cNvPr id="3" name="Vertical Text Placeholder 2"/>
          <p:cNvSpPr>
            <a:spLocks noGrp="1"/>
          </p:cNvSpPr>
          <p:nvPr>
            <p:ph type="body" orient="vert" idx="1"/>
          </p:nvPr>
        </p:nvSpPr>
        <p:spPr>
          <a:xfrm>
            <a:off x="609600" y="274639"/>
            <a:ext cx="8026400" cy="5851525"/>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4" name="Slide Number Placeholder 5"/>
          <p:cNvSpPr>
            <a:spLocks noGrp="1"/>
          </p:cNvSpPr>
          <p:nvPr>
            <p:ph type="sldNum" sz="quarter" idx="10"/>
          </p:nvPr>
        </p:nvSpPr>
        <p:spPr/>
        <p:txBody>
          <a:bodyPr/>
          <a:lstStyle>
            <a:lvl1pPr>
              <a:defRPr/>
            </a:lvl1pPr>
          </a:lstStyle>
          <a:p>
            <a:pPr>
              <a:defRPr/>
            </a:pPr>
            <a:fld id="{E9B067B1-DA45-9F4D-AE4D-C2D7494200DE}" type="slidenum">
              <a:rPr lang="en-US"/>
              <a:pPr>
                <a:defRPr/>
              </a:pPr>
              <a:t>‹#›</a:t>
            </a:fld>
            <a:endParaRPr lang="en-US"/>
          </a:p>
        </p:txBody>
      </p:sp>
    </p:spTree>
    <p:extLst>
      <p:ext uri="{BB962C8B-B14F-4D97-AF65-F5344CB8AC3E}">
        <p14:creationId xmlns:p14="http://schemas.microsoft.com/office/powerpoint/2010/main" val="36004647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xAndClipArt">
  <p:cSld name="Title, Text and Clip Art">
    <p:spTree>
      <p:nvGrpSpPr>
        <p:cNvPr id="1" name=""/>
        <p:cNvGrpSpPr/>
        <p:nvPr/>
      </p:nvGrpSpPr>
      <p:grpSpPr>
        <a:xfrm>
          <a:off x="0" y="0"/>
          <a:ext cx="0" cy="0"/>
          <a:chOff x="0" y="0"/>
          <a:chExt cx="0" cy="0"/>
        </a:xfrm>
      </p:grpSpPr>
      <p:sp>
        <p:nvSpPr>
          <p:cNvPr id="2" name="Title 1"/>
          <p:cNvSpPr>
            <a:spLocks noGrp="1"/>
          </p:cNvSpPr>
          <p:nvPr>
            <p:ph type="title"/>
          </p:nvPr>
        </p:nvSpPr>
        <p:spPr>
          <a:xfrm>
            <a:off x="4673600" y="533400"/>
            <a:ext cx="6908800" cy="685800"/>
          </a:xfrm>
        </p:spPr>
        <p:txBody>
          <a:bodyPr/>
          <a:lstStyle/>
          <a:p>
            <a:r>
              <a:rPr lang="en-US"/>
              <a:t>Click to edit Master title style</a:t>
            </a:r>
            <a:endParaRPr lang="en-AU"/>
          </a:p>
        </p:txBody>
      </p:sp>
      <p:sp>
        <p:nvSpPr>
          <p:cNvPr id="3" name="Text Placeholder 2"/>
          <p:cNvSpPr>
            <a:spLocks noGrp="1"/>
          </p:cNvSpPr>
          <p:nvPr>
            <p:ph type="body" sz="half" idx="1"/>
          </p:nvPr>
        </p:nvSpPr>
        <p:spPr>
          <a:xfrm>
            <a:off x="609600" y="1828800"/>
            <a:ext cx="5384800" cy="4191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lipArt Placeholder 3"/>
          <p:cNvSpPr>
            <a:spLocks noGrp="1"/>
          </p:cNvSpPr>
          <p:nvPr>
            <p:ph type="clipArt" sz="half" idx="2"/>
          </p:nvPr>
        </p:nvSpPr>
        <p:spPr>
          <a:xfrm>
            <a:off x="6197600" y="1828800"/>
            <a:ext cx="5384800" cy="4191000"/>
          </a:xfrm>
        </p:spPr>
        <p:txBody>
          <a:bodyPr/>
          <a:lstStyle/>
          <a:p>
            <a:pPr lvl="0"/>
            <a:endParaRPr lang="en-AU" noProof="0"/>
          </a:p>
        </p:txBody>
      </p:sp>
      <p:sp>
        <p:nvSpPr>
          <p:cNvPr id="5" name="Date Placeholder 4"/>
          <p:cNvSpPr>
            <a:spLocks noGrp="1" noChangeArrowheads="1"/>
          </p:cNvSpPr>
          <p:nvPr>
            <p:ph type="dt" sz="half" idx="10"/>
          </p:nvPr>
        </p:nvSpPr>
        <p:spPr>
          <a:xfrm>
            <a:off x="203200" y="6553200"/>
            <a:ext cx="2235200" cy="304800"/>
          </a:xfrm>
          <a:prstGeom prst="rect">
            <a:avLst/>
          </a:prstGeom>
          <a:ln/>
        </p:spPr>
        <p:txBody>
          <a:bodyPr/>
          <a:lstStyle>
            <a:lvl1pPr>
              <a:defRPr/>
            </a:lvl1pPr>
          </a:lstStyle>
          <a:p>
            <a:endParaRPr lang="en-US"/>
          </a:p>
        </p:txBody>
      </p:sp>
      <p:sp>
        <p:nvSpPr>
          <p:cNvPr id="6" name="Footer Placeholder 5"/>
          <p:cNvSpPr>
            <a:spLocks noGrp="1" noChangeArrowheads="1"/>
          </p:cNvSpPr>
          <p:nvPr>
            <p:ph type="ftr" sz="quarter" idx="11"/>
          </p:nvPr>
        </p:nvSpPr>
        <p:spPr>
          <a:xfrm>
            <a:off x="4165600" y="6172200"/>
            <a:ext cx="3860800" cy="323850"/>
          </a:xfrm>
          <a:prstGeom prst="rect">
            <a:avLst/>
          </a:prstGeom>
          <a:ln/>
        </p:spPr>
        <p:txBody>
          <a:bodyPr/>
          <a:lstStyle>
            <a:lvl1pPr>
              <a:defRPr/>
            </a:lvl1pPr>
          </a:lstStyle>
          <a:p>
            <a:pPr>
              <a:defRPr/>
            </a:pPr>
            <a:endParaRPr lang="en-US" altLang="en-US"/>
          </a:p>
        </p:txBody>
      </p:sp>
      <p:sp>
        <p:nvSpPr>
          <p:cNvPr id="7" name="Rectangle 6"/>
          <p:cNvSpPr>
            <a:spLocks noGrp="1" noChangeArrowheads="1"/>
          </p:cNvSpPr>
          <p:nvPr>
            <p:ph type="sldNum" sz="quarter" idx="12"/>
          </p:nvPr>
        </p:nvSpPr>
        <p:spPr>
          <a:ln/>
        </p:spPr>
        <p:txBody>
          <a:bodyPr/>
          <a:lstStyle>
            <a:lvl1pPr>
              <a:defRPr/>
            </a:lvl1pPr>
          </a:lstStyle>
          <a:p>
            <a:fld id="{85E35BF5-859A-6848-82E8-C6D6BF701EB4}" type="slidenum">
              <a:rPr lang="en-US"/>
              <a:pPr/>
              <a:t>‹#›</a:t>
            </a:fld>
            <a:endParaRPr lang="en-US"/>
          </a:p>
        </p:txBody>
      </p:sp>
    </p:spTree>
    <p:extLst>
      <p:ext uri="{BB962C8B-B14F-4D97-AF65-F5344CB8AC3E}">
        <p14:creationId xmlns:p14="http://schemas.microsoft.com/office/powerpoint/2010/main" val="23737245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673600" y="533400"/>
            <a:ext cx="6908800" cy="685800"/>
          </a:xfrm>
        </p:spPr>
        <p:txBody>
          <a:bodyPr/>
          <a:lstStyle/>
          <a:p>
            <a:r>
              <a:rPr lang="en-US"/>
              <a:t>Click to edit Master title style</a:t>
            </a:r>
            <a:endParaRPr lang="en-AU"/>
          </a:p>
        </p:txBody>
      </p:sp>
      <p:sp>
        <p:nvSpPr>
          <p:cNvPr id="3" name="Text Placeholder 2"/>
          <p:cNvSpPr>
            <a:spLocks noGrp="1"/>
          </p:cNvSpPr>
          <p:nvPr>
            <p:ph type="body" sz="half" idx="1"/>
          </p:nvPr>
        </p:nvSpPr>
        <p:spPr>
          <a:xfrm>
            <a:off x="609600" y="1828800"/>
            <a:ext cx="5384800" cy="4191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p:cNvSpPr>
            <a:spLocks noGrp="1"/>
          </p:cNvSpPr>
          <p:nvPr>
            <p:ph sz="half" idx="2"/>
          </p:nvPr>
        </p:nvSpPr>
        <p:spPr>
          <a:xfrm>
            <a:off x="6197600" y="1828800"/>
            <a:ext cx="5384800" cy="4191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Date Placeholder 4"/>
          <p:cNvSpPr>
            <a:spLocks noGrp="1" noChangeArrowheads="1"/>
          </p:cNvSpPr>
          <p:nvPr>
            <p:ph type="dt" sz="half" idx="10"/>
          </p:nvPr>
        </p:nvSpPr>
        <p:spPr>
          <a:xfrm>
            <a:off x="203200" y="6553200"/>
            <a:ext cx="2235200" cy="304800"/>
          </a:xfrm>
          <a:prstGeom prst="rect">
            <a:avLst/>
          </a:prstGeom>
          <a:ln/>
        </p:spPr>
        <p:txBody>
          <a:bodyPr/>
          <a:lstStyle>
            <a:lvl1pPr>
              <a:defRPr/>
            </a:lvl1pPr>
          </a:lstStyle>
          <a:p>
            <a:endParaRPr lang="en-US"/>
          </a:p>
        </p:txBody>
      </p:sp>
      <p:sp>
        <p:nvSpPr>
          <p:cNvPr id="6" name="Footer Placeholder 5"/>
          <p:cNvSpPr>
            <a:spLocks noGrp="1" noChangeArrowheads="1"/>
          </p:cNvSpPr>
          <p:nvPr>
            <p:ph type="ftr" sz="quarter" idx="11"/>
          </p:nvPr>
        </p:nvSpPr>
        <p:spPr>
          <a:xfrm>
            <a:off x="4165600" y="6172200"/>
            <a:ext cx="3860800" cy="323850"/>
          </a:xfrm>
          <a:prstGeom prst="rect">
            <a:avLst/>
          </a:prstGeom>
          <a:ln/>
        </p:spPr>
        <p:txBody>
          <a:bodyPr/>
          <a:lstStyle>
            <a:lvl1pPr>
              <a:defRPr/>
            </a:lvl1pPr>
          </a:lstStyle>
          <a:p>
            <a:pPr>
              <a:defRPr/>
            </a:pPr>
            <a:endParaRPr lang="en-US" altLang="en-US"/>
          </a:p>
        </p:txBody>
      </p:sp>
      <p:sp>
        <p:nvSpPr>
          <p:cNvPr id="7" name="Rectangle 6"/>
          <p:cNvSpPr>
            <a:spLocks noGrp="1" noChangeArrowheads="1"/>
          </p:cNvSpPr>
          <p:nvPr>
            <p:ph type="sldNum" sz="quarter" idx="12"/>
          </p:nvPr>
        </p:nvSpPr>
        <p:spPr>
          <a:ln/>
        </p:spPr>
        <p:txBody>
          <a:bodyPr/>
          <a:lstStyle>
            <a:lvl1pPr>
              <a:defRPr/>
            </a:lvl1pPr>
          </a:lstStyle>
          <a:p>
            <a:fld id="{A96E7454-88C8-9F44-8CBA-B026C755438C}" type="slidenum">
              <a:rPr lang="en-US"/>
              <a:pPr/>
              <a:t>‹#›</a:t>
            </a:fld>
            <a:endParaRPr lang="en-US"/>
          </a:p>
        </p:txBody>
      </p:sp>
    </p:spTree>
    <p:extLst>
      <p:ext uri="{BB962C8B-B14F-4D97-AF65-F5344CB8AC3E}">
        <p14:creationId xmlns:p14="http://schemas.microsoft.com/office/powerpoint/2010/main" val="78984749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673600" y="533400"/>
            <a:ext cx="6908800" cy="685800"/>
          </a:xfrm>
        </p:spPr>
        <p:txBody>
          <a:bodyPr/>
          <a:lstStyle/>
          <a:p>
            <a:r>
              <a:rPr lang="en-US"/>
              <a:t>Click to edit Master title style</a:t>
            </a:r>
            <a:endParaRPr lang="en-AU"/>
          </a:p>
        </p:txBody>
      </p:sp>
      <p:sp>
        <p:nvSpPr>
          <p:cNvPr id="3" name="Table Placeholder 2"/>
          <p:cNvSpPr>
            <a:spLocks noGrp="1"/>
          </p:cNvSpPr>
          <p:nvPr>
            <p:ph type="tbl" idx="1"/>
          </p:nvPr>
        </p:nvSpPr>
        <p:spPr>
          <a:xfrm>
            <a:off x="609600" y="1828800"/>
            <a:ext cx="10972800" cy="4191000"/>
          </a:xfrm>
        </p:spPr>
        <p:txBody>
          <a:bodyPr/>
          <a:lstStyle/>
          <a:p>
            <a:pPr lvl="0"/>
            <a:endParaRPr lang="en-AU" noProof="0"/>
          </a:p>
        </p:txBody>
      </p:sp>
      <p:sp>
        <p:nvSpPr>
          <p:cNvPr id="4" name="Rectangle 4"/>
          <p:cNvSpPr>
            <a:spLocks noGrp="1" noChangeArrowheads="1"/>
          </p:cNvSpPr>
          <p:nvPr>
            <p:ph type="dt" sz="half" idx="10"/>
          </p:nvPr>
        </p:nvSpPr>
        <p:spPr>
          <a:xfrm>
            <a:off x="203200" y="6553200"/>
            <a:ext cx="2235200" cy="304800"/>
          </a:xfrm>
          <a:prstGeom prst="rect">
            <a:avLst/>
          </a:prstGeom>
          <a:ln/>
        </p:spPr>
        <p:txBody>
          <a:bodyPr/>
          <a:lstStyle>
            <a:lvl1pPr>
              <a:defRPr/>
            </a:lvl1pPr>
          </a:lstStyle>
          <a:p>
            <a:endParaRPr lang="en-US"/>
          </a:p>
        </p:txBody>
      </p:sp>
      <p:sp>
        <p:nvSpPr>
          <p:cNvPr id="5" name="Rectangle 5"/>
          <p:cNvSpPr>
            <a:spLocks noGrp="1" noChangeArrowheads="1"/>
          </p:cNvSpPr>
          <p:nvPr>
            <p:ph type="ftr" sz="quarter" idx="11"/>
          </p:nvPr>
        </p:nvSpPr>
        <p:spPr>
          <a:xfrm>
            <a:off x="4165600" y="6172200"/>
            <a:ext cx="3860800" cy="323850"/>
          </a:xfrm>
          <a:prstGeom prst="rect">
            <a:avLst/>
          </a:prstGeom>
          <a:ln/>
        </p:spPr>
        <p:txBody>
          <a:bodyPr/>
          <a:lstStyle>
            <a:lvl1pPr>
              <a:defRPr/>
            </a:lvl1pPr>
          </a:lstStyle>
          <a:p>
            <a:pPr>
              <a:defRPr/>
            </a:pPr>
            <a:endParaRPr lang="en-US" altLang="en-US"/>
          </a:p>
        </p:txBody>
      </p:sp>
      <p:sp>
        <p:nvSpPr>
          <p:cNvPr id="6" name="Rectangle 6"/>
          <p:cNvSpPr>
            <a:spLocks noGrp="1" noChangeArrowheads="1"/>
          </p:cNvSpPr>
          <p:nvPr>
            <p:ph type="sldNum" sz="quarter" idx="12"/>
          </p:nvPr>
        </p:nvSpPr>
        <p:spPr>
          <a:ln/>
        </p:spPr>
        <p:txBody>
          <a:bodyPr/>
          <a:lstStyle>
            <a:lvl1pPr>
              <a:defRPr/>
            </a:lvl1pPr>
          </a:lstStyle>
          <a:p>
            <a:fld id="{D3D20AC9-FB31-0F4B-A98A-902C39807FA1}" type="slidenum">
              <a:rPr lang="en-US"/>
              <a:pPr/>
              <a:t>‹#›</a:t>
            </a:fld>
            <a:endParaRPr lang="en-US"/>
          </a:p>
        </p:txBody>
      </p:sp>
    </p:spTree>
    <p:extLst>
      <p:ext uri="{BB962C8B-B14F-4D97-AF65-F5344CB8AC3E}">
        <p14:creationId xmlns:p14="http://schemas.microsoft.com/office/powerpoint/2010/main" val="4063972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Slide Number Placeholder 5"/>
          <p:cNvSpPr>
            <a:spLocks noGrp="1"/>
          </p:cNvSpPr>
          <p:nvPr>
            <p:ph type="sldNum" sz="quarter" idx="4"/>
          </p:nvPr>
        </p:nvSpPr>
        <p:spPr>
          <a:xfrm>
            <a:off x="9345084" y="6492876"/>
            <a:ext cx="28448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cs typeface="Arial" charset="0"/>
              </a:defRPr>
            </a:lvl1pPr>
          </a:lstStyle>
          <a:p>
            <a:pPr>
              <a:defRPr/>
            </a:pPr>
            <a:fld id="{549817EF-31CF-5849-A231-1AF6B30B29B0}" type="slidenum">
              <a:rPr lang="en-US"/>
              <a:pPr>
                <a:defRPr/>
              </a:pPr>
              <a:t>‹#›</a:t>
            </a:fld>
            <a:endParaRPr lang="en-US"/>
          </a:p>
        </p:txBody>
      </p:sp>
      <p:sp>
        <p:nvSpPr>
          <p:cNvPr id="1027" name="Title Placeholder 1"/>
          <p:cNvSpPr>
            <a:spLocks noGrp="1"/>
          </p:cNvSpPr>
          <p:nvPr>
            <p:ph type="title"/>
          </p:nvPr>
        </p:nvSpPr>
        <p:spPr bwMode="auto">
          <a:xfrm>
            <a:off x="2544233" y="476250"/>
            <a:ext cx="8839200" cy="649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8" name="Text Placeholder 2"/>
          <p:cNvSpPr>
            <a:spLocks noGrp="1"/>
          </p:cNvSpPr>
          <p:nvPr>
            <p:ph type="body" idx="1"/>
          </p:nvPr>
        </p:nvSpPr>
        <p:spPr bwMode="auto">
          <a:xfrm>
            <a:off x="2544234" y="1600200"/>
            <a:ext cx="9038167" cy="444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Google Shape;269;p1">
            <a:extLst>
              <a:ext uri="{FF2B5EF4-FFF2-40B4-BE49-F238E27FC236}">
                <a16:creationId xmlns:a16="http://schemas.microsoft.com/office/drawing/2014/main" id="{0005619E-22E4-BE57-5919-D5E85DC36347}"/>
              </a:ext>
            </a:extLst>
          </p:cNvPr>
          <p:cNvSpPr txBox="1"/>
          <p:nvPr userDrawn="1"/>
        </p:nvSpPr>
        <p:spPr>
          <a:xfrm>
            <a:off x="609600" y="6356351"/>
            <a:ext cx="3671100" cy="231000"/>
          </a:xfrm>
          <a:prstGeom prst="rect">
            <a:avLst/>
          </a:prstGeom>
          <a:noFill/>
          <a:ln>
            <a:noFill/>
          </a:ln>
        </p:spPr>
        <p:txBody>
          <a:bodyPr spcFirstLastPara="1" wrap="square" lIns="0" tIns="0" rIns="0" bIns="0" anchor="t" anchorCtr="0">
            <a:spAutoFit/>
          </a:bodyPr>
          <a:lstStyle/>
          <a:p>
            <a:pPr marL="0" marR="0" lvl="0" indent="0" algn="l" rtl="0">
              <a:lnSpc>
                <a:spcPct val="140028"/>
              </a:lnSpc>
              <a:spcBef>
                <a:spcPts val="0"/>
              </a:spcBef>
              <a:spcAft>
                <a:spcPts val="0"/>
              </a:spcAft>
              <a:buNone/>
            </a:pPr>
            <a:r>
              <a:rPr lang="en-US" sz="1500" b="1" i="1" dirty="0">
                <a:solidFill>
                  <a:srgbClr val="901042"/>
                </a:solidFill>
                <a:latin typeface="Poppins"/>
                <a:ea typeface="Poppins"/>
                <a:cs typeface="Poppins"/>
                <a:sym typeface="Poppins"/>
              </a:rPr>
              <a:t>Innovating Sustainable Solutions</a:t>
            </a:r>
            <a:endParaRPr sz="1500" b="1" i="1" dirty="0">
              <a:solidFill>
                <a:srgbClr val="901042"/>
              </a:solidFill>
            </a:endParaRPr>
          </a:p>
        </p:txBody>
      </p:sp>
      <p:grpSp>
        <p:nvGrpSpPr>
          <p:cNvPr id="3" name="Google Shape;263;p1">
            <a:extLst>
              <a:ext uri="{FF2B5EF4-FFF2-40B4-BE49-F238E27FC236}">
                <a16:creationId xmlns:a16="http://schemas.microsoft.com/office/drawing/2014/main" id="{E30931E3-019C-4822-D5B4-5EA83BB11FBA}"/>
              </a:ext>
            </a:extLst>
          </p:cNvPr>
          <p:cNvGrpSpPr/>
          <p:nvPr userDrawn="1"/>
        </p:nvGrpSpPr>
        <p:grpSpPr>
          <a:xfrm>
            <a:off x="11728422" y="0"/>
            <a:ext cx="158778" cy="6858000"/>
            <a:chOff x="0" y="-47625"/>
            <a:chExt cx="72806" cy="2756958"/>
          </a:xfrm>
        </p:grpSpPr>
        <p:sp>
          <p:nvSpPr>
            <p:cNvPr id="4" name="Google Shape;264;p1">
              <a:extLst>
                <a:ext uri="{FF2B5EF4-FFF2-40B4-BE49-F238E27FC236}">
                  <a16:creationId xmlns:a16="http://schemas.microsoft.com/office/drawing/2014/main" id="{A05ACED0-F24C-EFEE-12BC-43387C2902F6}"/>
                </a:ext>
              </a:extLst>
            </p:cNvPr>
            <p:cNvSpPr/>
            <p:nvPr/>
          </p:nvSpPr>
          <p:spPr>
            <a:xfrm>
              <a:off x="0" y="0"/>
              <a:ext cx="72806" cy="2709333"/>
            </a:xfrm>
            <a:custGeom>
              <a:avLst/>
              <a:gdLst/>
              <a:ahLst/>
              <a:cxnLst/>
              <a:rect l="l" t="t" r="r" b="b"/>
              <a:pathLst>
                <a:path w="72806" h="2709333" extrusionOk="0">
                  <a:moveTo>
                    <a:pt x="0" y="0"/>
                  </a:moveTo>
                  <a:lnTo>
                    <a:pt x="72806" y="0"/>
                  </a:lnTo>
                  <a:lnTo>
                    <a:pt x="72806" y="2709333"/>
                  </a:lnTo>
                  <a:lnTo>
                    <a:pt x="0" y="2709333"/>
                  </a:lnTo>
                  <a:close/>
                </a:path>
              </a:pathLst>
            </a:custGeom>
            <a:solidFill>
              <a:srgbClr val="901042"/>
            </a:solidFill>
            <a:ln>
              <a:noFill/>
            </a:ln>
          </p:spPr>
          <p:txBody>
            <a:bodyPr spcFirstLastPara="1" wrap="square" lIns="177700" tIns="88825" rIns="177700" bIns="88825" anchor="t" anchorCtr="0">
              <a:noAutofit/>
            </a:bodyPr>
            <a:lstStyle/>
            <a:p>
              <a:pPr marL="0" marR="0" lvl="0" indent="0" algn="l" rtl="0">
                <a:spcBef>
                  <a:spcPts val="0"/>
                </a:spcBef>
                <a:spcAft>
                  <a:spcPts val="0"/>
                </a:spcAft>
                <a:buNone/>
              </a:pPr>
              <a:endParaRPr sz="3499">
                <a:solidFill>
                  <a:schemeClr val="dk1"/>
                </a:solidFill>
                <a:latin typeface="Calibri"/>
                <a:ea typeface="Calibri"/>
                <a:cs typeface="Calibri"/>
                <a:sym typeface="Calibri"/>
              </a:endParaRPr>
            </a:p>
          </p:txBody>
        </p:sp>
        <p:sp>
          <p:nvSpPr>
            <p:cNvPr id="5" name="Google Shape;265;p1">
              <a:extLst>
                <a:ext uri="{FF2B5EF4-FFF2-40B4-BE49-F238E27FC236}">
                  <a16:creationId xmlns:a16="http://schemas.microsoft.com/office/drawing/2014/main" id="{1AA08869-21C8-4CF0-452D-212C779841D1}"/>
                </a:ext>
              </a:extLst>
            </p:cNvPr>
            <p:cNvSpPr txBox="1"/>
            <p:nvPr/>
          </p:nvSpPr>
          <p:spPr>
            <a:xfrm>
              <a:off x="0" y="-47625"/>
              <a:ext cx="72806" cy="2756958"/>
            </a:xfrm>
            <a:prstGeom prst="rect">
              <a:avLst/>
            </a:prstGeom>
            <a:noFill/>
            <a:ln>
              <a:noFill/>
            </a:ln>
          </p:spPr>
          <p:txBody>
            <a:bodyPr spcFirstLastPara="1" wrap="square" lIns="98725" tIns="98725" rIns="98725" bIns="98725" anchor="ctr" anchorCtr="0">
              <a:noAutofit/>
            </a:bodyPr>
            <a:lstStyle/>
            <a:p>
              <a:pPr marL="0" marR="0" lvl="0" indent="0" algn="ctr" rtl="0">
                <a:lnSpc>
                  <a:spcPct val="203722"/>
                </a:lnSpc>
                <a:spcBef>
                  <a:spcPts val="0"/>
                </a:spcBef>
                <a:spcAft>
                  <a:spcPts val="0"/>
                </a:spcAft>
                <a:buNone/>
              </a:pPr>
              <a:endParaRPr sz="3499">
                <a:solidFill>
                  <a:schemeClr val="dk1"/>
                </a:solidFill>
                <a:latin typeface="Calibri"/>
                <a:ea typeface="Calibri"/>
                <a:cs typeface="Calibri"/>
                <a:sym typeface="Calibri"/>
              </a:endParaRPr>
            </a:p>
          </p:txBody>
        </p:sp>
      </p:grpSp>
      <p:sp>
        <p:nvSpPr>
          <p:cNvPr id="7" name="Google Shape;268;p1">
            <a:extLst>
              <a:ext uri="{FF2B5EF4-FFF2-40B4-BE49-F238E27FC236}">
                <a16:creationId xmlns:a16="http://schemas.microsoft.com/office/drawing/2014/main" id="{7E2E393D-CDF2-E44C-2D0E-3FB204A2E136}"/>
              </a:ext>
            </a:extLst>
          </p:cNvPr>
          <p:cNvSpPr/>
          <p:nvPr userDrawn="1"/>
        </p:nvSpPr>
        <p:spPr>
          <a:xfrm>
            <a:off x="631247" y="225438"/>
            <a:ext cx="1577797" cy="536562"/>
          </a:xfrm>
          <a:custGeom>
            <a:avLst/>
            <a:gdLst/>
            <a:ahLst/>
            <a:cxnLst/>
            <a:rect l="l" t="t" r="r" b="b"/>
            <a:pathLst>
              <a:path w="2072975" h="704957" extrusionOk="0">
                <a:moveTo>
                  <a:pt x="0" y="0"/>
                </a:moveTo>
                <a:lnTo>
                  <a:pt x="2072975" y="0"/>
                </a:lnTo>
                <a:lnTo>
                  <a:pt x="2072975" y="704957"/>
                </a:lnTo>
                <a:lnTo>
                  <a:pt x="0" y="704957"/>
                </a:lnTo>
                <a:lnTo>
                  <a:pt x="0" y="0"/>
                </a:lnTo>
                <a:close/>
              </a:path>
            </a:pathLst>
          </a:custGeom>
          <a:blipFill rotWithShape="1">
            <a:blip r:embed="rId15">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hdr="0" ftr="0" dt="0"/>
  <p:txStyles>
    <p:titleStyle>
      <a:lvl1pPr algn="ctr" rtl="0" eaLnBrk="0" fontAlgn="base" hangingPunct="0">
        <a:spcBef>
          <a:spcPct val="0"/>
        </a:spcBef>
        <a:spcAft>
          <a:spcPct val="0"/>
        </a:spcAft>
        <a:defRPr sz="3600" kern="1200">
          <a:solidFill>
            <a:schemeClr val="tx1"/>
          </a:solidFill>
          <a:latin typeface="+mj-lt"/>
          <a:ea typeface="ＭＳ Ｐゴシック" charset="0"/>
          <a:cs typeface="ＭＳ Ｐゴシック" charset="0"/>
        </a:defRPr>
      </a:lvl1pPr>
      <a:lvl2pPr algn="ctr" rtl="0" eaLnBrk="0" fontAlgn="base" hangingPunct="0">
        <a:spcBef>
          <a:spcPct val="0"/>
        </a:spcBef>
        <a:spcAft>
          <a:spcPct val="0"/>
        </a:spcAft>
        <a:defRPr sz="3600">
          <a:solidFill>
            <a:schemeClr val="tx1"/>
          </a:solidFill>
          <a:latin typeface="Calibri" pitchFamily="34" charset="0"/>
          <a:ea typeface="ＭＳ Ｐゴシック" charset="0"/>
          <a:cs typeface="ＭＳ Ｐゴシック" charset="0"/>
        </a:defRPr>
      </a:lvl2pPr>
      <a:lvl3pPr algn="ctr" rtl="0" eaLnBrk="0" fontAlgn="base" hangingPunct="0">
        <a:spcBef>
          <a:spcPct val="0"/>
        </a:spcBef>
        <a:spcAft>
          <a:spcPct val="0"/>
        </a:spcAft>
        <a:defRPr sz="3600">
          <a:solidFill>
            <a:schemeClr val="tx1"/>
          </a:solidFill>
          <a:latin typeface="Calibri" pitchFamily="34" charset="0"/>
          <a:ea typeface="ＭＳ Ｐゴシック" charset="0"/>
          <a:cs typeface="ＭＳ Ｐゴシック" charset="0"/>
        </a:defRPr>
      </a:lvl3pPr>
      <a:lvl4pPr algn="ctr" rtl="0" eaLnBrk="0" fontAlgn="base" hangingPunct="0">
        <a:spcBef>
          <a:spcPct val="0"/>
        </a:spcBef>
        <a:spcAft>
          <a:spcPct val="0"/>
        </a:spcAft>
        <a:defRPr sz="3600">
          <a:solidFill>
            <a:schemeClr val="tx1"/>
          </a:solidFill>
          <a:latin typeface="Calibri" pitchFamily="34" charset="0"/>
          <a:ea typeface="ＭＳ Ｐゴシック" charset="0"/>
          <a:cs typeface="ＭＳ Ｐゴシック" charset="0"/>
        </a:defRPr>
      </a:lvl4pPr>
      <a:lvl5pPr algn="ctr" rtl="0" eaLnBrk="0" fontAlgn="base" hangingPunct="0">
        <a:spcBef>
          <a:spcPct val="0"/>
        </a:spcBef>
        <a:spcAft>
          <a:spcPct val="0"/>
        </a:spcAft>
        <a:defRPr sz="3600">
          <a:solidFill>
            <a:schemeClr val="tx1"/>
          </a:solidFill>
          <a:latin typeface="Calibri" pitchFamily="34" charset="0"/>
          <a:ea typeface="ＭＳ Ｐゴシック" charset="0"/>
          <a:cs typeface="ＭＳ Ｐゴシック" charset="0"/>
        </a:defRPr>
      </a:lvl5pPr>
      <a:lvl6pPr marL="457200" algn="ctr" rtl="0" fontAlgn="base">
        <a:spcBef>
          <a:spcPct val="0"/>
        </a:spcBef>
        <a:spcAft>
          <a:spcPct val="0"/>
        </a:spcAft>
        <a:defRPr sz="3600">
          <a:solidFill>
            <a:schemeClr val="tx1"/>
          </a:solidFill>
          <a:latin typeface="Calibri" pitchFamily="34" charset="0"/>
        </a:defRPr>
      </a:lvl6pPr>
      <a:lvl7pPr marL="914400" algn="ctr" rtl="0" fontAlgn="base">
        <a:spcBef>
          <a:spcPct val="0"/>
        </a:spcBef>
        <a:spcAft>
          <a:spcPct val="0"/>
        </a:spcAft>
        <a:defRPr sz="3600">
          <a:solidFill>
            <a:schemeClr val="tx1"/>
          </a:solidFill>
          <a:latin typeface="Calibri" pitchFamily="34" charset="0"/>
        </a:defRPr>
      </a:lvl7pPr>
      <a:lvl8pPr marL="1371600" algn="ctr" rtl="0" fontAlgn="base">
        <a:spcBef>
          <a:spcPct val="0"/>
        </a:spcBef>
        <a:spcAft>
          <a:spcPct val="0"/>
        </a:spcAft>
        <a:defRPr sz="3600">
          <a:solidFill>
            <a:schemeClr val="tx1"/>
          </a:solidFill>
          <a:latin typeface="Calibri" pitchFamily="34" charset="0"/>
        </a:defRPr>
      </a:lvl8pPr>
      <a:lvl9pPr marL="1828800" algn="ctr" rtl="0" fontAlgn="base">
        <a:spcBef>
          <a:spcPct val="0"/>
        </a:spcBef>
        <a:spcAft>
          <a:spcPct val="0"/>
        </a:spcAft>
        <a:defRPr sz="36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ＭＳ Ｐゴシック" charset="0"/>
          <a:cs typeface="ＭＳ Ｐゴシック" charset="0"/>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ＭＳ Ｐゴシック" charset="0"/>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ＭＳ Ｐゴシック" charset="0"/>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ＭＳ Ｐゴシック" charset="0"/>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ＭＳ Ｐゴシック" charset="0"/>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8.emf"/><Relationship Id="rId5" Type="http://schemas.openxmlformats.org/officeDocument/2006/relationships/oleObject" Target="../embeddings/oleObject3.bin"/><Relationship Id="rId4" Type="http://schemas.openxmlformats.org/officeDocument/2006/relationships/image" Target="../media/image7.emf"/></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notesSlide" Target="../notesSlides/notesSlide15.xml"/><Relationship Id="rId1" Type="http://schemas.openxmlformats.org/officeDocument/2006/relationships/slideLayout" Target="../slideLayouts/slideLayout11.xml"/><Relationship Id="rId4" Type="http://schemas.openxmlformats.org/officeDocument/2006/relationships/image" Target="../media/image9.emf"/></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1.wmf"/><Relationship Id="rId2" Type="http://schemas.openxmlformats.org/officeDocument/2006/relationships/oleObject" Target="../embeddings/oleObject5.bin"/><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oleObject" Target="../embeddings/oleObject6.bin"/><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oleObject" Target="../embeddings/oleObject7.bin"/><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notesSlide" Target="../notesSlides/notesSlide24.xml"/><Relationship Id="rId1" Type="http://schemas.openxmlformats.org/officeDocument/2006/relationships/slideLayout" Target="../slideLayouts/slideLayout5.xml"/><Relationship Id="rId4" Type="http://schemas.openxmlformats.org/officeDocument/2006/relationships/image" Target="../media/image15.emf"/></Relationships>
</file>

<file path=ppt/slides/_rels/slide54.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notesSlide" Target="../notesSlides/notesSlide25.xml"/><Relationship Id="rId1" Type="http://schemas.openxmlformats.org/officeDocument/2006/relationships/slideLayout" Target="../slideLayouts/slideLayout5.xml"/><Relationship Id="rId4" Type="http://schemas.openxmlformats.org/officeDocument/2006/relationships/image" Target="../media/image16.emf"/></Relationships>
</file>

<file path=ppt/slides/_rels/slide55.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notesSlide" Target="../notesSlides/notesSlide26.xml"/><Relationship Id="rId1" Type="http://schemas.openxmlformats.org/officeDocument/2006/relationships/slideLayout" Target="../slideLayouts/slideLayout5.xml"/><Relationship Id="rId4" Type="http://schemas.openxmlformats.org/officeDocument/2006/relationships/image" Target="../media/image17.emf"/></Relationships>
</file>

<file path=ppt/slides/_rels/slide56.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notesSlide" Target="../notesSlides/notesSlide27.xml"/><Relationship Id="rId1" Type="http://schemas.openxmlformats.org/officeDocument/2006/relationships/slideLayout" Target="../slideLayouts/slideLayout5.xml"/><Relationship Id="rId4" Type="http://schemas.openxmlformats.org/officeDocument/2006/relationships/image" Target="../media/image18.emf"/></Relationships>
</file>

<file path=ppt/slides/_rels/slide57.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notesSlide" Target="../notesSlides/notesSlide28.xml"/><Relationship Id="rId1" Type="http://schemas.openxmlformats.org/officeDocument/2006/relationships/slideLayout" Target="../slideLayouts/slideLayout4.xml"/><Relationship Id="rId4" Type="http://schemas.openxmlformats.org/officeDocument/2006/relationships/image" Target="../media/image19.wmf"/></Relationships>
</file>

<file path=ppt/slides/_rels/slide58.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notesSlide" Target="../notesSlides/notesSlide29.xml"/><Relationship Id="rId1" Type="http://schemas.openxmlformats.org/officeDocument/2006/relationships/slideLayout" Target="../slideLayouts/slideLayout5.xml"/><Relationship Id="rId4" Type="http://schemas.openxmlformats.org/officeDocument/2006/relationships/image" Target="../media/image18.emf"/></Relationships>
</file>

<file path=ppt/slides/_rels/slide59.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notesSlide" Target="../notesSlides/notesSlide30.xml"/><Relationship Id="rId1" Type="http://schemas.openxmlformats.org/officeDocument/2006/relationships/slideLayout" Target="../slideLayouts/slideLayout5.xml"/><Relationship Id="rId4" Type="http://schemas.openxmlformats.org/officeDocument/2006/relationships/image" Target="../media/image20.emf"/></Relationships>
</file>

<file path=ppt/slides/_rels/slide60.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notesSlide" Target="../notesSlides/notesSlide31.xml"/><Relationship Id="rId1" Type="http://schemas.openxmlformats.org/officeDocument/2006/relationships/slideLayout" Target="../slideLayouts/slideLayout11.xml"/><Relationship Id="rId4" Type="http://schemas.openxmlformats.org/officeDocument/2006/relationships/image" Target="../media/image21.emf"/></Relationships>
</file>

<file path=ppt/slides/_rels/slide61.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notesSlide" Target="../notesSlides/notesSlide32.xml"/><Relationship Id="rId1" Type="http://schemas.openxmlformats.org/officeDocument/2006/relationships/slideLayout" Target="../slideLayouts/slideLayout12.xml"/><Relationship Id="rId4" Type="http://schemas.openxmlformats.org/officeDocument/2006/relationships/image" Target="../media/image22.emf"/></Relationships>
</file>

<file path=ppt/slides/_rels/slide62.xml.rels><?xml version="1.0" encoding="UTF-8" standalone="yes"?>
<Relationships xmlns="http://schemas.openxmlformats.org/package/2006/relationships"><Relationship Id="rId3" Type="http://schemas.openxmlformats.org/officeDocument/2006/relationships/oleObject" Target="../embeddings/oleObject17.bin"/><Relationship Id="rId2" Type="http://schemas.openxmlformats.org/officeDocument/2006/relationships/notesSlide" Target="../notesSlides/notesSlide33.xml"/><Relationship Id="rId1" Type="http://schemas.openxmlformats.org/officeDocument/2006/relationships/slideLayout" Target="../slideLayouts/slideLayout5.xml"/><Relationship Id="rId4" Type="http://schemas.openxmlformats.org/officeDocument/2006/relationships/image" Target="../media/image23.emf"/></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3.xml"/></Relationships>
</file>

<file path=ppt/slides/_rels/slide64.xml.rels><?xml version="1.0" encoding="UTF-8" standalone="yes"?>
<Relationships xmlns="http://schemas.openxmlformats.org/package/2006/relationships"><Relationship Id="rId3" Type="http://schemas.openxmlformats.org/officeDocument/2006/relationships/oleObject" Target="../embeddings/oleObject18.bin"/><Relationship Id="rId2" Type="http://schemas.openxmlformats.org/officeDocument/2006/relationships/notesSlide" Target="../notesSlides/notesSlide35.xml"/><Relationship Id="rId1" Type="http://schemas.openxmlformats.org/officeDocument/2006/relationships/slideLayout" Target="../slideLayouts/slideLayout12.xml"/><Relationship Id="rId4" Type="http://schemas.openxmlformats.org/officeDocument/2006/relationships/image" Target="../media/image24.emf"/></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9.xml.rels><?xml version="1.0" encoding="UTF-8" standalone="yes"?>
<Relationships xmlns="http://schemas.openxmlformats.org/package/2006/relationships"><Relationship Id="rId3" Type="http://schemas.openxmlformats.org/officeDocument/2006/relationships/image" Target="../media/image24.emf"/><Relationship Id="rId2" Type="http://schemas.openxmlformats.org/officeDocument/2006/relationships/oleObject" Target="../embeddings/oleObject19.bin"/><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Content Placeholder 16"/>
          <p:cNvSpPr txBox="1">
            <a:spLocks/>
          </p:cNvSpPr>
          <p:nvPr/>
        </p:nvSpPr>
        <p:spPr bwMode="auto">
          <a:xfrm>
            <a:off x="2566989" y="1700809"/>
            <a:ext cx="7489825" cy="157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Calibri" charset="0"/>
                <a:ea typeface="ＭＳ Ｐゴシック" charset="0"/>
                <a:cs typeface="ＭＳ Ｐゴシック" charset="0"/>
              </a:defRPr>
            </a:lvl1pPr>
            <a:lvl2pPr marL="742950" indent="-285750" eaLnBrk="0" hangingPunct="0">
              <a:defRPr sz="2400">
                <a:solidFill>
                  <a:schemeClr val="tx1"/>
                </a:solidFill>
                <a:latin typeface="Calibri" charset="0"/>
                <a:ea typeface="ＭＳ Ｐゴシック" charset="0"/>
              </a:defRPr>
            </a:lvl2pPr>
            <a:lvl3pPr marL="1143000" indent="-228600" eaLnBrk="0" hangingPunct="0">
              <a:defRPr sz="2400">
                <a:solidFill>
                  <a:schemeClr val="tx1"/>
                </a:solidFill>
                <a:latin typeface="Calibri" charset="0"/>
                <a:ea typeface="ＭＳ Ｐゴシック" charset="0"/>
              </a:defRPr>
            </a:lvl3pPr>
            <a:lvl4pPr marL="1600200" indent="-228600" eaLnBrk="0" hangingPunct="0">
              <a:defRPr sz="2400">
                <a:solidFill>
                  <a:schemeClr val="tx1"/>
                </a:solidFill>
                <a:latin typeface="Calibri" charset="0"/>
                <a:ea typeface="ＭＳ Ｐゴシック" charset="0"/>
              </a:defRPr>
            </a:lvl4pPr>
            <a:lvl5pPr marL="2057400" indent="-228600" eaLnBrk="0" hangingPunct="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algn="ctr" eaLnBrk="1" hangingPunct="1">
              <a:buFont typeface="Arial" charset="0"/>
              <a:buNone/>
            </a:pPr>
            <a:r>
              <a:rPr lang="en-US" sz="4800" dirty="0">
                <a:solidFill>
                  <a:srgbClr val="0070C0"/>
                </a:solidFill>
                <a:latin typeface="Britannic Bold" charset="0"/>
                <a:cs typeface="Arial" charset="0"/>
              </a:rPr>
              <a:t>CHAPTER 6</a:t>
            </a:r>
          </a:p>
          <a:p>
            <a:pPr algn="ctr" eaLnBrk="1" hangingPunct="1">
              <a:buFont typeface="Arial" charset="0"/>
              <a:buNone/>
            </a:pPr>
            <a:endParaRPr lang="en-US" sz="4800" dirty="0">
              <a:latin typeface="Britannic Bold" charset="0"/>
              <a:cs typeface="Arial" charset="0"/>
            </a:endParaRPr>
          </a:p>
          <a:p>
            <a:pPr algn="ctr" eaLnBrk="1" hangingPunct="1">
              <a:buFont typeface="Arial" charset="0"/>
              <a:buNone/>
            </a:pPr>
            <a:r>
              <a:rPr lang="en-US" altLang="en-US" sz="3600" dirty="0">
                <a:solidFill>
                  <a:srgbClr val="0D0D0D"/>
                </a:solidFill>
                <a:effectLst>
                  <a:outerShdw blurRad="38100" dist="38100" dir="2700000" algn="tl">
                    <a:srgbClr val="FFFFFF"/>
                  </a:outerShdw>
                </a:effectLst>
                <a:latin typeface="Britannic Bold"/>
                <a:cs typeface="Britannic Bold"/>
              </a:rPr>
              <a:t>Chi-Square Test &amp; Contingency Analysis</a:t>
            </a:r>
          </a:p>
          <a:p>
            <a:pPr algn="ctr"/>
            <a:r>
              <a:rPr lang="en-US" dirty="0">
                <a:latin typeface="Britannic Bold"/>
                <a:cs typeface="Britannic Bold"/>
              </a:rPr>
              <a:t>(</a:t>
            </a:r>
            <a:r>
              <a:rPr lang="en-US" dirty="0">
                <a:effectLst>
                  <a:outerShdw blurRad="38100" dist="38100" dir="2700000" algn="tl">
                    <a:srgbClr val="FFFFFF"/>
                  </a:outerShdw>
                </a:effectLst>
                <a:latin typeface="Britannic Bold"/>
                <a:cs typeface="Britannic Bold"/>
              </a:rPr>
              <a:t>Chi-Square Test for </a:t>
            </a:r>
            <a:r>
              <a:rPr lang="en-US" i="1" dirty="0">
                <a:effectLst>
                  <a:outerShdw blurRad="38100" dist="38100" dir="2700000" algn="tl">
                    <a:srgbClr val="FFFFFF"/>
                  </a:outerShdw>
                </a:effectLst>
                <a:latin typeface="Britannic Bold"/>
                <a:cs typeface="Britannic Bold"/>
              </a:rPr>
              <a:t>k</a:t>
            </a:r>
            <a:r>
              <a:rPr lang="en-US" dirty="0">
                <a:effectLst>
                  <a:outerShdw blurRad="38100" dist="38100" dir="2700000" algn="tl">
                    <a:srgbClr val="FFFFFF"/>
                  </a:outerShdw>
                </a:effectLst>
                <a:latin typeface="Britannic Bold"/>
                <a:cs typeface="Britannic Bold"/>
              </a:rPr>
              <a:t> Proportions,</a:t>
            </a:r>
            <a:r>
              <a:rPr lang="en-US" dirty="0">
                <a:solidFill>
                  <a:srgbClr val="0D0D0D"/>
                </a:solidFill>
                <a:effectLst>
                  <a:outerShdw blurRad="38100" dist="38100" dir="2700000" algn="tl">
                    <a:srgbClr val="FFFFFF"/>
                  </a:outerShdw>
                </a:effectLst>
                <a:latin typeface="Britannic Bold"/>
                <a:cs typeface="Britannic Bold"/>
              </a:rPr>
              <a:t> </a:t>
            </a:r>
          </a:p>
          <a:p>
            <a:pPr algn="ctr"/>
            <a:r>
              <a:rPr lang="en-US" dirty="0">
                <a:effectLst>
                  <a:outerShdw blurRad="38100" dist="38100" dir="2700000" algn="tl">
                    <a:srgbClr val="FFFFFF"/>
                  </a:outerShdw>
                </a:effectLst>
                <a:latin typeface="Britannic Bold"/>
                <a:cs typeface="Britannic Bold"/>
              </a:rPr>
              <a:t>Chi-Square</a:t>
            </a:r>
            <a:r>
              <a:rPr lang="en-US" dirty="0">
                <a:latin typeface="Britannic Bold"/>
                <a:cs typeface="Britannic Bold"/>
              </a:rPr>
              <a:t> </a:t>
            </a:r>
            <a:r>
              <a:rPr lang="en-US" dirty="0">
                <a:effectLst>
                  <a:outerShdw blurRad="38100" dist="38100" dir="2700000" algn="tl">
                    <a:srgbClr val="FFFFFF"/>
                  </a:outerShdw>
                </a:effectLst>
                <a:latin typeface="Britannic Bold"/>
                <a:cs typeface="Britannic Bold"/>
              </a:rPr>
              <a:t>Test of Independence Contingency Table)</a:t>
            </a:r>
          </a:p>
        </p:txBody>
      </p:sp>
      <p:sp>
        <p:nvSpPr>
          <p:cNvPr id="14340" name="Slide Number Placeholder 1"/>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Calibri" charset="0"/>
                <a:ea typeface="ＭＳ Ｐゴシック" charset="0"/>
                <a:cs typeface="ＭＳ Ｐゴシック" charset="0"/>
              </a:defRPr>
            </a:lvl1pPr>
            <a:lvl2pPr marL="742950" indent="-285750" eaLnBrk="0" hangingPunct="0">
              <a:defRPr sz="2400">
                <a:solidFill>
                  <a:schemeClr val="tx1"/>
                </a:solidFill>
                <a:latin typeface="Calibri" charset="0"/>
                <a:ea typeface="ＭＳ Ｐゴシック" charset="0"/>
              </a:defRPr>
            </a:lvl2pPr>
            <a:lvl3pPr marL="1143000" indent="-228600" eaLnBrk="0" hangingPunct="0">
              <a:defRPr sz="2400">
                <a:solidFill>
                  <a:schemeClr val="tx1"/>
                </a:solidFill>
                <a:latin typeface="Calibri" charset="0"/>
                <a:ea typeface="ＭＳ Ｐゴシック" charset="0"/>
              </a:defRPr>
            </a:lvl3pPr>
            <a:lvl4pPr marL="1600200" indent="-228600" eaLnBrk="0" hangingPunct="0">
              <a:defRPr sz="2400">
                <a:solidFill>
                  <a:schemeClr val="tx1"/>
                </a:solidFill>
                <a:latin typeface="Calibri" charset="0"/>
                <a:ea typeface="ＭＳ Ｐゴシック" charset="0"/>
              </a:defRPr>
            </a:lvl4pPr>
            <a:lvl5pPr marL="2057400" indent="-228600" eaLnBrk="0" hangingPunct="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eaLnBrk="1" hangingPunct="1"/>
            <a:fld id="{6AA77887-1507-E445-B65A-EE9CC2334CF5}" type="slidenum">
              <a:rPr lang="en-US" sz="1200">
                <a:solidFill>
                  <a:srgbClr val="898989"/>
                </a:solidFill>
                <a:cs typeface="Arial" charset="0"/>
              </a:rPr>
              <a:pPr eaLnBrk="1" hangingPunct="1"/>
              <a:t>1</a:t>
            </a:fld>
            <a:endParaRPr lang="en-US" sz="1200">
              <a:solidFill>
                <a:srgbClr val="898989"/>
              </a:solidFill>
              <a:cs typeface="Arial" charset="0"/>
            </a:endParaRPr>
          </a:p>
        </p:txBody>
      </p:sp>
      <p:sp>
        <p:nvSpPr>
          <p:cNvPr id="7" name="Title 14"/>
          <p:cNvSpPr txBox="1">
            <a:spLocks/>
          </p:cNvSpPr>
          <p:nvPr/>
        </p:nvSpPr>
        <p:spPr bwMode="auto">
          <a:xfrm>
            <a:off x="3935934" y="274639"/>
            <a:ext cx="5832475" cy="777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algn="ctr">
              <a:defRPr/>
            </a:pPr>
            <a:r>
              <a:rPr lang="en-US" altLang="en-US" b="1" cap="all" dirty="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latin typeface="Britannic Bold" panose="020B0903060703020204" pitchFamily="34" charset="0"/>
              </a:rPr>
              <a:t>SCST1223: </a:t>
            </a:r>
          </a:p>
          <a:p>
            <a:pPr algn="ctr">
              <a:defRPr/>
            </a:pPr>
            <a:r>
              <a:rPr lang="en-US" altLang="en-US" b="1" cap="all" dirty="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latin typeface="Britannic Bold" panose="020B0903060703020204" pitchFamily="34" charset="0"/>
              </a:rPr>
              <a:t>Probability &amp; statistical data analysis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C2E2D6-497E-8C52-5028-48C65D6836D4}"/>
            </a:ext>
          </a:extLst>
        </p:cNvPr>
        <p:cNvGrpSpPr/>
        <p:nvPr/>
      </p:nvGrpSpPr>
      <p:grpSpPr>
        <a:xfrm>
          <a:off x="0" y="0"/>
          <a:ext cx="0" cy="0"/>
          <a:chOff x="0" y="0"/>
          <a:chExt cx="0" cy="0"/>
        </a:xfrm>
      </p:grpSpPr>
      <p:sp>
        <p:nvSpPr>
          <p:cNvPr id="3074" name="Slide Number Placeholder 6">
            <a:extLst>
              <a:ext uri="{FF2B5EF4-FFF2-40B4-BE49-F238E27FC236}">
                <a16:creationId xmlns:a16="http://schemas.microsoft.com/office/drawing/2014/main" id="{A3BF57A6-6A28-2252-5149-E9596FEB015D}"/>
              </a:ext>
            </a:extLst>
          </p:cNvPr>
          <p:cNvSpPr>
            <a:spLocks noGrp="1"/>
          </p:cNvSpPr>
          <p:nvPr>
            <p:ph type="sldNum" sz="quarter" idx="12"/>
          </p:nvPr>
        </p:nvSpPr>
        <p:spPr>
          <a:xfrm>
            <a:off x="8737600" y="6356351"/>
            <a:ext cx="2844800" cy="3651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defPPr>
              <a:defRPr lang="en-US"/>
            </a:defPPr>
            <a:lvl1pPr algn="r" rtl="0" fontAlgn="base">
              <a:spcBef>
                <a:spcPct val="0"/>
              </a:spcBef>
              <a:spcAft>
                <a:spcPct val="0"/>
              </a:spcAft>
              <a:defRPr sz="1200" kern="1200">
                <a:solidFill>
                  <a:srgbClr val="898989"/>
                </a:solidFill>
                <a:latin typeface="Calibri" charset="0"/>
                <a:ea typeface="ＭＳ Ｐゴシック" charset="-128"/>
                <a:cs typeface="+mn-cs"/>
              </a:defRPr>
            </a:lvl1pPr>
            <a:lvl2pPr marL="457200" algn="l" rtl="0" fontAlgn="base">
              <a:spcBef>
                <a:spcPct val="0"/>
              </a:spcBef>
              <a:spcAft>
                <a:spcPct val="0"/>
              </a:spcAft>
              <a:defRPr kern="1200">
                <a:solidFill>
                  <a:schemeClr val="tx1"/>
                </a:solidFill>
                <a:latin typeface="Calibri" charset="0"/>
                <a:ea typeface="ＭＳ Ｐゴシック" charset="-128"/>
                <a:cs typeface="+mn-cs"/>
              </a:defRPr>
            </a:lvl2pPr>
            <a:lvl3pPr marL="914400" algn="l" rtl="0" fontAlgn="base">
              <a:spcBef>
                <a:spcPct val="0"/>
              </a:spcBef>
              <a:spcAft>
                <a:spcPct val="0"/>
              </a:spcAft>
              <a:defRPr kern="1200">
                <a:solidFill>
                  <a:schemeClr val="tx1"/>
                </a:solidFill>
                <a:latin typeface="Calibri" charset="0"/>
                <a:ea typeface="ＭＳ Ｐゴシック" charset="-128"/>
                <a:cs typeface="+mn-cs"/>
              </a:defRPr>
            </a:lvl3pPr>
            <a:lvl4pPr marL="1371600" algn="l" rtl="0" fontAlgn="base">
              <a:spcBef>
                <a:spcPct val="0"/>
              </a:spcBef>
              <a:spcAft>
                <a:spcPct val="0"/>
              </a:spcAft>
              <a:defRPr kern="1200">
                <a:solidFill>
                  <a:schemeClr val="tx1"/>
                </a:solidFill>
                <a:latin typeface="Calibri" charset="0"/>
                <a:ea typeface="ＭＳ Ｐゴシック" charset="-128"/>
                <a:cs typeface="+mn-cs"/>
              </a:defRPr>
            </a:lvl4pPr>
            <a:lvl5pPr marL="1828800" algn="l" rtl="0" fontAlgn="base">
              <a:spcBef>
                <a:spcPct val="0"/>
              </a:spcBef>
              <a:spcAft>
                <a:spcPct val="0"/>
              </a:spcAft>
              <a:defRPr kern="1200">
                <a:solidFill>
                  <a:schemeClr val="tx1"/>
                </a:solidFill>
                <a:latin typeface="Calibri" charset="0"/>
                <a:ea typeface="ＭＳ Ｐゴシック" charset="-128"/>
                <a:cs typeface="+mn-cs"/>
              </a:defRPr>
            </a:lvl5pPr>
            <a:lvl6pPr marL="2286000" algn="l" defTabSz="914400" rtl="0" eaLnBrk="1" latinLnBrk="0" hangingPunct="1">
              <a:defRPr kern="1200">
                <a:solidFill>
                  <a:schemeClr val="tx1"/>
                </a:solidFill>
                <a:latin typeface="Calibri" charset="0"/>
                <a:ea typeface="ＭＳ Ｐゴシック" charset="-128"/>
                <a:cs typeface="+mn-cs"/>
              </a:defRPr>
            </a:lvl6pPr>
            <a:lvl7pPr marL="2743200" algn="l" defTabSz="914400" rtl="0" eaLnBrk="1" latinLnBrk="0" hangingPunct="1">
              <a:defRPr kern="1200">
                <a:solidFill>
                  <a:schemeClr val="tx1"/>
                </a:solidFill>
                <a:latin typeface="Calibri" charset="0"/>
                <a:ea typeface="ＭＳ Ｐゴシック" charset="-128"/>
                <a:cs typeface="+mn-cs"/>
              </a:defRPr>
            </a:lvl7pPr>
            <a:lvl8pPr marL="3200400" algn="l" defTabSz="914400" rtl="0" eaLnBrk="1" latinLnBrk="0" hangingPunct="1">
              <a:defRPr kern="1200">
                <a:solidFill>
                  <a:schemeClr val="tx1"/>
                </a:solidFill>
                <a:latin typeface="Calibri" charset="0"/>
                <a:ea typeface="ＭＳ Ｐゴシック" charset="-128"/>
                <a:cs typeface="+mn-cs"/>
              </a:defRPr>
            </a:lvl8pPr>
            <a:lvl9pPr marL="3657600" algn="l" defTabSz="914400" rtl="0" eaLnBrk="1" latinLnBrk="0" hangingPunct="1">
              <a:defRPr kern="1200">
                <a:solidFill>
                  <a:schemeClr val="tx1"/>
                </a:solidFill>
                <a:latin typeface="Calibri" charset="0"/>
                <a:ea typeface="ＭＳ Ｐゴシック" charset="-128"/>
                <a:cs typeface="+mn-cs"/>
              </a:defRPr>
            </a:lvl9pPr>
          </a:lstStyle>
          <a:p>
            <a:fld id="{E84E0A14-FAA9-F840-8F6E-CF85F7234053}" type="slidenum">
              <a:rPr lang="en-US" altLang="x-none" smtClean="0"/>
              <a:pPr/>
              <a:t>2</a:t>
            </a:fld>
            <a:endParaRPr lang="en-US" altLang="en-US" sz="1000">
              <a:solidFill>
                <a:schemeClr val="bg1"/>
              </a:solidFill>
            </a:endParaRPr>
          </a:p>
        </p:txBody>
      </p:sp>
      <p:sp>
        <p:nvSpPr>
          <p:cNvPr id="261" name="Google Shape;261;p1"/>
          <p:cNvSpPr/>
          <p:nvPr/>
        </p:nvSpPr>
        <p:spPr>
          <a:xfrm>
            <a:off x="0" y="0"/>
            <a:ext cx="12192000" cy="6858000"/>
          </a:xfrm>
          <a:custGeom>
            <a:avLst/>
            <a:gdLst/>
            <a:ahLst/>
            <a:cxnLst/>
            <a:rect l="l" t="t" r="r" b="b"/>
            <a:pathLst>
              <a:path w="1610062" h="1086267" extrusionOk="0">
                <a:moveTo>
                  <a:pt x="10933" y="0"/>
                </a:moveTo>
                <a:lnTo>
                  <a:pt x="1599129" y="0"/>
                </a:lnTo>
                <a:cubicBezTo>
                  <a:pt x="1602029" y="0"/>
                  <a:pt x="1604810" y="1152"/>
                  <a:pt x="1606860" y="3202"/>
                </a:cubicBezTo>
                <a:cubicBezTo>
                  <a:pt x="1608910" y="5253"/>
                  <a:pt x="1610062" y="8033"/>
                  <a:pt x="1610062" y="10933"/>
                </a:cubicBezTo>
                <a:lnTo>
                  <a:pt x="1610062" y="1075334"/>
                </a:lnTo>
                <a:cubicBezTo>
                  <a:pt x="1610062" y="1078234"/>
                  <a:pt x="1608910" y="1081014"/>
                  <a:pt x="1606860" y="1083065"/>
                </a:cubicBezTo>
                <a:cubicBezTo>
                  <a:pt x="1604810" y="1085115"/>
                  <a:pt x="1602029" y="1086267"/>
                  <a:pt x="1599129" y="1086267"/>
                </a:cubicBezTo>
                <a:lnTo>
                  <a:pt x="10933" y="1086267"/>
                </a:lnTo>
                <a:cubicBezTo>
                  <a:pt x="8033" y="1086267"/>
                  <a:pt x="5253" y="1085115"/>
                  <a:pt x="3202" y="1083065"/>
                </a:cubicBezTo>
                <a:cubicBezTo>
                  <a:pt x="1152" y="1081014"/>
                  <a:pt x="0" y="1078234"/>
                  <a:pt x="0" y="1075334"/>
                </a:cubicBezTo>
                <a:lnTo>
                  <a:pt x="0" y="10933"/>
                </a:lnTo>
                <a:cubicBezTo>
                  <a:pt x="0" y="8033"/>
                  <a:pt x="1152" y="5253"/>
                  <a:pt x="3202" y="3202"/>
                </a:cubicBezTo>
                <a:cubicBezTo>
                  <a:pt x="5253" y="1152"/>
                  <a:pt x="8033" y="0"/>
                  <a:pt x="10933" y="0"/>
                </a:cubicBezTo>
                <a:close/>
              </a:path>
            </a:pathLst>
          </a:custGeom>
          <a:blipFill rotWithShape="1">
            <a:blip r:embed="rId3">
              <a:alphaModFix amt="40000"/>
            </a:blip>
            <a:stretch>
              <a:fillRect l="-9963" t="2" r="-9976" b="-5291"/>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nvGrpSpPr>
          <p:cNvPr id="5" name="Google Shape;263;p1">
            <a:extLst>
              <a:ext uri="{FF2B5EF4-FFF2-40B4-BE49-F238E27FC236}">
                <a16:creationId xmlns:a16="http://schemas.microsoft.com/office/drawing/2014/main" id="{45B9D261-8C85-6567-87E8-5927E10358C8}"/>
              </a:ext>
            </a:extLst>
          </p:cNvPr>
          <p:cNvGrpSpPr/>
          <p:nvPr/>
        </p:nvGrpSpPr>
        <p:grpSpPr>
          <a:xfrm>
            <a:off x="11707824" y="0"/>
            <a:ext cx="179377" cy="6858000"/>
            <a:chOff x="0" y="-47625"/>
            <a:chExt cx="72806" cy="2756958"/>
          </a:xfrm>
        </p:grpSpPr>
        <p:sp>
          <p:nvSpPr>
            <p:cNvPr id="6" name="Google Shape;264;p1">
              <a:extLst>
                <a:ext uri="{FF2B5EF4-FFF2-40B4-BE49-F238E27FC236}">
                  <a16:creationId xmlns:a16="http://schemas.microsoft.com/office/drawing/2014/main" id="{BAD8433F-375E-AA5E-E320-00DF16B2A62D}"/>
                </a:ext>
              </a:extLst>
            </p:cNvPr>
            <p:cNvSpPr/>
            <p:nvPr/>
          </p:nvSpPr>
          <p:spPr>
            <a:xfrm>
              <a:off x="0" y="0"/>
              <a:ext cx="72806" cy="2709333"/>
            </a:xfrm>
            <a:custGeom>
              <a:avLst/>
              <a:gdLst/>
              <a:ahLst/>
              <a:cxnLst/>
              <a:rect l="l" t="t" r="r" b="b"/>
              <a:pathLst>
                <a:path w="72806" h="2709333" extrusionOk="0">
                  <a:moveTo>
                    <a:pt x="0" y="0"/>
                  </a:moveTo>
                  <a:lnTo>
                    <a:pt x="72806" y="0"/>
                  </a:lnTo>
                  <a:lnTo>
                    <a:pt x="72806" y="2709333"/>
                  </a:lnTo>
                  <a:lnTo>
                    <a:pt x="0" y="2709333"/>
                  </a:lnTo>
                  <a:close/>
                </a:path>
              </a:pathLst>
            </a:custGeom>
            <a:solidFill>
              <a:srgbClr val="901042"/>
            </a:solidFill>
            <a:ln>
              <a:noFill/>
            </a:ln>
          </p:spPr>
          <p:txBody>
            <a:bodyPr spcFirstLastPara="1" wrap="square" lIns="177700" tIns="88825" rIns="177700" bIns="88825" anchor="t" anchorCtr="0">
              <a:noAutofit/>
            </a:bodyPr>
            <a:lstStyle/>
            <a:p>
              <a:pPr marL="0" marR="0" lvl="0" indent="0" algn="l" rtl="0">
                <a:spcBef>
                  <a:spcPts val="0"/>
                </a:spcBef>
                <a:spcAft>
                  <a:spcPts val="0"/>
                </a:spcAft>
                <a:buNone/>
              </a:pPr>
              <a:endParaRPr sz="3499">
                <a:solidFill>
                  <a:schemeClr val="dk1"/>
                </a:solidFill>
                <a:latin typeface="Calibri"/>
                <a:ea typeface="Calibri"/>
                <a:cs typeface="Calibri"/>
                <a:sym typeface="Calibri"/>
              </a:endParaRPr>
            </a:p>
          </p:txBody>
        </p:sp>
        <p:sp>
          <p:nvSpPr>
            <p:cNvPr id="7" name="Google Shape;265;p1">
              <a:extLst>
                <a:ext uri="{FF2B5EF4-FFF2-40B4-BE49-F238E27FC236}">
                  <a16:creationId xmlns:a16="http://schemas.microsoft.com/office/drawing/2014/main" id="{ACFF2846-256C-FA30-15EF-1B964D89676B}"/>
                </a:ext>
              </a:extLst>
            </p:cNvPr>
            <p:cNvSpPr txBox="1"/>
            <p:nvPr/>
          </p:nvSpPr>
          <p:spPr>
            <a:xfrm>
              <a:off x="0" y="-47625"/>
              <a:ext cx="72806" cy="2756958"/>
            </a:xfrm>
            <a:prstGeom prst="rect">
              <a:avLst/>
            </a:prstGeom>
            <a:noFill/>
            <a:ln>
              <a:noFill/>
            </a:ln>
          </p:spPr>
          <p:txBody>
            <a:bodyPr spcFirstLastPara="1" wrap="square" lIns="98725" tIns="98725" rIns="98725" bIns="98725" anchor="ctr" anchorCtr="0">
              <a:noAutofit/>
            </a:bodyPr>
            <a:lstStyle/>
            <a:p>
              <a:pPr marL="0" marR="0" lvl="0" indent="0" algn="ctr" rtl="0">
                <a:lnSpc>
                  <a:spcPct val="203722"/>
                </a:lnSpc>
                <a:spcBef>
                  <a:spcPts val="0"/>
                </a:spcBef>
                <a:spcAft>
                  <a:spcPts val="0"/>
                </a:spcAft>
                <a:buNone/>
              </a:pPr>
              <a:endParaRPr sz="3499">
                <a:solidFill>
                  <a:schemeClr val="dk1"/>
                </a:solidFill>
                <a:latin typeface="Calibri"/>
                <a:ea typeface="Calibri"/>
                <a:cs typeface="Calibri"/>
                <a:sym typeface="Calibri"/>
              </a:endParaRPr>
            </a:p>
          </p:txBody>
        </p:sp>
      </p:grpSp>
      <p:sp>
        <p:nvSpPr>
          <p:cNvPr id="9" name="Google Shape;269;p1">
            <a:extLst>
              <a:ext uri="{FF2B5EF4-FFF2-40B4-BE49-F238E27FC236}">
                <a16:creationId xmlns:a16="http://schemas.microsoft.com/office/drawing/2014/main" id="{1E991F7A-1ACA-9F76-B49B-E7164ED46FE2}"/>
              </a:ext>
            </a:extLst>
          </p:cNvPr>
          <p:cNvSpPr txBox="1"/>
          <p:nvPr/>
        </p:nvSpPr>
        <p:spPr>
          <a:xfrm>
            <a:off x="609600" y="6356351"/>
            <a:ext cx="3671100" cy="231000"/>
          </a:xfrm>
          <a:prstGeom prst="rect">
            <a:avLst/>
          </a:prstGeom>
          <a:noFill/>
          <a:ln>
            <a:noFill/>
          </a:ln>
        </p:spPr>
        <p:txBody>
          <a:bodyPr spcFirstLastPara="1" wrap="square" lIns="0" tIns="0" rIns="0" bIns="0" anchor="t" anchorCtr="0">
            <a:spAutoFit/>
          </a:bodyPr>
          <a:lstStyle/>
          <a:p>
            <a:pPr marL="0" marR="0" lvl="0" indent="0" algn="l" rtl="0">
              <a:lnSpc>
                <a:spcPct val="140028"/>
              </a:lnSpc>
              <a:spcBef>
                <a:spcPts val="0"/>
              </a:spcBef>
              <a:spcAft>
                <a:spcPts val="0"/>
              </a:spcAft>
              <a:buNone/>
            </a:pPr>
            <a:r>
              <a:rPr lang="en-US" sz="1500" b="1" i="1" dirty="0">
                <a:solidFill>
                  <a:srgbClr val="901042"/>
                </a:solidFill>
                <a:latin typeface="Poppins"/>
                <a:ea typeface="Poppins"/>
                <a:cs typeface="Poppins"/>
                <a:sym typeface="Poppins"/>
              </a:rPr>
              <a:t>Innovating Sustainable Solutions</a:t>
            </a:r>
            <a:endParaRPr sz="1500" b="1" i="1" dirty="0">
              <a:solidFill>
                <a:srgbClr val="901042"/>
              </a:solidFill>
            </a:endParaRPr>
          </a:p>
        </p:txBody>
      </p:sp>
      <p:sp>
        <p:nvSpPr>
          <p:cNvPr id="11" name="Title 14">
            <a:extLst>
              <a:ext uri="{FF2B5EF4-FFF2-40B4-BE49-F238E27FC236}">
                <a16:creationId xmlns:a16="http://schemas.microsoft.com/office/drawing/2014/main" id="{702330C8-FBC4-5CA4-11AC-348E6125577C}"/>
              </a:ext>
            </a:extLst>
          </p:cNvPr>
          <p:cNvSpPr txBox="1">
            <a:spLocks/>
          </p:cNvSpPr>
          <p:nvPr/>
        </p:nvSpPr>
        <p:spPr bwMode="auto">
          <a:xfrm>
            <a:off x="1" y="1524000"/>
            <a:ext cx="12192000" cy="17121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algn="ctr">
              <a:defRPr/>
            </a:pPr>
            <a:r>
              <a:rPr lang="en-US" altLang="en-US" sz="6600" b="1" cap="all" dirty="0">
                <a:ln w="9000" cmpd="sng">
                  <a:solidFill>
                    <a:schemeClr val="accent4">
                      <a:shade val="50000"/>
                      <a:satMod val="120000"/>
                    </a:schemeClr>
                  </a:solidFill>
                  <a:prstDash val="solid"/>
                </a:ln>
                <a:latin typeface="+mj-lt"/>
                <a:ea typeface="ＭＳ Ｐゴシック" charset="0"/>
              </a:rPr>
              <a:t>SCST1223</a:t>
            </a:r>
          </a:p>
          <a:p>
            <a:pPr algn="ctr">
              <a:defRPr/>
            </a:pPr>
            <a:r>
              <a:rPr lang="en-US" altLang="en-US" sz="4000" b="1" cap="all" dirty="0">
                <a:ln w="9000" cmpd="sng">
                  <a:solidFill>
                    <a:schemeClr val="accent4">
                      <a:shade val="50000"/>
                      <a:satMod val="120000"/>
                    </a:schemeClr>
                  </a:solidFill>
                  <a:prstDash val="solid"/>
                </a:ln>
                <a:latin typeface="+mj-lt"/>
                <a:ea typeface="ＭＳ Ｐゴシック" charset="0"/>
              </a:rPr>
              <a:t>Probability &amp; statistical data analysis</a:t>
            </a:r>
          </a:p>
        </p:txBody>
      </p:sp>
      <p:sp>
        <p:nvSpPr>
          <p:cNvPr id="12" name="Content Placeholder 16">
            <a:extLst>
              <a:ext uri="{FF2B5EF4-FFF2-40B4-BE49-F238E27FC236}">
                <a16:creationId xmlns:a16="http://schemas.microsoft.com/office/drawing/2014/main" id="{6200B972-A955-CB75-F22C-D76C7101A561}"/>
              </a:ext>
            </a:extLst>
          </p:cNvPr>
          <p:cNvSpPr txBox="1">
            <a:spLocks/>
          </p:cNvSpPr>
          <p:nvPr/>
        </p:nvSpPr>
        <p:spPr bwMode="auto">
          <a:xfrm>
            <a:off x="2208213" y="3236168"/>
            <a:ext cx="7777162" cy="2455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Calibri" charset="0"/>
                <a:ea typeface="ＭＳ Ｐゴシック" charset="-128"/>
              </a:defRPr>
            </a:lvl1pPr>
            <a:lvl2pPr marL="742950" indent="-285750" eaLnBrk="0" hangingPunct="0">
              <a:defRPr sz="2400">
                <a:solidFill>
                  <a:schemeClr val="tx1"/>
                </a:solidFill>
                <a:latin typeface="Calibri" charset="0"/>
                <a:ea typeface="ＭＳ Ｐゴシック" charset="-128"/>
              </a:defRPr>
            </a:lvl2pPr>
            <a:lvl3pPr marL="1143000" indent="-228600" eaLnBrk="0" hangingPunct="0">
              <a:defRPr sz="2400">
                <a:solidFill>
                  <a:schemeClr val="tx1"/>
                </a:solidFill>
                <a:latin typeface="Calibri" charset="0"/>
                <a:ea typeface="ＭＳ Ｐゴシック" charset="-128"/>
              </a:defRPr>
            </a:lvl3pPr>
            <a:lvl4pPr marL="1600200" indent="-228600" eaLnBrk="0" hangingPunct="0">
              <a:defRPr sz="2400">
                <a:solidFill>
                  <a:schemeClr val="tx1"/>
                </a:solidFill>
                <a:latin typeface="Calibri" charset="0"/>
                <a:ea typeface="ＭＳ Ｐゴシック" charset="-128"/>
              </a:defRPr>
            </a:lvl4pPr>
            <a:lvl5pPr marL="2057400" indent="-228600" eaLnBrk="0" hangingPunct="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ctr" eaLnBrk="1" hangingPunct="1">
              <a:buFont typeface="Arial" charset="0"/>
              <a:buNone/>
            </a:pPr>
            <a:r>
              <a:rPr lang="en-US" altLang="x-none" sz="4800" b="1" dirty="0">
                <a:latin typeface="+mj-lt"/>
              </a:rPr>
              <a:t>CHAPTER 6</a:t>
            </a:r>
          </a:p>
          <a:p>
            <a:pPr algn="ctr" eaLnBrk="1" hangingPunct="1">
              <a:buFont typeface="Arial" charset="0"/>
              <a:buNone/>
            </a:pPr>
            <a:endParaRPr lang="en-US" altLang="x-none" sz="4800" b="1" dirty="0">
              <a:latin typeface="+mj-lt"/>
            </a:endParaRPr>
          </a:p>
          <a:p>
            <a:pPr algn="ctr" eaLnBrk="1" hangingPunct="1">
              <a:buFont typeface="Arial" charset="0"/>
              <a:buNone/>
            </a:pPr>
            <a:r>
              <a:rPr lang="en-US" altLang="x-none" sz="3600" b="1" dirty="0">
                <a:latin typeface="+mj-lt"/>
              </a:rPr>
              <a:t>Chi-Square Test &amp; Contingency Analysis</a:t>
            </a:r>
          </a:p>
          <a:p>
            <a:pPr algn="ctr" eaLnBrk="1" hangingPunct="1">
              <a:buFont typeface="Arial" charset="0"/>
              <a:buNone/>
            </a:pPr>
            <a:r>
              <a:rPr lang="en-US" altLang="x-none" sz="2000" b="1" dirty="0">
                <a:latin typeface="+mj-lt"/>
              </a:rPr>
              <a:t>(Chi-Square Test for k Proportions, </a:t>
            </a:r>
          </a:p>
          <a:p>
            <a:pPr algn="ctr" eaLnBrk="1" hangingPunct="1">
              <a:buFont typeface="Arial" charset="0"/>
              <a:buNone/>
            </a:pPr>
            <a:r>
              <a:rPr lang="en-US" altLang="x-none" sz="2000" b="1" dirty="0">
                <a:latin typeface="+mj-lt"/>
              </a:rPr>
              <a:t>Chi-Square Test of Independence Contingency Table)</a:t>
            </a:r>
          </a:p>
        </p:txBody>
      </p:sp>
      <p:grpSp>
        <p:nvGrpSpPr>
          <p:cNvPr id="13" name="Google Shape;263;p1">
            <a:extLst>
              <a:ext uri="{FF2B5EF4-FFF2-40B4-BE49-F238E27FC236}">
                <a16:creationId xmlns:a16="http://schemas.microsoft.com/office/drawing/2014/main" id="{D772AF11-1559-96E1-7205-5B2275C19447}"/>
              </a:ext>
            </a:extLst>
          </p:cNvPr>
          <p:cNvGrpSpPr/>
          <p:nvPr/>
        </p:nvGrpSpPr>
        <p:grpSpPr>
          <a:xfrm>
            <a:off x="11728422" y="0"/>
            <a:ext cx="158778" cy="6858000"/>
            <a:chOff x="0" y="-47625"/>
            <a:chExt cx="72806" cy="2756958"/>
          </a:xfrm>
        </p:grpSpPr>
        <p:sp>
          <p:nvSpPr>
            <p:cNvPr id="14" name="Google Shape;264;p1">
              <a:extLst>
                <a:ext uri="{FF2B5EF4-FFF2-40B4-BE49-F238E27FC236}">
                  <a16:creationId xmlns:a16="http://schemas.microsoft.com/office/drawing/2014/main" id="{51C7C212-47D8-D864-A522-5676BFABE75F}"/>
                </a:ext>
              </a:extLst>
            </p:cNvPr>
            <p:cNvSpPr/>
            <p:nvPr/>
          </p:nvSpPr>
          <p:spPr>
            <a:xfrm>
              <a:off x="0" y="0"/>
              <a:ext cx="72806" cy="2709333"/>
            </a:xfrm>
            <a:custGeom>
              <a:avLst/>
              <a:gdLst/>
              <a:ahLst/>
              <a:cxnLst/>
              <a:rect l="l" t="t" r="r" b="b"/>
              <a:pathLst>
                <a:path w="72806" h="2709333" extrusionOk="0">
                  <a:moveTo>
                    <a:pt x="0" y="0"/>
                  </a:moveTo>
                  <a:lnTo>
                    <a:pt x="72806" y="0"/>
                  </a:lnTo>
                  <a:lnTo>
                    <a:pt x="72806" y="2709333"/>
                  </a:lnTo>
                  <a:lnTo>
                    <a:pt x="0" y="2709333"/>
                  </a:lnTo>
                  <a:close/>
                </a:path>
              </a:pathLst>
            </a:custGeom>
            <a:solidFill>
              <a:srgbClr val="901042"/>
            </a:solidFill>
            <a:ln>
              <a:noFill/>
            </a:ln>
          </p:spPr>
          <p:txBody>
            <a:bodyPr spcFirstLastPara="1" wrap="square" lIns="177700" tIns="88825" rIns="177700" bIns="88825" anchor="t" anchorCtr="0">
              <a:noAutofit/>
            </a:bodyPr>
            <a:lstStyle/>
            <a:p>
              <a:pPr marL="0" marR="0" lvl="0" indent="0" algn="l" rtl="0">
                <a:spcBef>
                  <a:spcPts val="0"/>
                </a:spcBef>
                <a:spcAft>
                  <a:spcPts val="0"/>
                </a:spcAft>
                <a:buNone/>
              </a:pPr>
              <a:endParaRPr sz="3499">
                <a:solidFill>
                  <a:schemeClr val="dk1"/>
                </a:solidFill>
                <a:latin typeface="Calibri"/>
                <a:ea typeface="Calibri"/>
                <a:cs typeface="Calibri"/>
                <a:sym typeface="Calibri"/>
              </a:endParaRPr>
            </a:p>
          </p:txBody>
        </p:sp>
        <p:sp>
          <p:nvSpPr>
            <p:cNvPr id="15" name="Google Shape;265;p1">
              <a:extLst>
                <a:ext uri="{FF2B5EF4-FFF2-40B4-BE49-F238E27FC236}">
                  <a16:creationId xmlns:a16="http://schemas.microsoft.com/office/drawing/2014/main" id="{28B0BB84-93C8-2499-A2C1-5BCC5F03730D}"/>
                </a:ext>
              </a:extLst>
            </p:cNvPr>
            <p:cNvSpPr txBox="1"/>
            <p:nvPr/>
          </p:nvSpPr>
          <p:spPr>
            <a:xfrm>
              <a:off x="0" y="-47625"/>
              <a:ext cx="72806" cy="2756958"/>
            </a:xfrm>
            <a:prstGeom prst="rect">
              <a:avLst/>
            </a:prstGeom>
            <a:noFill/>
            <a:ln>
              <a:noFill/>
            </a:ln>
          </p:spPr>
          <p:txBody>
            <a:bodyPr spcFirstLastPara="1" wrap="square" lIns="98725" tIns="98725" rIns="98725" bIns="98725" anchor="ctr" anchorCtr="0">
              <a:noAutofit/>
            </a:bodyPr>
            <a:lstStyle/>
            <a:p>
              <a:pPr marL="0" marR="0" lvl="0" indent="0" algn="ctr" rtl="0">
                <a:lnSpc>
                  <a:spcPct val="203722"/>
                </a:lnSpc>
                <a:spcBef>
                  <a:spcPts val="0"/>
                </a:spcBef>
                <a:spcAft>
                  <a:spcPts val="0"/>
                </a:spcAft>
                <a:buNone/>
              </a:pPr>
              <a:endParaRPr sz="3499">
                <a:solidFill>
                  <a:schemeClr val="dk1"/>
                </a:solidFill>
                <a:latin typeface="Calibri"/>
                <a:ea typeface="Calibri"/>
                <a:cs typeface="Calibri"/>
                <a:sym typeface="Calibri"/>
              </a:endParaRPr>
            </a:p>
          </p:txBody>
        </p:sp>
      </p:grpSp>
      <p:sp>
        <p:nvSpPr>
          <p:cNvPr id="16" name="Google Shape;268;p1">
            <a:extLst>
              <a:ext uri="{FF2B5EF4-FFF2-40B4-BE49-F238E27FC236}">
                <a16:creationId xmlns:a16="http://schemas.microsoft.com/office/drawing/2014/main" id="{E6309E2C-2C31-D3D9-CE01-A1B61E88A57A}"/>
              </a:ext>
            </a:extLst>
          </p:cNvPr>
          <p:cNvSpPr/>
          <p:nvPr/>
        </p:nvSpPr>
        <p:spPr>
          <a:xfrm>
            <a:off x="631247" y="225438"/>
            <a:ext cx="1577797" cy="536562"/>
          </a:xfrm>
          <a:custGeom>
            <a:avLst/>
            <a:gdLst/>
            <a:ahLst/>
            <a:cxnLst/>
            <a:rect l="l" t="t" r="r" b="b"/>
            <a:pathLst>
              <a:path w="2072975" h="704957" extrusionOk="0">
                <a:moveTo>
                  <a:pt x="0" y="0"/>
                </a:moveTo>
                <a:lnTo>
                  <a:pt x="2072975" y="0"/>
                </a:lnTo>
                <a:lnTo>
                  <a:pt x="2072975" y="704957"/>
                </a:lnTo>
                <a:lnTo>
                  <a:pt x="0" y="704957"/>
                </a:lnTo>
                <a:lnTo>
                  <a:pt x="0" y="0"/>
                </a:lnTo>
                <a:close/>
              </a:path>
            </a:pathLst>
          </a:custGeom>
          <a:blipFill rotWithShape="1">
            <a:blip r:embed="rId4">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236236507"/>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pPr>
              <a:defRPr/>
            </a:pPr>
            <a:fld id="{72AD96D6-FCAC-BF48-A744-D10BE5BBB539}" type="slidenum">
              <a:rPr lang="en-US" smtClean="0"/>
              <a:pPr>
                <a:defRPr/>
              </a:pPr>
              <a:t>3</a:t>
            </a:fld>
            <a:endParaRPr lang="en-US"/>
          </a:p>
        </p:txBody>
      </p:sp>
      <p:sp>
        <p:nvSpPr>
          <p:cNvPr id="5" name="TextBox 4"/>
          <p:cNvSpPr txBox="1"/>
          <p:nvPr/>
        </p:nvSpPr>
        <p:spPr>
          <a:xfrm>
            <a:off x="2063552" y="1556793"/>
            <a:ext cx="8064896" cy="3293209"/>
          </a:xfrm>
          <a:prstGeom prst="rect">
            <a:avLst/>
          </a:prstGeom>
          <a:noFill/>
        </p:spPr>
        <p:txBody>
          <a:bodyPr wrap="square" rtlCol="0">
            <a:spAutoFit/>
          </a:bodyPr>
          <a:lstStyle/>
          <a:p>
            <a:pPr algn="ctr"/>
            <a:r>
              <a:rPr lang="en-US" sz="4800" b="1" dirty="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rPr>
              <a:t>Chi-Square Test </a:t>
            </a:r>
          </a:p>
          <a:p>
            <a:pPr algn="ctr"/>
            <a:r>
              <a:rPr lang="en-US" sz="4800" b="1" dirty="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rPr>
              <a:t>&amp; </a:t>
            </a:r>
          </a:p>
          <a:p>
            <a:pPr algn="ctr"/>
            <a:r>
              <a:rPr lang="en-US" sz="4800" b="1" dirty="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rPr>
              <a:t>One Way Contingency Table</a:t>
            </a:r>
          </a:p>
          <a:p>
            <a:pPr marL="800100" lvl="1" indent="-342900">
              <a:lnSpc>
                <a:spcPct val="90000"/>
              </a:lnSpc>
              <a:spcBef>
                <a:spcPct val="40000"/>
              </a:spcBef>
              <a:spcAft>
                <a:spcPct val="5000"/>
              </a:spcAft>
              <a:buFont typeface="Wingdings" charset="2"/>
              <a:buChar char="§"/>
              <a:defRPr/>
            </a:pPr>
            <a:r>
              <a:rPr lang="en-US" altLang="en-US" sz="2400" dirty="0">
                <a:solidFill>
                  <a:srgbClr val="000000"/>
                </a:solidFill>
                <a:effectLst>
                  <a:outerShdw blurRad="38100" dist="38100" dir="2700000" algn="tl">
                    <a:srgbClr val="000000"/>
                  </a:outerShdw>
                </a:effectLst>
              </a:rPr>
              <a:t>Categories with </a:t>
            </a:r>
            <a:r>
              <a:rPr lang="en-US" altLang="en-US" sz="2400" u="sng" dirty="0">
                <a:solidFill>
                  <a:srgbClr val="FF0000"/>
                </a:solidFill>
                <a:effectLst>
                  <a:outerShdw blurRad="38100" dist="38100" dir="2700000" algn="tl">
                    <a:srgbClr val="000000"/>
                  </a:outerShdw>
                </a:effectLst>
              </a:rPr>
              <a:t>Equal</a:t>
            </a:r>
            <a:r>
              <a:rPr lang="en-US" altLang="en-US" sz="2400" dirty="0">
                <a:solidFill>
                  <a:srgbClr val="000000"/>
                </a:solidFill>
                <a:effectLst>
                  <a:outerShdw blurRad="38100" dist="38100" dir="2700000" algn="tl">
                    <a:srgbClr val="000000"/>
                  </a:outerShdw>
                </a:effectLst>
              </a:rPr>
              <a:t> Frequencies/Probabilities</a:t>
            </a:r>
          </a:p>
          <a:p>
            <a:pPr marL="800100" lvl="1" indent="-342900">
              <a:lnSpc>
                <a:spcPct val="90000"/>
              </a:lnSpc>
              <a:spcBef>
                <a:spcPct val="40000"/>
              </a:spcBef>
              <a:spcAft>
                <a:spcPct val="5000"/>
              </a:spcAft>
              <a:buFont typeface="Wingdings" charset="2"/>
              <a:buChar char="§"/>
              <a:defRPr/>
            </a:pPr>
            <a:r>
              <a:rPr lang="en-US" altLang="en-US" sz="2400" dirty="0">
                <a:solidFill>
                  <a:srgbClr val="000000"/>
                </a:solidFill>
                <a:effectLst>
                  <a:outerShdw blurRad="38100" dist="38100" dir="2700000" algn="tl">
                    <a:srgbClr val="000000"/>
                  </a:outerShdw>
                </a:effectLst>
              </a:rPr>
              <a:t>Categories with </a:t>
            </a:r>
            <a:r>
              <a:rPr lang="en-US" altLang="en-US" sz="2400" u="sng" dirty="0">
                <a:solidFill>
                  <a:srgbClr val="FF0000"/>
                </a:solidFill>
                <a:effectLst>
                  <a:outerShdw blurRad="38100" dist="38100" dir="2700000" algn="tl">
                    <a:srgbClr val="000000"/>
                  </a:outerShdw>
                </a:effectLst>
              </a:rPr>
              <a:t>Unequal</a:t>
            </a:r>
            <a:r>
              <a:rPr lang="en-US" altLang="en-US" sz="2400" dirty="0">
                <a:solidFill>
                  <a:srgbClr val="000000"/>
                </a:solidFill>
                <a:effectLst>
                  <a:outerShdw blurRad="38100" dist="38100" dir="2700000" algn="tl">
                    <a:srgbClr val="000000"/>
                  </a:outerShdw>
                </a:effectLst>
              </a:rPr>
              <a:t> Frequencies/Probabilities</a:t>
            </a:r>
            <a:endParaRPr lang="en-US" sz="4800" dirty="0">
              <a:ln w="9000" cmpd="sng">
                <a:solidFill>
                  <a:schemeClr val="accent4">
                    <a:shade val="50000"/>
                    <a:satMod val="120000"/>
                  </a:schemeClr>
                </a:solidFill>
                <a:prstDash val="solid"/>
              </a:ln>
              <a:solidFill>
                <a:srgbClr val="000000"/>
              </a:solidFill>
              <a:effectLst>
                <a:reflection blurRad="12700" stA="28000" endPos="45000" dist="1000" dir="5400000" sy="-100000" algn="bl" rotWithShape="0"/>
              </a:effectLst>
            </a:endParaRPr>
          </a:p>
        </p:txBody>
      </p:sp>
    </p:spTree>
    <p:extLst>
      <p:ext uri="{BB962C8B-B14F-4D97-AF65-F5344CB8AC3E}">
        <p14:creationId xmlns:p14="http://schemas.microsoft.com/office/powerpoint/2010/main" val="35197185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290" name="Rectangle 2"/>
          <p:cNvSpPr>
            <a:spLocks noGrp="1" noChangeArrowheads="1"/>
          </p:cNvSpPr>
          <p:nvPr>
            <p:ph type="body" idx="1"/>
          </p:nvPr>
        </p:nvSpPr>
        <p:spPr>
          <a:xfrm>
            <a:off x="1676400" y="1723256"/>
            <a:ext cx="8915400" cy="4298032"/>
          </a:xfrm>
          <a:extLst>
            <a:ext uri="{91240B29-F687-4F45-9708-019B960494DF}">
              <a14:hiddenLine xmlns:a14="http://schemas.microsoft.com/office/drawing/2010/main" w="12700">
                <a:solidFill>
                  <a:schemeClr val="tx1"/>
                </a:solidFill>
                <a:miter lim="800000"/>
                <a:headEnd/>
                <a:tailEnd/>
              </a14:hiddenLine>
            </a:ext>
          </a:extLst>
        </p:spPr>
        <p:txBody>
          <a:bodyPr vert="horz" wrap="square" lIns="90488" tIns="44450" rIns="90488" bIns="44450" numCol="1" anchor="t" anchorCtr="0" compatLnSpc="1">
            <a:prstTxWarp prst="textNoShape">
              <a:avLst/>
            </a:prstTxWarp>
          </a:bodyPr>
          <a:lstStyle/>
          <a:p>
            <a:pPr marL="270000" indent="-270000">
              <a:spcBef>
                <a:spcPts val="0"/>
              </a:spcBef>
              <a:spcAft>
                <a:spcPct val="25000"/>
              </a:spcAft>
              <a:buNone/>
            </a:pPr>
            <a:r>
              <a:rPr lang="en-US" sz="2800" dirty="0">
                <a:solidFill>
                  <a:srgbClr val="000000"/>
                </a:solidFill>
                <a:effectLst>
                  <a:outerShdw blurRad="38100" dist="38100" dir="2700000" algn="tl">
                    <a:srgbClr val="DDDDDD"/>
                  </a:outerShdw>
                </a:effectLst>
                <a:latin typeface="+mj-lt"/>
              </a:rPr>
              <a:t>An experiment that meets the following conditions:</a:t>
            </a:r>
          </a:p>
          <a:p>
            <a:pPr marL="270000" indent="-270000">
              <a:spcBef>
                <a:spcPts val="0"/>
              </a:spcBef>
              <a:spcAft>
                <a:spcPct val="40000"/>
              </a:spcAft>
              <a:buNone/>
            </a:pPr>
            <a:r>
              <a:rPr lang="en-US" sz="2800" dirty="0">
                <a:solidFill>
                  <a:srgbClr val="000000"/>
                </a:solidFill>
                <a:effectLst>
                  <a:outerShdw blurRad="38100" dist="38100" dir="2700000" algn="tl">
                    <a:srgbClr val="DDDDDD"/>
                  </a:outerShdw>
                </a:effectLst>
                <a:latin typeface="+mj-lt"/>
              </a:rPr>
              <a:t>	1.  The number of trials is fixed.</a:t>
            </a:r>
          </a:p>
          <a:p>
            <a:pPr marL="270000" indent="-270000">
              <a:spcBef>
                <a:spcPts val="0"/>
              </a:spcBef>
              <a:spcAft>
                <a:spcPct val="40000"/>
              </a:spcAft>
              <a:buNone/>
            </a:pPr>
            <a:r>
              <a:rPr lang="en-US" sz="2800" dirty="0">
                <a:solidFill>
                  <a:srgbClr val="000000"/>
                </a:solidFill>
                <a:effectLst>
                  <a:outerShdw blurRad="38100" dist="38100" dir="2700000" algn="tl">
                    <a:srgbClr val="DDDDDD"/>
                  </a:outerShdw>
                </a:effectLst>
                <a:latin typeface="+mj-lt"/>
              </a:rPr>
              <a:t>	2.  The trials are independent.</a:t>
            </a:r>
          </a:p>
          <a:p>
            <a:pPr marL="270000" indent="-270000">
              <a:spcBef>
                <a:spcPts val="0"/>
              </a:spcBef>
              <a:spcAft>
                <a:spcPct val="40000"/>
              </a:spcAft>
              <a:buNone/>
            </a:pPr>
            <a:r>
              <a:rPr lang="en-US" sz="2800" dirty="0">
                <a:solidFill>
                  <a:srgbClr val="000000"/>
                </a:solidFill>
                <a:effectLst>
                  <a:outerShdw blurRad="38100" dist="38100" dir="2700000" algn="tl">
                    <a:srgbClr val="DDDDDD"/>
                  </a:outerShdw>
                </a:effectLst>
                <a:latin typeface="+mj-lt"/>
              </a:rPr>
              <a:t>	3.  All outcomes of each trial must be classified into</a:t>
            </a:r>
          </a:p>
          <a:p>
            <a:pPr marL="270000" indent="-270000">
              <a:spcBef>
                <a:spcPts val="0"/>
              </a:spcBef>
              <a:spcAft>
                <a:spcPct val="40000"/>
              </a:spcAft>
              <a:buNone/>
            </a:pPr>
            <a:r>
              <a:rPr lang="en-US" sz="2800" dirty="0">
                <a:solidFill>
                  <a:srgbClr val="000000"/>
                </a:solidFill>
                <a:effectLst>
                  <a:outerShdw blurRad="38100" dist="38100" dir="2700000" algn="tl">
                    <a:srgbClr val="DDDDDD"/>
                  </a:outerShdw>
                </a:effectLst>
                <a:latin typeface="+mj-lt"/>
              </a:rPr>
              <a:t>         exactly one of several different categories.</a:t>
            </a:r>
          </a:p>
          <a:p>
            <a:pPr marL="270000" indent="-270000">
              <a:spcBef>
                <a:spcPts val="0"/>
              </a:spcBef>
              <a:spcAft>
                <a:spcPct val="40000"/>
              </a:spcAft>
              <a:buNone/>
            </a:pPr>
            <a:r>
              <a:rPr lang="en-US" sz="2800" dirty="0">
                <a:solidFill>
                  <a:srgbClr val="000000"/>
                </a:solidFill>
                <a:effectLst>
                  <a:outerShdw blurRad="38100" dist="38100" dir="2700000" algn="tl">
                    <a:srgbClr val="DDDDDD"/>
                  </a:outerShdw>
                </a:effectLst>
                <a:latin typeface="+mj-lt"/>
              </a:rPr>
              <a:t>	4.  The probabilities for the different categories remain</a:t>
            </a:r>
          </a:p>
          <a:p>
            <a:pPr marL="270000" indent="-270000">
              <a:spcBef>
                <a:spcPts val="0"/>
              </a:spcBef>
              <a:spcAft>
                <a:spcPct val="40000"/>
              </a:spcAft>
              <a:buNone/>
            </a:pPr>
            <a:r>
              <a:rPr lang="en-US" sz="2800" dirty="0">
                <a:solidFill>
                  <a:srgbClr val="000000"/>
                </a:solidFill>
                <a:effectLst>
                  <a:outerShdw blurRad="38100" dist="38100" dir="2700000" algn="tl">
                    <a:srgbClr val="DDDDDD"/>
                  </a:outerShdw>
                </a:effectLst>
                <a:latin typeface="+mj-lt"/>
              </a:rPr>
              <a:t>          constant for each trial.</a:t>
            </a:r>
          </a:p>
        </p:txBody>
      </p:sp>
      <p:sp>
        <p:nvSpPr>
          <p:cNvPr id="5123" name="Rectangle 3"/>
          <p:cNvSpPr>
            <a:spLocks noGrp="1" noChangeArrowheads="1"/>
          </p:cNvSpPr>
          <p:nvPr>
            <p:ph type="title"/>
          </p:nvPr>
        </p:nvSpPr>
        <p:spPr>
          <a:xfrm>
            <a:off x="3647728" y="260648"/>
            <a:ext cx="6480720" cy="792088"/>
          </a:xfrm>
        </p:spPr>
        <p:style>
          <a:lnRef idx="2">
            <a:schemeClr val="accent2"/>
          </a:lnRef>
          <a:fillRef idx="1">
            <a:schemeClr val="lt1"/>
          </a:fillRef>
          <a:effectRef idx="0">
            <a:schemeClr val="accent2"/>
          </a:effectRef>
          <a:fontRef idx="minor">
            <a:schemeClr val="dk1"/>
          </a:fontRef>
        </p:style>
        <p:txBody>
          <a:bodyPr vert="horz" wrap="square" lIns="90488" tIns="44450" rIns="90488" bIns="44450" numCol="1" anchor="ctr" anchorCtr="0" compatLnSpc="1">
            <a:prstTxWarp prst="textNoShape">
              <a:avLst/>
            </a:prstTxWarp>
          </a:bodyPr>
          <a:lstStyle/>
          <a:p>
            <a:r>
              <a:rPr lang="en-US" sz="4000" b="1" dirty="0">
                <a:solidFill>
                  <a:srgbClr val="000000"/>
                </a:solidFill>
              </a:rPr>
              <a:t>Multinomial Experiment</a:t>
            </a:r>
          </a:p>
        </p:txBody>
      </p:sp>
      <p:sp>
        <p:nvSpPr>
          <p:cNvPr id="2" name="Slide Number Placeholder 1"/>
          <p:cNvSpPr>
            <a:spLocks noGrp="1"/>
          </p:cNvSpPr>
          <p:nvPr>
            <p:ph type="sldNum" sz="quarter" idx="10"/>
          </p:nvPr>
        </p:nvSpPr>
        <p:spPr/>
        <p:txBody>
          <a:bodyPr/>
          <a:lstStyle/>
          <a:p>
            <a:pPr>
              <a:defRPr/>
            </a:pPr>
            <a:fld id="{72AD96D6-FCAC-BF48-A744-D10BE5BBB539}" type="slidenum">
              <a:rPr lang="en-US" smtClean="0"/>
              <a:pPr>
                <a:defRPr/>
              </a:pPr>
              <a:t>4</a:t>
            </a:fld>
            <a:endParaRPr lang="en-US"/>
          </a:p>
        </p:txBody>
      </p:sp>
    </p:spTree>
    <p:extLst>
      <p:ext uri="{BB962C8B-B14F-4D97-AF65-F5344CB8AC3E}">
        <p14:creationId xmlns:p14="http://schemas.microsoft.com/office/powerpoint/2010/main" val="3877469994"/>
      </p:ext>
    </p:extLst>
  </p:cSld>
  <p:clrMapOvr>
    <a:masterClrMapping/>
  </p:clrMapOvr>
  <p:transition>
    <p:wipe dir="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Slide Number Placeholder 5"/>
          <p:cNvSpPr>
            <a:spLocks noGrp="1"/>
          </p:cNvSpPr>
          <p:nvPr>
            <p:ph type="sldNum" sz="quarter" idx="4294967295"/>
          </p:nvPr>
        </p:nvSpPr>
        <p:spPr>
          <a:xfrm>
            <a:off x="9345488" y="6553200"/>
            <a:ext cx="1143000" cy="304800"/>
          </a:xfrm>
          <a:prstGeom prst="rect">
            <a:avLst/>
          </a:prstGeom>
          <a:noFill/>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a:defRPr sz="2400">
                <a:solidFill>
                  <a:schemeClr val="tx1"/>
                </a:solidFill>
                <a:latin typeface="Arial" charset="0"/>
                <a:ea typeface="ＭＳ Ｐゴシック" charset="0"/>
              </a:defRPr>
            </a:lvl1pPr>
            <a:lvl2pPr>
              <a:defRPr sz="2000">
                <a:solidFill>
                  <a:schemeClr val="tx1"/>
                </a:solidFill>
                <a:latin typeface="Arial" charset="0"/>
                <a:ea typeface="ＭＳ Ｐゴシック" charset="0"/>
              </a:defRPr>
            </a:lvl2pPr>
            <a:lvl3pPr>
              <a:defRPr sz="2000">
                <a:solidFill>
                  <a:schemeClr val="tx1"/>
                </a:solidFill>
                <a:latin typeface="Arial" charset="0"/>
                <a:ea typeface="ＭＳ Ｐゴシック" charset="0"/>
              </a:defRPr>
            </a:lvl3pPr>
            <a:lvl4pPr>
              <a:defRPr sz="2000">
                <a:solidFill>
                  <a:schemeClr val="tx1"/>
                </a:solidFill>
                <a:latin typeface="Arial" charset="0"/>
                <a:ea typeface="ＭＳ Ｐゴシック" charset="0"/>
              </a:defRPr>
            </a:lvl4pPr>
            <a:lvl5pPr>
              <a:defRPr sz="2000">
                <a:solidFill>
                  <a:schemeClr val="tx1"/>
                </a:solidFill>
                <a:latin typeface="Arial" charset="0"/>
                <a:ea typeface="ＭＳ Ｐゴシック" charset="0"/>
              </a:defRPr>
            </a:lvl5pPr>
            <a:lvl6pPr eaLnBrk="0" hangingPunct="0">
              <a:defRPr sz="2000">
                <a:solidFill>
                  <a:schemeClr val="tx1"/>
                </a:solidFill>
                <a:latin typeface="Arial" charset="0"/>
                <a:ea typeface="ＭＳ Ｐゴシック" charset="0"/>
              </a:defRPr>
            </a:lvl6pPr>
            <a:lvl7pPr eaLnBrk="0" hangingPunct="0">
              <a:defRPr sz="2000">
                <a:solidFill>
                  <a:schemeClr val="tx1"/>
                </a:solidFill>
                <a:latin typeface="Arial" charset="0"/>
                <a:ea typeface="ＭＳ Ｐゴシック" charset="0"/>
              </a:defRPr>
            </a:lvl7pPr>
            <a:lvl8pPr eaLnBrk="0" hangingPunct="0">
              <a:defRPr sz="2000">
                <a:solidFill>
                  <a:schemeClr val="tx1"/>
                </a:solidFill>
                <a:latin typeface="Arial" charset="0"/>
                <a:ea typeface="ＭＳ Ｐゴシック" charset="0"/>
              </a:defRPr>
            </a:lvl8pPr>
            <a:lvl9pPr eaLnBrk="0" hangingPunct="0">
              <a:defRPr sz="2000">
                <a:solidFill>
                  <a:schemeClr val="tx1"/>
                </a:solidFill>
                <a:latin typeface="Arial" charset="0"/>
                <a:ea typeface="ＭＳ Ｐゴシック" charset="0"/>
              </a:defRPr>
            </a:lvl9pPr>
          </a:lstStyle>
          <a:p>
            <a:pPr algn="r"/>
            <a:fld id="{FF480B03-8BA7-D44D-B126-D1F0A6BB94A2}" type="slidenum">
              <a:rPr lang="en-US" sz="1000">
                <a:solidFill>
                  <a:schemeClr val="bg1"/>
                </a:solidFill>
              </a:rPr>
              <a:pPr algn="r"/>
              <a:t>5</a:t>
            </a:fld>
            <a:endParaRPr lang="en-US" sz="1000">
              <a:solidFill>
                <a:schemeClr val="bg1"/>
              </a:solidFill>
            </a:endParaRPr>
          </a:p>
        </p:txBody>
      </p:sp>
      <p:sp>
        <p:nvSpPr>
          <p:cNvPr id="6149" name="Rectangle 3"/>
          <p:cNvSpPr>
            <a:spLocks noGrp="1" noChangeArrowheads="1"/>
          </p:cNvSpPr>
          <p:nvPr>
            <p:ph type="body" idx="1"/>
          </p:nvPr>
        </p:nvSpPr>
        <p:spPr>
          <a:xfrm>
            <a:off x="1847528" y="1600201"/>
            <a:ext cx="8363272" cy="4525963"/>
          </a:xfrm>
        </p:spPr>
        <p:txBody>
          <a:bodyPr/>
          <a:lstStyle/>
          <a:p>
            <a:pPr eaLnBrk="1" hangingPunct="1"/>
            <a:r>
              <a:rPr lang="en-US" i="1" dirty="0">
                <a:latin typeface="Arial" charset="0"/>
              </a:rPr>
              <a:t>n</a:t>
            </a:r>
            <a:r>
              <a:rPr lang="en-US" dirty="0">
                <a:latin typeface="Arial" charset="0"/>
              </a:rPr>
              <a:t> identical trials</a:t>
            </a:r>
          </a:p>
          <a:p>
            <a:pPr eaLnBrk="1" hangingPunct="1"/>
            <a:r>
              <a:rPr lang="en-US" i="1" dirty="0">
                <a:latin typeface="Arial" charset="0"/>
              </a:rPr>
              <a:t>k</a:t>
            </a:r>
            <a:r>
              <a:rPr lang="en-US" dirty="0">
                <a:latin typeface="Arial" charset="0"/>
              </a:rPr>
              <a:t> outcomes to each trial</a:t>
            </a:r>
          </a:p>
          <a:p>
            <a:pPr eaLnBrk="1" hangingPunct="1"/>
            <a:r>
              <a:rPr lang="en-US" dirty="0">
                <a:latin typeface="Arial" charset="0"/>
              </a:rPr>
              <a:t>Constant outcome probability, </a:t>
            </a:r>
            <a:r>
              <a:rPr lang="en-US" i="1" dirty="0" err="1">
                <a:latin typeface="Arial" charset="0"/>
              </a:rPr>
              <a:t>p</a:t>
            </a:r>
            <a:r>
              <a:rPr lang="en-US" i="1" baseline="-25000" dirty="0" err="1">
                <a:latin typeface="Arial" charset="0"/>
              </a:rPr>
              <a:t>k</a:t>
            </a:r>
            <a:endParaRPr lang="en-US" dirty="0">
              <a:latin typeface="Arial" charset="0"/>
            </a:endParaRPr>
          </a:p>
          <a:p>
            <a:pPr eaLnBrk="1" hangingPunct="1"/>
            <a:r>
              <a:rPr lang="en-US" dirty="0">
                <a:latin typeface="Arial" charset="0"/>
              </a:rPr>
              <a:t>Independent trials</a:t>
            </a:r>
          </a:p>
          <a:p>
            <a:pPr eaLnBrk="1" hangingPunct="1"/>
            <a:r>
              <a:rPr lang="en-US" dirty="0">
                <a:latin typeface="Arial" charset="0"/>
              </a:rPr>
              <a:t>Random variable is count, </a:t>
            </a:r>
            <a:r>
              <a:rPr lang="en-US" i="1" dirty="0">
                <a:latin typeface="Arial" charset="0"/>
              </a:rPr>
              <a:t>o</a:t>
            </a:r>
            <a:r>
              <a:rPr lang="en-US" i="1" baseline="-25000" dirty="0">
                <a:latin typeface="Arial" charset="0"/>
              </a:rPr>
              <a:t>k</a:t>
            </a:r>
          </a:p>
          <a:p>
            <a:pPr eaLnBrk="1" hangingPunct="1"/>
            <a:r>
              <a:rPr lang="en-US" dirty="0">
                <a:latin typeface="Arial" charset="0"/>
              </a:rPr>
              <a:t>Example: Ask 100 People (</a:t>
            </a:r>
            <a:r>
              <a:rPr lang="en-US" i="1" dirty="0">
                <a:latin typeface="Arial" charset="0"/>
              </a:rPr>
              <a:t>n</a:t>
            </a:r>
            <a:r>
              <a:rPr lang="en-US" dirty="0">
                <a:latin typeface="Arial" charset="0"/>
              </a:rPr>
              <a:t>) which of 3 candidates (</a:t>
            </a:r>
            <a:r>
              <a:rPr lang="en-US" i="1" dirty="0">
                <a:latin typeface="Arial" charset="0"/>
              </a:rPr>
              <a:t>k</a:t>
            </a:r>
            <a:r>
              <a:rPr lang="en-US" dirty="0">
                <a:latin typeface="Arial" charset="0"/>
              </a:rPr>
              <a:t>) they will vote for.</a:t>
            </a:r>
          </a:p>
        </p:txBody>
      </p:sp>
      <p:sp>
        <p:nvSpPr>
          <p:cNvPr id="7" name="Rectangle 3"/>
          <p:cNvSpPr txBox="1">
            <a:spLocks noChangeArrowheads="1"/>
          </p:cNvSpPr>
          <p:nvPr/>
        </p:nvSpPr>
        <p:spPr bwMode="auto">
          <a:xfrm>
            <a:off x="3647728" y="260648"/>
            <a:ext cx="6480720" cy="792088"/>
          </a:xfrm>
          <a:prstGeom prst="rect">
            <a:avLst/>
          </a:prstGeom>
          <a:extLst>
            <a:ext uri="{FAA26D3D-D897-4be2-8F04-BA451C77F1D7}">
              <ma14:placeholderFlag xmlns="" xmlns:ma14="http://schemas.microsoft.com/office/mac/drawingml/2011/main" val="1"/>
            </a:ext>
          </a:extLst>
        </p:spPr>
        <p:style>
          <a:lnRef idx="2">
            <a:schemeClr val="accent2"/>
          </a:lnRef>
          <a:fillRef idx="1">
            <a:schemeClr val="lt1"/>
          </a:fillRef>
          <a:effectRef idx="0">
            <a:schemeClr val="accent2"/>
          </a:effectRef>
          <a:fontRef idx="minor">
            <a:schemeClr val="dk1"/>
          </a:fontRef>
        </p:style>
        <p:txBody>
          <a:bodyPr vert="horz" wrap="square" lIns="90488" tIns="44450" rIns="90488" bIns="44450" numCol="1" anchor="ctr" anchorCtr="0" compatLnSpc="1">
            <a:prstTxWarp prst="textNoShape">
              <a:avLst/>
            </a:prstTxWarp>
          </a:bodyPr>
          <a:lstStyle>
            <a:lvl1pPr algn="ctr" rtl="0" eaLnBrk="0" fontAlgn="base" hangingPunct="0">
              <a:spcBef>
                <a:spcPct val="0"/>
              </a:spcBef>
              <a:spcAft>
                <a:spcPct val="0"/>
              </a:spcAft>
              <a:defRPr sz="3600" kern="1200">
                <a:solidFill>
                  <a:schemeClr val="dk1"/>
                </a:solidFill>
                <a:latin typeface="+mn-lt"/>
                <a:ea typeface="+mn-ea"/>
                <a:cs typeface="+mn-cs"/>
              </a:defRPr>
            </a:lvl1pPr>
            <a:lvl2pPr algn="ctr" rtl="0" eaLnBrk="0" fontAlgn="base" hangingPunct="0">
              <a:spcBef>
                <a:spcPct val="0"/>
              </a:spcBef>
              <a:spcAft>
                <a:spcPct val="0"/>
              </a:spcAft>
              <a:defRPr sz="3600">
                <a:solidFill>
                  <a:schemeClr val="dk1"/>
                </a:solidFill>
                <a:latin typeface="+mn-lt"/>
                <a:ea typeface="+mn-ea"/>
                <a:cs typeface="+mn-cs"/>
              </a:defRPr>
            </a:lvl2pPr>
            <a:lvl3pPr algn="ctr" rtl="0" eaLnBrk="0" fontAlgn="base" hangingPunct="0">
              <a:spcBef>
                <a:spcPct val="0"/>
              </a:spcBef>
              <a:spcAft>
                <a:spcPct val="0"/>
              </a:spcAft>
              <a:defRPr sz="3600">
                <a:solidFill>
                  <a:schemeClr val="dk1"/>
                </a:solidFill>
                <a:latin typeface="+mn-lt"/>
                <a:ea typeface="+mn-ea"/>
                <a:cs typeface="+mn-cs"/>
              </a:defRPr>
            </a:lvl3pPr>
            <a:lvl4pPr algn="ctr" rtl="0" eaLnBrk="0" fontAlgn="base" hangingPunct="0">
              <a:spcBef>
                <a:spcPct val="0"/>
              </a:spcBef>
              <a:spcAft>
                <a:spcPct val="0"/>
              </a:spcAft>
              <a:defRPr sz="3600">
                <a:solidFill>
                  <a:schemeClr val="dk1"/>
                </a:solidFill>
                <a:latin typeface="+mn-lt"/>
                <a:ea typeface="+mn-ea"/>
                <a:cs typeface="+mn-cs"/>
              </a:defRPr>
            </a:lvl4pPr>
            <a:lvl5pPr algn="ctr" rtl="0" eaLnBrk="0" fontAlgn="base" hangingPunct="0">
              <a:spcBef>
                <a:spcPct val="0"/>
              </a:spcBef>
              <a:spcAft>
                <a:spcPct val="0"/>
              </a:spcAft>
              <a:defRPr sz="3600">
                <a:solidFill>
                  <a:schemeClr val="dk1"/>
                </a:solidFill>
                <a:latin typeface="+mn-lt"/>
                <a:ea typeface="+mn-ea"/>
                <a:cs typeface="+mn-cs"/>
              </a:defRPr>
            </a:lvl5pPr>
            <a:lvl6pPr marL="457200" algn="ctr" rtl="0" fontAlgn="base">
              <a:spcBef>
                <a:spcPct val="0"/>
              </a:spcBef>
              <a:spcAft>
                <a:spcPct val="0"/>
              </a:spcAft>
              <a:defRPr sz="3600">
                <a:solidFill>
                  <a:schemeClr val="dk1"/>
                </a:solidFill>
                <a:latin typeface="+mn-lt"/>
                <a:ea typeface="+mn-ea"/>
                <a:cs typeface="+mn-cs"/>
              </a:defRPr>
            </a:lvl6pPr>
            <a:lvl7pPr marL="914400" algn="ctr" rtl="0" fontAlgn="base">
              <a:spcBef>
                <a:spcPct val="0"/>
              </a:spcBef>
              <a:spcAft>
                <a:spcPct val="0"/>
              </a:spcAft>
              <a:defRPr sz="3600">
                <a:solidFill>
                  <a:schemeClr val="dk1"/>
                </a:solidFill>
                <a:latin typeface="+mn-lt"/>
                <a:ea typeface="+mn-ea"/>
                <a:cs typeface="+mn-cs"/>
              </a:defRPr>
            </a:lvl7pPr>
            <a:lvl8pPr marL="1371600" algn="ctr" rtl="0" fontAlgn="base">
              <a:spcBef>
                <a:spcPct val="0"/>
              </a:spcBef>
              <a:spcAft>
                <a:spcPct val="0"/>
              </a:spcAft>
              <a:defRPr sz="3600">
                <a:solidFill>
                  <a:schemeClr val="dk1"/>
                </a:solidFill>
                <a:latin typeface="+mn-lt"/>
                <a:ea typeface="+mn-ea"/>
                <a:cs typeface="+mn-cs"/>
              </a:defRPr>
            </a:lvl8pPr>
            <a:lvl9pPr marL="1828800" algn="ctr" rtl="0" fontAlgn="base">
              <a:spcBef>
                <a:spcPct val="0"/>
              </a:spcBef>
              <a:spcAft>
                <a:spcPct val="0"/>
              </a:spcAft>
              <a:defRPr sz="3600">
                <a:solidFill>
                  <a:schemeClr val="dk1"/>
                </a:solidFill>
                <a:latin typeface="+mn-lt"/>
                <a:ea typeface="+mn-ea"/>
                <a:cs typeface="+mn-cs"/>
              </a:defRPr>
            </a:lvl9pPr>
          </a:lstStyle>
          <a:p>
            <a:r>
              <a:rPr lang="en-US" sz="4000" dirty="0">
                <a:solidFill>
                  <a:srgbClr val="000000"/>
                </a:solidFill>
              </a:rPr>
              <a:t>Multinomial Experiment </a:t>
            </a:r>
            <a:r>
              <a:rPr lang="en-US" sz="1800" dirty="0">
                <a:solidFill>
                  <a:srgbClr val="000000"/>
                </a:solidFill>
              </a:rPr>
              <a:t>(cont.)</a:t>
            </a:r>
          </a:p>
        </p:txBody>
      </p:sp>
    </p:spTree>
    <p:extLst>
      <p:ext uri="{BB962C8B-B14F-4D97-AF65-F5344CB8AC3E}">
        <p14:creationId xmlns:p14="http://schemas.microsoft.com/office/powerpoint/2010/main" val="41345829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7403050-D028-714A-A1BC-5CF4179C222A}"/>
              </a:ext>
            </a:extLst>
          </p:cNvPr>
          <p:cNvSpPr>
            <a:spLocks noGrp="1"/>
          </p:cNvSpPr>
          <p:nvPr>
            <p:ph type="sldNum" sz="quarter" idx="10"/>
          </p:nvPr>
        </p:nvSpPr>
        <p:spPr/>
        <p:txBody>
          <a:bodyPr/>
          <a:lstStyle/>
          <a:p>
            <a:pPr>
              <a:defRPr/>
            </a:pPr>
            <a:fld id="{72AD96D6-FCAC-BF48-A744-D10BE5BBB539}" type="slidenum">
              <a:rPr lang="en-US" smtClean="0"/>
              <a:pPr>
                <a:defRPr/>
              </a:pPr>
              <a:t>6</a:t>
            </a:fld>
            <a:endParaRPr lang="en-US"/>
          </a:p>
        </p:txBody>
      </p:sp>
      <p:pic>
        <p:nvPicPr>
          <p:cNvPr id="6" name="Picture 5" descr="A picture containing brush&#10;&#10;Description automatically generated">
            <a:extLst>
              <a:ext uri="{FF2B5EF4-FFF2-40B4-BE49-F238E27FC236}">
                <a16:creationId xmlns:a16="http://schemas.microsoft.com/office/drawing/2014/main" id="{411CF7AB-A416-E940-95C3-99D47DD8ECB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25513" y="2420888"/>
            <a:ext cx="3416300" cy="2565400"/>
          </a:xfrm>
          <a:prstGeom prst="rect">
            <a:avLst/>
          </a:prstGeom>
        </p:spPr>
      </p:pic>
      <p:pic>
        <p:nvPicPr>
          <p:cNvPr id="140290" name="Picture 2" descr="Education Background 1100*573 transprent Png Free Download ...">
            <a:extLst>
              <a:ext uri="{FF2B5EF4-FFF2-40B4-BE49-F238E27FC236}">
                <a16:creationId xmlns:a16="http://schemas.microsoft.com/office/drawing/2014/main" id="{32FE1288-E4D4-5B48-AEEA-2267FB62A3F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51984" y="2475069"/>
            <a:ext cx="3949700" cy="2057400"/>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6">
            <a:extLst>
              <a:ext uri="{FF2B5EF4-FFF2-40B4-BE49-F238E27FC236}">
                <a16:creationId xmlns:a16="http://schemas.microsoft.com/office/drawing/2014/main" id="{AEF735AE-66F1-9149-8752-52C1F50A5599}"/>
              </a:ext>
            </a:extLst>
          </p:cNvPr>
          <p:cNvSpPr/>
          <p:nvPr/>
        </p:nvSpPr>
        <p:spPr>
          <a:xfrm>
            <a:off x="1929504" y="1331296"/>
            <a:ext cx="8044961" cy="461665"/>
          </a:xfrm>
          <a:prstGeom prst="rect">
            <a:avLst/>
          </a:prstGeom>
        </p:spPr>
        <p:txBody>
          <a:bodyPr wrap="square">
            <a:spAutoFit/>
          </a:bodyPr>
          <a:lstStyle/>
          <a:p>
            <a:pPr eaLnBrk="1" hangingPunct="1"/>
            <a:r>
              <a:rPr lang="en-US" sz="2400" dirty="0">
                <a:latin typeface="Arial" charset="0"/>
              </a:rPr>
              <a:t>Example:</a:t>
            </a:r>
          </a:p>
        </p:txBody>
      </p:sp>
      <p:sp>
        <p:nvSpPr>
          <p:cNvPr id="8" name="Rectangle 7">
            <a:extLst>
              <a:ext uri="{FF2B5EF4-FFF2-40B4-BE49-F238E27FC236}">
                <a16:creationId xmlns:a16="http://schemas.microsoft.com/office/drawing/2014/main" id="{1C6151E7-982F-BA49-A03A-FAD50EA2CB38}"/>
              </a:ext>
            </a:extLst>
          </p:cNvPr>
          <p:cNvSpPr/>
          <p:nvPr/>
        </p:nvSpPr>
        <p:spPr>
          <a:xfrm>
            <a:off x="3218318" y="5223297"/>
            <a:ext cx="1691489" cy="461665"/>
          </a:xfrm>
          <a:prstGeom prst="rect">
            <a:avLst/>
          </a:prstGeom>
        </p:spPr>
        <p:txBody>
          <a:bodyPr wrap="none">
            <a:spAutoFit/>
          </a:bodyPr>
          <a:lstStyle/>
          <a:p>
            <a:r>
              <a:rPr lang="en-US" sz="2400" i="1" dirty="0">
                <a:latin typeface="Arial" charset="0"/>
              </a:rPr>
              <a:t>Sample (n)</a:t>
            </a:r>
            <a:endParaRPr lang="en-US" sz="2400" dirty="0"/>
          </a:p>
        </p:txBody>
      </p:sp>
      <p:sp>
        <p:nvSpPr>
          <p:cNvPr id="10" name="Rectangle 9">
            <a:extLst>
              <a:ext uri="{FF2B5EF4-FFF2-40B4-BE49-F238E27FC236}">
                <a16:creationId xmlns:a16="http://schemas.microsoft.com/office/drawing/2014/main" id="{F8C8C573-9B6E-8246-AF2A-01C2B7AAB5F8}"/>
              </a:ext>
            </a:extLst>
          </p:cNvPr>
          <p:cNvSpPr/>
          <p:nvPr/>
        </p:nvSpPr>
        <p:spPr>
          <a:xfrm>
            <a:off x="2424785" y="5632378"/>
            <a:ext cx="3278553" cy="830997"/>
          </a:xfrm>
          <a:prstGeom prst="rect">
            <a:avLst/>
          </a:prstGeom>
        </p:spPr>
        <p:txBody>
          <a:bodyPr wrap="square">
            <a:spAutoFit/>
          </a:bodyPr>
          <a:lstStyle/>
          <a:p>
            <a:pPr algn="ctr"/>
            <a:r>
              <a:rPr lang="en-US" sz="2400" dirty="0">
                <a:latin typeface="Arial" charset="0"/>
              </a:rPr>
              <a:t>100 people from US population</a:t>
            </a:r>
            <a:endParaRPr lang="en-US" sz="2400" dirty="0"/>
          </a:p>
        </p:txBody>
      </p:sp>
      <p:sp>
        <p:nvSpPr>
          <p:cNvPr id="11" name="Rectangle 10">
            <a:extLst>
              <a:ext uri="{FF2B5EF4-FFF2-40B4-BE49-F238E27FC236}">
                <a16:creationId xmlns:a16="http://schemas.microsoft.com/office/drawing/2014/main" id="{4C1283B5-5B21-AB4C-827E-1706E0B57A14}"/>
              </a:ext>
            </a:extLst>
          </p:cNvPr>
          <p:cNvSpPr/>
          <p:nvPr/>
        </p:nvSpPr>
        <p:spPr>
          <a:xfrm>
            <a:off x="6096000" y="5167938"/>
            <a:ext cx="3966150" cy="461665"/>
          </a:xfrm>
          <a:prstGeom prst="rect">
            <a:avLst/>
          </a:prstGeom>
        </p:spPr>
        <p:txBody>
          <a:bodyPr wrap="none">
            <a:spAutoFit/>
          </a:bodyPr>
          <a:lstStyle/>
          <a:p>
            <a:r>
              <a:rPr lang="en-US" sz="2400" i="1" dirty="0">
                <a:latin typeface="Arial" charset="0"/>
              </a:rPr>
              <a:t>Categories or Outcomes (k)</a:t>
            </a:r>
            <a:endParaRPr lang="en-US" sz="2400" dirty="0"/>
          </a:p>
        </p:txBody>
      </p:sp>
      <p:sp>
        <p:nvSpPr>
          <p:cNvPr id="12" name="Rectangle 11">
            <a:extLst>
              <a:ext uri="{FF2B5EF4-FFF2-40B4-BE49-F238E27FC236}">
                <a16:creationId xmlns:a16="http://schemas.microsoft.com/office/drawing/2014/main" id="{38DB187D-6436-F840-BD51-6AC1D0224A15}"/>
              </a:ext>
            </a:extLst>
          </p:cNvPr>
          <p:cNvSpPr/>
          <p:nvPr/>
        </p:nvSpPr>
        <p:spPr>
          <a:xfrm>
            <a:off x="7253429" y="5646475"/>
            <a:ext cx="1931939" cy="461665"/>
          </a:xfrm>
          <a:prstGeom prst="rect">
            <a:avLst/>
          </a:prstGeom>
        </p:spPr>
        <p:txBody>
          <a:bodyPr wrap="none">
            <a:spAutoFit/>
          </a:bodyPr>
          <a:lstStyle/>
          <a:p>
            <a:r>
              <a:rPr lang="en-US" sz="2400" dirty="0">
                <a:latin typeface="Arial" charset="0"/>
              </a:rPr>
              <a:t>3 candidates</a:t>
            </a:r>
            <a:endParaRPr lang="en-US" sz="2400" dirty="0"/>
          </a:p>
        </p:txBody>
      </p:sp>
      <p:sp>
        <p:nvSpPr>
          <p:cNvPr id="13" name="Rectangle 12">
            <a:extLst>
              <a:ext uri="{FF2B5EF4-FFF2-40B4-BE49-F238E27FC236}">
                <a16:creationId xmlns:a16="http://schemas.microsoft.com/office/drawing/2014/main" id="{C003493C-4142-CC41-B2F7-EFF7B76AEC4C}"/>
              </a:ext>
            </a:extLst>
          </p:cNvPr>
          <p:cNvSpPr/>
          <p:nvPr/>
        </p:nvSpPr>
        <p:spPr>
          <a:xfrm>
            <a:off x="7662751" y="4366225"/>
            <a:ext cx="620747" cy="369332"/>
          </a:xfrm>
          <a:prstGeom prst="rect">
            <a:avLst/>
          </a:prstGeom>
        </p:spPr>
        <p:txBody>
          <a:bodyPr wrap="none">
            <a:spAutoFit/>
          </a:bodyPr>
          <a:lstStyle/>
          <a:p>
            <a:r>
              <a:rPr lang="en-US" dirty="0">
                <a:latin typeface="Arial" charset="0"/>
              </a:rPr>
              <a:t>Tom</a:t>
            </a:r>
            <a:endParaRPr lang="en-US" dirty="0"/>
          </a:p>
        </p:txBody>
      </p:sp>
      <p:sp>
        <p:nvSpPr>
          <p:cNvPr id="14" name="Rectangle 13">
            <a:extLst>
              <a:ext uri="{FF2B5EF4-FFF2-40B4-BE49-F238E27FC236}">
                <a16:creationId xmlns:a16="http://schemas.microsoft.com/office/drawing/2014/main" id="{688D6213-9C76-B54B-8137-C96A24337D09}"/>
              </a:ext>
            </a:extLst>
          </p:cNvPr>
          <p:cNvSpPr/>
          <p:nvPr/>
        </p:nvSpPr>
        <p:spPr>
          <a:xfrm>
            <a:off x="6864069" y="3773585"/>
            <a:ext cx="492443" cy="369332"/>
          </a:xfrm>
          <a:prstGeom prst="rect">
            <a:avLst/>
          </a:prstGeom>
        </p:spPr>
        <p:txBody>
          <a:bodyPr wrap="none">
            <a:spAutoFit/>
          </a:bodyPr>
          <a:lstStyle/>
          <a:p>
            <a:r>
              <a:rPr lang="en-US" dirty="0">
                <a:latin typeface="Arial" charset="0"/>
              </a:rPr>
              <a:t>Bill</a:t>
            </a:r>
            <a:endParaRPr lang="en-US" dirty="0"/>
          </a:p>
        </p:txBody>
      </p:sp>
      <p:sp>
        <p:nvSpPr>
          <p:cNvPr id="15" name="Rectangle 14">
            <a:extLst>
              <a:ext uri="{FF2B5EF4-FFF2-40B4-BE49-F238E27FC236}">
                <a16:creationId xmlns:a16="http://schemas.microsoft.com/office/drawing/2014/main" id="{22337B3F-55B6-974B-B1DE-768DB483ACFD}"/>
              </a:ext>
            </a:extLst>
          </p:cNvPr>
          <p:cNvSpPr/>
          <p:nvPr/>
        </p:nvSpPr>
        <p:spPr>
          <a:xfrm>
            <a:off x="8574224" y="3895349"/>
            <a:ext cx="697627" cy="369332"/>
          </a:xfrm>
          <a:prstGeom prst="rect">
            <a:avLst/>
          </a:prstGeom>
        </p:spPr>
        <p:txBody>
          <a:bodyPr wrap="none">
            <a:spAutoFit/>
          </a:bodyPr>
          <a:lstStyle/>
          <a:p>
            <a:r>
              <a:rPr lang="en-US" dirty="0">
                <a:latin typeface="Arial" charset="0"/>
              </a:rPr>
              <a:t>Mary</a:t>
            </a:r>
            <a:endParaRPr lang="en-US" dirty="0"/>
          </a:p>
        </p:txBody>
      </p:sp>
    </p:spTree>
    <p:extLst>
      <p:ext uri="{BB962C8B-B14F-4D97-AF65-F5344CB8AC3E}">
        <p14:creationId xmlns:p14="http://schemas.microsoft.com/office/powerpoint/2010/main" val="25610835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4339" name="Rectangle 1027"/>
          <p:cNvSpPr>
            <a:spLocks noGrp="1" noChangeArrowheads="1"/>
          </p:cNvSpPr>
          <p:nvPr>
            <p:ph type="body" idx="1"/>
          </p:nvPr>
        </p:nvSpPr>
        <p:spPr>
          <a:xfrm>
            <a:off x="2063552" y="1916832"/>
            <a:ext cx="8223448" cy="3493368"/>
          </a:xfrm>
          <a:extLst>
            <a:ext uri="{91240B29-F687-4F45-9708-019B960494DF}">
              <a14:hiddenLine xmlns:a14="http://schemas.microsoft.com/office/drawing/2010/main" w="12700">
                <a:solidFill>
                  <a:schemeClr val="tx1"/>
                </a:solidFill>
                <a:miter lim="800000"/>
                <a:headEnd/>
                <a:tailEnd/>
              </a14:hiddenLine>
            </a:ext>
          </a:extLst>
        </p:spPr>
        <p:txBody>
          <a:bodyPr vert="horz" wrap="square" lIns="90488" tIns="44450" rIns="90488" bIns="44450" numCol="1" anchor="t" anchorCtr="0" compatLnSpc="1">
            <a:prstTxWarp prst="textNoShape">
              <a:avLst/>
            </a:prstTxWarp>
          </a:bodyPr>
          <a:lstStyle/>
          <a:p>
            <a:pPr marL="0" indent="0" algn="just">
              <a:spcAft>
                <a:spcPct val="25000"/>
              </a:spcAft>
              <a:buNone/>
            </a:pPr>
            <a:r>
              <a:rPr lang="en-US" sz="3600" dirty="0">
                <a:solidFill>
                  <a:srgbClr val="000000"/>
                </a:solidFill>
                <a:effectLst>
                  <a:outerShdw blurRad="38100" dist="38100" dir="2700000" algn="tl">
                    <a:srgbClr val="DDDDDD"/>
                  </a:outerShdw>
                </a:effectLst>
                <a:latin typeface="+mj-lt"/>
              </a:rPr>
              <a:t>Goodness-of-fit  test is used to test the hypothesis that an observed frequency distribution fits (or conforms to) some claimed distribution.</a:t>
            </a:r>
          </a:p>
        </p:txBody>
      </p:sp>
      <p:sp>
        <p:nvSpPr>
          <p:cNvPr id="5" name="Rectangle 3"/>
          <p:cNvSpPr txBox="1">
            <a:spLocks noChangeArrowheads="1"/>
          </p:cNvSpPr>
          <p:nvPr/>
        </p:nvSpPr>
        <p:spPr bwMode="auto">
          <a:xfrm>
            <a:off x="3647728" y="260648"/>
            <a:ext cx="6480720" cy="792088"/>
          </a:xfrm>
          <a:prstGeom prst="rect">
            <a:avLst/>
          </a:prstGeom>
          <a:extLst>
            <a:ext uri="{FAA26D3D-D897-4be2-8F04-BA451C77F1D7}">
              <ma14:placeholderFlag xmlns="" xmlns:ma14="http://schemas.microsoft.com/office/mac/drawingml/2011/main" val="1"/>
            </a:ext>
          </a:extLst>
        </p:spPr>
        <p:style>
          <a:lnRef idx="2">
            <a:schemeClr val="accent2"/>
          </a:lnRef>
          <a:fillRef idx="1">
            <a:schemeClr val="lt1"/>
          </a:fillRef>
          <a:effectRef idx="0">
            <a:schemeClr val="accent2"/>
          </a:effectRef>
          <a:fontRef idx="minor">
            <a:schemeClr val="dk1"/>
          </a:fontRef>
        </p:style>
        <p:txBody>
          <a:bodyPr vert="horz" wrap="square" lIns="90488" tIns="44450" rIns="90488" bIns="44450" numCol="1" anchor="ctr" anchorCtr="0" compatLnSpc="1">
            <a:prstTxWarp prst="textNoShape">
              <a:avLst/>
            </a:prstTxWarp>
          </a:bodyPr>
          <a:lstStyle>
            <a:lvl1pPr algn="ctr" rtl="0" eaLnBrk="0" fontAlgn="base" hangingPunct="0">
              <a:spcBef>
                <a:spcPct val="0"/>
              </a:spcBef>
              <a:spcAft>
                <a:spcPct val="0"/>
              </a:spcAft>
              <a:defRPr sz="3600" kern="1200">
                <a:solidFill>
                  <a:schemeClr val="dk1"/>
                </a:solidFill>
                <a:latin typeface="+mn-lt"/>
                <a:ea typeface="+mn-ea"/>
                <a:cs typeface="+mn-cs"/>
              </a:defRPr>
            </a:lvl1pPr>
            <a:lvl2pPr algn="ctr" rtl="0" eaLnBrk="0" fontAlgn="base" hangingPunct="0">
              <a:spcBef>
                <a:spcPct val="0"/>
              </a:spcBef>
              <a:spcAft>
                <a:spcPct val="0"/>
              </a:spcAft>
              <a:defRPr sz="3600">
                <a:solidFill>
                  <a:schemeClr val="dk1"/>
                </a:solidFill>
                <a:latin typeface="+mn-lt"/>
                <a:ea typeface="+mn-ea"/>
                <a:cs typeface="+mn-cs"/>
              </a:defRPr>
            </a:lvl2pPr>
            <a:lvl3pPr algn="ctr" rtl="0" eaLnBrk="0" fontAlgn="base" hangingPunct="0">
              <a:spcBef>
                <a:spcPct val="0"/>
              </a:spcBef>
              <a:spcAft>
                <a:spcPct val="0"/>
              </a:spcAft>
              <a:defRPr sz="3600">
                <a:solidFill>
                  <a:schemeClr val="dk1"/>
                </a:solidFill>
                <a:latin typeface="+mn-lt"/>
                <a:ea typeface="+mn-ea"/>
                <a:cs typeface="+mn-cs"/>
              </a:defRPr>
            </a:lvl3pPr>
            <a:lvl4pPr algn="ctr" rtl="0" eaLnBrk="0" fontAlgn="base" hangingPunct="0">
              <a:spcBef>
                <a:spcPct val="0"/>
              </a:spcBef>
              <a:spcAft>
                <a:spcPct val="0"/>
              </a:spcAft>
              <a:defRPr sz="3600">
                <a:solidFill>
                  <a:schemeClr val="dk1"/>
                </a:solidFill>
                <a:latin typeface="+mn-lt"/>
                <a:ea typeface="+mn-ea"/>
                <a:cs typeface="+mn-cs"/>
              </a:defRPr>
            </a:lvl4pPr>
            <a:lvl5pPr algn="ctr" rtl="0" eaLnBrk="0" fontAlgn="base" hangingPunct="0">
              <a:spcBef>
                <a:spcPct val="0"/>
              </a:spcBef>
              <a:spcAft>
                <a:spcPct val="0"/>
              </a:spcAft>
              <a:defRPr sz="3600">
                <a:solidFill>
                  <a:schemeClr val="dk1"/>
                </a:solidFill>
                <a:latin typeface="+mn-lt"/>
                <a:ea typeface="+mn-ea"/>
                <a:cs typeface="+mn-cs"/>
              </a:defRPr>
            </a:lvl5pPr>
            <a:lvl6pPr marL="457200" algn="ctr" rtl="0" fontAlgn="base">
              <a:spcBef>
                <a:spcPct val="0"/>
              </a:spcBef>
              <a:spcAft>
                <a:spcPct val="0"/>
              </a:spcAft>
              <a:defRPr sz="3600">
                <a:solidFill>
                  <a:schemeClr val="dk1"/>
                </a:solidFill>
                <a:latin typeface="+mn-lt"/>
                <a:ea typeface="+mn-ea"/>
                <a:cs typeface="+mn-cs"/>
              </a:defRPr>
            </a:lvl6pPr>
            <a:lvl7pPr marL="914400" algn="ctr" rtl="0" fontAlgn="base">
              <a:spcBef>
                <a:spcPct val="0"/>
              </a:spcBef>
              <a:spcAft>
                <a:spcPct val="0"/>
              </a:spcAft>
              <a:defRPr sz="3600">
                <a:solidFill>
                  <a:schemeClr val="dk1"/>
                </a:solidFill>
                <a:latin typeface="+mn-lt"/>
                <a:ea typeface="+mn-ea"/>
                <a:cs typeface="+mn-cs"/>
              </a:defRPr>
            </a:lvl7pPr>
            <a:lvl8pPr marL="1371600" algn="ctr" rtl="0" fontAlgn="base">
              <a:spcBef>
                <a:spcPct val="0"/>
              </a:spcBef>
              <a:spcAft>
                <a:spcPct val="0"/>
              </a:spcAft>
              <a:defRPr sz="3600">
                <a:solidFill>
                  <a:schemeClr val="dk1"/>
                </a:solidFill>
                <a:latin typeface="+mn-lt"/>
                <a:ea typeface="+mn-ea"/>
                <a:cs typeface="+mn-cs"/>
              </a:defRPr>
            </a:lvl8pPr>
            <a:lvl9pPr marL="1828800" algn="ctr" rtl="0" fontAlgn="base">
              <a:spcBef>
                <a:spcPct val="0"/>
              </a:spcBef>
              <a:spcAft>
                <a:spcPct val="0"/>
              </a:spcAft>
              <a:defRPr sz="3600">
                <a:solidFill>
                  <a:schemeClr val="dk1"/>
                </a:solidFill>
                <a:latin typeface="+mn-lt"/>
                <a:ea typeface="+mn-ea"/>
                <a:cs typeface="+mn-cs"/>
              </a:defRPr>
            </a:lvl9pPr>
          </a:lstStyle>
          <a:p>
            <a:r>
              <a:rPr lang="en-US" sz="4000" dirty="0">
                <a:solidFill>
                  <a:srgbClr val="000000"/>
                </a:solidFill>
              </a:rPr>
              <a:t>Goodness-of-fit Test</a:t>
            </a:r>
          </a:p>
        </p:txBody>
      </p:sp>
      <p:sp>
        <p:nvSpPr>
          <p:cNvPr id="2" name="Slide Number Placeholder 1"/>
          <p:cNvSpPr>
            <a:spLocks noGrp="1"/>
          </p:cNvSpPr>
          <p:nvPr>
            <p:ph type="sldNum" sz="quarter" idx="10"/>
          </p:nvPr>
        </p:nvSpPr>
        <p:spPr/>
        <p:txBody>
          <a:bodyPr/>
          <a:lstStyle/>
          <a:p>
            <a:pPr>
              <a:defRPr/>
            </a:pPr>
            <a:fld id="{72AD96D6-FCAC-BF48-A744-D10BE5BBB539}" type="slidenum">
              <a:rPr lang="en-US" smtClean="0"/>
              <a:pPr>
                <a:defRPr/>
              </a:pPr>
              <a:t>7</a:t>
            </a:fld>
            <a:endParaRPr lang="en-US"/>
          </a:p>
        </p:txBody>
      </p:sp>
    </p:spTree>
    <p:extLst>
      <p:ext uri="{BB962C8B-B14F-4D97-AF65-F5344CB8AC3E}">
        <p14:creationId xmlns:p14="http://schemas.microsoft.com/office/powerpoint/2010/main" val="1847023860"/>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4339">
                                            <p:txEl>
                                              <p:pRg st="0" end="0"/>
                                            </p:txEl>
                                          </p:spTgt>
                                        </p:tgtEl>
                                        <p:attrNameLst>
                                          <p:attrName>style.visibility</p:attrName>
                                        </p:attrNameLst>
                                      </p:cBhvr>
                                      <p:to>
                                        <p:strVal val="visible"/>
                                      </p:to>
                                    </p:set>
                                    <p:anim calcmode="lin" valueType="num">
                                      <p:cBhvr additive="base">
                                        <p:cTn id="7" dur="500" fill="hold"/>
                                        <p:tgtEl>
                                          <p:spTgt spid="1433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4339">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39" grpId="0" build="p" autoUpdateAnimBg="0"/>
    </p:bldLst>
  </p:timing>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6386" name="Rectangle 2"/>
          <p:cNvSpPr>
            <a:spLocks noGrp="1" noChangeArrowheads="1"/>
          </p:cNvSpPr>
          <p:nvPr>
            <p:ph type="body" idx="1"/>
          </p:nvPr>
        </p:nvSpPr>
        <p:spPr>
          <a:xfrm>
            <a:off x="1703512" y="2122512"/>
            <a:ext cx="8888288" cy="4114800"/>
          </a:xfrm>
          <a:extLst>
            <a:ext uri="{91240B29-F687-4F45-9708-019B960494DF}">
              <a14:hiddenLine xmlns:a14="http://schemas.microsoft.com/office/drawing/2010/main" w="12700">
                <a:solidFill>
                  <a:schemeClr val="tx1"/>
                </a:solidFill>
                <a:miter lim="800000"/>
                <a:headEnd/>
                <a:tailEnd/>
              </a14:hiddenLine>
            </a:ext>
          </a:extLst>
        </p:spPr>
        <p:txBody>
          <a:bodyPr vert="horz" wrap="square" lIns="90488" tIns="44450" rIns="90488" bIns="44450" numCol="1" anchor="t" anchorCtr="0" compatLnSpc="1">
            <a:prstTxWarp prst="textNoShape">
              <a:avLst/>
            </a:prstTxWarp>
          </a:bodyPr>
          <a:lstStyle/>
          <a:p>
            <a:pPr>
              <a:lnSpc>
                <a:spcPct val="95000"/>
              </a:lnSpc>
              <a:spcBef>
                <a:spcPct val="0"/>
              </a:spcBef>
              <a:spcAft>
                <a:spcPct val="30000"/>
              </a:spcAft>
              <a:buFontTx/>
              <a:buNone/>
              <a:defRPr/>
            </a:pPr>
            <a:r>
              <a:rPr lang="en-US" altLang="en-US" sz="2800" i="1" dirty="0">
                <a:solidFill>
                  <a:srgbClr val="F2F20C"/>
                </a:solidFill>
                <a:effectLst>
                  <a:outerShdw blurRad="38100" dist="38100" dir="2700000" algn="tl">
                    <a:srgbClr val="000000"/>
                  </a:outerShdw>
                </a:effectLst>
                <a:latin typeface="+mj-lt"/>
                <a:ea typeface="+mn-ea"/>
              </a:rPr>
              <a:t>	</a:t>
            </a:r>
            <a:r>
              <a:rPr lang="en-US" altLang="en-US" sz="2800" i="1" dirty="0">
                <a:solidFill>
                  <a:srgbClr val="FF0000"/>
                </a:solidFill>
                <a:effectLst>
                  <a:outerShdw blurRad="38100" dist="38100" dir="2700000" algn="tl">
                    <a:srgbClr val="000000"/>
                  </a:outerShdw>
                </a:effectLst>
                <a:latin typeface="+mj-lt"/>
                <a:ea typeface="+mn-ea"/>
              </a:rPr>
              <a:t>0</a:t>
            </a:r>
            <a:r>
              <a:rPr lang="en-US" altLang="en-US" sz="2800" i="1" dirty="0">
                <a:solidFill>
                  <a:schemeClr val="bg1"/>
                </a:solidFill>
                <a:effectLst>
                  <a:outerShdw blurRad="38100" dist="38100" dir="2700000" algn="tl">
                    <a:srgbClr val="000000"/>
                  </a:outerShdw>
                </a:effectLst>
                <a:latin typeface="+mj-lt"/>
                <a:ea typeface="+mn-ea"/>
              </a:rPr>
              <a:t> </a:t>
            </a:r>
            <a:r>
              <a:rPr lang="en-US" altLang="en-US" sz="2800" dirty="0">
                <a:solidFill>
                  <a:schemeClr val="bg1"/>
                </a:solidFill>
                <a:effectLst>
                  <a:outerShdw blurRad="38100" dist="38100" dir="2700000" algn="tl">
                    <a:srgbClr val="000000"/>
                  </a:outerShdw>
                </a:effectLst>
                <a:latin typeface="+mj-lt"/>
                <a:ea typeface="+mn-ea"/>
              </a:rPr>
              <a:t>   </a:t>
            </a:r>
            <a:r>
              <a:rPr lang="en-US" altLang="en-US" sz="2800" dirty="0">
                <a:solidFill>
                  <a:srgbClr val="0070C0"/>
                </a:solidFill>
                <a:effectLst>
                  <a:outerShdw blurRad="38100" dist="38100" dir="2700000" algn="tl">
                    <a:srgbClr val="000000"/>
                  </a:outerShdw>
                </a:effectLst>
                <a:latin typeface="+mj-lt"/>
                <a:ea typeface="+mn-ea"/>
              </a:rPr>
              <a:t>represents  the </a:t>
            </a:r>
            <a:r>
              <a:rPr lang="en-US" altLang="en-US" sz="2800" dirty="0">
                <a:solidFill>
                  <a:srgbClr val="FF0000"/>
                </a:solidFill>
                <a:effectLst>
                  <a:outerShdw blurRad="38100" dist="38100" dir="2700000" algn="tl">
                    <a:srgbClr val="000000"/>
                  </a:outerShdw>
                </a:effectLst>
                <a:latin typeface="+mj-lt"/>
                <a:ea typeface="+mn-ea"/>
              </a:rPr>
              <a:t>observed frequency </a:t>
            </a:r>
            <a:r>
              <a:rPr lang="en-US" altLang="en-US" sz="2800" dirty="0">
                <a:solidFill>
                  <a:srgbClr val="0070C0"/>
                </a:solidFill>
                <a:effectLst>
                  <a:outerShdw blurRad="38100" dist="38100" dir="2700000" algn="tl">
                    <a:srgbClr val="000000"/>
                  </a:outerShdw>
                </a:effectLst>
                <a:latin typeface="+mj-lt"/>
                <a:ea typeface="+mn-ea"/>
              </a:rPr>
              <a:t>of an outcome</a:t>
            </a:r>
          </a:p>
          <a:p>
            <a:pPr>
              <a:lnSpc>
                <a:spcPct val="95000"/>
              </a:lnSpc>
              <a:spcBef>
                <a:spcPct val="30000"/>
              </a:spcBef>
              <a:spcAft>
                <a:spcPct val="30000"/>
              </a:spcAft>
              <a:buFontTx/>
              <a:buNone/>
              <a:defRPr/>
            </a:pPr>
            <a:r>
              <a:rPr lang="en-US" altLang="en-US" sz="2800" dirty="0">
                <a:solidFill>
                  <a:srgbClr val="F2F20C"/>
                </a:solidFill>
                <a:effectLst>
                  <a:outerShdw blurRad="38100" dist="38100" dir="2700000" algn="tl">
                    <a:srgbClr val="000000"/>
                  </a:outerShdw>
                </a:effectLst>
                <a:latin typeface="+mj-lt"/>
                <a:ea typeface="+mn-ea"/>
              </a:rPr>
              <a:t>	</a:t>
            </a:r>
            <a:r>
              <a:rPr lang="en-US" altLang="en-US" sz="2800" dirty="0">
                <a:solidFill>
                  <a:srgbClr val="FF0000"/>
                </a:solidFill>
                <a:effectLst>
                  <a:outerShdw blurRad="38100" dist="38100" dir="2700000" algn="tl">
                    <a:srgbClr val="000000"/>
                  </a:outerShdw>
                </a:effectLst>
                <a:latin typeface="+mj-lt"/>
                <a:ea typeface="+mn-ea"/>
              </a:rPr>
              <a:t>E</a:t>
            </a:r>
            <a:r>
              <a:rPr lang="en-US" altLang="en-US" sz="2800" dirty="0">
                <a:solidFill>
                  <a:schemeClr val="bg1"/>
                </a:solidFill>
                <a:effectLst>
                  <a:outerShdw blurRad="38100" dist="38100" dir="2700000" algn="tl">
                    <a:srgbClr val="000000"/>
                  </a:outerShdw>
                </a:effectLst>
                <a:latin typeface="+mj-lt"/>
                <a:ea typeface="+mn-ea"/>
              </a:rPr>
              <a:t>   	</a:t>
            </a:r>
            <a:r>
              <a:rPr lang="en-US" altLang="en-US" sz="2800" dirty="0">
                <a:solidFill>
                  <a:srgbClr val="0070C0"/>
                </a:solidFill>
                <a:effectLst>
                  <a:outerShdw blurRad="38100" dist="38100" dir="2700000" algn="tl">
                    <a:srgbClr val="000000"/>
                  </a:outerShdw>
                </a:effectLst>
                <a:latin typeface="+mj-lt"/>
                <a:ea typeface="+mn-ea"/>
              </a:rPr>
              <a:t>represents  the </a:t>
            </a:r>
            <a:r>
              <a:rPr lang="en-US" altLang="en-US" sz="2800" dirty="0">
                <a:solidFill>
                  <a:srgbClr val="FF0000"/>
                </a:solidFill>
                <a:effectLst>
                  <a:outerShdw blurRad="38100" dist="38100" dir="2700000" algn="tl">
                    <a:srgbClr val="000000"/>
                  </a:outerShdw>
                </a:effectLst>
                <a:latin typeface="+mj-lt"/>
                <a:ea typeface="+mn-ea"/>
              </a:rPr>
              <a:t>expected frequency  </a:t>
            </a:r>
            <a:r>
              <a:rPr lang="en-US" altLang="en-US" sz="2800" dirty="0">
                <a:solidFill>
                  <a:srgbClr val="0070C0"/>
                </a:solidFill>
                <a:effectLst>
                  <a:outerShdw blurRad="38100" dist="38100" dir="2700000" algn="tl">
                    <a:srgbClr val="000000"/>
                  </a:outerShdw>
                </a:effectLst>
                <a:latin typeface="+mj-lt"/>
                <a:ea typeface="+mn-ea"/>
              </a:rPr>
              <a:t>of  an outcome</a:t>
            </a:r>
          </a:p>
          <a:p>
            <a:pPr>
              <a:lnSpc>
                <a:spcPct val="95000"/>
              </a:lnSpc>
              <a:spcBef>
                <a:spcPct val="30000"/>
              </a:spcBef>
              <a:spcAft>
                <a:spcPct val="30000"/>
              </a:spcAft>
              <a:buFontTx/>
              <a:buNone/>
              <a:defRPr/>
            </a:pPr>
            <a:r>
              <a:rPr lang="en-US" altLang="en-US" sz="2800" i="1" dirty="0">
                <a:solidFill>
                  <a:srgbClr val="F2F20C"/>
                </a:solidFill>
                <a:effectLst>
                  <a:outerShdw blurRad="38100" dist="38100" dir="2700000" algn="tl">
                    <a:srgbClr val="000000"/>
                  </a:outerShdw>
                </a:effectLst>
                <a:latin typeface="+mj-lt"/>
                <a:ea typeface="+mn-ea"/>
              </a:rPr>
              <a:t>	</a:t>
            </a:r>
            <a:r>
              <a:rPr lang="en-US" altLang="en-US" sz="2800" i="1" dirty="0">
                <a:solidFill>
                  <a:srgbClr val="FF0000"/>
                </a:solidFill>
                <a:effectLst>
                  <a:outerShdw blurRad="38100" dist="38100" dir="2700000" algn="tl">
                    <a:srgbClr val="000000"/>
                  </a:outerShdw>
                </a:effectLst>
                <a:latin typeface="+mj-lt"/>
                <a:ea typeface="+mn-ea"/>
              </a:rPr>
              <a:t>k</a:t>
            </a:r>
            <a:r>
              <a:rPr lang="en-US" altLang="en-US" sz="2800" dirty="0">
                <a:solidFill>
                  <a:schemeClr val="bg1"/>
                </a:solidFill>
                <a:effectLst>
                  <a:outerShdw blurRad="38100" dist="38100" dir="2700000" algn="tl">
                    <a:srgbClr val="000000"/>
                  </a:outerShdw>
                </a:effectLst>
                <a:latin typeface="+mj-lt"/>
                <a:ea typeface="+mn-ea"/>
              </a:rPr>
              <a:t>    	</a:t>
            </a:r>
            <a:r>
              <a:rPr lang="en-US" altLang="en-US" sz="2800" dirty="0">
                <a:solidFill>
                  <a:srgbClr val="0070C0"/>
                </a:solidFill>
                <a:effectLst>
                  <a:outerShdw blurRad="38100" dist="38100" dir="2700000" algn="tl">
                    <a:srgbClr val="000000"/>
                  </a:outerShdw>
                </a:effectLst>
                <a:latin typeface="+mj-lt"/>
                <a:ea typeface="+mn-ea"/>
              </a:rPr>
              <a:t>represents  the </a:t>
            </a:r>
            <a:r>
              <a:rPr lang="en-US" altLang="en-US" sz="2800" dirty="0">
                <a:solidFill>
                  <a:srgbClr val="FF0000"/>
                </a:solidFill>
                <a:effectLst>
                  <a:outerShdw blurRad="38100" dist="38100" dir="2700000" algn="tl">
                    <a:srgbClr val="000000"/>
                  </a:outerShdw>
                </a:effectLst>
                <a:latin typeface="+mj-lt"/>
                <a:ea typeface="+mn-ea"/>
              </a:rPr>
              <a:t>number of different categories </a:t>
            </a:r>
            <a:r>
              <a:rPr lang="en-US" altLang="en-US" sz="2800" dirty="0">
                <a:solidFill>
                  <a:srgbClr val="0070C0"/>
                </a:solidFill>
                <a:effectLst>
                  <a:outerShdw blurRad="38100" dist="38100" dir="2700000" algn="tl">
                    <a:srgbClr val="000000"/>
                  </a:outerShdw>
                </a:effectLst>
                <a:latin typeface="+mj-lt"/>
                <a:ea typeface="+mn-ea"/>
              </a:rPr>
              <a:t>or 		outcomes</a:t>
            </a:r>
          </a:p>
          <a:p>
            <a:pPr>
              <a:lnSpc>
                <a:spcPct val="95000"/>
              </a:lnSpc>
              <a:spcBef>
                <a:spcPct val="30000"/>
              </a:spcBef>
              <a:spcAft>
                <a:spcPct val="70000"/>
              </a:spcAft>
              <a:buFontTx/>
              <a:buNone/>
              <a:defRPr/>
            </a:pPr>
            <a:r>
              <a:rPr lang="en-US" altLang="en-US" sz="2800" i="1" dirty="0">
                <a:solidFill>
                  <a:schemeClr val="bg1"/>
                </a:solidFill>
                <a:effectLst>
                  <a:outerShdw blurRad="38100" dist="38100" dir="2700000" algn="tl">
                    <a:srgbClr val="000000"/>
                  </a:outerShdw>
                </a:effectLst>
                <a:latin typeface="+mj-lt"/>
                <a:ea typeface="+mn-ea"/>
              </a:rPr>
              <a:t>	</a:t>
            </a:r>
            <a:r>
              <a:rPr lang="en-US" altLang="en-US" sz="2800" i="1" dirty="0">
                <a:solidFill>
                  <a:srgbClr val="FF0000"/>
                </a:solidFill>
                <a:effectLst>
                  <a:outerShdw blurRad="38100" dist="38100" dir="2700000" algn="tl">
                    <a:srgbClr val="000000"/>
                  </a:outerShdw>
                </a:effectLst>
                <a:latin typeface="+mj-lt"/>
                <a:ea typeface="+mn-ea"/>
              </a:rPr>
              <a:t>n</a:t>
            </a:r>
            <a:r>
              <a:rPr lang="en-US" altLang="en-US" sz="2800" dirty="0">
                <a:solidFill>
                  <a:schemeClr val="bg1"/>
                </a:solidFill>
                <a:effectLst>
                  <a:outerShdw blurRad="38100" dist="38100" dir="2700000" algn="tl">
                    <a:srgbClr val="000000"/>
                  </a:outerShdw>
                </a:effectLst>
                <a:latin typeface="+mj-lt"/>
                <a:ea typeface="+mn-ea"/>
              </a:rPr>
              <a:t>    	</a:t>
            </a:r>
            <a:r>
              <a:rPr lang="en-US" altLang="en-US" sz="2800" dirty="0">
                <a:solidFill>
                  <a:srgbClr val="0070C0"/>
                </a:solidFill>
                <a:effectLst>
                  <a:outerShdw blurRad="38100" dist="38100" dir="2700000" algn="tl">
                    <a:srgbClr val="000000"/>
                  </a:outerShdw>
                </a:effectLst>
                <a:latin typeface="+mj-lt"/>
                <a:ea typeface="+mn-ea"/>
              </a:rPr>
              <a:t>represents  the total </a:t>
            </a:r>
            <a:r>
              <a:rPr lang="en-US" altLang="en-US" sz="2800" dirty="0">
                <a:solidFill>
                  <a:srgbClr val="FF0000"/>
                </a:solidFill>
                <a:effectLst>
                  <a:outerShdw blurRad="38100" dist="38100" dir="2700000" algn="tl">
                    <a:srgbClr val="000000"/>
                  </a:outerShdw>
                </a:effectLst>
                <a:latin typeface="+mj-lt"/>
                <a:ea typeface="+mn-ea"/>
              </a:rPr>
              <a:t>number of trials</a:t>
            </a:r>
          </a:p>
          <a:p>
            <a:pPr>
              <a:lnSpc>
                <a:spcPct val="75000"/>
              </a:lnSpc>
              <a:spcBef>
                <a:spcPct val="0"/>
              </a:spcBef>
              <a:buFontTx/>
              <a:buNone/>
              <a:defRPr/>
            </a:pPr>
            <a:endParaRPr lang="en-US" altLang="en-US" sz="2800" dirty="0">
              <a:solidFill>
                <a:schemeClr val="bg1"/>
              </a:solidFill>
              <a:effectLst>
                <a:outerShdw blurRad="38100" dist="38100" dir="2700000" algn="tl">
                  <a:srgbClr val="000000"/>
                </a:outerShdw>
              </a:effectLst>
              <a:latin typeface="+mj-lt"/>
              <a:ea typeface="+mn-ea"/>
            </a:endParaRPr>
          </a:p>
        </p:txBody>
      </p:sp>
      <p:sp>
        <p:nvSpPr>
          <p:cNvPr id="4" name="Rectangle 3"/>
          <p:cNvSpPr txBox="1">
            <a:spLocks noChangeArrowheads="1"/>
          </p:cNvSpPr>
          <p:nvPr/>
        </p:nvSpPr>
        <p:spPr bwMode="auto">
          <a:xfrm>
            <a:off x="3647728" y="260648"/>
            <a:ext cx="6480720" cy="792088"/>
          </a:xfrm>
          <a:prstGeom prst="rect">
            <a:avLst/>
          </a:prstGeom>
          <a:extLst>
            <a:ext uri="{FAA26D3D-D897-4be2-8F04-BA451C77F1D7}">
              <ma14:placeholderFlag xmlns="" xmlns:ma14="http://schemas.microsoft.com/office/mac/drawingml/2011/main" val="1"/>
            </a:ext>
          </a:extLst>
        </p:spPr>
        <p:style>
          <a:lnRef idx="2">
            <a:schemeClr val="accent2"/>
          </a:lnRef>
          <a:fillRef idx="1">
            <a:schemeClr val="lt1"/>
          </a:fillRef>
          <a:effectRef idx="0">
            <a:schemeClr val="accent2"/>
          </a:effectRef>
          <a:fontRef idx="minor">
            <a:schemeClr val="dk1"/>
          </a:fontRef>
        </p:style>
        <p:txBody>
          <a:bodyPr vert="horz" wrap="square" lIns="90488" tIns="44450" rIns="90488" bIns="44450" numCol="1" anchor="ctr" anchorCtr="0" compatLnSpc="1">
            <a:prstTxWarp prst="textNoShape">
              <a:avLst/>
            </a:prstTxWarp>
          </a:bodyPr>
          <a:lstStyle>
            <a:lvl1pPr algn="ctr" rtl="0" eaLnBrk="0" fontAlgn="base" hangingPunct="0">
              <a:spcBef>
                <a:spcPct val="0"/>
              </a:spcBef>
              <a:spcAft>
                <a:spcPct val="0"/>
              </a:spcAft>
              <a:defRPr sz="3600" kern="1200">
                <a:solidFill>
                  <a:schemeClr val="dk1"/>
                </a:solidFill>
                <a:latin typeface="+mn-lt"/>
                <a:ea typeface="+mn-ea"/>
                <a:cs typeface="+mn-cs"/>
              </a:defRPr>
            </a:lvl1pPr>
            <a:lvl2pPr algn="ctr" rtl="0" eaLnBrk="0" fontAlgn="base" hangingPunct="0">
              <a:spcBef>
                <a:spcPct val="0"/>
              </a:spcBef>
              <a:spcAft>
                <a:spcPct val="0"/>
              </a:spcAft>
              <a:defRPr sz="3600">
                <a:solidFill>
                  <a:schemeClr val="dk1"/>
                </a:solidFill>
                <a:latin typeface="+mn-lt"/>
                <a:ea typeface="+mn-ea"/>
                <a:cs typeface="+mn-cs"/>
              </a:defRPr>
            </a:lvl2pPr>
            <a:lvl3pPr algn="ctr" rtl="0" eaLnBrk="0" fontAlgn="base" hangingPunct="0">
              <a:spcBef>
                <a:spcPct val="0"/>
              </a:spcBef>
              <a:spcAft>
                <a:spcPct val="0"/>
              </a:spcAft>
              <a:defRPr sz="3600">
                <a:solidFill>
                  <a:schemeClr val="dk1"/>
                </a:solidFill>
                <a:latin typeface="+mn-lt"/>
                <a:ea typeface="+mn-ea"/>
                <a:cs typeface="+mn-cs"/>
              </a:defRPr>
            </a:lvl3pPr>
            <a:lvl4pPr algn="ctr" rtl="0" eaLnBrk="0" fontAlgn="base" hangingPunct="0">
              <a:spcBef>
                <a:spcPct val="0"/>
              </a:spcBef>
              <a:spcAft>
                <a:spcPct val="0"/>
              </a:spcAft>
              <a:defRPr sz="3600">
                <a:solidFill>
                  <a:schemeClr val="dk1"/>
                </a:solidFill>
                <a:latin typeface="+mn-lt"/>
                <a:ea typeface="+mn-ea"/>
                <a:cs typeface="+mn-cs"/>
              </a:defRPr>
            </a:lvl4pPr>
            <a:lvl5pPr algn="ctr" rtl="0" eaLnBrk="0" fontAlgn="base" hangingPunct="0">
              <a:spcBef>
                <a:spcPct val="0"/>
              </a:spcBef>
              <a:spcAft>
                <a:spcPct val="0"/>
              </a:spcAft>
              <a:defRPr sz="3600">
                <a:solidFill>
                  <a:schemeClr val="dk1"/>
                </a:solidFill>
                <a:latin typeface="+mn-lt"/>
                <a:ea typeface="+mn-ea"/>
                <a:cs typeface="+mn-cs"/>
              </a:defRPr>
            </a:lvl5pPr>
            <a:lvl6pPr marL="457200" algn="ctr" rtl="0" fontAlgn="base">
              <a:spcBef>
                <a:spcPct val="0"/>
              </a:spcBef>
              <a:spcAft>
                <a:spcPct val="0"/>
              </a:spcAft>
              <a:defRPr sz="3600">
                <a:solidFill>
                  <a:schemeClr val="dk1"/>
                </a:solidFill>
                <a:latin typeface="+mn-lt"/>
                <a:ea typeface="+mn-ea"/>
                <a:cs typeface="+mn-cs"/>
              </a:defRPr>
            </a:lvl6pPr>
            <a:lvl7pPr marL="914400" algn="ctr" rtl="0" fontAlgn="base">
              <a:spcBef>
                <a:spcPct val="0"/>
              </a:spcBef>
              <a:spcAft>
                <a:spcPct val="0"/>
              </a:spcAft>
              <a:defRPr sz="3600">
                <a:solidFill>
                  <a:schemeClr val="dk1"/>
                </a:solidFill>
                <a:latin typeface="+mn-lt"/>
                <a:ea typeface="+mn-ea"/>
                <a:cs typeface="+mn-cs"/>
              </a:defRPr>
            </a:lvl7pPr>
            <a:lvl8pPr marL="1371600" algn="ctr" rtl="0" fontAlgn="base">
              <a:spcBef>
                <a:spcPct val="0"/>
              </a:spcBef>
              <a:spcAft>
                <a:spcPct val="0"/>
              </a:spcAft>
              <a:defRPr sz="3600">
                <a:solidFill>
                  <a:schemeClr val="dk1"/>
                </a:solidFill>
                <a:latin typeface="+mn-lt"/>
                <a:ea typeface="+mn-ea"/>
                <a:cs typeface="+mn-cs"/>
              </a:defRPr>
            </a:lvl8pPr>
            <a:lvl9pPr marL="1828800" algn="ctr" rtl="0" fontAlgn="base">
              <a:spcBef>
                <a:spcPct val="0"/>
              </a:spcBef>
              <a:spcAft>
                <a:spcPct val="0"/>
              </a:spcAft>
              <a:defRPr sz="3600">
                <a:solidFill>
                  <a:schemeClr val="dk1"/>
                </a:solidFill>
                <a:latin typeface="+mn-lt"/>
                <a:ea typeface="+mn-ea"/>
                <a:cs typeface="+mn-cs"/>
              </a:defRPr>
            </a:lvl9pPr>
          </a:lstStyle>
          <a:p>
            <a:r>
              <a:rPr lang="en-US" sz="4000" dirty="0">
                <a:solidFill>
                  <a:srgbClr val="000000"/>
                </a:solidFill>
              </a:rPr>
              <a:t>Goodness-of-fit Test </a:t>
            </a:r>
            <a:r>
              <a:rPr lang="en-US" sz="1800" dirty="0">
                <a:solidFill>
                  <a:srgbClr val="000000"/>
                </a:solidFill>
              </a:rPr>
              <a:t>(cont.)</a:t>
            </a:r>
          </a:p>
        </p:txBody>
      </p:sp>
      <p:sp>
        <p:nvSpPr>
          <p:cNvPr id="2" name="TextBox 1"/>
          <p:cNvSpPr txBox="1"/>
          <p:nvPr/>
        </p:nvSpPr>
        <p:spPr>
          <a:xfrm>
            <a:off x="1991544" y="1268761"/>
            <a:ext cx="2064668" cy="646331"/>
          </a:xfrm>
          <a:prstGeom prst="rect">
            <a:avLst/>
          </a:prstGeom>
          <a:noFill/>
        </p:spPr>
        <p:txBody>
          <a:bodyPr wrap="none" rtlCol="0">
            <a:spAutoFit/>
          </a:bodyPr>
          <a:lstStyle/>
          <a:p>
            <a:r>
              <a:rPr lang="en-US" sz="3600" dirty="0"/>
              <a:t>Notation: </a:t>
            </a:r>
          </a:p>
        </p:txBody>
      </p:sp>
      <p:sp>
        <p:nvSpPr>
          <p:cNvPr id="3" name="Slide Number Placeholder 2"/>
          <p:cNvSpPr>
            <a:spLocks noGrp="1"/>
          </p:cNvSpPr>
          <p:nvPr>
            <p:ph type="sldNum" sz="quarter" idx="10"/>
          </p:nvPr>
        </p:nvSpPr>
        <p:spPr/>
        <p:txBody>
          <a:bodyPr/>
          <a:lstStyle/>
          <a:p>
            <a:pPr>
              <a:defRPr/>
            </a:pPr>
            <a:fld id="{72AD96D6-FCAC-BF48-A744-D10BE5BBB539}" type="slidenum">
              <a:rPr lang="en-US" smtClean="0"/>
              <a:pPr>
                <a:defRPr/>
              </a:pPr>
              <a:t>8</a:t>
            </a:fld>
            <a:endParaRPr lang="en-US"/>
          </a:p>
        </p:txBody>
      </p:sp>
    </p:spTree>
    <p:extLst>
      <p:ext uri="{BB962C8B-B14F-4D97-AF65-F5344CB8AC3E}">
        <p14:creationId xmlns:p14="http://schemas.microsoft.com/office/powerpoint/2010/main" val="3302402829"/>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6386">
                                            <p:txEl>
                                              <p:pRg st="0" end="0"/>
                                            </p:txEl>
                                          </p:spTgt>
                                        </p:tgtEl>
                                        <p:attrNameLst>
                                          <p:attrName>style.visibility</p:attrName>
                                        </p:attrNameLst>
                                      </p:cBhvr>
                                      <p:to>
                                        <p:strVal val="visible"/>
                                      </p:to>
                                    </p:set>
                                    <p:anim calcmode="lin" valueType="num">
                                      <p:cBhvr additive="base">
                                        <p:cTn id="7" dur="500" fill="hold"/>
                                        <p:tgtEl>
                                          <p:spTgt spid="16386">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6386">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6386">
                                            <p:txEl>
                                              <p:pRg st="1" end="1"/>
                                            </p:txEl>
                                          </p:spTgt>
                                        </p:tgtEl>
                                        <p:attrNameLst>
                                          <p:attrName>style.visibility</p:attrName>
                                        </p:attrNameLst>
                                      </p:cBhvr>
                                      <p:to>
                                        <p:strVal val="visible"/>
                                      </p:to>
                                    </p:set>
                                    <p:anim calcmode="lin" valueType="num">
                                      <p:cBhvr additive="base">
                                        <p:cTn id="13" dur="500" fill="hold"/>
                                        <p:tgtEl>
                                          <p:spTgt spid="16386">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6386">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6386">
                                            <p:txEl>
                                              <p:pRg st="2" end="2"/>
                                            </p:txEl>
                                          </p:spTgt>
                                        </p:tgtEl>
                                        <p:attrNameLst>
                                          <p:attrName>style.visibility</p:attrName>
                                        </p:attrNameLst>
                                      </p:cBhvr>
                                      <p:to>
                                        <p:strVal val="visible"/>
                                      </p:to>
                                    </p:set>
                                    <p:anim calcmode="lin" valueType="num">
                                      <p:cBhvr additive="base">
                                        <p:cTn id="19" dur="500" fill="hold"/>
                                        <p:tgtEl>
                                          <p:spTgt spid="16386">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6386">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16386">
                                            <p:txEl>
                                              <p:pRg st="3" end="3"/>
                                            </p:txEl>
                                          </p:spTgt>
                                        </p:tgtEl>
                                        <p:attrNameLst>
                                          <p:attrName>style.visibility</p:attrName>
                                        </p:attrNameLst>
                                      </p:cBhvr>
                                      <p:to>
                                        <p:strVal val="visible"/>
                                      </p:to>
                                    </p:set>
                                    <p:anim calcmode="lin" valueType="num">
                                      <p:cBhvr additive="base">
                                        <p:cTn id="25" dur="500" fill="hold"/>
                                        <p:tgtEl>
                                          <p:spTgt spid="16386">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16386">
                                            <p:txEl>
                                              <p:pRg st="3" end="3"/>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86" grpId="0" build="p" autoUpdateAnimBg="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Rectangle 3"/>
          <p:cNvSpPr>
            <a:spLocks noGrp="1" noChangeArrowheads="1"/>
          </p:cNvSpPr>
          <p:nvPr>
            <p:ph type="body" idx="1"/>
          </p:nvPr>
        </p:nvSpPr>
        <p:spPr>
          <a:xfrm>
            <a:off x="1663619" y="1628800"/>
            <a:ext cx="8991600" cy="4800600"/>
          </a:xfrm>
          <a:extLst>
            <a:ext uri="{91240B29-F687-4F45-9708-019B960494DF}">
              <a14:hiddenLine xmlns:a14="http://schemas.microsoft.com/office/drawing/2010/main" w="12700">
                <a:solidFill>
                  <a:schemeClr val="tx1"/>
                </a:solidFill>
                <a:miter lim="800000"/>
                <a:headEnd/>
                <a:tailEnd/>
              </a14:hiddenLine>
            </a:ext>
          </a:extLst>
        </p:spPr>
        <p:txBody>
          <a:bodyPr vert="horz" wrap="square" lIns="90488" tIns="44450" rIns="90488" bIns="44450" numCol="1" anchor="t" anchorCtr="0" compatLnSpc="1">
            <a:prstTxWarp prst="textNoShape">
              <a:avLst/>
            </a:prstTxWarp>
          </a:bodyPr>
          <a:lstStyle/>
          <a:p>
            <a:pPr>
              <a:buFontTx/>
              <a:buNone/>
            </a:pPr>
            <a:r>
              <a:rPr lang="en-US" dirty="0">
                <a:solidFill>
                  <a:srgbClr val="000000"/>
                </a:solidFill>
                <a:effectLst>
                  <a:outerShdw blurRad="38100" dist="38100" dir="2700000" algn="tl">
                    <a:srgbClr val="DDDDDD"/>
                  </a:outerShdw>
                </a:effectLst>
                <a:latin typeface="+mj-lt"/>
              </a:rPr>
              <a:t>    If all expected frequencies are </a:t>
            </a:r>
            <a:r>
              <a:rPr lang="en-US" b="1" dirty="0">
                <a:solidFill>
                  <a:srgbClr val="FF0000"/>
                </a:solidFill>
                <a:effectLst>
                  <a:outerShdw blurRad="38100" dist="38100" dir="2700000" algn="tl">
                    <a:srgbClr val="DDDDDD"/>
                  </a:outerShdw>
                </a:effectLst>
                <a:latin typeface="+mj-lt"/>
              </a:rPr>
              <a:t>equal</a:t>
            </a:r>
            <a:r>
              <a:rPr lang="en-US" dirty="0">
                <a:solidFill>
                  <a:srgbClr val="000000"/>
                </a:solidFill>
                <a:effectLst>
                  <a:outerShdw blurRad="38100" dist="38100" dir="2700000" algn="tl">
                    <a:srgbClr val="DDDDDD"/>
                  </a:outerShdw>
                </a:effectLst>
                <a:latin typeface="+mj-lt"/>
              </a:rPr>
              <a:t>:</a:t>
            </a:r>
          </a:p>
          <a:p>
            <a:pPr>
              <a:buFontTx/>
              <a:buNone/>
            </a:pPr>
            <a:endParaRPr lang="en-US" dirty="0">
              <a:solidFill>
                <a:srgbClr val="000000"/>
              </a:solidFill>
              <a:effectLst>
                <a:outerShdw blurRad="38100" dist="38100" dir="2700000" algn="tl">
                  <a:srgbClr val="DDDDDD"/>
                </a:outerShdw>
              </a:effectLst>
              <a:latin typeface="+mj-lt"/>
            </a:endParaRPr>
          </a:p>
          <a:p>
            <a:pPr>
              <a:buFontTx/>
              <a:buNone/>
            </a:pPr>
            <a:endParaRPr lang="en-US" dirty="0">
              <a:solidFill>
                <a:srgbClr val="000000"/>
              </a:solidFill>
              <a:effectLst>
                <a:outerShdw blurRad="38100" dist="38100" dir="2700000" algn="tl">
                  <a:srgbClr val="DDDDDD"/>
                </a:outerShdw>
              </a:effectLst>
              <a:latin typeface="+mj-lt"/>
            </a:endParaRPr>
          </a:p>
          <a:p>
            <a:pPr>
              <a:buFontTx/>
              <a:buNone/>
            </a:pPr>
            <a:endParaRPr lang="en-US" dirty="0">
              <a:solidFill>
                <a:srgbClr val="000000"/>
              </a:solidFill>
              <a:effectLst>
                <a:outerShdw blurRad="38100" dist="38100" dir="2700000" algn="tl">
                  <a:srgbClr val="DDDDDD"/>
                </a:outerShdw>
              </a:effectLst>
              <a:latin typeface="+mj-lt"/>
            </a:endParaRPr>
          </a:p>
          <a:p>
            <a:pPr>
              <a:buFontTx/>
              <a:buNone/>
            </a:pPr>
            <a:endParaRPr lang="en-US" dirty="0">
              <a:solidFill>
                <a:srgbClr val="000000"/>
              </a:solidFill>
              <a:effectLst>
                <a:outerShdw blurRad="38100" dist="38100" dir="2700000" algn="tl">
                  <a:srgbClr val="DDDDDD"/>
                </a:outerShdw>
              </a:effectLst>
              <a:latin typeface="+mj-lt"/>
            </a:endParaRPr>
          </a:p>
          <a:p>
            <a:pPr>
              <a:buFontTx/>
              <a:buNone/>
            </a:pPr>
            <a:r>
              <a:rPr lang="en-US" dirty="0">
                <a:solidFill>
                  <a:srgbClr val="000000"/>
                </a:solidFill>
                <a:effectLst>
                  <a:outerShdw blurRad="38100" dist="38100" dir="2700000" algn="tl">
                    <a:srgbClr val="DDDDDD"/>
                  </a:outerShdw>
                </a:effectLst>
                <a:latin typeface="+mj-lt"/>
              </a:rPr>
              <a:t>   the sum of all observed frequencies divided by the number of categories.</a:t>
            </a:r>
          </a:p>
        </p:txBody>
      </p:sp>
      <p:sp>
        <p:nvSpPr>
          <p:cNvPr id="18436" name="Line 4"/>
          <p:cNvSpPr>
            <a:spLocks noChangeShapeType="1"/>
          </p:cNvSpPr>
          <p:nvPr/>
        </p:nvSpPr>
        <p:spPr bwMode="auto">
          <a:xfrm>
            <a:off x="5651500" y="3581400"/>
            <a:ext cx="889000" cy="0"/>
          </a:xfrm>
          <a:prstGeom prst="line">
            <a:avLst/>
          </a:prstGeom>
          <a:noFill/>
          <a:ln w="3810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a:effectLst>
                <a:outerShdw blurRad="38100" dist="38100" dir="2700000" algn="tl">
                  <a:srgbClr val="000000">
                    <a:alpha val="43137"/>
                  </a:srgbClr>
                </a:outerShdw>
              </a:effectLst>
              <a:ea typeface="ＭＳ Ｐゴシック" pitchFamily="34" charset="-128"/>
              <a:cs typeface="+mn-cs"/>
            </a:endParaRPr>
          </a:p>
        </p:txBody>
      </p:sp>
      <p:sp>
        <p:nvSpPr>
          <p:cNvPr id="18437" name="Rectangle 5"/>
          <p:cNvSpPr>
            <a:spLocks noChangeArrowheads="1"/>
          </p:cNvSpPr>
          <p:nvPr/>
        </p:nvSpPr>
        <p:spPr bwMode="auto">
          <a:xfrm>
            <a:off x="5846764" y="2965450"/>
            <a:ext cx="424797" cy="643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sz="3600">
                <a:effectLst>
                  <a:outerShdw blurRad="38100" dist="38100" dir="2700000" algn="tl">
                    <a:srgbClr val="DDDDDD"/>
                  </a:outerShdw>
                </a:effectLst>
              </a:rPr>
              <a:t>n</a:t>
            </a:r>
          </a:p>
        </p:txBody>
      </p:sp>
      <p:sp>
        <p:nvSpPr>
          <p:cNvPr id="18438" name="Rectangle 6"/>
          <p:cNvSpPr>
            <a:spLocks noChangeArrowheads="1"/>
          </p:cNvSpPr>
          <p:nvPr/>
        </p:nvSpPr>
        <p:spPr bwMode="auto">
          <a:xfrm>
            <a:off x="4475163" y="3225801"/>
            <a:ext cx="803106" cy="705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spcBef>
                <a:spcPct val="20000"/>
              </a:spcBef>
            </a:pPr>
            <a:r>
              <a:rPr lang="en-US" sz="4000">
                <a:effectLst>
                  <a:outerShdw blurRad="38100" dist="38100" dir="2700000" algn="tl">
                    <a:srgbClr val="DDDDDD"/>
                  </a:outerShdw>
                </a:effectLst>
              </a:rPr>
              <a:t>E =</a:t>
            </a:r>
          </a:p>
        </p:txBody>
      </p:sp>
      <p:sp>
        <p:nvSpPr>
          <p:cNvPr id="18439" name="Rectangle 7"/>
          <p:cNvSpPr>
            <a:spLocks noChangeArrowheads="1"/>
          </p:cNvSpPr>
          <p:nvPr/>
        </p:nvSpPr>
        <p:spPr bwMode="auto">
          <a:xfrm>
            <a:off x="5846764" y="3575050"/>
            <a:ext cx="392737" cy="643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sz="3600">
                <a:effectLst>
                  <a:outerShdw blurRad="38100" dist="38100" dir="2700000" algn="tl">
                    <a:srgbClr val="DDDDDD"/>
                  </a:outerShdw>
                </a:effectLst>
              </a:rPr>
              <a:t>k</a:t>
            </a:r>
          </a:p>
        </p:txBody>
      </p:sp>
      <p:cxnSp>
        <p:nvCxnSpPr>
          <p:cNvPr id="9224" name="Straight Connector 2"/>
          <p:cNvCxnSpPr>
            <a:cxnSpLocks noChangeShapeType="1"/>
            <a:stCxn id="18436" idx="0"/>
            <a:endCxn id="18436" idx="1"/>
          </p:cNvCxnSpPr>
          <p:nvPr/>
        </p:nvCxnSpPr>
        <p:spPr bwMode="auto">
          <a:xfrm>
            <a:off x="5651500" y="3581400"/>
            <a:ext cx="889000" cy="0"/>
          </a:xfrm>
          <a:prstGeom prst="line">
            <a:avLst/>
          </a:prstGeom>
          <a:noFill/>
          <a:ln w="57150">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sp>
        <p:nvSpPr>
          <p:cNvPr id="10" name="Rectangle 3"/>
          <p:cNvSpPr txBox="1">
            <a:spLocks noChangeArrowheads="1"/>
          </p:cNvSpPr>
          <p:nvPr/>
        </p:nvSpPr>
        <p:spPr bwMode="auto">
          <a:xfrm>
            <a:off x="3647728" y="260648"/>
            <a:ext cx="6480720" cy="792088"/>
          </a:xfrm>
          <a:prstGeom prst="rect">
            <a:avLst/>
          </a:prstGeom>
          <a:extLst>
            <a:ext uri="{FAA26D3D-D897-4be2-8F04-BA451C77F1D7}">
              <ma14:placeholderFlag xmlns="" xmlns:ma14="http://schemas.microsoft.com/office/mac/drawingml/2011/main" val="1"/>
            </a:ext>
          </a:extLst>
        </p:spPr>
        <p:style>
          <a:lnRef idx="2">
            <a:schemeClr val="accent2"/>
          </a:lnRef>
          <a:fillRef idx="1">
            <a:schemeClr val="lt1"/>
          </a:fillRef>
          <a:effectRef idx="0">
            <a:schemeClr val="accent2"/>
          </a:effectRef>
          <a:fontRef idx="minor">
            <a:schemeClr val="dk1"/>
          </a:fontRef>
        </p:style>
        <p:txBody>
          <a:bodyPr vert="horz" wrap="square" lIns="90488" tIns="44450" rIns="90488" bIns="44450" numCol="1" anchor="ctr" anchorCtr="0" compatLnSpc="1">
            <a:prstTxWarp prst="textNoShape">
              <a:avLst/>
            </a:prstTxWarp>
          </a:bodyPr>
          <a:lstStyle>
            <a:lvl1pPr algn="ctr" rtl="0" eaLnBrk="0" fontAlgn="base" hangingPunct="0">
              <a:spcBef>
                <a:spcPct val="0"/>
              </a:spcBef>
              <a:spcAft>
                <a:spcPct val="0"/>
              </a:spcAft>
              <a:defRPr sz="3600" kern="1200">
                <a:solidFill>
                  <a:schemeClr val="dk1"/>
                </a:solidFill>
                <a:latin typeface="+mn-lt"/>
                <a:ea typeface="+mn-ea"/>
                <a:cs typeface="+mn-cs"/>
              </a:defRPr>
            </a:lvl1pPr>
            <a:lvl2pPr algn="ctr" rtl="0" eaLnBrk="0" fontAlgn="base" hangingPunct="0">
              <a:spcBef>
                <a:spcPct val="0"/>
              </a:spcBef>
              <a:spcAft>
                <a:spcPct val="0"/>
              </a:spcAft>
              <a:defRPr sz="3600">
                <a:solidFill>
                  <a:schemeClr val="dk1"/>
                </a:solidFill>
                <a:latin typeface="+mn-lt"/>
                <a:ea typeface="+mn-ea"/>
                <a:cs typeface="+mn-cs"/>
              </a:defRPr>
            </a:lvl2pPr>
            <a:lvl3pPr algn="ctr" rtl="0" eaLnBrk="0" fontAlgn="base" hangingPunct="0">
              <a:spcBef>
                <a:spcPct val="0"/>
              </a:spcBef>
              <a:spcAft>
                <a:spcPct val="0"/>
              </a:spcAft>
              <a:defRPr sz="3600">
                <a:solidFill>
                  <a:schemeClr val="dk1"/>
                </a:solidFill>
                <a:latin typeface="+mn-lt"/>
                <a:ea typeface="+mn-ea"/>
                <a:cs typeface="+mn-cs"/>
              </a:defRPr>
            </a:lvl3pPr>
            <a:lvl4pPr algn="ctr" rtl="0" eaLnBrk="0" fontAlgn="base" hangingPunct="0">
              <a:spcBef>
                <a:spcPct val="0"/>
              </a:spcBef>
              <a:spcAft>
                <a:spcPct val="0"/>
              </a:spcAft>
              <a:defRPr sz="3600">
                <a:solidFill>
                  <a:schemeClr val="dk1"/>
                </a:solidFill>
                <a:latin typeface="+mn-lt"/>
                <a:ea typeface="+mn-ea"/>
                <a:cs typeface="+mn-cs"/>
              </a:defRPr>
            </a:lvl4pPr>
            <a:lvl5pPr algn="ctr" rtl="0" eaLnBrk="0" fontAlgn="base" hangingPunct="0">
              <a:spcBef>
                <a:spcPct val="0"/>
              </a:spcBef>
              <a:spcAft>
                <a:spcPct val="0"/>
              </a:spcAft>
              <a:defRPr sz="3600">
                <a:solidFill>
                  <a:schemeClr val="dk1"/>
                </a:solidFill>
                <a:latin typeface="+mn-lt"/>
                <a:ea typeface="+mn-ea"/>
                <a:cs typeface="+mn-cs"/>
              </a:defRPr>
            </a:lvl5pPr>
            <a:lvl6pPr marL="457200" algn="ctr" rtl="0" fontAlgn="base">
              <a:spcBef>
                <a:spcPct val="0"/>
              </a:spcBef>
              <a:spcAft>
                <a:spcPct val="0"/>
              </a:spcAft>
              <a:defRPr sz="3600">
                <a:solidFill>
                  <a:schemeClr val="dk1"/>
                </a:solidFill>
                <a:latin typeface="+mn-lt"/>
                <a:ea typeface="+mn-ea"/>
                <a:cs typeface="+mn-cs"/>
              </a:defRPr>
            </a:lvl6pPr>
            <a:lvl7pPr marL="914400" algn="ctr" rtl="0" fontAlgn="base">
              <a:spcBef>
                <a:spcPct val="0"/>
              </a:spcBef>
              <a:spcAft>
                <a:spcPct val="0"/>
              </a:spcAft>
              <a:defRPr sz="3600">
                <a:solidFill>
                  <a:schemeClr val="dk1"/>
                </a:solidFill>
                <a:latin typeface="+mn-lt"/>
                <a:ea typeface="+mn-ea"/>
                <a:cs typeface="+mn-cs"/>
              </a:defRPr>
            </a:lvl7pPr>
            <a:lvl8pPr marL="1371600" algn="ctr" rtl="0" fontAlgn="base">
              <a:spcBef>
                <a:spcPct val="0"/>
              </a:spcBef>
              <a:spcAft>
                <a:spcPct val="0"/>
              </a:spcAft>
              <a:defRPr sz="3600">
                <a:solidFill>
                  <a:schemeClr val="dk1"/>
                </a:solidFill>
                <a:latin typeface="+mn-lt"/>
                <a:ea typeface="+mn-ea"/>
                <a:cs typeface="+mn-cs"/>
              </a:defRPr>
            </a:lvl8pPr>
            <a:lvl9pPr marL="1828800" algn="ctr" rtl="0" fontAlgn="base">
              <a:spcBef>
                <a:spcPct val="0"/>
              </a:spcBef>
              <a:spcAft>
                <a:spcPct val="0"/>
              </a:spcAft>
              <a:defRPr sz="3600">
                <a:solidFill>
                  <a:schemeClr val="dk1"/>
                </a:solidFill>
                <a:latin typeface="+mn-lt"/>
                <a:ea typeface="+mn-ea"/>
                <a:cs typeface="+mn-cs"/>
              </a:defRPr>
            </a:lvl9pPr>
          </a:lstStyle>
          <a:p>
            <a:r>
              <a:rPr lang="en-US" sz="4000" dirty="0">
                <a:solidFill>
                  <a:srgbClr val="000000"/>
                </a:solidFill>
              </a:rPr>
              <a:t>Expected Frequencies</a:t>
            </a:r>
          </a:p>
        </p:txBody>
      </p:sp>
      <p:sp>
        <p:nvSpPr>
          <p:cNvPr id="2" name="Slide Number Placeholder 1"/>
          <p:cNvSpPr>
            <a:spLocks noGrp="1"/>
          </p:cNvSpPr>
          <p:nvPr>
            <p:ph type="sldNum" sz="quarter" idx="10"/>
          </p:nvPr>
        </p:nvSpPr>
        <p:spPr/>
        <p:txBody>
          <a:bodyPr/>
          <a:lstStyle/>
          <a:p>
            <a:pPr>
              <a:defRPr/>
            </a:pPr>
            <a:fld id="{72AD96D6-FCAC-BF48-A744-D10BE5BBB539}" type="slidenum">
              <a:rPr lang="en-US" smtClean="0"/>
              <a:pPr>
                <a:defRPr/>
              </a:pPr>
              <a:t>9</a:t>
            </a:fld>
            <a:endParaRPr lang="en-US"/>
          </a:p>
        </p:txBody>
      </p:sp>
    </p:spTree>
    <p:extLst>
      <p:ext uri="{BB962C8B-B14F-4D97-AF65-F5344CB8AC3E}">
        <p14:creationId xmlns:p14="http://schemas.microsoft.com/office/powerpoint/2010/main" val="3348533427"/>
      </p:ext>
    </p:extLst>
  </p:cSld>
  <p:clrMapOvr>
    <a:masterClrMapping/>
  </p:clrMapOvr>
  <p:transition>
    <p:zoom dir="in"/>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7" name="Rectangle 3"/>
          <p:cNvSpPr>
            <a:spLocks noGrp="1" noChangeArrowheads="1"/>
          </p:cNvSpPr>
          <p:nvPr>
            <p:ph type="body" idx="1"/>
          </p:nvPr>
        </p:nvSpPr>
        <p:spPr>
          <a:xfrm>
            <a:off x="1703512" y="1412776"/>
            <a:ext cx="8888288" cy="4800600"/>
          </a:xfrm>
          <a:extLst>
            <a:ext uri="{91240B29-F687-4F45-9708-019B960494DF}">
              <a14:hiddenLine xmlns:a14="http://schemas.microsoft.com/office/drawing/2010/main" w="12700">
                <a:solidFill>
                  <a:schemeClr val="tx1"/>
                </a:solidFill>
                <a:miter lim="800000"/>
                <a:headEnd/>
                <a:tailEnd/>
              </a14:hiddenLine>
            </a:ext>
          </a:extLst>
        </p:spPr>
        <p:txBody>
          <a:bodyPr vert="horz" wrap="square" lIns="90488" tIns="44450" rIns="90488" bIns="44450" numCol="1" anchor="t" anchorCtr="0" compatLnSpc="1">
            <a:prstTxWarp prst="textNoShape">
              <a:avLst/>
            </a:prstTxWarp>
          </a:bodyPr>
          <a:lstStyle/>
          <a:p>
            <a:pPr>
              <a:buFontTx/>
              <a:buNone/>
            </a:pPr>
            <a:r>
              <a:rPr lang="en-US" dirty="0">
                <a:effectLst>
                  <a:outerShdw blurRad="38100" dist="38100" dir="2700000" algn="tl">
                    <a:srgbClr val="DDDDDD"/>
                  </a:outerShdw>
                </a:effectLst>
                <a:latin typeface="+mj-lt"/>
              </a:rPr>
              <a:t>  If all expected frequencies are </a:t>
            </a:r>
            <a:r>
              <a:rPr lang="en-US" b="1" dirty="0">
                <a:solidFill>
                  <a:srgbClr val="0000FF"/>
                </a:solidFill>
                <a:effectLst>
                  <a:outerShdw blurRad="38100" dist="38100" dir="2700000" algn="tl">
                    <a:srgbClr val="DDDDDD"/>
                  </a:outerShdw>
                </a:effectLst>
                <a:latin typeface="+mj-lt"/>
              </a:rPr>
              <a:t>not all equal</a:t>
            </a:r>
            <a:r>
              <a:rPr lang="en-US" dirty="0">
                <a:effectLst>
                  <a:outerShdw blurRad="38100" dist="38100" dir="2700000" algn="tl">
                    <a:srgbClr val="DDDDDD"/>
                  </a:outerShdw>
                </a:effectLst>
                <a:latin typeface="+mj-lt"/>
              </a:rPr>
              <a:t>:</a:t>
            </a:r>
          </a:p>
          <a:p>
            <a:pPr>
              <a:buFontTx/>
              <a:buNone/>
            </a:pPr>
            <a:endParaRPr lang="en-US" dirty="0">
              <a:effectLst>
                <a:outerShdw blurRad="38100" dist="38100" dir="2700000" algn="tl">
                  <a:srgbClr val="DDDDDD"/>
                </a:outerShdw>
              </a:effectLst>
              <a:latin typeface="+mj-lt"/>
            </a:endParaRPr>
          </a:p>
          <a:p>
            <a:pPr>
              <a:buFontTx/>
              <a:buNone/>
            </a:pPr>
            <a:endParaRPr lang="en-US" dirty="0">
              <a:effectLst>
                <a:outerShdw blurRad="38100" dist="38100" dir="2700000" algn="tl">
                  <a:srgbClr val="DDDDDD"/>
                </a:outerShdw>
              </a:effectLst>
              <a:latin typeface="+mj-lt"/>
            </a:endParaRPr>
          </a:p>
          <a:p>
            <a:pPr>
              <a:buFontTx/>
              <a:buNone/>
            </a:pPr>
            <a:endParaRPr lang="en-US" dirty="0">
              <a:effectLst>
                <a:outerShdw blurRad="38100" dist="38100" dir="2700000" algn="tl">
                  <a:srgbClr val="DDDDDD"/>
                </a:outerShdw>
              </a:effectLst>
              <a:latin typeface="+mj-lt"/>
            </a:endParaRPr>
          </a:p>
          <a:p>
            <a:pPr>
              <a:buFontTx/>
              <a:buNone/>
            </a:pPr>
            <a:r>
              <a:rPr lang="en-US" sz="2800" dirty="0">
                <a:effectLst>
                  <a:outerShdw blurRad="38100" dist="38100" dir="2700000" algn="tl">
                    <a:srgbClr val="DDDDDD"/>
                  </a:outerShdw>
                </a:effectLst>
                <a:latin typeface="+mj-lt"/>
              </a:rPr>
              <a:t>    each expected frequency is found by </a:t>
            </a:r>
            <a:r>
              <a:rPr lang="en-US" sz="2800" dirty="0">
                <a:solidFill>
                  <a:srgbClr val="FF0000"/>
                </a:solidFill>
                <a:effectLst>
                  <a:outerShdw blurRad="38100" dist="38100" dir="2700000" algn="tl">
                    <a:srgbClr val="DDDDDD"/>
                  </a:outerShdw>
                </a:effectLst>
                <a:latin typeface="+mj-lt"/>
              </a:rPr>
              <a:t>multiplying</a:t>
            </a:r>
            <a:r>
              <a:rPr lang="en-US" sz="2800" dirty="0">
                <a:effectLst>
                  <a:outerShdw blurRad="38100" dist="38100" dir="2700000" algn="tl">
                    <a:srgbClr val="DDDDDD"/>
                  </a:outerShdw>
                </a:effectLst>
                <a:latin typeface="+mj-lt"/>
              </a:rPr>
              <a:t> the sum of all observed frequencies (n) by the probability for the category (p).</a:t>
            </a:r>
          </a:p>
        </p:txBody>
      </p:sp>
      <p:sp>
        <p:nvSpPr>
          <p:cNvPr id="88068" name="Rectangle 4"/>
          <p:cNvSpPr>
            <a:spLocks noChangeArrowheads="1"/>
          </p:cNvSpPr>
          <p:nvPr/>
        </p:nvSpPr>
        <p:spPr bwMode="auto">
          <a:xfrm>
            <a:off x="4495800" y="2420888"/>
            <a:ext cx="2021588" cy="8284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spcBef>
                <a:spcPct val="20000"/>
              </a:spcBef>
            </a:pPr>
            <a:r>
              <a:rPr lang="en-US" sz="4800" dirty="0">
                <a:effectLst>
                  <a:outerShdw blurRad="38100" dist="38100" dir="2700000" algn="tl">
                    <a:srgbClr val="DDDDDD"/>
                  </a:outerShdw>
                </a:effectLst>
              </a:rPr>
              <a:t>E = n*p</a:t>
            </a:r>
          </a:p>
        </p:txBody>
      </p:sp>
      <p:sp>
        <p:nvSpPr>
          <p:cNvPr id="6" name="Rectangle 3"/>
          <p:cNvSpPr txBox="1">
            <a:spLocks noChangeArrowheads="1"/>
          </p:cNvSpPr>
          <p:nvPr/>
        </p:nvSpPr>
        <p:spPr bwMode="auto">
          <a:xfrm>
            <a:off x="3647728" y="260648"/>
            <a:ext cx="6480720" cy="792088"/>
          </a:xfrm>
          <a:prstGeom prst="rect">
            <a:avLst/>
          </a:prstGeom>
          <a:extLst>
            <a:ext uri="{FAA26D3D-D897-4be2-8F04-BA451C77F1D7}">
              <ma14:placeholderFlag xmlns="" xmlns:ma14="http://schemas.microsoft.com/office/mac/drawingml/2011/main" val="1"/>
            </a:ext>
          </a:extLst>
        </p:spPr>
        <p:style>
          <a:lnRef idx="2">
            <a:schemeClr val="accent2"/>
          </a:lnRef>
          <a:fillRef idx="1">
            <a:schemeClr val="lt1"/>
          </a:fillRef>
          <a:effectRef idx="0">
            <a:schemeClr val="accent2"/>
          </a:effectRef>
          <a:fontRef idx="minor">
            <a:schemeClr val="dk1"/>
          </a:fontRef>
        </p:style>
        <p:txBody>
          <a:bodyPr vert="horz" wrap="square" lIns="90488" tIns="44450" rIns="90488" bIns="44450" numCol="1" anchor="ctr" anchorCtr="0" compatLnSpc="1">
            <a:prstTxWarp prst="textNoShape">
              <a:avLst/>
            </a:prstTxWarp>
          </a:bodyPr>
          <a:lstStyle>
            <a:lvl1pPr algn="ctr" rtl="0" eaLnBrk="0" fontAlgn="base" hangingPunct="0">
              <a:spcBef>
                <a:spcPct val="0"/>
              </a:spcBef>
              <a:spcAft>
                <a:spcPct val="0"/>
              </a:spcAft>
              <a:defRPr sz="3600" kern="1200">
                <a:solidFill>
                  <a:schemeClr val="dk1"/>
                </a:solidFill>
                <a:latin typeface="+mn-lt"/>
                <a:ea typeface="+mn-ea"/>
                <a:cs typeface="+mn-cs"/>
              </a:defRPr>
            </a:lvl1pPr>
            <a:lvl2pPr algn="ctr" rtl="0" eaLnBrk="0" fontAlgn="base" hangingPunct="0">
              <a:spcBef>
                <a:spcPct val="0"/>
              </a:spcBef>
              <a:spcAft>
                <a:spcPct val="0"/>
              </a:spcAft>
              <a:defRPr sz="3600">
                <a:solidFill>
                  <a:schemeClr val="dk1"/>
                </a:solidFill>
                <a:latin typeface="+mn-lt"/>
                <a:ea typeface="+mn-ea"/>
                <a:cs typeface="+mn-cs"/>
              </a:defRPr>
            </a:lvl2pPr>
            <a:lvl3pPr algn="ctr" rtl="0" eaLnBrk="0" fontAlgn="base" hangingPunct="0">
              <a:spcBef>
                <a:spcPct val="0"/>
              </a:spcBef>
              <a:spcAft>
                <a:spcPct val="0"/>
              </a:spcAft>
              <a:defRPr sz="3600">
                <a:solidFill>
                  <a:schemeClr val="dk1"/>
                </a:solidFill>
                <a:latin typeface="+mn-lt"/>
                <a:ea typeface="+mn-ea"/>
                <a:cs typeface="+mn-cs"/>
              </a:defRPr>
            </a:lvl3pPr>
            <a:lvl4pPr algn="ctr" rtl="0" eaLnBrk="0" fontAlgn="base" hangingPunct="0">
              <a:spcBef>
                <a:spcPct val="0"/>
              </a:spcBef>
              <a:spcAft>
                <a:spcPct val="0"/>
              </a:spcAft>
              <a:defRPr sz="3600">
                <a:solidFill>
                  <a:schemeClr val="dk1"/>
                </a:solidFill>
                <a:latin typeface="+mn-lt"/>
                <a:ea typeface="+mn-ea"/>
                <a:cs typeface="+mn-cs"/>
              </a:defRPr>
            </a:lvl4pPr>
            <a:lvl5pPr algn="ctr" rtl="0" eaLnBrk="0" fontAlgn="base" hangingPunct="0">
              <a:spcBef>
                <a:spcPct val="0"/>
              </a:spcBef>
              <a:spcAft>
                <a:spcPct val="0"/>
              </a:spcAft>
              <a:defRPr sz="3600">
                <a:solidFill>
                  <a:schemeClr val="dk1"/>
                </a:solidFill>
                <a:latin typeface="+mn-lt"/>
                <a:ea typeface="+mn-ea"/>
                <a:cs typeface="+mn-cs"/>
              </a:defRPr>
            </a:lvl5pPr>
            <a:lvl6pPr marL="457200" algn="ctr" rtl="0" fontAlgn="base">
              <a:spcBef>
                <a:spcPct val="0"/>
              </a:spcBef>
              <a:spcAft>
                <a:spcPct val="0"/>
              </a:spcAft>
              <a:defRPr sz="3600">
                <a:solidFill>
                  <a:schemeClr val="dk1"/>
                </a:solidFill>
                <a:latin typeface="+mn-lt"/>
                <a:ea typeface="+mn-ea"/>
                <a:cs typeface="+mn-cs"/>
              </a:defRPr>
            </a:lvl6pPr>
            <a:lvl7pPr marL="914400" algn="ctr" rtl="0" fontAlgn="base">
              <a:spcBef>
                <a:spcPct val="0"/>
              </a:spcBef>
              <a:spcAft>
                <a:spcPct val="0"/>
              </a:spcAft>
              <a:defRPr sz="3600">
                <a:solidFill>
                  <a:schemeClr val="dk1"/>
                </a:solidFill>
                <a:latin typeface="+mn-lt"/>
                <a:ea typeface="+mn-ea"/>
                <a:cs typeface="+mn-cs"/>
              </a:defRPr>
            </a:lvl7pPr>
            <a:lvl8pPr marL="1371600" algn="ctr" rtl="0" fontAlgn="base">
              <a:spcBef>
                <a:spcPct val="0"/>
              </a:spcBef>
              <a:spcAft>
                <a:spcPct val="0"/>
              </a:spcAft>
              <a:defRPr sz="3600">
                <a:solidFill>
                  <a:schemeClr val="dk1"/>
                </a:solidFill>
                <a:latin typeface="+mn-lt"/>
                <a:ea typeface="+mn-ea"/>
                <a:cs typeface="+mn-cs"/>
              </a:defRPr>
            </a:lvl8pPr>
            <a:lvl9pPr marL="1828800" algn="ctr" rtl="0" fontAlgn="base">
              <a:spcBef>
                <a:spcPct val="0"/>
              </a:spcBef>
              <a:spcAft>
                <a:spcPct val="0"/>
              </a:spcAft>
              <a:defRPr sz="3600">
                <a:solidFill>
                  <a:schemeClr val="dk1"/>
                </a:solidFill>
                <a:latin typeface="+mn-lt"/>
                <a:ea typeface="+mn-ea"/>
                <a:cs typeface="+mn-cs"/>
              </a:defRPr>
            </a:lvl9pPr>
          </a:lstStyle>
          <a:p>
            <a:r>
              <a:rPr lang="en-US" sz="4000" dirty="0">
                <a:solidFill>
                  <a:srgbClr val="000000"/>
                </a:solidFill>
              </a:rPr>
              <a:t>Expected Frequencies </a:t>
            </a:r>
            <a:r>
              <a:rPr lang="en-US" sz="1800" dirty="0">
                <a:solidFill>
                  <a:srgbClr val="000000"/>
                </a:solidFill>
              </a:rPr>
              <a:t>(cont.)</a:t>
            </a:r>
          </a:p>
        </p:txBody>
      </p:sp>
      <p:sp>
        <p:nvSpPr>
          <p:cNvPr id="2" name="Slide Number Placeholder 1"/>
          <p:cNvSpPr>
            <a:spLocks noGrp="1"/>
          </p:cNvSpPr>
          <p:nvPr>
            <p:ph type="sldNum" sz="quarter" idx="10"/>
          </p:nvPr>
        </p:nvSpPr>
        <p:spPr/>
        <p:txBody>
          <a:bodyPr/>
          <a:lstStyle/>
          <a:p>
            <a:pPr>
              <a:defRPr/>
            </a:pPr>
            <a:fld id="{72AD96D6-FCAC-BF48-A744-D10BE5BBB539}" type="slidenum">
              <a:rPr lang="en-US" smtClean="0"/>
              <a:pPr>
                <a:defRPr/>
              </a:pPr>
              <a:t>10</a:t>
            </a:fld>
            <a:endParaRPr lang="en-US"/>
          </a:p>
        </p:txBody>
      </p:sp>
    </p:spTree>
    <p:extLst>
      <p:ext uri="{BB962C8B-B14F-4D97-AF65-F5344CB8AC3E}">
        <p14:creationId xmlns:p14="http://schemas.microsoft.com/office/powerpoint/2010/main" val="1761019066"/>
      </p:ext>
    </p:extLst>
  </p:cSld>
  <p:clrMapOvr>
    <a:masterClrMapping/>
  </p:clrMapOvr>
  <p:transition>
    <p:zoom/>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a:xfrm>
            <a:off x="1775520" y="1340768"/>
            <a:ext cx="8424936" cy="2448272"/>
          </a:xfrm>
          <a:extLst>
            <a:ext uri="{91240B29-F687-4F45-9708-019B960494DF}">
              <a14:hiddenLine xmlns:a14="http://schemas.microsoft.com/office/drawing/2010/main" w="12700">
                <a:solidFill>
                  <a:schemeClr val="tx1"/>
                </a:solidFill>
                <a:miter lim="800000"/>
                <a:headEnd/>
                <a:tailEnd/>
              </a14:hiddenLine>
            </a:ext>
          </a:extLst>
        </p:spPr>
        <p:txBody>
          <a:bodyPr vert="horz" wrap="square" lIns="90488" tIns="44450" rIns="90488" bIns="44450" numCol="1" anchor="t" anchorCtr="0" compatLnSpc="1">
            <a:prstTxWarp prst="textNoShape">
              <a:avLst/>
            </a:prstTxWarp>
          </a:bodyPr>
          <a:lstStyle/>
          <a:p>
            <a:pPr algn="l"/>
            <a:r>
              <a:rPr lang="en-US" sz="2800" b="1" dirty="0">
                <a:solidFill>
                  <a:srgbClr val="0000FF"/>
                </a:solidFill>
                <a:effectLst>
                  <a:outerShdw blurRad="38100" dist="38100" dir="2700000" algn="tl">
                    <a:srgbClr val="DDDDDD"/>
                  </a:outerShdw>
                </a:effectLst>
              </a:rPr>
              <a:t>Key Question :</a:t>
            </a:r>
            <a:br>
              <a:rPr lang="en-US" sz="2800" b="1" dirty="0">
                <a:effectLst>
                  <a:outerShdw blurRad="38100" dist="38100" dir="2700000" algn="tl">
                    <a:srgbClr val="DDDDDD"/>
                  </a:outerShdw>
                </a:effectLst>
              </a:rPr>
            </a:br>
            <a:br>
              <a:rPr lang="en-US" sz="2800" b="1" dirty="0">
                <a:effectLst>
                  <a:outerShdw blurRad="38100" dist="38100" dir="2700000" algn="tl">
                    <a:srgbClr val="DDDDDD"/>
                  </a:outerShdw>
                </a:effectLst>
              </a:rPr>
            </a:br>
            <a:r>
              <a:rPr lang="en-US" sz="2800" dirty="0">
                <a:effectLst>
                  <a:outerShdw blurRad="38100" dist="38100" dir="2700000" algn="tl">
                    <a:srgbClr val="DDDDDD"/>
                  </a:outerShdw>
                </a:effectLst>
              </a:rPr>
              <a:t>Are the differences between the </a:t>
            </a:r>
            <a:r>
              <a:rPr lang="en-US" sz="2800" b="1" dirty="0">
                <a:solidFill>
                  <a:srgbClr val="FF0000"/>
                </a:solidFill>
                <a:effectLst>
                  <a:outerShdw blurRad="38100" dist="38100" dir="2700000" algn="tl">
                    <a:srgbClr val="DDDDDD"/>
                  </a:outerShdw>
                </a:effectLst>
              </a:rPr>
              <a:t>observed values (O) </a:t>
            </a:r>
            <a:r>
              <a:rPr lang="en-US" sz="2800" dirty="0">
                <a:effectLst>
                  <a:outerShdw blurRad="38100" dist="38100" dir="2700000" algn="tl">
                    <a:srgbClr val="DDDDDD"/>
                  </a:outerShdw>
                </a:effectLst>
              </a:rPr>
              <a:t>and the theoretically </a:t>
            </a:r>
            <a:r>
              <a:rPr lang="en-US" sz="2800" b="1" dirty="0">
                <a:solidFill>
                  <a:srgbClr val="008000"/>
                </a:solidFill>
                <a:effectLst>
                  <a:outerShdw blurRad="38100" dist="38100" dir="2700000" algn="tl">
                    <a:srgbClr val="DDDDDD"/>
                  </a:outerShdw>
                </a:effectLst>
              </a:rPr>
              <a:t>expected values (E)</a:t>
            </a:r>
            <a:r>
              <a:rPr lang="en-US" sz="2800" dirty="0">
                <a:effectLst>
                  <a:outerShdw blurRad="38100" dist="38100" dir="2700000" algn="tl">
                    <a:srgbClr val="DDDDDD"/>
                  </a:outerShdw>
                </a:effectLst>
              </a:rPr>
              <a:t> statistically significant?</a:t>
            </a:r>
          </a:p>
        </p:txBody>
      </p:sp>
      <p:sp>
        <p:nvSpPr>
          <p:cNvPr id="3" name="Rectangle 3"/>
          <p:cNvSpPr txBox="1">
            <a:spLocks noChangeArrowheads="1"/>
          </p:cNvSpPr>
          <p:nvPr/>
        </p:nvSpPr>
        <p:spPr bwMode="auto">
          <a:xfrm>
            <a:off x="3647728" y="260648"/>
            <a:ext cx="6480720" cy="792088"/>
          </a:xfrm>
          <a:prstGeom prst="rect">
            <a:avLst/>
          </a:prstGeom>
          <a:extLst>
            <a:ext uri="{FAA26D3D-D897-4be2-8F04-BA451C77F1D7}">
              <ma14:placeholderFlag xmlns="" xmlns:ma14="http://schemas.microsoft.com/office/mac/drawingml/2011/main" val="1"/>
            </a:ext>
          </a:extLst>
        </p:spPr>
        <p:style>
          <a:lnRef idx="2">
            <a:schemeClr val="accent2"/>
          </a:lnRef>
          <a:fillRef idx="1">
            <a:schemeClr val="lt1"/>
          </a:fillRef>
          <a:effectRef idx="0">
            <a:schemeClr val="accent2"/>
          </a:effectRef>
          <a:fontRef idx="minor">
            <a:schemeClr val="dk1"/>
          </a:fontRef>
        </p:style>
        <p:txBody>
          <a:bodyPr vert="horz" wrap="square" lIns="90488" tIns="44450" rIns="90488" bIns="44450" numCol="1" anchor="ctr" anchorCtr="0" compatLnSpc="1">
            <a:prstTxWarp prst="textNoShape">
              <a:avLst/>
            </a:prstTxWarp>
          </a:bodyPr>
          <a:lstStyle>
            <a:lvl1pPr algn="ctr" rtl="0" eaLnBrk="0" fontAlgn="base" hangingPunct="0">
              <a:spcBef>
                <a:spcPct val="0"/>
              </a:spcBef>
              <a:spcAft>
                <a:spcPct val="0"/>
              </a:spcAft>
              <a:defRPr sz="3600" kern="1200">
                <a:solidFill>
                  <a:schemeClr val="dk1"/>
                </a:solidFill>
                <a:latin typeface="+mn-lt"/>
                <a:ea typeface="+mn-ea"/>
                <a:cs typeface="+mn-cs"/>
              </a:defRPr>
            </a:lvl1pPr>
            <a:lvl2pPr algn="ctr" rtl="0" eaLnBrk="0" fontAlgn="base" hangingPunct="0">
              <a:spcBef>
                <a:spcPct val="0"/>
              </a:spcBef>
              <a:spcAft>
                <a:spcPct val="0"/>
              </a:spcAft>
              <a:defRPr sz="3600">
                <a:solidFill>
                  <a:schemeClr val="dk1"/>
                </a:solidFill>
                <a:latin typeface="+mn-lt"/>
                <a:ea typeface="+mn-ea"/>
                <a:cs typeface="+mn-cs"/>
              </a:defRPr>
            </a:lvl2pPr>
            <a:lvl3pPr algn="ctr" rtl="0" eaLnBrk="0" fontAlgn="base" hangingPunct="0">
              <a:spcBef>
                <a:spcPct val="0"/>
              </a:spcBef>
              <a:spcAft>
                <a:spcPct val="0"/>
              </a:spcAft>
              <a:defRPr sz="3600">
                <a:solidFill>
                  <a:schemeClr val="dk1"/>
                </a:solidFill>
                <a:latin typeface="+mn-lt"/>
                <a:ea typeface="+mn-ea"/>
                <a:cs typeface="+mn-cs"/>
              </a:defRPr>
            </a:lvl3pPr>
            <a:lvl4pPr algn="ctr" rtl="0" eaLnBrk="0" fontAlgn="base" hangingPunct="0">
              <a:spcBef>
                <a:spcPct val="0"/>
              </a:spcBef>
              <a:spcAft>
                <a:spcPct val="0"/>
              </a:spcAft>
              <a:defRPr sz="3600">
                <a:solidFill>
                  <a:schemeClr val="dk1"/>
                </a:solidFill>
                <a:latin typeface="+mn-lt"/>
                <a:ea typeface="+mn-ea"/>
                <a:cs typeface="+mn-cs"/>
              </a:defRPr>
            </a:lvl4pPr>
            <a:lvl5pPr algn="ctr" rtl="0" eaLnBrk="0" fontAlgn="base" hangingPunct="0">
              <a:spcBef>
                <a:spcPct val="0"/>
              </a:spcBef>
              <a:spcAft>
                <a:spcPct val="0"/>
              </a:spcAft>
              <a:defRPr sz="3600">
                <a:solidFill>
                  <a:schemeClr val="dk1"/>
                </a:solidFill>
                <a:latin typeface="+mn-lt"/>
                <a:ea typeface="+mn-ea"/>
                <a:cs typeface="+mn-cs"/>
              </a:defRPr>
            </a:lvl5pPr>
            <a:lvl6pPr marL="457200" algn="ctr" rtl="0" fontAlgn="base">
              <a:spcBef>
                <a:spcPct val="0"/>
              </a:spcBef>
              <a:spcAft>
                <a:spcPct val="0"/>
              </a:spcAft>
              <a:defRPr sz="3600">
                <a:solidFill>
                  <a:schemeClr val="dk1"/>
                </a:solidFill>
                <a:latin typeface="+mn-lt"/>
                <a:ea typeface="+mn-ea"/>
                <a:cs typeface="+mn-cs"/>
              </a:defRPr>
            </a:lvl6pPr>
            <a:lvl7pPr marL="914400" algn="ctr" rtl="0" fontAlgn="base">
              <a:spcBef>
                <a:spcPct val="0"/>
              </a:spcBef>
              <a:spcAft>
                <a:spcPct val="0"/>
              </a:spcAft>
              <a:defRPr sz="3600">
                <a:solidFill>
                  <a:schemeClr val="dk1"/>
                </a:solidFill>
                <a:latin typeface="+mn-lt"/>
                <a:ea typeface="+mn-ea"/>
                <a:cs typeface="+mn-cs"/>
              </a:defRPr>
            </a:lvl7pPr>
            <a:lvl8pPr marL="1371600" algn="ctr" rtl="0" fontAlgn="base">
              <a:spcBef>
                <a:spcPct val="0"/>
              </a:spcBef>
              <a:spcAft>
                <a:spcPct val="0"/>
              </a:spcAft>
              <a:defRPr sz="3600">
                <a:solidFill>
                  <a:schemeClr val="dk1"/>
                </a:solidFill>
                <a:latin typeface="+mn-lt"/>
                <a:ea typeface="+mn-ea"/>
                <a:cs typeface="+mn-cs"/>
              </a:defRPr>
            </a:lvl8pPr>
            <a:lvl9pPr marL="1828800" algn="ctr" rtl="0" fontAlgn="base">
              <a:spcBef>
                <a:spcPct val="0"/>
              </a:spcBef>
              <a:spcAft>
                <a:spcPct val="0"/>
              </a:spcAft>
              <a:defRPr sz="3600">
                <a:solidFill>
                  <a:schemeClr val="dk1"/>
                </a:solidFill>
                <a:latin typeface="+mn-lt"/>
                <a:ea typeface="+mn-ea"/>
                <a:cs typeface="+mn-cs"/>
              </a:defRPr>
            </a:lvl9pPr>
          </a:lstStyle>
          <a:p>
            <a:r>
              <a:rPr lang="en-US" sz="4000" dirty="0">
                <a:solidFill>
                  <a:srgbClr val="000000"/>
                </a:solidFill>
              </a:rPr>
              <a:t>Expected Frequencies </a:t>
            </a:r>
            <a:r>
              <a:rPr lang="en-US" sz="1800" dirty="0">
                <a:solidFill>
                  <a:srgbClr val="000000"/>
                </a:solidFill>
              </a:rPr>
              <a:t>(cont.)</a:t>
            </a:r>
          </a:p>
        </p:txBody>
      </p:sp>
      <p:sp>
        <p:nvSpPr>
          <p:cNvPr id="5" name="Rectangle 2"/>
          <p:cNvSpPr txBox="1">
            <a:spLocks noChangeArrowheads="1"/>
          </p:cNvSpPr>
          <p:nvPr/>
        </p:nvSpPr>
        <p:spPr bwMode="auto">
          <a:xfrm>
            <a:off x="1703512" y="3861048"/>
            <a:ext cx="8424936" cy="2448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FAA26D3D-D897-4be2-8F04-BA451C77F1D7}">
              <ma14:placeholderFlag xmlns="" xmlns:ma14="http://schemas.microsoft.com/office/mac/drawingml/2011/main" val="1"/>
            </a:ext>
          </a:extLst>
        </p:spPr>
        <p:txBody>
          <a:bodyPr vert="horz" wrap="square" lIns="90488" tIns="44450" rIns="90488" bIns="44450" numCol="1" anchor="ctr" anchorCtr="0" compatLnSpc="1">
            <a:prstTxWarp prst="textNoShape">
              <a:avLst/>
            </a:prstTxWarp>
          </a:bodyPr>
          <a:lstStyle>
            <a:lvl1pPr algn="ctr" rtl="0" eaLnBrk="0" fontAlgn="base" hangingPunct="0">
              <a:spcBef>
                <a:spcPct val="0"/>
              </a:spcBef>
              <a:spcAft>
                <a:spcPct val="0"/>
              </a:spcAft>
              <a:defRPr sz="3600" kern="1200">
                <a:solidFill>
                  <a:schemeClr val="tx1"/>
                </a:solidFill>
                <a:latin typeface="+mj-lt"/>
                <a:ea typeface="ＭＳ Ｐゴシック" charset="0"/>
                <a:cs typeface="ＭＳ Ｐゴシック" charset="0"/>
              </a:defRPr>
            </a:lvl1pPr>
            <a:lvl2pPr algn="ctr" rtl="0" eaLnBrk="0" fontAlgn="base" hangingPunct="0">
              <a:spcBef>
                <a:spcPct val="0"/>
              </a:spcBef>
              <a:spcAft>
                <a:spcPct val="0"/>
              </a:spcAft>
              <a:defRPr sz="3600">
                <a:solidFill>
                  <a:schemeClr val="tx1"/>
                </a:solidFill>
                <a:latin typeface="Calibri" pitchFamily="34" charset="0"/>
                <a:ea typeface="ＭＳ Ｐゴシック" charset="0"/>
                <a:cs typeface="ＭＳ Ｐゴシック" charset="0"/>
              </a:defRPr>
            </a:lvl2pPr>
            <a:lvl3pPr algn="ctr" rtl="0" eaLnBrk="0" fontAlgn="base" hangingPunct="0">
              <a:spcBef>
                <a:spcPct val="0"/>
              </a:spcBef>
              <a:spcAft>
                <a:spcPct val="0"/>
              </a:spcAft>
              <a:defRPr sz="3600">
                <a:solidFill>
                  <a:schemeClr val="tx1"/>
                </a:solidFill>
                <a:latin typeface="Calibri" pitchFamily="34" charset="0"/>
                <a:ea typeface="ＭＳ Ｐゴシック" charset="0"/>
                <a:cs typeface="ＭＳ Ｐゴシック" charset="0"/>
              </a:defRPr>
            </a:lvl3pPr>
            <a:lvl4pPr algn="ctr" rtl="0" eaLnBrk="0" fontAlgn="base" hangingPunct="0">
              <a:spcBef>
                <a:spcPct val="0"/>
              </a:spcBef>
              <a:spcAft>
                <a:spcPct val="0"/>
              </a:spcAft>
              <a:defRPr sz="3600">
                <a:solidFill>
                  <a:schemeClr val="tx1"/>
                </a:solidFill>
                <a:latin typeface="Calibri" pitchFamily="34" charset="0"/>
                <a:ea typeface="ＭＳ Ｐゴシック" charset="0"/>
                <a:cs typeface="ＭＳ Ｐゴシック" charset="0"/>
              </a:defRPr>
            </a:lvl4pPr>
            <a:lvl5pPr algn="ctr" rtl="0" eaLnBrk="0" fontAlgn="base" hangingPunct="0">
              <a:spcBef>
                <a:spcPct val="0"/>
              </a:spcBef>
              <a:spcAft>
                <a:spcPct val="0"/>
              </a:spcAft>
              <a:defRPr sz="3600">
                <a:solidFill>
                  <a:schemeClr val="tx1"/>
                </a:solidFill>
                <a:latin typeface="Calibri" pitchFamily="34" charset="0"/>
                <a:ea typeface="ＭＳ Ｐゴシック" charset="0"/>
                <a:cs typeface="ＭＳ Ｐゴシック" charset="0"/>
              </a:defRPr>
            </a:lvl5pPr>
            <a:lvl6pPr marL="457200" algn="ctr" rtl="0" fontAlgn="base">
              <a:spcBef>
                <a:spcPct val="0"/>
              </a:spcBef>
              <a:spcAft>
                <a:spcPct val="0"/>
              </a:spcAft>
              <a:defRPr sz="3600">
                <a:solidFill>
                  <a:schemeClr val="tx1"/>
                </a:solidFill>
                <a:latin typeface="Calibri" pitchFamily="34" charset="0"/>
              </a:defRPr>
            </a:lvl6pPr>
            <a:lvl7pPr marL="914400" algn="ctr" rtl="0" fontAlgn="base">
              <a:spcBef>
                <a:spcPct val="0"/>
              </a:spcBef>
              <a:spcAft>
                <a:spcPct val="0"/>
              </a:spcAft>
              <a:defRPr sz="3600">
                <a:solidFill>
                  <a:schemeClr val="tx1"/>
                </a:solidFill>
                <a:latin typeface="Calibri" pitchFamily="34" charset="0"/>
              </a:defRPr>
            </a:lvl7pPr>
            <a:lvl8pPr marL="1371600" algn="ctr" rtl="0" fontAlgn="base">
              <a:spcBef>
                <a:spcPct val="0"/>
              </a:spcBef>
              <a:spcAft>
                <a:spcPct val="0"/>
              </a:spcAft>
              <a:defRPr sz="3600">
                <a:solidFill>
                  <a:schemeClr val="tx1"/>
                </a:solidFill>
                <a:latin typeface="Calibri" pitchFamily="34" charset="0"/>
              </a:defRPr>
            </a:lvl8pPr>
            <a:lvl9pPr marL="1828800" algn="ctr" rtl="0" fontAlgn="base">
              <a:spcBef>
                <a:spcPct val="0"/>
              </a:spcBef>
              <a:spcAft>
                <a:spcPct val="0"/>
              </a:spcAft>
              <a:defRPr sz="3600">
                <a:solidFill>
                  <a:schemeClr val="tx1"/>
                </a:solidFill>
                <a:latin typeface="Calibri" pitchFamily="34" charset="0"/>
              </a:defRPr>
            </a:lvl9pPr>
          </a:lstStyle>
          <a:p>
            <a:pPr algn="l"/>
            <a:r>
              <a:rPr lang="en-US" sz="2800" b="1" dirty="0">
                <a:solidFill>
                  <a:srgbClr val="008000"/>
                </a:solidFill>
                <a:effectLst>
                  <a:outerShdw blurRad="38100" dist="38100" dir="2700000" algn="tl">
                    <a:srgbClr val="DDDDDD"/>
                  </a:outerShdw>
                </a:effectLst>
              </a:rPr>
              <a:t>Answer:</a:t>
            </a:r>
          </a:p>
          <a:p>
            <a:pPr algn="l"/>
            <a:endParaRPr lang="en-US" sz="2800" b="1" dirty="0">
              <a:solidFill>
                <a:srgbClr val="008000"/>
              </a:solidFill>
              <a:effectLst>
                <a:outerShdw blurRad="38100" dist="38100" dir="2700000" algn="tl">
                  <a:srgbClr val="DDDDDD"/>
                </a:outerShdw>
              </a:effectLst>
            </a:endParaRPr>
          </a:p>
          <a:p>
            <a:pPr algn="l"/>
            <a:r>
              <a:rPr lang="en-US" sz="2800" b="1" dirty="0">
                <a:effectLst>
                  <a:outerShdw blurRad="38100" dist="38100" dir="2700000" algn="tl">
                    <a:srgbClr val="DDDDDD"/>
                  </a:outerShdw>
                </a:effectLst>
              </a:rPr>
              <a:t>We need to measure the discrepancy between </a:t>
            </a:r>
            <a:r>
              <a:rPr lang="en-US" sz="2800" b="1" dirty="0">
                <a:solidFill>
                  <a:srgbClr val="FF0000"/>
                </a:solidFill>
                <a:effectLst>
                  <a:outerShdw blurRad="38100" dist="38100" dir="2700000" algn="tl">
                    <a:srgbClr val="DDDDDD"/>
                  </a:outerShdw>
                </a:effectLst>
              </a:rPr>
              <a:t>O</a:t>
            </a:r>
            <a:r>
              <a:rPr lang="en-US" sz="2800" b="1" dirty="0">
                <a:effectLst>
                  <a:outerShdw blurRad="38100" dist="38100" dir="2700000" algn="tl">
                    <a:srgbClr val="DDDDDD"/>
                  </a:outerShdw>
                </a:effectLst>
              </a:rPr>
              <a:t> and </a:t>
            </a:r>
            <a:r>
              <a:rPr lang="en-US" sz="2800" b="1" dirty="0">
                <a:solidFill>
                  <a:srgbClr val="008000"/>
                </a:solidFill>
                <a:effectLst>
                  <a:outerShdw blurRad="38100" dist="38100" dir="2700000" algn="tl">
                    <a:srgbClr val="DDDDDD"/>
                  </a:outerShdw>
                </a:effectLst>
              </a:rPr>
              <a:t>E</a:t>
            </a:r>
            <a:r>
              <a:rPr lang="en-US" sz="2800" b="1" dirty="0">
                <a:effectLst>
                  <a:outerShdw blurRad="38100" dist="38100" dir="2700000" algn="tl">
                    <a:srgbClr val="DDDDDD"/>
                  </a:outerShdw>
                </a:effectLst>
              </a:rPr>
              <a:t>; the test statistic will involve their difference: </a:t>
            </a:r>
            <a:r>
              <a:rPr lang="en-US" sz="2800" b="1" dirty="0">
                <a:solidFill>
                  <a:srgbClr val="FF0000"/>
                </a:solidFill>
                <a:effectLst>
                  <a:outerShdw blurRad="38100" dist="38100" dir="2700000" algn="tl">
                    <a:srgbClr val="DDDDDD"/>
                  </a:outerShdw>
                </a:effectLst>
              </a:rPr>
              <a:t>O</a:t>
            </a:r>
            <a:r>
              <a:rPr lang="en-US" sz="2800" b="1" dirty="0">
                <a:effectLst>
                  <a:outerShdw blurRad="38100" dist="38100" dir="2700000" algn="tl">
                    <a:srgbClr val="DDDDDD"/>
                  </a:outerShdw>
                </a:effectLst>
              </a:rPr>
              <a:t> - </a:t>
            </a:r>
            <a:r>
              <a:rPr lang="en-US" sz="2800" b="1" dirty="0">
                <a:solidFill>
                  <a:srgbClr val="008000"/>
                </a:solidFill>
                <a:effectLst>
                  <a:outerShdw blurRad="38100" dist="38100" dir="2700000" algn="tl">
                    <a:srgbClr val="DDDDDD"/>
                  </a:outerShdw>
                </a:effectLst>
              </a:rPr>
              <a:t>E</a:t>
            </a:r>
          </a:p>
        </p:txBody>
      </p:sp>
      <p:sp>
        <p:nvSpPr>
          <p:cNvPr id="2" name="Slide Number Placeholder 1"/>
          <p:cNvSpPr>
            <a:spLocks noGrp="1"/>
          </p:cNvSpPr>
          <p:nvPr>
            <p:ph type="sldNum" sz="quarter" idx="10"/>
          </p:nvPr>
        </p:nvSpPr>
        <p:spPr/>
        <p:txBody>
          <a:bodyPr/>
          <a:lstStyle/>
          <a:p>
            <a:pPr>
              <a:defRPr/>
            </a:pPr>
            <a:fld id="{72AD96D6-FCAC-BF48-A744-D10BE5BBB539}" type="slidenum">
              <a:rPr lang="en-US" smtClean="0"/>
              <a:pPr>
                <a:defRPr/>
              </a:pPr>
              <a:t>11</a:t>
            </a:fld>
            <a:endParaRPr lang="en-US"/>
          </a:p>
        </p:txBody>
      </p:sp>
    </p:spTree>
    <p:extLst>
      <p:ext uri="{BB962C8B-B14F-4D97-AF65-F5344CB8AC3E}">
        <p14:creationId xmlns:p14="http://schemas.microsoft.com/office/powerpoint/2010/main" val="2307504255"/>
      </p:ext>
    </p:extLst>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dissolv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2538" name="Rectangle 10"/>
          <p:cNvSpPr>
            <a:spLocks noChangeArrowheads="1"/>
          </p:cNvSpPr>
          <p:nvPr/>
        </p:nvSpPr>
        <p:spPr bwMode="auto">
          <a:xfrm>
            <a:off x="1775520" y="1436688"/>
            <a:ext cx="4191000" cy="1543050"/>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a:effectLst>
                <a:outerShdw blurRad="38100" dist="38100" dir="2700000" algn="tl">
                  <a:srgbClr val="000000">
                    <a:alpha val="43137"/>
                  </a:srgbClr>
                </a:outerShdw>
              </a:effectLst>
              <a:ea typeface="ＭＳ Ｐゴシック" pitchFamily="34" charset="-128"/>
              <a:cs typeface="+mn-cs"/>
            </a:endParaRPr>
          </a:p>
        </p:txBody>
      </p:sp>
      <p:sp>
        <p:nvSpPr>
          <p:cNvPr id="22531" name="Rectangle 3"/>
          <p:cNvSpPr>
            <a:spLocks noGrp="1" noChangeArrowheads="1"/>
          </p:cNvSpPr>
          <p:nvPr>
            <p:ph type="body" idx="1"/>
          </p:nvPr>
        </p:nvSpPr>
        <p:spPr>
          <a:xfrm>
            <a:off x="1775520" y="3697560"/>
            <a:ext cx="8740080" cy="2611760"/>
          </a:xfrm>
          <a:extLst>
            <a:ext uri="{91240B29-F687-4F45-9708-019B960494DF}">
              <a14:hiddenLine xmlns:a14="http://schemas.microsoft.com/office/drawing/2010/main" w="12700">
                <a:solidFill>
                  <a:schemeClr val="tx1"/>
                </a:solidFill>
                <a:miter lim="800000"/>
                <a:headEnd/>
                <a:tailEnd/>
              </a14:hiddenLine>
            </a:ext>
          </a:extLst>
        </p:spPr>
        <p:txBody>
          <a:bodyPr vert="horz" wrap="square" lIns="90488" tIns="44450" rIns="90488" bIns="44450" numCol="1" anchor="t" anchorCtr="0" compatLnSpc="1">
            <a:prstTxWarp prst="textNoShape">
              <a:avLst/>
            </a:prstTxWarp>
          </a:bodyPr>
          <a:lstStyle/>
          <a:p>
            <a:pPr>
              <a:spcBef>
                <a:spcPct val="0"/>
              </a:spcBef>
              <a:spcAft>
                <a:spcPct val="30000"/>
              </a:spcAft>
              <a:buFontTx/>
              <a:buNone/>
            </a:pPr>
            <a:r>
              <a:rPr lang="en-US" sz="3600" b="1" dirty="0">
                <a:solidFill>
                  <a:srgbClr val="0000FF"/>
                </a:solidFill>
                <a:effectLst>
                  <a:outerShdw blurRad="38100" dist="38100" dir="2700000" algn="tl">
                    <a:srgbClr val="DDDDDD"/>
                  </a:outerShdw>
                </a:effectLst>
                <a:latin typeface="+mj-lt"/>
              </a:rPr>
              <a:t>Critical Values </a:t>
            </a:r>
            <a:r>
              <a:rPr lang="en-US" sz="2800" b="1" dirty="0">
                <a:solidFill>
                  <a:srgbClr val="FF0000"/>
                </a:solidFill>
                <a:effectLst>
                  <a:outerShdw blurRad="38100" dist="38100" dir="2700000" algn="tl">
                    <a:srgbClr val="DDDDDD"/>
                  </a:outerShdw>
                </a:effectLst>
                <a:latin typeface="+mj-lt"/>
              </a:rPr>
              <a:t>(Chi-square value from table)</a:t>
            </a:r>
            <a:r>
              <a:rPr lang="en-US" sz="3600" b="1" dirty="0">
                <a:effectLst>
                  <a:outerShdw blurRad="38100" dist="38100" dir="2700000" algn="tl">
                    <a:srgbClr val="DDDDDD"/>
                  </a:outerShdw>
                </a:effectLst>
                <a:latin typeface="+mj-lt"/>
              </a:rPr>
              <a:t>:</a:t>
            </a:r>
          </a:p>
          <a:p>
            <a:pPr>
              <a:spcBef>
                <a:spcPct val="0"/>
              </a:spcBef>
              <a:spcAft>
                <a:spcPct val="30000"/>
              </a:spcAft>
              <a:buFontTx/>
              <a:buNone/>
            </a:pPr>
            <a:r>
              <a:rPr lang="en-US" sz="2800" dirty="0">
                <a:effectLst>
                  <a:outerShdw blurRad="38100" dist="38100" dir="2700000" algn="tl">
                    <a:srgbClr val="DDDDDD"/>
                  </a:outerShdw>
                </a:effectLst>
                <a:latin typeface="+mj-lt"/>
              </a:rPr>
              <a:t>1. Found in table </a:t>
            </a:r>
            <a:r>
              <a:rPr lang="en-US" sz="2800" dirty="0">
                <a:latin typeface="Symbol" charset="0"/>
              </a:rPr>
              <a:t></a:t>
            </a:r>
            <a:r>
              <a:rPr lang="en-US" sz="2800" baseline="30000" dirty="0">
                <a:latin typeface="Arial" charset="0"/>
              </a:rPr>
              <a:t>2</a:t>
            </a:r>
            <a:r>
              <a:rPr lang="en-US" sz="2800" dirty="0">
                <a:effectLst>
                  <a:outerShdw blurRad="38100" dist="38100" dir="2700000" algn="tl">
                    <a:srgbClr val="DDDDDD"/>
                  </a:outerShdw>
                </a:effectLst>
                <a:latin typeface="+mj-lt"/>
              </a:rPr>
              <a:t> using </a:t>
            </a:r>
            <a:r>
              <a:rPr lang="en-US" sz="2800" i="1" dirty="0">
                <a:effectLst>
                  <a:outerShdw blurRad="38100" dist="38100" dir="2700000" algn="tl">
                    <a:srgbClr val="DDDDDD"/>
                  </a:outerShdw>
                </a:effectLst>
                <a:latin typeface="+mj-lt"/>
              </a:rPr>
              <a:t>k</a:t>
            </a:r>
            <a:r>
              <a:rPr lang="en-US" sz="2800" dirty="0">
                <a:effectLst>
                  <a:outerShdw blurRad="38100" dist="38100" dir="2700000" algn="tl">
                    <a:srgbClr val="DDDDDD"/>
                  </a:outerShdw>
                </a:effectLst>
                <a:latin typeface="+mj-lt"/>
              </a:rPr>
              <a:t>-1 degrees of freedom</a:t>
            </a:r>
          </a:p>
          <a:p>
            <a:pPr>
              <a:spcBef>
                <a:spcPct val="0"/>
              </a:spcBef>
              <a:spcAft>
                <a:spcPct val="30000"/>
              </a:spcAft>
              <a:buFontTx/>
              <a:buNone/>
            </a:pPr>
            <a:r>
              <a:rPr lang="en-US" dirty="0">
                <a:effectLst>
                  <a:outerShdw blurRad="38100" dist="38100" dir="2700000" algn="tl">
                    <a:srgbClr val="DDDDDD"/>
                  </a:outerShdw>
                </a:effectLst>
                <a:latin typeface="+mj-lt"/>
              </a:rPr>
              <a:t>     </a:t>
            </a:r>
            <a:r>
              <a:rPr lang="en-US" sz="2800" dirty="0">
                <a:effectLst>
                  <a:outerShdw blurRad="38100" dist="38100" dir="2700000" algn="tl">
                    <a:srgbClr val="DDDDDD"/>
                  </a:outerShdw>
                </a:effectLst>
                <a:latin typeface="+mj-lt"/>
              </a:rPr>
              <a:t>where </a:t>
            </a:r>
            <a:r>
              <a:rPr lang="en-US" i="1" dirty="0">
                <a:effectLst>
                  <a:outerShdw blurRad="38100" dist="38100" dir="2700000" algn="tl">
                    <a:srgbClr val="DDDDDD"/>
                  </a:outerShdw>
                </a:effectLst>
                <a:latin typeface="+mj-lt"/>
              </a:rPr>
              <a:t>k</a:t>
            </a:r>
            <a:r>
              <a:rPr lang="en-US" sz="2800" dirty="0">
                <a:effectLst>
                  <a:outerShdw blurRad="38100" dist="38100" dir="2700000" algn="tl">
                    <a:srgbClr val="DDDDDD"/>
                  </a:outerShdw>
                </a:effectLst>
                <a:latin typeface="+mj-lt"/>
              </a:rPr>
              <a:t> =</a:t>
            </a:r>
            <a:r>
              <a:rPr lang="en-US" dirty="0">
                <a:effectLst>
                  <a:outerShdw blurRad="38100" dist="38100" dir="2700000" algn="tl">
                    <a:srgbClr val="DDDDDD"/>
                  </a:outerShdw>
                </a:effectLst>
                <a:latin typeface="+mj-lt"/>
              </a:rPr>
              <a:t> </a:t>
            </a:r>
            <a:r>
              <a:rPr lang="en-US" sz="2800" dirty="0">
                <a:effectLst>
                  <a:outerShdw blurRad="38100" dist="38100" dir="2700000" algn="tl">
                    <a:srgbClr val="DDDDDD"/>
                  </a:outerShdw>
                </a:effectLst>
                <a:latin typeface="+mj-lt"/>
              </a:rPr>
              <a:t>number of categories.</a:t>
            </a:r>
          </a:p>
          <a:p>
            <a:pPr>
              <a:spcBef>
                <a:spcPct val="0"/>
              </a:spcBef>
              <a:spcAft>
                <a:spcPct val="30000"/>
              </a:spcAft>
              <a:buFontTx/>
              <a:buNone/>
            </a:pPr>
            <a:r>
              <a:rPr lang="en-US" sz="2800" dirty="0">
                <a:effectLst>
                  <a:outerShdw blurRad="38100" dist="38100" dir="2700000" algn="tl">
                    <a:srgbClr val="DDDDDD"/>
                  </a:outerShdw>
                </a:effectLst>
                <a:latin typeface="+mj-lt"/>
              </a:rPr>
              <a:t>2. Goodness-of-fit hypothesis tests are always right-tailed.</a:t>
            </a:r>
          </a:p>
        </p:txBody>
      </p:sp>
      <p:grpSp>
        <p:nvGrpSpPr>
          <p:cNvPr id="13317" name="Group 9"/>
          <p:cNvGrpSpPr>
            <a:grpSpLocks/>
          </p:cNvGrpSpPr>
          <p:nvPr/>
        </p:nvGrpSpPr>
        <p:grpSpPr bwMode="auto">
          <a:xfrm>
            <a:off x="2567609" y="1626816"/>
            <a:ext cx="2844800" cy="1154113"/>
            <a:chOff x="1967" y="996"/>
            <a:chExt cx="1792" cy="727"/>
          </a:xfrm>
        </p:grpSpPr>
        <p:sp>
          <p:nvSpPr>
            <p:cNvPr id="22532" name="Line 4"/>
            <p:cNvSpPr>
              <a:spLocks noChangeShapeType="1"/>
            </p:cNvSpPr>
            <p:nvPr/>
          </p:nvSpPr>
          <p:spPr bwMode="auto">
            <a:xfrm>
              <a:off x="2972" y="1391"/>
              <a:ext cx="764" cy="1"/>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a:effectLst>
                  <a:outerShdw blurRad="38100" dist="38100" dir="2700000" algn="tl">
                    <a:srgbClr val="000000">
                      <a:alpha val="43137"/>
                    </a:srgbClr>
                  </a:outerShdw>
                </a:effectLst>
                <a:ea typeface="ＭＳ Ｐゴシック" pitchFamily="34" charset="-128"/>
                <a:cs typeface="+mn-cs"/>
              </a:endParaRPr>
            </a:p>
          </p:txBody>
        </p:sp>
        <p:grpSp>
          <p:nvGrpSpPr>
            <p:cNvPr id="13319" name="Group 7"/>
            <p:cNvGrpSpPr>
              <a:grpSpLocks/>
            </p:cNvGrpSpPr>
            <p:nvPr/>
          </p:nvGrpSpPr>
          <p:grpSpPr bwMode="auto">
            <a:xfrm>
              <a:off x="1967" y="996"/>
              <a:ext cx="1792" cy="629"/>
              <a:chOff x="1967" y="996"/>
              <a:chExt cx="1792" cy="629"/>
            </a:xfrm>
          </p:grpSpPr>
          <p:sp>
            <p:nvSpPr>
              <p:cNvPr id="13321" name="Rectangle 5"/>
              <p:cNvSpPr>
                <a:spLocks noChangeArrowheads="1"/>
              </p:cNvSpPr>
              <p:nvPr/>
            </p:nvSpPr>
            <p:spPr bwMode="auto">
              <a:xfrm>
                <a:off x="1967" y="996"/>
                <a:ext cx="1318" cy="6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0488" tIns="44450" rIns="90488" bIns="44450">
                <a:spAutoFit/>
              </a:bodyPr>
              <a:lstStyle/>
              <a:p>
                <a:pPr>
                  <a:lnSpc>
                    <a:spcPct val="140000"/>
                  </a:lnSpc>
                </a:pPr>
                <a:r>
                  <a:rPr lang="en-US" sz="3600" dirty="0">
                    <a:latin typeface="Symbol" charset="0"/>
                  </a:rPr>
                  <a:t></a:t>
                </a:r>
                <a:r>
                  <a:rPr lang="en-US" sz="3600" baseline="30000" dirty="0">
                    <a:latin typeface="Arial" charset="0"/>
                  </a:rPr>
                  <a:t>2</a:t>
                </a:r>
                <a:r>
                  <a:rPr lang="en-US" sz="3600" b="1" baseline="30000" dirty="0"/>
                  <a:t> </a:t>
                </a:r>
                <a:r>
                  <a:rPr lang="en-US" sz="3600" b="1" dirty="0"/>
                  <a:t>= </a:t>
                </a:r>
                <a:r>
                  <a:rPr lang="en-US" sz="4800" b="1" dirty="0">
                    <a:latin typeface="Symbol" charset="0"/>
                  </a:rPr>
                  <a:t></a:t>
                </a:r>
              </a:p>
            </p:txBody>
          </p:sp>
          <p:sp>
            <p:nvSpPr>
              <p:cNvPr id="13322" name="Rectangle 6"/>
              <p:cNvSpPr>
                <a:spLocks noChangeArrowheads="1"/>
              </p:cNvSpPr>
              <p:nvPr/>
            </p:nvSpPr>
            <p:spPr bwMode="auto">
              <a:xfrm>
                <a:off x="2927" y="1117"/>
                <a:ext cx="832" cy="3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8" tIns="44450" rIns="90488" bIns="44450">
                <a:spAutoFit/>
              </a:bodyPr>
              <a:lstStyle/>
              <a:p>
                <a:pPr>
                  <a:lnSpc>
                    <a:spcPct val="90000"/>
                  </a:lnSpc>
                </a:pPr>
                <a:r>
                  <a:rPr lang="en-US" sz="2800" b="1" dirty="0"/>
                  <a:t>(</a:t>
                </a:r>
                <a:r>
                  <a:rPr lang="en-US" sz="2800" b="1" dirty="0">
                    <a:latin typeface="Times New Roman" charset="0"/>
                  </a:rPr>
                  <a:t>O</a:t>
                </a:r>
                <a:r>
                  <a:rPr lang="en-US" sz="2800" b="1" dirty="0"/>
                  <a:t> - </a:t>
                </a:r>
                <a:r>
                  <a:rPr lang="en-US" sz="2800" b="1" dirty="0">
                    <a:latin typeface="Times New Roman" charset="0"/>
                  </a:rPr>
                  <a:t>E</a:t>
                </a:r>
                <a:r>
                  <a:rPr lang="en-US" sz="2800" b="1" dirty="0"/>
                  <a:t>)</a:t>
                </a:r>
                <a:r>
                  <a:rPr lang="en-US" sz="2800" b="1" baseline="30000" dirty="0"/>
                  <a:t>2</a:t>
                </a:r>
              </a:p>
            </p:txBody>
          </p:sp>
        </p:grpSp>
        <p:sp>
          <p:nvSpPr>
            <p:cNvPr id="13320" name="Rectangle 8"/>
            <p:cNvSpPr>
              <a:spLocks noChangeArrowheads="1"/>
            </p:cNvSpPr>
            <p:nvPr/>
          </p:nvSpPr>
          <p:spPr bwMode="auto">
            <a:xfrm>
              <a:off x="3179" y="1417"/>
              <a:ext cx="271" cy="3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8" tIns="44450" rIns="90488" bIns="44450">
              <a:spAutoFit/>
            </a:bodyPr>
            <a:lstStyle/>
            <a:p>
              <a:pPr>
                <a:lnSpc>
                  <a:spcPct val="90000"/>
                </a:lnSpc>
              </a:pPr>
              <a:r>
                <a:rPr lang="en-US" sz="2800" b="1">
                  <a:latin typeface="Times New Roman" charset="0"/>
                </a:rPr>
                <a:t>E</a:t>
              </a:r>
            </a:p>
          </p:txBody>
        </p:sp>
      </p:grpSp>
      <p:sp>
        <p:nvSpPr>
          <p:cNvPr id="12" name="Rectangle 3"/>
          <p:cNvSpPr txBox="1">
            <a:spLocks noChangeArrowheads="1"/>
          </p:cNvSpPr>
          <p:nvPr/>
        </p:nvSpPr>
        <p:spPr bwMode="auto">
          <a:xfrm>
            <a:off x="3647728" y="260648"/>
            <a:ext cx="6480720" cy="792088"/>
          </a:xfrm>
          <a:prstGeom prst="rect">
            <a:avLst/>
          </a:prstGeom>
          <a:extLst>
            <a:ext uri="{FAA26D3D-D897-4be2-8F04-BA451C77F1D7}">
              <ma14:placeholderFlag xmlns="" xmlns:ma14="http://schemas.microsoft.com/office/mac/drawingml/2011/main" val="1"/>
            </a:ext>
          </a:extLst>
        </p:spPr>
        <p:style>
          <a:lnRef idx="2">
            <a:schemeClr val="accent2"/>
          </a:lnRef>
          <a:fillRef idx="1">
            <a:schemeClr val="lt1"/>
          </a:fillRef>
          <a:effectRef idx="0">
            <a:schemeClr val="accent2"/>
          </a:effectRef>
          <a:fontRef idx="minor">
            <a:schemeClr val="dk1"/>
          </a:fontRef>
        </p:style>
        <p:txBody>
          <a:bodyPr vert="horz" wrap="square" lIns="90488" tIns="44450" rIns="90488" bIns="44450" numCol="1" anchor="ctr" anchorCtr="0" compatLnSpc="1">
            <a:prstTxWarp prst="textNoShape">
              <a:avLst/>
            </a:prstTxWarp>
          </a:bodyPr>
          <a:lstStyle>
            <a:lvl1pPr algn="ctr" rtl="0" eaLnBrk="0" fontAlgn="base" hangingPunct="0">
              <a:spcBef>
                <a:spcPct val="0"/>
              </a:spcBef>
              <a:spcAft>
                <a:spcPct val="0"/>
              </a:spcAft>
              <a:defRPr sz="3600" kern="1200">
                <a:solidFill>
                  <a:schemeClr val="dk1"/>
                </a:solidFill>
                <a:latin typeface="+mn-lt"/>
                <a:ea typeface="+mn-ea"/>
                <a:cs typeface="+mn-cs"/>
              </a:defRPr>
            </a:lvl1pPr>
            <a:lvl2pPr algn="ctr" rtl="0" eaLnBrk="0" fontAlgn="base" hangingPunct="0">
              <a:spcBef>
                <a:spcPct val="0"/>
              </a:spcBef>
              <a:spcAft>
                <a:spcPct val="0"/>
              </a:spcAft>
              <a:defRPr sz="3600">
                <a:solidFill>
                  <a:schemeClr val="dk1"/>
                </a:solidFill>
                <a:latin typeface="+mn-lt"/>
                <a:ea typeface="+mn-ea"/>
                <a:cs typeface="+mn-cs"/>
              </a:defRPr>
            </a:lvl2pPr>
            <a:lvl3pPr algn="ctr" rtl="0" eaLnBrk="0" fontAlgn="base" hangingPunct="0">
              <a:spcBef>
                <a:spcPct val="0"/>
              </a:spcBef>
              <a:spcAft>
                <a:spcPct val="0"/>
              </a:spcAft>
              <a:defRPr sz="3600">
                <a:solidFill>
                  <a:schemeClr val="dk1"/>
                </a:solidFill>
                <a:latin typeface="+mn-lt"/>
                <a:ea typeface="+mn-ea"/>
                <a:cs typeface="+mn-cs"/>
              </a:defRPr>
            </a:lvl3pPr>
            <a:lvl4pPr algn="ctr" rtl="0" eaLnBrk="0" fontAlgn="base" hangingPunct="0">
              <a:spcBef>
                <a:spcPct val="0"/>
              </a:spcBef>
              <a:spcAft>
                <a:spcPct val="0"/>
              </a:spcAft>
              <a:defRPr sz="3600">
                <a:solidFill>
                  <a:schemeClr val="dk1"/>
                </a:solidFill>
                <a:latin typeface="+mn-lt"/>
                <a:ea typeface="+mn-ea"/>
                <a:cs typeface="+mn-cs"/>
              </a:defRPr>
            </a:lvl4pPr>
            <a:lvl5pPr algn="ctr" rtl="0" eaLnBrk="0" fontAlgn="base" hangingPunct="0">
              <a:spcBef>
                <a:spcPct val="0"/>
              </a:spcBef>
              <a:spcAft>
                <a:spcPct val="0"/>
              </a:spcAft>
              <a:defRPr sz="3600">
                <a:solidFill>
                  <a:schemeClr val="dk1"/>
                </a:solidFill>
                <a:latin typeface="+mn-lt"/>
                <a:ea typeface="+mn-ea"/>
                <a:cs typeface="+mn-cs"/>
              </a:defRPr>
            </a:lvl5pPr>
            <a:lvl6pPr marL="457200" algn="ctr" rtl="0" fontAlgn="base">
              <a:spcBef>
                <a:spcPct val="0"/>
              </a:spcBef>
              <a:spcAft>
                <a:spcPct val="0"/>
              </a:spcAft>
              <a:defRPr sz="3600">
                <a:solidFill>
                  <a:schemeClr val="dk1"/>
                </a:solidFill>
                <a:latin typeface="+mn-lt"/>
                <a:ea typeface="+mn-ea"/>
                <a:cs typeface="+mn-cs"/>
              </a:defRPr>
            </a:lvl6pPr>
            <a:lvl7pPr marL="914400" algn="ctr" rtl="0" fontAlgn="base">
              <a:spcBef>
                <a:spcPct val="0"/>
              </a:spcBef>
              <a:spcAft>
                <a:spcPct val="0"/>
              </a:spcAft>
              <a:defRPr sz="3600">
                <a:solidFill>
                  <a:schemeClr val="dk1"/>
                </a:solidFill>
                <a:latin typeface="+mn-lt"/>
                <a:ea typeface="+mn-ea"/>
                <a:cs typeface="+mn-cs"/>
              </a:defRPr>
            </a:lvl7pPr>
            <a:lvl8pPr marL="1371600" algn="ctr" rtl="0" fontAlgn="base">
              <a:spcBef>
                <a:spcPct val="0"/>
              </a:spcBef>
              <a:spcAft>
                <a:spcPct val="0"/>
              </a:spcAft>
              <a:defRPr sz="3600">
                <a:solidFill>
                  <a:schemeClr val="dk1"/>
                </a:solidFill>
                <a:latin typeface="+mn-lt"/>
                <a:ea typeface="+mn-ea"/>
                <a:cs typeface="+mn-cs"/>
              </a:defRPr>
            </a:lvl8pPr>
            <a:lvl9pPr marL="1828800" algn="ctr" rtl="0" fontAlgn="base">
              <a:spcBef>
                <a:spcPct val="0"/>
              </a:spcBef>
              <a:spcAft>
                <a:spcPct val="0"/>
              </a:spcAft>
              <a:defRPr sz="3600">
                <a:solidFill>
                  <a:schemeClr val="dk1"/>
                </a:solidFill>
                <a:latin typeface="+mn-lt"/>
                <a:ea typeface="+mn-ea"/>
                <a:cs typeface="+mn-cs"/>
              </a:defRPr>
            </a:lvl9pPr>
          </a:lstStyle>
          <a:p>
            <a:r>
              <a:rPr lang="en-US" sz="4000" dirty="0">
                <a:solidFill>
                  <a:srgbClr val="000000"/>
                </a:solidFill>
              </a:rPr>
              <a:t>Chi-Square Test</a:t>
            </a:r>
            <a:endParaRPr lang="en-US" sz="1800" dirty="0">
              <a:solidFill>
                <a:srgbClr val="000000"/>
              </a:solidFill>
            </a:endParaRPr>
          </a:p>
        </p:txBody>
      </p:sp>
      <p:sp>
        <p:nvSpPr>
          <p:cNvPr id="5" name="Right Arrow 4"/>
          <p:cNvSpPr/>
          <p:nvPr/>
        </p:nvSpPr>
        <p:spPr>
          <a:xfrm>
            <a:off x="6096000" y="2060848"/>
            <a:ext cx="978408" cy="484632"/>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TextBox 5"/>
          <p:cNvSpPr txBox="1"/>
          <p:nvPr/>
        </p:nvSpPr>
        <p:spPr>
          <a:xfrm>
            <a:off x="7104113" y="1844825"/>
            <a:ext cx="3159113" cy="954107"/>
          </a:xfrm>
          <a:prstGeom prst="rect">
            <a:avLst/>
          </a:prstGeom>
          <a:noFill/>
        </p:spPr>
        <p:txBody>
          <a:bodyPr wrap="none" rtlCol="0">
            <a:spAutoFit/>
          </a:bodyPr>
          <a:lstStyle/>
          <a:p>
            <a:r>
              <a:rPr lang="en-US" sz="2800" dirty="0">
                <a:solidFill>
                  <a:srgbClr val="0000FF"/>
                </a:solidFill>
              </a:rPr>
              <a:t>Test statistic value</a:t>
            </a:r>
            <a:r>
              <a:rPr lang="en-US" sz="2800" dirty="0"/>
              <a:t>-&gt; </a:t>
            </a:r>
          </a:p>
          <a:p>
            <a:r>
              <a:rPr lang="en-US" sz="2800" dirty="0">
                <a:solidFill>
                  <a:srgbClr val="FF0000"/>
                </a:solidFill>
              </a:rPr>
              <a:t>calculated.</a:t>
            </a:r>
          </a:p>
        </p:txBody>
      </p:sp>
      <p:sp>
        <p:nvSpPr>
          <p:cNvPr id="2" name="Slide Number Placeholder 1"/>
          <p:cNvSpPr>
            <a:spLocks noGrp="1"/>
          </p:cNvSpPr>
          <p:nvPr>
            <p:ph type="sldNum" sz="quarter" idx="10"/>
          </p:nvPr>
        </p:nvSpPr>
        <p:spPr/>
        <p:txBody>
          <a:bodyPr/>
          <a:lstStyle/>
          <a:p>
            <a:pPr>
              <a:defRPr/>
            </a:pPr>
            <a:fld id="{72AD96D6-FCAC-BF48-A744-D10BE5BBB539}" type="slidenum">
              <a:rPr lang="en-US" smtClean="0"/>
              <a:pPr>
                <a:defRPr/>
              </a:pPr>
              <a:t>12</a:t>
            </a:fld>
            <a:endParaRPr lang="en-US"/>
          </a:p>
        </p:txBody>
      </p:sp>
    </p:spTree>
    <p:extLst>
      <p:ext uri="{BB962C8B-B14F-4D97-AF65-F5344CB8AC3E}">
        <p14:creationId xmlns:p14="http://schemas.microsoft.com/office/powerpoint/2010/main" val="3052906327"/>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22531">
                                            <p:txEl>
                                              <p:pRg st="0" end="0"/>
                                            </p:txEl>
                                          </p:spTgt>
                                        </p:tgtEl>
                                        <p:attrNameLst>
                                          <p:attrName>style.visibility</p:attrName>
                                        </p:attrNameLst>
                                      </p:cBhvr>
                                      <p:to>
                                        <p:strVal val="visible"/>
                                      </p:to>
                                    </p:set>
                                    <p:anim calcmode="lin" valueType="num">
                                      <p:cBhvr additive="base">
                                        <p:cTn id="7" dur="500"/>
                                        <p:tgtEl>
                                          <p:spTgt spid="22531">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22531">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6" presetClass="entr" presetSubtype="16" fill="hold" nodeType="clickEffect">
                                  <p:stCondLst>
                                    <p:cond delay="0"/>
                                  </p:stCondLst>
                                  <p:childTnLst>
                                    <p:set>
                                      <p:cBhvr>
                                        <p:cTn id="12" dur="1" fill="hold">
                                          <p:stCondLst>
                                            <p:cond delay="0"/>
                                          </p:stCondLst>
                                        </p:cTn>
                                        <p:tgtEl>
                                          <p:spTgt spid="22531">
                                            <p:txEl>
                                              <p:pRg st="1" end="1"/>
                                            </p:txEl>
                                          </p:spTgt>
                                        </p:tgtEl>
                                        <p:attrNameLst>
                                          <p:attrName>style.visibility</p:attrName>
                                        </p:attrNameLst>
                                      </p:cBhvr>
                                      <p:to>
                                        <p:strVal val="visible"/>
                                      </p:to>
                                    </p:set>
                                    <p:animEffect transition="in" filter="circle(in)">
                                      <p:cBhvr>
                                        <p:cTn id="13" dur="2000"/>
                                        <p:tgtEl>
                                          <p:spTgt spid="22531">
                                            <p:txEl>
                                              <p:pRg st="1" end="1"/>
                                            </p:txEl>
                                          </p:spTgt>
                                        </p:tgtEl>
                                      </p:cBhvr>
                                    </p:animEffect>
                                  </p:childTnLst>
                                </p:cTn>
                              </p:par>
                              <p:par>
                                <p:cTn id="14" presetID="6" presetClass="entr" presetSubtype="16" fill="hold" nodeType="withEffect">
                                  <p:stCondLst>
                                    <p:cond delay="0"/>
                                  </p:stCondLst>
                                  <p:childTnLst>
                                    <p:set>
                                      <p:cBhvr>
                                        <p:cTn id="15" dur="1" fill="hold">
                                          <p:stCondLst>
                                            <p:cond delay="0"/>
                                          </p:stCondLst>
                                        </p:cTn>
                                        <p:tgtEl>
                                          <p:spTgt spid="22531">
                                            <p:txEl>
                                              <p:pRg st="2" end="2"/>
                                            </p:txEl>
                                          </p:spTgt>
                                        </p:tgtEl>
                                        <p:attrNameLst>
                                          <p:attrName>style.visibility</p:attrName>
                                        </p:attrNameLst>
                                      </p:cBhvr>
                                      <p:to>
                                        <p:strVal val="visible"/>
                                      </p:to>
                                    </p:set>
                                    <p:animEffect transition="in" filter="circle(in)">
                                      <p:cBhvr>
                                        <p:cTn id="16" dur="2000"/>
                                        <p:tgtEl>
                                          <p:spTgt spid="22531">
                                            <p:txEl>
                                              <p:pRg st="2" end="2"/>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6" presetClass="entr" presetSubtype="16" fill="hold" nodeType="clickEffect">
                                  <p:stCondLst>
                                    <p:cond delay="0"/>
                                  </p:stCondLst>
                                  <p:childTnLst>
                                    <p:set>
                                      <p:cBhvr>
                                        <p:cTn id="20" dur="1" fill="hold">
                                          <p:stCondLst>
                                            <p:cond delay="0"/>
                                          </p:stCondLst>
                                        </p:cTn>
                                        <p:tgtEl>
                                          <p:spTgt spid="22531">
                                            <p:txEl>
                                              <p:pRg st="3" end="3"/>
                                            </p:txEl>
                                          </p:spTgt>
                                        </p:tgtEl>
                                        <p:attrNameLst>
                                          <p:attrName>style.visibility</p:attrName>
                                        </p:attrNameLst>
                                      </p:cBhvr>
                                      <p:to>
                                        <p:strVal val="visible"/>
                                      </p:to>
                                    </p:set>
                                    <p:animEffect transition="in" filter="circle(in)">
                                      <p:cBhvr>
                                        <p:cTn id="21" dur="2000"/>
                                        <p:tgtEl>
                                          <p:spTgt spid="22531">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3" name="Rectangle 3"/>
          <p:cNvSpPr>
            <a:spLocks noGrp="1" noChangeArrowheads="1"/>
          </p:cNvSpPr>
          <p:nvPr>
            <p:ph type="body" idx="1"/>
          </p:nvPr>
        </p:nvSpPr>
        <p:spPr>
          <a:xfrm>
            <a:off x="1830388" y="1700808"/>
            <a:ext cx="8586092" cy="4114800"/>
          </a:xfrm>
          <a:extLst>
            <a:ext uri="{91240B29-F687-4F45-9708-019B960494DF}">
              <a14:hiddenLine xmlns:a14="http://schemas.microsoft.com/office/drawing/2010/main" w="12700">
                <a:solidFill>
                  <a:schemeClr val="tx1"/>
                </a:solidFill>
                <a:miter lim="800000"/>
                <a:headEnd/>
                <a:tailEnd/>
              </a14:hiddenLine>
            </a:ext>
          </a:extLst>
        </p:spPr>
        <p:txBody>
          <a:bodyPr vert="horz" wrap="square" lIns="90488" tIns="44450" rIns="90488" bIns="44450" numCol="1" anchor="t" anchorCtr="0" compatLnSpc="1">
            <a:prstTxWarp prst="textNoShape">
              <a:avLst/>
            </a:prstTxWarp>
          </a:bodyPr>
          <a:lstStyle/>
          <a:p>
            <a:pPr>
              <a:spcBef>
                <a:spcPts val="0"/>
              </a:spcBef>
              <a:spcAft>
                <a:spcPts val="0"/>
              </a:spcAft>
              <a:buNone/>
            </a:pPr>
            <a:r>
              <a:rPr lang="en-US" sz="4000" dirty="0">
                <a:effectLst>
                  <a:outerShdw blurRad="38100" dist="38100" dir="2700000" algn="tl">
                    <a:srgbClr val="DDDDDD"/>
                  </a:outerShdw>
                </a:effectLst>
                <a:latin typeface="+mj-lt"/>
              </a:rPr>
              <a:t>	H</a:t>
            </a:r>
            <a:r>
              <a:rPr lang="en-US" sz="4000" baseline="-42000" dirty="0">
                <a:effectLst>
                  <a:outerShdw blurRad="38100" dist="38100" dir="2700000" algn="tl">
                    <a:srgbClr val="DDDDDD"/>
                  </a:outerShdw>
                </a:effectLst>
                <a:latin typeface="+mj-lt"/>
              </a:rPr>
              <a:t>0</a:t>
            </a:r>
            <a:r>
              <a:rPr lang="en-US" sz="4000" dirty="0">
                <a:effectLst>
                  <a:outerShdw blurRad="38100" dist="38100" dir="2700000" algn="tl">
                    <a:srgbClr val="DDDDDD"/>
                  </a:outerShdw>
                </a:effectLst>
                <a:latin typeface="+mj-lt"/>
              </a:rPr>
              <a:t>: No difference between observed</a:t>
            </a:r>
          </a:p>
          <a:p>
            <a:pPr>
              <a:spcBef>
                <a:spcPts val="0"/>
              </a:spcBef>
              <a:spcAft>
                <a:spcPts val="0"/>
              </a:spcAft>
              <a:buNone/>
            </a:pPr>
            <a:r>
              <a:rPr lang="en-US" sz="4000" dirty="0">
                <a:effectLst>
                  <a:outerShdw blurRad="38100" dist="38100" dir="2700000" algn="tl">
                    <a:srgbClr val="DDDDDD"/>
                  </a:outerShdw>
                </a:effectLst>
                <a:latin typeface="+mj-lt"/>
              </a:rPr>
              <a:t>         and expected probabilities.</a:t>
            </a:r>
          </a:p>
          <a:p>
            <a:pPr>
              <a:spcBef>
                <a:spcPts val="0"/>
              </a:spcBef>
              <a:spcAft>
                <a:spcPts val="0"/>
              </a:spcAft>
              <a:buNone/>
            </a:pPr>
            <a:endParaRPr lang="en-US" sz="4000" dirty="0">
              <a:effectLst>
                <a:outerShdw blurRad="38100" dist="38100" dir="2700000" algn="tl">
                  <a:srgbClr val="DDDDDD"/>
                </a:outerShdw>
              </a:effectLst>
              <a:latin typeface="+mj-lt"/>
            </a:endParaRPr>
          </a:p>
          <a:p>
            <a:pPr>
              <a:spcBef>
                <a:spcPts val="0"/>
              </a:spcBef>
              <a:spcAft>
                <a:spcPts val="0"/>
              </a:spcAft>
              <a:buNone/>
            </a:pPr>
            <a:r>
              <a:rPr lang="en-US" sz="4000" dirty="0">
                <a:effectLst>
                  <a:outerShdw blurRad="38100" dist="38100" dir="2700000" algn="tl">
                    <a:srgbClr val="DDDDDD"/>
                  </a:outerShdw>
                </a:effectLst>
                <a:latin typeface="+mj-lt"/>
              </a:rPr>
              <a:t>	H</a:t>
            </a:r>
            <a:r>
              <a:rPr lang="en-US" sz="4000" baseline="-38000" dirty="0">
                <a:effectLst>
                  <a:outerShdw blurRad="38100" dist="38100" dir="2700000" algn="tl">
                    <a:srgbClr val="DDDDDD"/>
                  </a:outerShdw>
                </a:effectLst>
                <a:latin typeface="+mj-lt"/>
              </a:rPr>
              <a:t>1</a:t>
            </a:r>
            <a:r>
              <a:rPr lang="en-US" sz="4000" dirty="0">
                <a:effectLst>
                  <a:outerShdw blurRad="38100" dist="38100" dir="2700000" algn="tl">
                    <a:srgbClr val="DDDDDD"/>
                  </a:outerShdw>
                </a:effectLst>
                <a:latin typeface="+mj-lt"/>
              </a:rPr>
              <a:t>: At least one of the probabilities is</a:t>
            </a:r>
          </a:p>
          <a:p>
            <a:pPr>
              <a:spcBef>
                <a:spcPts val="0"/>
              </a:spcBef>
              <a:spcAft>
                <a:spcPts val="0"/>
              </a:spcAft>
              <a:buNone/>
            </a:pPr>
            <a:r>
              <a:rPr lang="en-US" sz="4000" dirty="0">
                <a:effectLst>
                  <a:outerShdw blurRad="38100" dist="38100" dir="2700000" algn="tl">
                    <a:srgbClr val="DDDDDD"/>
                  </a:outerShdw>
                </a:effectLst>
                <a:latin typeface="+mj-lt"/>
              </a:rPr>
              <a:t>          different from the others.</a:t>
            </a:r>
          </a:p>
        </p:txBody>
      </p:sp>
      <p:sp>
        <p:nvSpPr>
          <p:cNvPr id="4" name="Rectangle 3"/>
          <p:cNvSpPr txBox="1">
            <a:spLocks noChangeArrowheads="1"/>
          </p:cNvSpPr>
          <p:nvPr/>
        </p:nvSpPr>
        <p:spPr bwMode="auto">
          <a:xfrm>
            <a:off x="3575720" y="188640"/>
            <a:ext cx="6768752" cy="792088"/>
          </a:xfrm>
          <a:prstGeom prst="rect">
            <a:avLst/>
          </a:prstGeom>
          <a:extLst>
            <a:ext uri="{FAA26D3D-D897-4be2-8F04-BA451C77F1D7}">
              <ma14:placeholderFlag xmlns="" xmlns:ma14="http://schemas.microsoft.com/office/mac/drawingml/2011/main" val="1"/>
            </a:ext>
          </a:extLst>
        </p:spPr>
        <p:style>
          <a:lnRef idx="2">
            <a:schemeClr val="accent2"/>
          </a:lnRef>
          <a:fillRef idx="1">
            <a:schemeClr val="lt1"/>
          </a:fillRef>
          <a:effectRef idx="0">
            <a:schemeClr val="accent2"/>
          </a:effectRef>
          <a:fontRef idx="minor">
            <a:schemeClr val="dk1"/>
          </a:fontRef>
        </p:style>
        <p:txBody>
          <a:bodyPr vert="horz" wrap="square" lIns="90488" tIns="44450" rIns="90488" bIns="44450" numCol="1" anchor="ctr" anchorCtr="0" compatLnSpc="1">
            <a:prstTxWarp prst="textNoShape">
              <a:avLst/>
            </a:prstTxWarp>
          </a:bodyPr>
          <a:lstStyle>
            <a:lvl1pPr algn="ctr" rtl="0" eaLnBrk="0" fontAlgn="base" hangingPunct="0">
              <a:spcBef>
                <a:spcPct val="0"/>
              </a:spcBef>
              <a:spcAft>
                <a:spcPct val="0"/>
              </a:spcAft>
              <a:defRPr sz="3600" kern="1200">
                <a:solidFill>
                  <a:schemeClr val="dk1"/>
                </a:solidFill>
                <a:latin typeface="+mn-lt"/>
                <a:ea typeface="+mn-ea"/>
                <a:cs typeface="+mn-cs"/>
              </a:defRPr>
            </a:lvl1pPr>
            <a:lvl2pPr algn="ctr" rtl="0" eaLnBrk="0" fontAlgn="base" hangingPunct="0">
              <a:spcBef>
                <a:spcPct val="0"/>
              </a:spcBef>
              <a:spcAft>
                <a:spcPct val="0"/>
              </a:spcAft>
              <a:defRPr sz="3600">
                <a:solidFill>
                  <a:schemeClr val="dk1"/>
                </a:solidFill>
                <a:latin typeface="+mn-lt"/>
                <a:ea typeface="+mn-ea"/>
                <a:cs typeface="+mn-cs"/>
              </a:defRPr>
            </a:lvl2pPr>
            <a:lvl3pPr algn="ctr" rtl="0" eaLnBrk="0" fontAlgn="base" hangingPunct="0">
              <a:spcBef>
                <a:spcPct val="0"/>
              </a:spcBef>
              <a:spcAft>
                <a:spcPct val="0"/>
              </a:spcAft>
              <a:defRPr sz="3600">
                <a:solidFill>
                  <a:schemeClr val="dk1"/>
                </a:solidFill>
                <a:latin typeface="+mn-lt"/>
                <a:ea typeface="+mn-ea"/>
                <a:cs typeface="+mn-cs"/>
              </a:defRPr>
            </a:lvl3pPr>
            <a:lvl4pPr algn="ctr" rtl="0" eaLnBrk="0" fontAlgn="base" hangingPunct="0">
              <a:spcBef>
                <a:spcPct val="0"/>
              </a:spcBef>
              <a:spcAft>
                <a:spcPct val="0"/>
              </a:spcAft>
              <a:defRPr sz="3600">
                <a:solidFill>
                  <a:schemeClr val="dk1"/>
                </a:solidFill>
                <a:latin typeface="+mn-lt"/>
                <a:ea typeface="+mn-ea"/>
                <a:cs typeface="+mn-cs"/>
              </a:defRPr>
            </a:lvl4pPr>
            <a:lvl5pPr algn="ctr" rtl="0" eaLnBrk="0" fontAlgn="base" hangingPunct="0">
              <a:spcBef>
                <a:spcPct val="0"/>
              </a:spcBef>
              <a:spcAft>
                <a:spcPct val="0"/>
              </a:spcAft>
              <a:defRPr sz="3600">
                <a:solidFill>
                  <a:schemeClr val="dk1"/>
                </a:solidFill>
                <a:latin typeface="+mn-lt"/>
                <a:ea typeface="+mn-ea"/>
                <a:cs typeface="+mn-cs"/>
              </a:defRPr>
            </a:lvl5pPr>
            <a:lvl6pPr marL="457200" algn="ctr" rtl="0" fontAlgn="base">
              <a:spcBef>
                <a:spcPct val="0"/>
              </a:spcBef>
              <a:spcAft>
                <a:spcPct val="0"/>
              </a:spcAft>
              <a:defRPr sz="3600">
                <a:solidFill>
                  <a:schemeClr val="dk1"/>
                </a:solidFill>
                <a:latin typeface="+mn-lt"/>
                <a:ea typeface="+mn-ea"/>
                <a:cs typeface="+mn-cs"/>
              </a:defRPr>
            </a:lvl6pPr>
            <a:lvl7pPr marL="914400" algn="ctr" rtl="0" fontAlgn="base">
              <a:spcBef>
                <a:spcPct val="0"/>
              </a:spcBef>
              <a:spcAft>
                <a:spcPct val="0"/>
              </a:spcAft>
              <a:defRPr sz="3600">
                <a:solidFill>
                  <a:schemeClr val="dk1"/>
                </a:solidFill>
                <a:latin typeface="+mn-lt"/>
                <a:ea typeface="+mn-ea"/>
                <a:cs typeface="+mn-cs"/>
              </a:defRPr>
            </a:lvl7pPr>
            <a:lvl8pPr marL="1371600" algn="ctr" rtl="0" fontAlgn="base">
              <a:spcBef>
                <a:spcPct val="0"/>
              </a:spcBef>
              <a:spcAft>
                <a:spcPct val="0"/>
              </a:spcAft>
              <a:defRPr sz="3600">
                <a:solidFill>
                  <a:schemeClr val="dk1"/>
                </a:solidFill>
                <a:latin typeface="+mn-lt"/>
                <a:ea typeface="+mn-ea"/>
                <a:cs typeface="+mn-cs"/>
              </a:defRPr>
            </a:lvl8pPr>
            <a:lvl9pPr marL="1828800" algn="ctr" rtl="0" fontAlgn="base">
              <a:spcBef>
                <a:spcPct val="0"/>
              </a:spcBef>
              <a:spcAft>
                <a:spcPct val="0"/>
              </a:spcAft>
              <a:defRPr sz="3600">
                <a:solidFill>
                  <a:schemeClr val="dk1"/>
                </a:solidFill>
                <a:latin typeface="+mn-lt"/>
                <a:ea typeface="+mn-ea"/>
                <a:cs typeface="+mn-cs"/>
              </a:defRPr>
            </a:lvl9pPr>
          </a:lstStyle>
          <a:p>
            <a:r>
              <a:rPr lang="en-US" dirty="0">
                <a:solidFill>
                  <a:srgbClr val="000000"/>
                </a:solidFill>
              </a:rPr>
              <a:t>Test Hypothesis</a:t>
            </a:r>
          </a:p>
        </p:txBody>
      </p:sp>
      <p:sp>
        <p:nvSpPr>
          <p:cNvPr id="2" name="Slide Number Placeholder 1"/>
          <p:cNvSpPr>
            <a:spLocks noGrp="1"/>
          </p:cNvSpPr>
          <p:nvPr>
            <p:ph type="sldNum" sz="quarter" idx="10"/>
          </p:nvPr>
        </p:nvSpPr>
        <p:spPr/>
        <p:txBody>
          <a:bodyPr/>
          <a:lstStyle/>
          <a:p>
            <a:pPr>
              <a:defRPr/>
            </a:pPr>
            <a:fld id="{72AD96D6-FCAC-BF48-A744-D10BE5BBB539}" type="slidenum">
              <a:rPr lang="en-US" smtClean="0"/>
              <a:pPr>
                <a:defRPr/>
              </a:pPr>
              <a:t>13</a:t>
            </a:fld>
            <a:endParaRPr lang="en-US"/>
          </a:p>
        </p:txBody>
      </p:sp>
    </p:spTree>
    <p:extLst>
      <p:ext uri="{BB962C8B-B14F-4D97-AF65-F5344CB8AC3E}">
        <p14:creationId xmlns:p14="http://schemas.microsoft.com/office/powerpoint/2010/main" val="393129157"/>
      </p:ext>
    </p:extLst>
  </p:cSld>
  <p:clrMapOvr>
    <a:masterClrMapping/>
  </p:clrMapOvr>
  <p:transition>
    <p:wipe dir="r"/>
  </p:transition>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4579" name="Rectangle 3"/>
          <p:cNvSpPr>
            <a:spLocks noChangeArrowheads="1"/>
          </p:cNvSpPr>
          <p:nvPr/>
        </p:nvSpPr>
        <p:spPr bwMode="auto">
          <a:xfrm>
            <a:off x="1703512" y="1340768"/>
            <a:ext cx="8640960" cy="44644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lstStyle/>
          <a:p>
            <a:pPr marL="457200" indent="-457200">
              <a:buClr>
                <a:schemeClr val="hlink"/>
              </a:buClr>
              <a:buFont typeface="Arial"/>
              <a:buChar char="•"/>
            </a:pPr>
            <a:r>
              <a:rPr lang="en-US" sz="2800" dirty="0">
                <a:solidFill>
                  <a:srgbClr val="000000"/>
                </a:solidFill>
                <a:effectLst>
                  <a:outerShdw blurRad="38100" dist="38100" dir="2700000" algn="tl">
                    <a:srgbClr val="DDDDDD"/>
                  </a:outerShdw>
                </a:effectLst>
                <a:latin typeface="+mj-lt"/>
              </a:rPr>
              <a:t>A </a:t>
            </a:r>
            <a:r>
              <a:rPr lang="en-US" sz="2800" b="1" dirty="0">
                <a:solidFill>
                  <a:srgbClr val="000000"/>
                </a:solidFill>
                <a:effectLst>
                  <a:outerShdw blurRad="38100" dist="38100" dir="2700000" algn="tl">
                    <a:srgbClr val="DDDDDD"/>
                  </a:outerShdw>
                </a:effectLst>
                <a:latin typeface="+mj-lt"/>
              </a:rPr>
              <a:t>close agreement</a:t>
            </a:r>
            <a:r>
              <a:rPr lang="en-US" sz="2800" dirty="0">
                <a:solidFill>
                  <a:srgbClr val="000000"/>
                </a:solidFill>
                <a:effectLst>
                  <a:outerShdw blurRad="38100" dist="38100" dir="2700000" algn="tl">
                    <a:srgbClr val="DDDDDD"/>
                  </a:outerShdw>
                </a:effectLst>
                <a:latin typeface="+mj-lt"/>
              </a:rPr>
              <a:t> between observed and expected values will lead to a small value of </a:t>
            </a:r>
            <a:r>
              <a:rPr lang="en-US" sz="2800" dirty="0">
                <a:latin typeface="Symbol" charset="0"/>
              </a:rPr>
              <a:t></a:t>
            </a:r>
            <a:r>
              <a:rPr lang="en-US" sz="2800" baseline="30000" dirty="0">
                <a:latin typeface="Arial" charset="0"/>
              </a:rPr>
              <a:t>2</a:t>
            </a:r>
            <a:r>
              <a:rPr lang="en-US" sz="2800" baseline="40000" dirty="0">
                <a:solidFill>
                  <a:srgbClr val="000000"/>
                </a:solidFill>
                <a:effectLst>
                  <a:outerShdw blurRad="38100" dist="38100" dir="2700000" algn="tl">
                    <a:srgbClr val="DDDDDD"/>
                  </a:outerShdw>
                </a:effectLst>
                <a:latin typeface="+mj-lt"/>
              </a:rPr>
              <a:t> </a:t>
            </a:r>
            <a:r>
              <a:rPr lang="en-US" sz="2800" dirty="0">
                <a:solidFill>
                  <a:srgbClr val="000000"/>
                </a:solidFill>
                <a:effectLst>
                  <a:outerShdw blurRad="38100" dist="38100" dir="2700000" algn="tl">
                    <a:srgbClr val="DDDDDD"/>
                  </a:outerShdw>
                </a:effectLst>
                <a:latin typeface="+mj-lt"/>
              </a:rPr>
              <a:t> and a large </a:t>
            </a:r>
            <a:r>
              <a:rPr lang="en-US" sz="2800" i="1" dirty="0">
                <a:solidFill>
                  <a:srgbClr val="000000"/>
                </a:solidFill>
                <a:effectLst>
                  <a:outerShdw blurRad="38100" dist="38100" dir="2700000" algn="tl">
                    <a:srgbClr val="DDDDDD"/>
                  </a:outerShdw>
                </a:effectLst>
                <a:latin typeface="+mj-lt"/>
              </a:rPr>
              <a:t>p</a:t>
            </a:r>
            <a:r>
              <a:rPr lang="en-US" sz="2800" dirty="0">
                <a:solidFill>
                  <a:srgbClr val="000000"/>
                </a:solidFill>
                <a:effectLst>
                  <a:outerShdw blurRad="38100" dist="38100" dir="2700000" algn="tl">
                    <a:srgbClr val="DDDDDD"/>
                  </a:outerShdw>
                </a:effectLst>
                <a:latin typeface="+mj-lt"/>
              </a:rPr>
              <a:t>-value.</a:t>
            </a:r>
          </a:p>
          <a:p>
            <a:pPr marL="457200" indent="-457200">
              <a:spcBef>
                <a:spcPct val="30000"/>
              </a:spcBef>
              <a:spcAft>
                <a:spcPct val="30000"/>
              </a:spcAft>
              <a:buClr>
                <a:schemeClr val="hlink"/>
              </a:buClr>
              <a:buFont typeface="Arial"/>
              <a:buChar char="•"/>
            </a:pPr>
            <a:r>
              <a:rPr lang="en-US" sz="2800" dirty="0">
                <a:solidFill>
                  <a:srgbClr val="000000"/>
                </a:solidFill>
                <a:effectLst>
                  <a:outerShdw blurRad="38100" dist="38100" dir="2700000" algn="tl">
                    <a:srgbClr val="DDDDDD"/>
                  </a:outerShdw>
                </a:effectLst>
                <a:latin typeface="+mj-lt"/>
              </a:rPr>
              <a:t>A </a:t>
            </a:r>
            <a:r>
              <a:rPr lang="en-US" sz="2800" b="1" dirty="0">
                <a:solidFill>
                  <a:srgbClr val="000000"/>
                </a:solidFill>
                <a:effectLst>
                  <a:outerShdw blurRad="38100" dist="38100" dir="2700000" algn="tl">
                    <a:srgbClr val="DDDDDD"/>
                  </a:outerShdw>
                </a:effectLst>
                <a:latin typeface="+mj-lt"/>
              </a:rPr>
              <a:t>large disagreement </a:t>
            </a:r>
            <a:r>
              <a:rPr lang="en-US" sz="2800" dirty="0">
                <a:solidFill>
                  <a:srgbClr val="000000"/>
                </a:solidFill>
                <a:effectLst>
                  <a:outerShdw blurRad="38100" dist="38100" dir="2700000" algn="tl">
                    <a:srgbClr val="DDDDDD"/>
                  </a:outerShdw>
                </a:effectLst>
                <a:latin typeface="+mj-lt"/>
              </a:rPr>
              <a:t>between observed and expected values will lead to a large value of </a:t>
            </a:r>
            <a:r>
              <a:rPr lang="en-US" sz="2800" dirty="0">
                <a:latin typeface="Symbol" charset="0"/>
              </a:rPr>
              <a:t></a:t>
            </a:r>
            <a:r>
              <a:rPr lang="en-US" sz="2800" baseline="30000" dirty="0">
                <a:latin typeface="Arial" charset="0"/>
              </a:rPr>
              <a:t>2</a:t>
            </a:r>
            <a:r>
              <a:rPr lang="en-US" sz="2800" dirty="0">
                <a:solidFill>
                  <a:srgbClr val="000000"/>
                </a:solidFill>
                <a:effectLst>
                  <a:outerShdw blurRad="38100" dist="38100" dir="2700000" algn="tl">
                    <a:srgbClr val="DDDDDD"/>
                  </a:outerShdw>
                </a:effectLst>
                <a:latin typeface="+mj-lt"/>
              </a:rPr>
              <a:t> and a small </a:t>
            </a:r>
            <a:r>
              <a:rPr lang="en-US" sz="2800" i="1" dirty="0">
                <a:solidFill>
                  <a:srgbClr val="000000"/>
                </a:solidFill>
                <a:effectLst>
                  <a:outerShdw blurRad="38100" dist="38100" dir="2700000" algn="tl">
                    <a:srgbClr val="DDDDDD"/>
                  </a:outerShdw>
                </a:effectLst>
                <a:latin typeface="+mj-lt"/>
              </a:rPr>
              <a:t>p</a:t>
            </a:r>
            <a:r>
              <a:rPr lang="en-US" sz="2800" dirty="0">
                <a:solidFill>
                  <a:srgbClr val="000000"/>
                </a:solidFill>
                <a:effectLst>
                  <a:outerShdw blurRad="38100" dist="38100" dir="2700000" algn="tl">
                    <a:srgbClr val="DDDDDD"/>
                  </a:outerShdw>
                </a:effectLst>
                <a:latin typeface="+mj-lt"/>
              </a:rPr>
              <a:t>-value.</a:t>
            </a:r>
          </a:p>
          <a:p>
            <a:pPr marL="457200" indent="-457200">
              <a:spcBef>
                <a:spcPct val="30000"/>
              </a:spcBef>
              <a:spcAft>
                <a:spcPct val="30000"/>
              </a:spcAft>
              <a:buClr>
                <a:schemeClr val="hlink"/>
              </a:buClr>
              <a:buFont typeface="Arial"/>
              <a:buChar char="•"/>
            </a:pPr>
            <a:r>
              <a:rPr lang="en-US" sz="2800" dirty="0">
                <a:solidFill>
                  <a:srgbClr val="000000"/>
                </a:solidFill>
                <a:effectLst>
                  <a:outerShdw blurRad="38100" dist="38100" dir="2700000" algn="tl">
                    <a:srgbClr val="DDDDDD"/>
                  </a:outerShdw>
                </a:effectLst>
                <a:latin typeface="+mj-lt"/>
              </a:rPr>
              <a:t>A significantly large value of </a:t>
            </a:r>
            <a:r>
              <a:rPr lang="en-US" sz="2800" dirty="0">
                <a:latin typeface="Symbol" charset="0"/>
              </a:rPr>
              <a:t></a:t>
            </a:r>
            <a:r>
              <a:rPr lang="en-US" sz="2800" baseline="30000" dirty="0">
                <a:latin typeface="Arial" charset="0"/>
              </a:rPr>
              <a:t>2</a:t>
            </a:r>
            <a:r>
              <a:rPr lang="en-US" sz="2800" baseline="40000" dirty="0">
                <a:solidFill>
                  <a:srgbClr val="000000"/>
                </a:solidFill>
                <a:effectLst>
                  <a:outerShdw blurRad="38100" dist="38100" dir="2700000" algn="tl">
                    <a:srgbClr val="DDDDDD"/>
                  </a:outerShdw>
                </a:effectLst>
              </a:rPr>
              <a:t> </a:t>
            </a:r>
            <a:r>
              <a:rPr lang="en-US" sz="2800" dirty="0">
                <a:solidFill>
                  <a:srgbClr val="000000"/>
                </a:solidFill>
                <a:effectLst>
                  <a:outerShdw blurRad="38100" dist="38100" dir="2700000" algn="tl">
                    <a:srgbClr val="DDDDDD"/>
                  </a:outerShdw>
                </a:effectLst>
                <a:latin typeface="+mj-lt"/>
              </a:rPr>
              <a:t>will cause a rejection of the null hypothesis of no difference between the observed and the expected.</a:t>
            </a:r>
          </a:p>
          <a:p>
            <a:pPr marL="342900" indent="-342900">
              <a:buClr>
                <a:schemeClr val="hlink"/>
              </a:buClr>
              <a:buFont typeface="Wingdings" charset="0"/>
              <a:buChar char="v"/>
            </a:pPr>
            <a:endParaRPr lang="en-US" sz="2800" dirty="0">
              <a:solidFill>
                <a:srgbClr val="000000"/>
              </a:solidFill>
              <a:effectLst>
                <a:outerShdw blurRad="38100" dist="38100" dir="2700000" algn="tl">
                  <a:srgbClr val="DDDDDD"/>
                </a:outerShdw>
              </a:effectLst>
              <a:latin typeface="+mj-lt"/>
            </a:endParaRPr>
          </a:p>
        </p:txBody>
      </p:sp>
      <p:sp>
        <p:nvSpPr>
          <p:cNvPr id="2" name="Slide Number Placeholder 1"/>
          <p:cNvSpPr>
            <a:spLocks noGrp="1"/>
          </p:cNvSpPr>
          <p:nvPr>
            <p:ph type="sldNum" sz="quarter" idx="10"/>
          </p:nvPr>
        </p:nvSpPr>
        <p:spPr/>
        <p:txBody>
          <a:bodyPr/>
          <a:lstStyle/>
          <a:p>
            <a:pPr>
              <a:defRPr/>
            </a:pPr>
            <a:fld id="{72AD96D6-FCAC-BF48-A744-D10BE5BBB539}" type="slidenum">
              <a:rPr lang="en-US" smtClean="0"/>
              <a:pPr>
                <a:defRPr/>
              </a:pPr>
              <a:t>14</a:t>
            </a:fld>
            <a:endParaRPr lang="en-US"/>
          </a:p>
        </p:txBody>
      </p:sp>
    </p:spTree>
    <p:extLst>
      <p:ext uri="{BB962C8B-B14F-4D97-AF65-F5344CB8AC3E}">
        <p14:creationId xmlns:p14="http://schemas.microsoft.com/office/powerpoint/2010/main" val="1064528428"/>
      </p:ext>
    </p:extLst>
  </p:cSld>
  <p:clrMapOvr>
    <a:masterClrMapping/>
  </p:clrMapOvr>
  <p:transition>
    <p:wipe dir="u"/>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387" name="Picture 2"/>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80384" y="331788"/>
            <a:ext cx="5980112" cy="60690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sp>
        <p:nvSpPr>
          <p:cNvPr id="2" name="Right Arrow Callout 1"/>
          <p:cNvSpPr/>
          <p:nvPr/>
        </p:nvSpPr>
        <p:spPr>
          <a:xfrm>
            <a:off x="1703512" y="2276872"/>
            <a:ext cx="2592288" cy="1800200"/>
          </a:xfrm>
          <a:prstGeom prst="rightArrowCallout">
            <a:avLst/>
          </a:prstGeom>
          <a:solidFill>
            <a:schemeClr val="accent6">
              <a:lumMod val="60000"/>
              <a:lumOff val="40000"/>
            </a:schemeClr>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r>
              <a:rPr lang="en-US" sz="1600" b="1" dirty="0">
                <a:solidFill>
                  <a:schemeClr val="tx1"/>
                </a:solidFill>
                <a:effectLst>
                  <a:outerShdw blurRad="38100" dist="38100" dir="2700000" algn="tl">
                    <a:srgbClr val="DDDDDD"/>
                  </a:outerShdw>
                </a:effectLst>
              </a:rPr>
              <a:t>Relationships Among Components in Goodness-of-Fit Hypothesis Test </a:t>
            </a:r>
          </a:p>
          <a:p>
            <a:endParaRPr lang="en-US" sz="1600" b="1" dirty="0">
              <a:solidFill>
                <a:schemeClr val="tx1"/>
              </a:solidFill>
            </a:endParaRPr>
          </a:p>
        </p:txBody>
      </p:sp>
      <p:sp>
        <p:nvSpPr>
          <p:cNvPr id="3" name="Slide Number Placeholder 2"/>
          <p:cNvSpPr>
            <a:spLocks noGrp="1"/>
          </p:cNvSpPr>
          <p:nvPr>
            <p:ph type="sldNum" sz="quarter" idx="10"/>
          </p:nvPr>
        </p:nvSpPr>
        <p:spPr/>
        <p:txBody>
          <a:bodyPr/>
          <a:lstStyle/>
          <a:p>
            <a:pPr>
              <a:defRPr/>
            </a:pPr>
            <a:fld id="{15DF5A4A-CDD8-5844-9131-93702E810F90}" type="slidenum">
              <a:rPr lang="en-US" smtClean="0"/>
              <a:pPr>
                <a:defRPr/>
              </a:pPr>
              <a:t>15</a:t>
            </a:fld>
            <a:endParaRPr lang="en-US"/>
          </a:p>
        </p:txBody>
      </p:sp>
    </p:spTree>
    <p:extLst>
      <p:ext uri="{BB962C8B-B14F-4D97-AF65-F5344CB8AC3E}">
        <p14:creationId xmlns:p14="http://schemas.microsoft.com/office/powerpoint/2010/main" val="306594648"/>
      </p:ext>
    </p:extLst>
  </p:cSld>
  <p:clrMapOvr>
    <a:masterClrMapping/>
  </p:clrMapOvr>
  <p:transition>
    <p:zoom/>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Slide Number Placeholder 5"/>
          <p:cNvSpPr>
            <a:spLocks noGrp="1"/>
          </p:cNvSpPr>
          <p:nvPr>
            <p:ph type="sldNum" sz="quarter" idx="4294967295"/>
          </p:nvPr>
        </p:nvSpPr>
        <p:spPr>
          <a:xfrm>
            <a:off x="9345488" y="6553200"/>
            <a:ext cx="1143000" cy="304800"/>
          </a:xfrm>
          <a:prstGeom prst="rect">
            <a:avLst/>
          </a:prstGeom>
          <a:noFill/>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a:defRPr sz="2400">
                <a:solidFill>
                  <a:schemeClr val="tx1"/>
                </a:solidFill>
                <a:latin typeface="Arial" charset="0"/>
                <a:ea typeface="ＭＳ Ｐゴシック" charset="0"/>
              </a:defRPr>
            </a:lvl1pPr>
            <a:lvl2pPr>
              <a:defRPr sz="2000">
                <a:solidFill>
                  <a:schemeClr val="tx1"/>
                </a:solidFill>
                <a:latin typeface="Arial" charset="0"/>
                <a:ea typeface="ＭＳ Ｐゴシック" charset="0"/>
              </a:defRPr>
            </a:lvl2pPr>
            <a:lvl3pPr>
              <a:defRPr sz="2000">
                <a:solidFill>
                  <a:schemeClr val="tx1"/>
                </a:solidFill>
                <a:latin typeface="Arial" charset="0"/>
                <a:ea typeface="ＭＳ Ｐゴシック" charset="0"/>
              </a:defRPr>
            </a:lvl3pPr>
            <a:lvl4pPr>
              <a:defRPr sz="2000">
                <a:solidFill>
                  <a:schemeClr val="tx1"/>
                </a:solidFill>
                <a:latin typeface="Arial" charset="0"/>
                <a:ea typeface="ＭＳ Ｐゴシック" charset="0"/>
              </a:defRPr>
            </a:lvl4pPr>
            <a:lvl5pPr>
              <a:defRPr sz="2000">
                <a:solidFill>
                  <a:schemeClr val="tx1"/>
                </a:solidFill>
                <a:latin typeface="Arial" charset="0"/>
                <a:ea typeface="ＭＳ Ｐゴシック" charset="0"/>
              </a:defRPr>
            </a:lvl5pPr>
            <a:lvl6pPr eaLnBrk="0" hangingPunct="0">
              <a:defRPr sz="2000">
                <a:solidFill>
                  <a:schemeClr val="tx1"/>
                </a:solidFill>
                <a:latin typeface="Arial" charset="0"/>
                <a:ea typeface="ＭＳ Ｐゴシック" charset="0"/>
              </a:defRPr>
            </a:lvl6pPr>
            <a:lvl7pPr eaLnBrk="0" hangingPunct="0">
              <a:defRPr sz="2000">
                <a:solidFill>
                  <a:schemeClr val="tx1"/>
                </a:solidFill>
                <a:latin typeface="Arial" charset="0"/>
                <a:ea typeface="ＭＳ Ｐゴシック" charset="0"/>
              </a:defRPr>
            </a:lvl7pPr>
            <a:lvl8pPr eaLnBrk="0" hangingPunct="0">
              <a:defRPr sz="2000">
                <a:solidFill>
                  <a:schemeClr val="tx1"/>
                </a:solidFill>
                <a:latin typeface="Arial" charset="0"/>
                <a:ea typeface="ＭＳ Ｐゴシック" charset="0"/>
              </a:defRPr>
            </a:lvl8pPr>
            <a:lvl9pPr eaLnBrk="0" hangingPunct="0">
              <a:defRPr sz="2000">
                <a:solidFill>
                  <a:schemeClr val="tx1"/>
                </a:solidFill>
                <a:latin typeface="Arial" charset="0"/>
                <a:ea typeface="ＭＳ Ｐゴシック" charset="0"/>
              </a:defRPr>
            </a:lvl9pPr>
          </a:lstStyle>
          <a:p>
            <a:fld id="{411C8933-D254-7942-BA77-F6CC824DF239}" type="slidenum">
              <a:rPr lang="en-US" sz="1000">
                <a:solidFill>
                  <a:schemeClr val="bg1"/>
                </a:solidFill>
              </a:rPr>
              <a:pPr/>
              <a:t>16</a:t>
            </a:fld>
            <a:endParaRPr lang="en-US" sz="1000">
              <a:solidFill>
                <a:schemeClr val="bg1"/>
              </a:solidFill>
            </a:endParaRPr>
          </a:p>
        </p:txBody>
      </p:sp>
      <p:sp>
        <p:nvSpPr>
          <p:cNvPr id="18436" name="Rectangle 2"/>
          <p:cNvSpPr>
            <a:spLocks noGrp="1" noChangeArrowheads="1"/>
          </p:cNvSpPr>
          <p:nvPr>
            <p:ph type="title"/>
          </p:nvPr>
        </p:nvSpPr>
        <p:spPr>
          <a:xfrm>
            <a:off x="3647728" y="274638"/>
            <a:ext cx="6563072" cy="850106"/>
          </a:xfrm>
        </p:spPr>
        <p:style>
          <a:lnRef idx="2">
            <a:schemeClr val="accent2"/>
          </a:lnRef>
          <a:fillRef idx="1">
            <a:schemeClr val="lt1"/>
          </a:fillRef>
          <a:effectRef idx="0">
            <a:schemeClr val="accent2"/>
          </a:effectRef>
          <a:fontRef idx="minor">
            <a:schemeClr val="dk1"/>
          </a:fontRef>
        </p:style>
        <p:txBody>
          <a:bodyPr/>
          <a:lstStyle/>
          <a:p>
            <a:pPr eaLnBrk="1" hangingPunct="1"/>
            <a:r>
              <a:rPr lang="en-US" sz="2800" dirty="0">
                <a:latin typeface="Arial" charset="0"/>
              </a:rPr>
              <a:t>Chi-Square (</a:t>
            </a:r>
            <a:r>
              <a:rPr lang="en-US" sz="2800" dirty="0">
                <a:latin typeface="Symbol" charset="0"/>
              </a:rPr>
              <a:t></a:t>
            </a:r>
            <a:r>
              <a:rPr lang="en-US" sz="2800" baseline="30000" dirty="0">
                <a:latin typeface="Arial" charset="0"/>
              </a:rPr>
              <a:t>2</a:t>
            </a:r>
            <a:r>
              <a:rPr lang="en-US" sz="2800" dirty="0">
                <a:latin typeface="Arial" charset="0"/>
              </a:rPr>
              <a:t>) Test  for </a:t>
            </a:r>
            <a:r>
              <a:rPr lang="en-US" sz="2800" i="1" dirty="0">
                <a:latin typeface="Arial" charset="0"/>
              </a:rPr>
              <a:t>k</a:t>
            </a:r>
            <a:r>
              <a:rPr lang="en-US" sz="2800" dirty="0">
                <a:latin typeface="Arial" charset="0"/>
              </a:rPr>
              <a:t> Proportions</a:t>
            </a:r>
          </a:p>
        </p:txBody>
      </p:sp>
      <p:sp>
        <p:nvSpPr>
          <p:cNvPr id="18437" name="Rectangle 3"/>
          <p:cNvSpPr>
            <a:spLocks noGrp="1" noChangeArrowheads="1"/>
          </p:cNvSpPr>
          <p:nvPr>
            <p:ph type="body" idx="1"/>
          </p:nvPr>
        </p:nvSpPr>
        <p:spPr>
          <a:xfrm>
            <a:off x="1847528" y="1600201"/>
            <a:ext cx="8363272" cy="4525963"/>
          </a:xfrm>
        </p:spPr>
        <p:txBody>
          <a:bodyPr/>
          <a:lstStyle/>
          <a:p>
            <a:pPr eaLnBrk="1" hangingPunct="1">
              <a:spcBef>
                <a:spcPct val="30000"/>
              </a:spcBef>
            </a:pPr>
            <a:r>
              <a:rPr lang="en-US" dirty="0">
                <a:latin typeface="+mj-lt"/>
              </a:rPr>
              <a:t>Tests Equality (=) of Proportions Only</a:t>
            </a:r>
          </a:p>
          <a:p>
            <a:pPr lvl="1" eaLnBrk="1" hangingPunct="1">
              <a:buFont typeface="Wingdings" charset="2"/>
              <a:buChar char="§"/>
            </a:pPr>
            <a:r>
              <a:rPr lang="en-US" dirty="0">
                <a:latin typeface="+mj-lt"/>
              </a:rPr>
              <a:t>Example: </a:t>
            </a:r>
            <a:r>
              <a:rPr lang="en-US" i="1" dirty="0">
                <a:latin typeface="+mj-lt"/>
              </a:rPr>
              <a:t>p</a:t>
            </a:r>
            <a:r>
              <a:rPr lang="en-US" baseline="-25000" dirty="0">
                <a:latin typeface="+mj-lt"/>
              </a:rPr>
              <a:t>1</a:t>
            </a:r>
            <a:r>
              <a:rPr lang="en-US" dirty="0">
                <a:latin typeface="+mj-lt"/>
              </a:rPr>
              <a:t> = 0.2, </a:t>
            </a:r>
            <a:r>
              <a:rPr lang="en-US" i="1" dirty="0">
                <a:latin typeface="+mj-lt"/>
              </a:rPr>
              <a:t>p</a:t>
            </a:r>
            <a:r>
              <a:rPr lang="en-US" baseline="-25000" dirty="0">
                <a:latin typeface="+mj-lt"/>
              </a:rPr>
              <a:t>2</a:t>
            </a:r>
            <a:r>
              <a:rPr lang="en-US" dirty="0">
                <a:latin typeface="+mj-lt"/>
              </a:rPr>
              <a:t>= 0.3, </a:t>
            </a:r>
            <a:r>
              <a:rPr lang="en-US" i="1" dirty="0">
                <a:latin typeface="+mj-lt"/>
              </a:rPr>
              <a:t>p</a:t>
            </a:r>
            <a:r>
              <a:rPr lang="en-US" baseline="-25000" dirty="0">
                <a:latin typeface="+mj-lt"/>
              </a:rPr>
              <a:t>3</a:t>
            </a:r>
            <a:r>
              <a:rPr lang="en-US" dirty="0">
                <a:latin typeface="+mj-lt"/>
              </a:rPr>
              <a:t> = 0.5</a:t>
            </a:r>
          </a:p>
          <a:p>
            <a:pPr eaLnBrk="1" hangingPunct="1">
              <a:spcBef>
                <a:spcPct val="30000"/>
              </a:spcBef>
            </a:pPr>
            <a:r>
              <a:rPr lang="en-US" dirty="0">
                <a:latin typeface="+mj-lt"/>
              </a:rPr>
              <a:t>One variable with several levels.</a:t>
            </a:r>
          </a:p>
          <a:p>
            <a:pPr eaLnBrk="1" hangingPunct="1"/>
            <a:r>
              <a:rPr lang="en-US" dirty="0">
                <a:latin typeface="+mj-lt"/>
              </a:rPr>
              <a:t>Assumptions:</a:t>
            </a:r>
          </a:p>
          <a:p>
            <a:pPr lvl="1" eaLnBrk="1" hangingPunct="1">
              <a:buFont typeface="Wingdings" charset="2"/>
              <a:buChar char="§"/>
            </a:pPr>
            <a:r>
              <a:rPr lang="en-US" dirty="0">
                <a:latin typeface="+mj-lt"/>
              </a:rPr>
              <a:t>Multinomial Experiment</a:t>
            </a:r>
          </a:p>
          <a:p>
            <a:pPr lvl="1" eaLnBrk="1" hangingPunct="1">
              <a:buFont typeface="Wingdings" charset="2"/>
              <a:buChar char="§"/>
            </a:pPr>
            <a:r>
              <a:rPr lang="en-US" dirty="0">
                <a:latin typeface="+mj-lt"/>
              </a:rPr>
              <a:t>Large Sample Size</a:t>
            </a:r>
          </a:p>
          <a:p>
            <a:pPr lvl="2" eaLnBrk="1" hangingPunct="1"/>
            <a:r>
              <a:rPr lang="en-US" b="1" dirty="0">
                <a:solidFill>
                  <a:srgbClr val="FF0000"/>
                </a:solidFill>
                <a:latin typeface="+mj-lt"/>
              </a:rPr>
              <a:t>All expected counts </a:t>
            </a:r>
            <a:r>
              <a:rPr lang="en-MY" dirty="0"/>
              <a:t>≥ </a:t>
            </a:r>
            <a:r>
              <a:rPr lang="en-US" b="1" dirty="0">
                <a:solidFill>
                  <a:srgbClr val="FF0000"/>
                </a:solidFill>
                <a:latin typeface="+mj-lt"/>
              </a:rPr>
              <a:t> 5</a:t>
            </a:r>
          </a:p>
          <a:p>
            <a:pPr eaLnBrk="1" hangingPunct="1">
              <a:spcBef>
                <a:spcPct val="30000"/>
              </a:spcBef>
            </a:pPr>
            <a:r>
              <a:rPr lang="en-US" dirty="0">
                <a:latin typeface="+mj-lt"/>
              </a:rPr>
              <a:t>Uses One-Way Contingency Table</a:t>
            </a:r>
          </a:p>
        </p:txBody>
      </p:sp>
    </p:spTree>
    <p:extLst>
      <p:ext uri="{BB962C8B-B14F-4D97-AF65-F5344CB8AC3E}">
        <p14:creationId xmlns:p14="http://schemas.microsoft.com/office/powerpoint/2010/main" val="5329311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Slide Number Placeholder 5"/>
          <p:cNvSpPr>
            <a:spLocks noGrp="1"/>
          </p:cNvSpPr>
          <p:nvPr>
            <p:ph type="sldNum" sz="quarter" idx="4294967295"/>
          </p:nvPr>
        </p:nvSpPr>
        <p:spPr>
          <a:xfrm>
            <a:off x="9345488" y="6553200"/>
            <a:ext cx="1143000" cy="304800"/>
          </a:xfrm>
          <a:prstGeom prst="rect">
            <a:avLst/>
          </a:prstGeom>
          <a:noFill/>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a:defRPr sz="2400">
                <a:solidFill>
                  <a:schemeClr val="tx1"/>
                </a:solidFill>
                <a:latin typeface="Arial" charset="0"/>
                <a:ea typeface="ＭＳ Ｐゴシック" charset="0"/>
              </a:defRPr>
            </a:lvl1pPr>
            <a:lvl2pPr>
              <a:defRPr sz="2000">
                <a:solidFill>
                  <a:schemeClr val="tx1"/>
                </a:solidFill>
                <a:latin typeface="Arial" charset="0"/>
                <a:ea typeface="ＭＳ Ｐゴシック" charset="0"/>
              </a:defRPr>
            </a:lvl2pPr>
            <a:lvl3pPr>
              <a:defRPr sz="2000">
                <a:solidFill>
                  <a:schemeClr val="tx1"/>
                </a:solidFill>
                <a:latin typeface="Arial" charset="0"/>
                <a:ea typeface="ＭＳ Ｐゴシック" charset="0"/>
              </a:defRPr>
            </a:lvl3pPr>
            <a:lvl4pPr>
              <a:defRPr sz="2000">
                <a:solidFill>
                  <a:schemeClr val="tx1"/>
                </a:solidFill>
                <a:latin typeface="Arial" charset="0"/>
                <a:ea typeface="ＭＳ Ｐゴシック" charset="0"/>
              </a:defRPr>
            </a:lvl4pPr>
            <a:lvl5pPr>
              <a:defRPr sz="2000">
                <a:solidFill>
                  <a:schemeClr val="tx1"/>
                </a:solidFill>
                <a:latin typeface="Arial" charset="0"/>
                <a:ea typeface="ＭＳ Ｐゴシック" charset="0"/>
              </a:defRPr>
            </a:lvl5pPr>
            <a:lvl6pPr eaLnBrk="0" hangingPunct="0">
              <a:defRPr sz="2000">
                <a:solidFill>
                  <a:schemeClr val="tx1"/>
                </a:solidFill>
                <a:latin typeface="Arial" charset="0"/>
                <a:ea typeface="ＭＳ Ｐゴシック" charset="0"/>
              </a:defRPr>
            </a:lvl6pPr>
            <a:lvl7pPr eaLnBrk="0" hangingPunct="0">
              <a:defRPr sz="2000">
                <a:solidFill>
                  <a:schemeClr val="tx1"/>
                </a:solidFill>
                <a:latin typeface="Arial" charset="0"/>
                <a:ea typeface="ＭＳ Ｐゴシック" charset="0"/>
              </a:defRPr>
            </a:lvl7pPr>
            <a:lvl8pPr eaLnBrk="0" hangingPunct="0">
              <a:defRPr sz="2000">
                <a:solidFill>
                  <a:schemeClr val="tx1"/>
                </a:solidFill>
                <a:latin typeface="Arial" charset="0"/>
                <a:ea typeface="ＭＳ Ｐゴシック" charset="0"/>
              </a:defRPr>
            </a:lvl8pPr>
            <a:lvl9pPr eaLnBrk="0" hangingPunct="0">
              <a:defRPr sz="2000">
                <a:solidFill>
                  <a:schemeClr val="tx1"/>
                </a:solidFill>
                <a:latin typeface="Arial" charset="0"/>
                <a:ea typeface="ＭＳ Ｐゴシック" charset="0"/>
              </a:defRPr>
            </a:lvl9pPr>
          </a:lstStyle>
          <a:p>
            <a:fld id="{F08F78F6-5274-A746-856C-28AEA8F4A321}" type="slidenum">
              <a:rPr lang="en-US" sz="1000">
                <a:solidFill>
                  <a:schemeClr val="bg1"/>
                </a:solidFill>
              </a:rPr>
              <a:pPr/>
              <a:t>17</a:t>
            </a:fld>
            <a:endParaRPr lang="en-US" sz="1000" dirty="0">
              <a:solidFill>
                <a:schemeClr val="bg1"/>
              </a:solidFill>
            </a:endParaRPr>
          </a:p>
        </p:txBody>
      </p:sp>
      <p:sp>
        <p:nvSpPr>
          <p:cNvPr id="19460" name="Rectangle 2"/>
          <p:cNvSpPr>
            <a:spLocks noGrp="1" noChangeArrowheads="1"/>
          </p:cNvSpPr>
          <p:nvPr>
            <p:ph type="title"/>
          </p:nvPr>
        </p:nvSpPr>
        <p:spPr>
          <a:xfrm>
            <a:off x="3647728" y="274638"/>
            <a:ext cx="6563072" cy="706090"/>
          </a:xfrm>
        </p:spPr>
        <p:style>
          <a:lnRef idx="2">
            <a:schemeClr val="accent2"/>
          </a:lnRef>
          <a:fillRef idx="1">
            <a:schemeClr val="lt1"/>
          </a:fillRef>
          <a:effectRef idx="0">
            <a:schemeClr val="accent2"/>
          </a:effectRef>
          <a:fontRef idx="minor">
            <a:schemeClr val="dk1"/>
          </a:fontRef>
        </p:style>
        <p:txBody>
          <a:bodyPr/>
          <a:lstStyle/>
          <a:p>
            <a:pPr eaLnBrk="1" hangingPunct="1"/>
            <a:r>
              <a:rPr lang="en-US" sz="2800" dirty="0">
                <a:latin typeface="Arial" charset="0"/>
              </a:rPr>
              <a:t>One-Way Contingency Table</a:t>
            </a:r>
          </a:p>
        </p:txBody>
      </p:sp>
      <p:sp>
        <p:nvSpPr>
          <p:cNvPr id="19461" name="Rectangle 3"/>
          <p:cNvSpPr>
            <a:spLocks noGrp="1" noChangeArrowheads="1"/>
          </p:cNvSpPr>
          <p:nvPr>
            <p:ph type="body" idx="1"/>
          </p:nvPr>
        </p:nvSpPr>
        <p:spPr>
          <a:xfrm>
            <a:off x="1919536" y="1340769"/>
            <a:ext cx="8291264" cy="4525963"/>
          </a:xfrm>
        </p:spPr>
        <p:txBody>
          <a:bodyPr/>
          <a:lstStyle/>
          <a:p>
            <a:pPr eaLnBrk="1" hangingPunct="1"/>
            <a:r>
              <a:rPr lang="en-US" sz="2800" dirty="0">
                <a:latin typeface="Arial" charset="0"/>
              </a:rPr>
              <a:t>Shows number of observations in </a:t>
            </a:r>
            <a:r>
              <a:rPr lang="en-US" sz="2800" i="1" dirty="0">
                <a:latin typeface="Arial" charset="0"/>
              </a:rPr>
              <a:t>k</a:t>
            </a:r>
            <a:r>
              <a:rPr lang="en-US" sz="2800" dirty="0">
                <a:latin typeface="Arial" charset="0"/>
              </a:rPr>
              <a:t> Independent Groups (Outcomes or Variable Levels)</a:t>
            </a:r>
          </a:p>
          <a:p>
            <a:pPr eaLnBrk="1" hangingPunct="1">
              <a:spcBef>
                <a:spcPct val="30000"/>
              </a:spcBef>
            </a:pPr>
            <a:endParaRPr lang="en-US" dirty="0">
              <a:latin typeface="Arial" charset="0"/>
            </a:endParaRPr>
          </a:p>
        </p:txBody>
      </p:sp>
      <p:graphicFrame>
        <p:nvGraphicFramePr>
          <p:cNvPr id="19462" name="Object 4">
            <a:hlinkClick r:id="" action="ppaction://ole?verb=0"/>
          </p:cNvPr>
          <p:cNvGraphicFramePr>
            <a:graphicFrameLocks/>
          </p:cNvGraphicFramePr>
          <p:nvPr/>
        </p:nvGraphicFramePr>
        <p:xfrm>
          <a:off x="2535238" y="3398838"/>
          <a:ext cx="7097712" cy="1943100"/>
        </p:xfrm>
        <a:graphic>
          <a:graphicData uri="http://schemas.openxmlformats.org/presentationml/2006/ole">
            <mc:AlternateContent xmlns:mc="http://schemas.openxmlformats.org/markup-compatibility/2006">
              <mc:Choice xmlns:v="urn:schemas-microsoft-com:vml" Requires="v">
                <p:oleObj name="Document" r:id="rId2" imgW="4705339" imgH="1276246" progId="Word.Document.8">
                  <p:embed/>
                </p:oleObj>
              </mc:Choice>
              <mc:Fallback>
                <p:oleObj name="Document" r:id="rId2" imgW="4705339" imgH="1276246" progId="Word.Document.8">
                  <p:embed/>
                  <p:pic>
                    <p:nvPicPr>
                      <p:cNvPr id="0" name=""/>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35238" y="3398838"/>
                        <a:ext cx="7097712" cy="1943100"/>
                      </a:xfrm>
                      <a:prstGeom prst="rect">
                        <a:avLst/>
                      </a:prstGeom>
                      <a:solidFill>
                        <a:srgbClr val="FFFF99"/>
                      </a:solidFill>
                      <a:ln>
                        <a:noFill/>
                      </a:ln>
                      <a:effectLst>
                        <a:outerShdw blurRad="63500" dist="38099" dir="2700000" algn="ctr" rotWithShape="0">
                          <a:schemeClr val="bg2">
                            <a:alpha val="74998"/>
                          </a:schemeClr>
                        </a:outerShdw>
                      </a:effectLst>
                      <a:extLst>
                        <a:ext uri="{91240B29-F687-4F45-9708-019B960494DF}">
                          <a14:hiddenLine xmlns:a14="http://schemas.microsoft.com/office/drawing/2010/main" w="12700">
                            <a:solidFill>
                              <a:schemeClr val="tx1"/>
                            </a:solidFill>
                            <a:miter lim="800000"/>
                            <a:headEnd/>
                            <a:tailEnd/>
                          </a14:hiddenLine>
                        </a:ext>
                      </a:extLst>
                    </p:spPr>
                  </p:pic>
                </p:oleObj>
              </mc:Fallback>
            </mc:AlternateContent>
          </a:graphicData>
        </a:graphic>
      </p:graphicFrame>
      <p:sp>
        <p:nvSpPr>
          <p:cNvPr id="95237" name="Rectangle 5"/>
          <p:cNvSpPr>
            <a:spLocks noChangeArrowheads="1"/>
          </p:cNvSpPr>
          <p:nvPr/>
        </p:nvSpPr>
        <p:spPr bwMode="auto">
          <a:xfrm>
            <a:off x="7444680" y="2708920"/>
            <a:ext cx="2467744"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a:spcBef>
                <a:spcPct val="50000"/>
              </a:spcBef>
            </a:pPr>
            <a:r>
              <a:rPr lang="en-US" sz="2400" b="1" dirty="0">
                <a:solidFill>
                  <a:srgbClr val="0000FF"/>
                </a:solidFill>
                <a:effectLst>
                  <a:outerShdw blurRad="38100" dist="38100" dir="2700000" algn="tl">
                    <a:srgbClr val="DDDDDD"/>
                  </a:outerShdw>
                </a:effectLst>
              </a:rPr>
              <a:t>Outcomes (</a:t>
            </a:r>
            <a:r>
              <a:rPr lang="en-US" sz="2400" b="1" i="1" dirty="0">
                <a:solidFill>
                  <a:srgbClr val="0000FF"/>
                </a:solidFill>
                <a:effectLst>
                  <a:outerShdw blurRad="38100" dist="38100" dir="2700000" algn="tl">
                    <a:srgbClr val="DDDDDD"/>
                  </a:outerShdw>
                </a:effectLst>
              </a:rPr>
              <a:t>k</a:t>
            </a:r>
            <a:r>
              <a:rPr lang="en-US" sz="2400" b="1" dirty="0">
                <a:solidFill>
                  <a:srgbClr val="0000FF"/>
                </a:solidFill>
                <a:effectLst>
                  <a:outerShdw blurRad="38100" dist="38100" dir="2700000" algn="tl">
                    <a:srgbClr val="DDDDDD"/>
                  </a:outerShdw>
                </a:effectLst>
              </a:rPr>
              <a:t> = 3)</a:t>
            </a:r>
          </a:p>
        </p:txBody>
      </p:sp>
      <p:sp>
        <p:nvSpPr>
          <p:cNvPr id="95238" name="Rectangle 6"/>
          <p:cNvSpPr>
            <a:spLocks noChangeArrowheads="1"/>
          </p:cNvSpPr>
          <p:nvPr/>
        </p:nvSpPr>
        <p:spPr bwMode="auto">
          <a:xfrm>
            <a:off x="2855640" y="5733256"/>
            <a:ext cx="3528392"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algn="ctr">
              <a:spcBef>
                <a:spcPct val="50000"/>
              </a:spcBef>
            </a:pPr>
            <a:r>
              <a:rPr lang="en-US" sz="2400" b="1" dirty="0">
                <a:solidFill>
                  <a:srgbClr val="0000FF"/>
                </a:solidFill>
                <a:effectLst>
                  <a:outerShdw blurRad="38100" dist="38100" dir="2700000" algn="tl">
                    <a:srgbClr val="DDDDDD"/>
                  </a:outerShdw>
                </a:effectLst>
              </a:rPr>
              <a:t>Number of responses</a:t>
            </a:r>
          </a:p>
        </p:txBody>
      </p:sp>
      <p:sp>
        <p:nvSpPr>
          <p:cNvPr id="19465" name="Line 7"/>
          <p:cNvSpPr>
            <a:spLocks noChangeShapeType="1"/>
          </p:cNvSpPr>
          <p:nvPr/>
        </p:nvSpPr>
        <p:spPr bwMode="auto">
          <a:xfrm>
            <a:off x="3711006" y="5000625"/>
            <a:ext cx="728811" cy="876647"/>
          </a:xfrm>
          <a:prstGeom prst="line">
            <a:avLst/>
          </a:prstGeom>
          <a:noFill/>
          <a:ln w="25400">
            <a:solidFill>
              <a:srgbClr val="008000"/>
            </a:solidFill>
            <a:round/>
            <a:headEnd type="triangle" w="med" len="med"/>
            <a:tailEnd/>
          </a:ln>
          <a:effectLst>
            <a:outerShdw blurRad="63500" dist="38099" dir="2700000" algn="ctr" rotWithShape="0">
              <a:schemeClr val="bg2">
                <a:alpha val="74998"/>
              </a:schemeClr>
            </a:outerShdw>
          </a:effectLst>
          <a:extLst>
            <a:ext uri="{909E8E84-426E-40DD-AFC4-6F175D3DCCD1}">
              <a14:hiddenFill xmlns:a14="http://schemas.microsoft.com/office/drawing/2010/main">
                <a:noFill/>
              </a14:hiddenFill>
            </a:ext>
          </a:extLst>
        </p:spPr>
        <p:txBody>
          <a:bodyPr wrap="none" anchor="ctr"/>
          <a:lstStyle/>
          <a:p>
            <a:endParaRPr lang="en-US"/>
          </a:p>
        </p:txBody>
      </p:sp>
      <p:sp>
        <p:nvSpPr>
          <p:cNvPr id="19466" name="Line 8"/>
          <p:cNvSpPr>
            <a:spLocks noChangeShapeType="1"/>
          </p:cNvSpPr>
          <p:nvPr/>
        </p:nvSpPr>
        <p:spPr bwMode="auto">
          <a:xfrm flipV="1">
            <a:off x="5732463" y="2996953"/>
            <a:ext cx="1659681" cy="1154361"/>
          </a:xfrm>
          <a:prstGeom prst="line">
            <a:avLst/>
          </a:prstGeom>
          <a:noFill/>
          <a:ln w="25400">
            <a:solidFill>
              <a:srgbClr val="FF0000"/>
            </a:solidFill>
            <a:round/>
            <a:headEnd type="triangle" w="med" len="med"/>
            <a:tailEnd/>
          </a:ln>
          <a:effectLst>
            <a:outerShdw blurRad="63500" dist="38099" dir="2700000" algn="ctr" rotWithShape="0">
              <a:schemeClr val="bg2">
                <a:alpha val="74998"/>
              </a:schemeClr>
            </a:outerShdw>
          </a:effectLst>
          <a:extLst>
            <a:ext uri="{909E8E84-426E-40DD-AFC4-6F175D3DCCD1}">
              <a14:hiddenFill xmlns:a14="http://schemas.microsoft.com/office/drawing/2010/main">
                <a:noFill/>
              </a14:hiddenFill>
            </a:ext>
          </a:extLst>
        </p:spPr>
        <p:txBody>
          <a:bodyPr wrap="none" anchor="ctr"/>
          <a:lstStyle/>
          <a:p>
            <a:endParaRPr lang="en-US"/>
          </a:p>
        </p:txBody>
      </p:sp>
      <p:sp>
        <p:nvSpPr>
          <p:cNvPr id="19467" name="Line 9"/>
          <p:cNvSpPr>
            <a:spLocks noChangeShapeType="1"/>
          </p:cNvSpPr>
          <p:nvPr/>
        </p:nvSpPr>
        <p:spPr bwMode="auto">
          <a:xfrm flipV="1">
            <a:off x="7127875" y="2996952"/>
            <a:ext cx="264269" cy="1043236"/>
          </a:xfrm>
          <a:prstGeom prst="line">
            <a:avLst/>
          </a:prstGeom>
          <a:noFill/>
          <a:ln w="25400">
            <a:solidFill>
              <a:srgbClr val="FF0000"/>
            </a:solidFill>
            <a:round/>
            <a:headEnd type="triangle" w="med" len="med"/>
            <a:tailEnd/>
          </a:ln>
          <a:effectLst>
            <a:outerShdw blurRad="63500" dist="38099" dir="2700000" algn="ctr" rotWithShape="0">
              <a:schemeClr val="bg2">
                <a:alpha val="74998"/>
              </a:schemeClr>
            </a:outerShdw>
          </a:effectLst>
          <a:extLst>
            <a:ext uri="{909E8E84-426E-40DD-AFC4-6F175D3DCCD1}">
              <a14:hiddenFill xmlns:a14="http://schemas.microsoft.com/office/drawing/2010/main">
                <a:noFill/>
              </a14:hiddenFill>
            </a:ext>
          </a:extLst>
        </p:spPr>
        <p:txBody>
          <a:bodyPr wrap="none" anchor="ctr"/>
          <a:lstStyle/>
          <a:p>
            <a:endParaRPr lang="en-US"/>
          </a:p>
        </p:txBody>
      </p:sp>
      <p:sp>
        <p:nvSpPr>
          <p:cNvPr id="19468" name="Line 10"/>
          <p:cNvSpPr>
            <a:spLocks noChangeShapeType="1"/>
          </p:cNvSpPr>
          <p:nvPr/>
        </p:nvSpPr>
        <p:spPr bwMode="auto">
          <a:xfrm flipH="1">
            <a:off x="4439816" y="5013176"/>
            <a:ext cx="648072" cy="864096"/>
          </a:xfrm>
          <a:prstGeom prst="line">
            <a:avLst/>
          </a:prstGeom>
          <a:noFill/>
          <a:ln w="25400">
            <a:solidFill>
              <a:srgbClr val="008000"/>
            </a:solidFill>
            <a:round/>
            <a:headEnd type="triangle" w="med" len="med"/>
            <a:tailEnd/>
          </a:ln>
          <a:effectLst>
            <a:outerShdw blurRad="63500" dist="38099" dir="2700000" algn="ctr" rotWithShape="0">
              <a:schemeClr val="bg2">
                <a:alpha val="74998"/>
              </a:schemeClr>
            </a:outerShdw>
          </a:effectLst>
          <a:extLst>
            <a:ext uri="{909E8E84-426E-40DD-AFC4-6F175D3DCCD1}">
              <a14:hiddenFill xmlns:a14="http://schemas.microsoft.com/office/drawing/2010/main">
                <a:noFill/>
              </a14:hiddenFill>
            </a:ext>
          </a:extLst>
        </p:spPr>
        <p:txBody>
          <a:bodyPr wrap="none" anchor="ctr"/>
          <a:lstStyle/>
          <a:p>
            <a:endParaRPr lang="en-US"/>
          </a:p>
        </p:txBody>
      </p:sp>
      <p:sp>
        <p:nvSpPr>
          <p:cNvPr id="19469" name="Line 11"/>
          <p:cNvSpPr>
            <a:spLocks noChangeShapeType="1"/>
          </p:cNvSpPr>
          <p:nvPr/>
        </p:nvSpPr>
        <p:spPr bwMode="auto">
          <a:xfrm flipV="1">
            <a:off x="3960813" y="2996952"/>
            <a:ext cx="3431331" cy="1087686"/>
          </a:xfrm>
          <a:prstGeom prst="line">
            <a:avLst/>
          </a:prstGeom>
          <a:noFill/>
          <a:ln w="25400">
            <a:solidFill>
              <a:srgbClr val="FF0000"/>
            </a:solidFill>
            <a:round/>
            <a:headEnd type="triangle" w="med" len="med"/>
            <a:tailEnd/>
          </a:ln>
          <a:effectLst>
            <a:outerShdw blurRad="63500" dist="38099" dir="2700000" algn="ctr" rotWithShape="0">
              <a:schemeClr val="bg2">
                <a:alpha val="74998"/>
              </a:schemeClr>
            </a:outerShdw>
          </a:effectLst>
          <a:extLst>
            <a:ext uri="{909E8E84-426E-40DD-AFC4-6F175D3DCCD1}">
              <a14:hiddenFill xmlns:a14="http://schemas.microsoft.com/office/drawing/2010/main">
                <a:noFill/>
              </a14:hiddenFill>
            </a:ext>
          </a:extLst>
        </p:spPr>
        <p:txBody>
          <a:bodyPr wrap="none" anchor="ctr"/>
          <a:lstStyle/>
          <a:p>
            <a:endParaRPr lang="en-US"/>
          </a:p>
        </p:txBody>
      </p:sp>
    </p:spTree>
    <p:extLst>
      <p:ext uri="{BB962C8B-B14F-4D97-AF65-F5344CB8AC3E}">
        <p14:creationId xmlns:p14="http://schemas.microsoft.com/office/powerpoint/2010/main" val="94288138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Slide Number Placeholder 5"/>
          <p:cNvSpPr>
            <a:spLocks noGrp="1"/>
          </p:cNvSpPr>
          <p:nvPr>
            <p:ph type="sldNum" sz="quarter" idx="4294967295"/>
          </p:nvPr>
        </p:nvSpPr>
        <p:spPr>
          <a:xfrm>
            <a:off x="9345488" y="6553200"/>
            <a:ext cx="1143000" cy="304800"/>
          </a:xfrm>
          <a:prstGeom prst="rect">
            <a:avLst/>
          </a:prstGeom>
          <a:noFill/>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a:defRPr sz="2400">
                <a:solidFill>
                  <a:schemeClr val="tx1"/>
                </a:solidFill>
                <a:latin typeface="Arial" charset="0"/>
                <a:ea typeface="ＭＳ Ｐゴシック" charset="0"/>
              </a:defRPr>
            </a:lvl1pPr>
            <a:lvl2pPr>
              <a:defRPr sz="2000">
                <a:solidFill>
                  <a:schemeClr val="tx1"/>
                </a:solidFill>
                <a:latin typeface="Arial" charset="0"/>
                <a:ea typeface="ＭＳ Ｐゴシック" charset="0"/>
              </a:defRPr>
            </a:lvl2pPr>
            <a:lvl3pPr>
              <a:defRPr sz="2000">
                <a:solidFill>
                  <a:schemeClr val="tx1"/>
                </a:solidFill>
                <a:latin typeface="Arial" charset="0"/>
                <a:ea typeface="ＭＳ Ｐゴシック" charset="0"/>
              </a:defRPr>
            </a:lvl3pPr>
            <a:lvl4pPr>
              <a:defRPr sz="2000">
                <a:solidFill>
                  <a:schemeClr val="tx1"/>
                </a:solidFill>
                <a:latin typeface="Arial" charset="0"/>
                <a:ea typeface="ＭＳ Ｐゴシック" charset="0"/>
              </a:defRPr>
            </a:lvl4pPr>
            <a:lvl5pPr>
              <a:defRPr sz="2000">
                <a:solidFill>
                  <a:schemeClr val="tx1"/>
                </a:solidFill>
                <a:latin typeface="Arial" charset="0"/>
                <a:ea typeface="ＭＳ Ｐゴシック" charset="0"/>
              </a:defRPr>
            </a:lvl5pPr>
            <a:lvl6pPr eaLnBrk="0" hangingPunct="0">
              <a:defRPr sz="2000">
                <a:solidFill>
                  <a:schemeClr val="tx1"/>
                </a:solidFill>
                <a:latin typeface="Arial" charset="0"/>
                <a:ea typeface="ＭＳ Ｐゴシック" charset="0"/>
              </a:defRPr>
            </a:lvl6pPr>
            <a:lvl7pPr eaLnBrk="0" hangingPunct="0">
              <a:defRPr sz="2000">
                <a:solidFill>
                  <a:schemeClr val="tx1"/>
                </a:solidFill>
                <a:latin typeface="Arial" charset="0"/>
                <a:ea typeface="ＭＳ Ｐゴシック" charset="0"/>
              </a:defRPr>
            </a:lvl7pPr>
            <a:lvl8pPr eaLnBrk="0" hangingPunct="0">
              <a:defRPr sz="2000">
                <a:solidFill>
                  <a:schemeClr val="tx1"/>
                </a:solidFill>
                <a:latin typeface="Arial" charset="0"/>
                <a:ea typeface="ＭＳ Ｐゴシック" charset="0"/>
              </a:defRPr>
            </a:lvl8pPr>
            <a:lvl9pPr eaLnBrk="0" hangingPunct="0">
              <a:defRPr sz="2000">
                <a:solidFill>
                  <a:schemeClr val="tx1"/>
                </a:solidFill>
                <a:latin typeface="Arial" charset="0"/>
                <a:ea typeface="ＭＳ Ｐゴシック" charset="0"/>
              </a:defRPr>
            </a:lvl9pPr>
          </a:lstStyle>
          <a:p>
            <a:fld id="{42F6351A-C35E-864D-A039-864B3869D1B4}" type="slidenum">
              <a:rPr lang="en-US" sz="1000">
                <a:solidFill>
                  <a:schemeClr val="bg1"/>
                </a:solidFill>
              </a:rPr>
              <a:pPr/>
              <a:t>18</a:t>
            </a:fld>
            <a:endParaRPr lang="en-US" sz="1000" dirty="0">
              <a:solidFill>
                <a:schemeClr val="bg1"/>
              </a:solidFill>
            </a:endParaRPr>
          </a:p>
        </p:txBody>
      </p:sp>
      <p:grpSp>
        <p:nvGrpSpPr>
          <p:cNvPr id="3" name="Group 2"/>
          <p:cNvGrpSpPr/>
          <p:nvPr/>
        </p:nvGrpSpPr>
        <p:grpSpPr>
          <a:xfrm>
            <a:off x="1836738" y="1828800"/>
            <a:ext cx="8831262" cy="4375150"/>
            <a:chOff x="312738" y="1828800"/>
            <a:chExt cx="8831262" cy="4375150"/>
          </a:xfrm>
        </p:grpSpPr>
        <p:graphicFrame>
          <p:nvGraphicFramePr>
            <p:cNvPr id="25604" name="Object 2">
              <a:hlinkClick r:id="" action="ppaction://ole?verb=0"/>
            </p:cNvPr>
            <p:cNvGraphicFramePr>
              <a:graphicFrameLocks/>
            </p:cNvGraphicFramePr>
            <p:nvPr>
              <p:extLst>
                <p:ext uri="{D42A27DB-BD31-4B8C-83A1-F6EECF244321}">
                  <p14:modId xmlns:p14="http://schemas.microsoft.com/office/powerpoint/2010/main" val="2082414477"/>
                </p:ext>
              </p:extLst>
            </p:nvPr>
          </p:nvGraphicFramePr>
          <p:xfrm>
            <a:off x="1905000" y="4419600"/>
            <a:ext cx="5949950" cy="1784350"/>
          </p:xfrm>
          <a:graphic>
            <a:graphicData uri="http://schemas.openxmlformats.org/presentationml/2006/ole">
              <mc:AlternateContent xmlns:mc="http://schemas.openxmlformats.org/markup-compatibility/2006">
                <mc:Choice xmlns:v="urn:schemas-microsoft-com:vml" Requires="v">
                  <p:oleObj name="Document" r:id="rId3" imgW="7686566" imgH="2286067" progId="Word.Document.6">
                    <p:embed/>
                  </p:oleObj>
                </mc:Choice>
                <mc:Fallback>
                  <p:oleObj name="Document" r:id="rId3" imgW="7686566" imgH="2286067" progId="Word.Document.6">
                    <p:embed/>
                    <p:pic>
                      <p:nvPicPr>
                        <p:cNvPr id="0" name=""/>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05000" y="4419600"/>
                          <a:ext cx="5949950" cy="1784350"/>
                        </a:xfrm>
                        <a:prstGeom prst="rect">
                          <a:avLst/>
                        </a:prstGeom>
                        <a:noFill/>
                        <a:ln>
                          <a:noFill/>
                        </a:ln>
                        <a:effectLst>
                          <a:outerShdw blurRad="63500" dist="38099" dir="2700000" algn="ctr" rotWithShape="0">
                            <a:schemeClr val="bg2">
                              <a:alpha val="74998"/>
                            </a:scheme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Lst>
                      </p:spPr>
                    </p:pic>
                  </p:oleObj>
                </mc:Fallback>
              </mc:AlternateContent>
            </a:graphicData>
          </a:graphic>
        </p:graphicFrame>
        <p:graphicFrame>
          <p:nvGraphicFramePr>
            <p:cNvPr id="25606" name="Object 4">
              <a:hlinkClick r:id="" action="ppaction://ole?verb=0"/>
            </p:cNvPr>
            <p:cNvGraphicFramePr>
              <a:graphicFrameLocks/>
            </p:cNvGraphicFramePr>
            <p:nvPr>
              <p:extLst>
                <p:ext uri="{D42A27DB-BD31-4B8C-83A1-F6EECF244321}">
                  <p14:modId xmlns:p14="http://schemas.microsoft.com/office/powerpoint/2010/main" val="3760094770"/>
                </p:ext>
              </p:extLst>
            </p:nvPr>
          </p:nvGraphicFramePr>
          <p:xfrm>
            <a:off x="4006850" y="1828800"/>
            <a:ext cx="3938588" cy="2546350"/>
          </p:xfrm>
          <a:graphic>
            <a:graphicData uri="http://schemas.openxmlformats.org/presentationml/2006/ole">
              <mc:AlternateContent xmlns:mc="http://schemas.openxmlformats.org/markup-compatibility/2006">
                <mc:Choice xmlns:v="urn:schemas-microsoft-com:vml" Requires="v">
                  <p:oleObj name="VISIO" r:id="rId5" imgW="3562410" imgH="2295515" progId="Visio.Drawing.4">
                    <p:embed/>
                  </p:oleObj>
                </mc:Choice>
                <mc:Fallback>
                  <p:oleObj name="VISIO" r:id="rId5" imgW="3562410" imgH="2295515" progId="Visio.Drawing.4">
                    <p:embed/>
                    <p:pic>
                      <p:nvPicPr>
                        <p:cNvPr id="0" name=""/>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006850" y="1828800"/>
                          <a:ext cx="3938588" cy="2546350"/>
                        </a:xfrm>
                        <a:prstGeom prst="rect">
                          <a:avLst/>
                        </a:prstGeom>
                        <a:noFill/>
                        <a:ln>
                          <a:noFill/>
                        </a:ln>
                        <a:effectLst>
                          <a:outerShdw blurRad="63500" dist="38099" dir="2700000" algn="ctr" rotWithShape="0">
                            <a:schemeClr val="bg2">
                              <a:alpha val="74998"/>
                            </a:scheme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Lst>
                      </p:spPr>
                    </p:pic>
                  </p:oleObj>
                </mc:Fallback>
              </mc:AlternateContent>
            </a:graphicData>
          </a:graphic>
        </p:graphicFrame>
        <p:sp>
          <p:nvSpPr>
            <p:cNvPr id="25608" name="Rectangle 6"/>
            <p:cNvSpPr>
              <a:spLocks noChangeArrowheads="1"/>
            </p:cNvSpPr>
            <p:nvPr/>
          </p:nvSpPr>
          <p:spPr bwMode="auto">
            <a:xfrm>
              <a:off x="7318375" y="3041650"/>
              <a:ext cx="1825625"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0488" tIns="44450" rIns="90488" bIns="44450">
              <a:spAutoFit/>
            </a:bodyPr>
            <a:lstStyle/>
            <a:p>
              <a:pPr>
                <a:spcBef>
                  <a:spcPct val="50000"/>
                </a:spcBef>
              </a:pPr>
              <a:r>
                <a:rPr lang="en-US">
                  <a:solidFill>
                    <a:schemeClr val="tx2"/>
                  </a:solidFill>
                  <a:sym typeface="Symbol" charset="0"/>
                </a:rPr>
                <a:t></a:t>
              </a:r>
              <a:r>
                <a:rPr lang="en-US">
                  <a:solidFill>
                    <a:schemeClr val="tx2"/>
                  </a:solidFill>
                </a:rPr>
                <a:t>= 0.05</a:t>
              </a:r>
            </a:p>
          </p:txBody>
        </p:sp>
        <p:sp>
          <p:nvSpPr>
            <p:cNvPr id="25609" name="Line 7"/>
            <p:cNvSpPr>
              <a:spLocks noChangeShapeType="1"/>
            </p:cNvSpPr>
            <p:nvPr/>
          </p:nvSpPr>
          <p:spPr bwMode="auto">
            <a:xfrm flipH="1">
              <a:off x="6802438" y="3427413"/>
              <a:ext cx="406400" cy="279400"/>
            </a:xfrm>
            <a:prstGeom prst="line">
              <a:avLst/>
            </a:prstGeom>
            <a:noFill/>
            <a:ln w="25400">
              <a:solidFill>
                <a:schemeClr val="tx2"/>
              </a:solidFill>
              <a:round/>
              <a:headEnd/>
              <a:tailEnd type="triangle" w="med" len="med"/>
            </a:ln>
            <a:effectLst>
              <a:outerShdw blurRad="63500" dist="38099" dir="2700000" algn="ctr" rotWithShape="0">
                <a:schemeClr val="bg2">
                  <a:alpha val="74998"/>
                </a:schemeClr>
              </a:outerShdw>
            </a:effectLst>
            <a:extLst>
              <a:ext uri="{909E8E84-426E-40DD-AFC4-6F175D3DCCD1}">
                <a14:hiddenFill xmlns:a14="http://schemas.microsoft.com/office/drawing/2010/main">
                  <a:noFill/>
                </a14:hiddenFill>
              </a:ext>
            </a:extLst>
          </p:spPr>
          <p:txBody>
            <a:bodyPr wrap="none" anchor="ctr"/>
            <a:lstStyle/>
            <a:p>
              <a:endParaRPr lang="en-US"/>
            </a:p>
          </p:txBody>
        </p:sp>
        <p:sp>
          <p:nvSpPr>
            <p:cNvPr id="25610" name="Rectangle 8"/>
            <p:cNvSpPr>
              <a:spLocks noChangeArrowheads="1"/>
            </p:cNvSpPr>
            <p:nvPr/>
          </p:nvSpPr>
          <p:spPr bwMode="auto">
            <a:xfrm>
              <a:off x="312738" y="4535488"/>
              <a:ext cx="2432050"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0488" tIns="44450" rIns="90488" bIns="44450">
              <a:spAutoFit/>
            </a:bodyPr>
            <a:lstStyle/>
            <a:p>
              <a:pPr>
                <a:spcBef>
                  <a:spcPct val="50000"/>
                </a:spcBef>
              </a:pPr>
              <a:r>
                <a:rPr lang="en-US">
                  <a:sym typeface="Symbol" charset="0"/>
                </a:rPr>
                <a:t></a:t>
              </a:r>
              <a:r>
                <a:rPr lang="en-US" baseline="30000"/>
                <a:t>2</a:t>
              </a:r>
              <a:r>
                <a:rPr lang="en-US"/>
                <a:t> Table (Portion)</a:t>
              </a:r>
            </a:p>
          </p:txBody>
        </p:sp>
        <p:sp>
          <p:nvSpPr>
            <p:cNvPr id="25611" name="Line 9"/>
            <p:cNvSpPr>
              <a:spLocks noChangeShapeType="1"/>
            </p:cNvSpPr>
            <p:nvPr/>
          </p:nvSpPr>
          <p:spPr bwMode="auto">
            <a:xfrm>
              <a:off x="3789363" y="3043238"/>
              <a:ext cx="441325" cy="715962"/>
            </a:xfrm>
            <a:prstGeom prst="line">
              <a:avLst/>
            </a:prstGeom>
            <a:noFill/>
            <a:ln w="25400">
              <a:solidFill>
                <a:schemeClr val="tx2"/>
              </a:solidFill>
              <a:round/>
              <a:headEnd/>
              <a:tailEnd type="triangle" w="med" len="med"/>
            </a:ln>
            <a:effectLst>
              <a:outerShdw blurRad="63500" dist="38099" dir="2700000" algn="ctr" rotWithShape="0">
                <a:schemeClr val="bg2">
                  <a:alpha val="74998"/>
                </a:schemeClr>
              </a:outerShdw>
            </a:effectLst>
            <a:extLst>
              <a:ext uri="{909E8E84-426E-40DD-AFC4-6F175D3DCCD1}">
                <a14:hiddenFill xmlns:a14="http://schemas.microsoft.com/office/drawing/2010/main">
                  <a:noFill/>
                </a14:hiddenFill>
              </a:ext>
            </a:extLst>
          </p:spPr>
          <p:txBody>
            <a:bodyPr wrap="none" anchor="ctr"/>
            <a:lstStyle/>
            <a:p>
              <a:endParaRPr lang="en-US"/>
            </a:p>
          </p:txBody>
        </p:sp>
        <p:sp>
          <p:nvSpPr>
            <p:cNvPr id="25612" name="Rectangle 10"/>
            <p:cNvSpPr>
              <a:spLocks noChangeArrowheads="1"/>
            </p:cNvSpPr>
            <p:nvPr/>
          </p:nvSpPr>
          <p:spPr bwMode="auto">
            <a:xfrm>
              <a:off x="1295400" y="2362200"/>
              <a:ext cx="2973388" cy="6839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0488" tIns="44450" rIns="90488" bIns="44450">
              <a:spAutoFit/>
            </a:bodyPr>
            <a:lstStyle/>
            <a:p>
              <a:pPr>
                <a:lnSpc>
                  <a:spcPct val="110000"/>
                </a:lnSpc>
                <a:spcBef>
                  <a:spcPct val="20000"/>
                </a:spcBef>
              </a:pPr>
              <a:r>
                <a:rPr lang="en-US" dirty="0">
                  <a:solidFill>
                    <a:schemeClr val="tx2"/>
                  </a:solidFill>
                </a:rPr>
                <a:t>If </a:t>
              </a:r>
              <a:r>
                <a:rPr lang="en-US" i="1" dirty="0" err="1">
                  <a:solidFill>
                    <a:schemeClr val="tx2"/>
                  </a:solidFill>
                </a:rPr>
                <a:t>o</a:t>
              </a:r>
              <a:r>
                <a:rPr lang="en-US" i="1" baseline="-25000" dirty="0" err="1">
                  <a:solidFill>
                    <a:schemeClr val="tx2"/>
                  </a:solidFill>
                </a:rPr>
                <a:t>i</a:t>
              </a:r>
              <a:r>
                <a:rPr lang="en-US" dirty="0">
                  <a:solidFill>
                    <a:schemeClr val="tx2"/>
                  </a:solidFill>
                </a:rPr>
                <a:t> = </a:t>
              </a:r>
              <a:r>
                <a:rPr lang="en-US" i="1" dirty="0" err="1">
                  <a:solidFill>
                    <a:schemeClr val="tx2"/>
                  </a:solidFill>
                </a:rPr>
                <a:t>e</a:t>
              </a:r>
              <a:r>
                <a:rPr lang="en-US" i="1" baseline="-25000" dirty="0" err="1">
                  <a:solidFill>
                    <a:schemeClr val="tx2"/>
                  </a:solidFill>
                </a:rPr>
                <a:t>i</a:t>
              </a:r>
              <a:r>
                <a:rPr lang="en-US" dirty="0">
                  <a:solidFill>
                    <a:schemeClr val="tx2"/>
                  </a:solidFill>
                </a:rPr>
                <a:t>, </a:t>
              </a:r>
              <a:r>
                <a:rPr lang="en-US" dirty="0">
                  <a:solidFill>
                    <a:schemeClr val="tx2"/>
                  </a:solidFill>
                  <a:sym typeface="Symbol" charset="0"/>
                </a:rPr>
                <a:t></a:t>
              </a:r>
              <a:r>
                <a:rPr lang="en-US" baseline="30000" dirty="0">
                  <a:solidFill>
                    <a:schemeClr val="tx2"/>
                  </a:solidFill>
                </a:rPr>
                <a:t>2</a:t>
              </a:r>
              <a:r>
                <a:rPr lang="en-US" dirty="0">
                  <a:solidFill>
                    <a:schemeClr val="tx2"/>
                  </a:solidFill>
                </a:rPr>
                <a:t> = 0. Do not reject H</a:t>
              </a:r>
              <a:r>
                <a:rPr lang="en-US" baseline="-25000" dirty="0">
                  <a:solidFill>
                    <a:schemeClr val="tx2"/>
                  </a:solidFill>
                </a:rPr>
                <a:t>0</a:t>
              </a:r>
            </a:p>
          </p:txBody>
        </p:sp>
      </p:grpSp>
      <p:sp>
        <p:nvSpPr>
          <p:cNvPr id="14" name="Rectangle 3"/>
          <p:cNvSpPr>
            <a:spLocks noChangeArrowheads="1"/>
          </p:cNvSpPr>
          <p:nvPr/>
        </p:nvSpPr>
        <p:spPr bwMode="auto">
          <a:xfrm>
            <a:off x="1559496" y="1124745"/>
            <a:ext cx="8568952" cy="4437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lIns="90488" tIns="44450" rIns="90488" bIns="44450">
            <a:spAutoFit/>
          </a:bodyPr>
          <a:lstStyle/>
          <a:p>
            <a:pPr>
              <a:lnSpc>
                <a:spcPct val="95000"/>
              </a:lnSpc>
              <a:spcBef>
                <a:spcPct val="20000"/>
              </a:spcBef>
              <a:tabLst>
                <a:tab pos="398463" algn="l"/>
              </a:tabLst>
            </a:pPr>
            <a:r>
              <a:rPr lang="en-US" sz="2400" b="1" dirty="0"/>
              <a:t>Example: </a:t>
            </a:r>
            <a:r>
              <a:rPr lang="en-US" sz="2400" dirty="0"/>
              <a:t>What is the critical </a:t>
            </a:r>
            <a:r>
              <a:rPr lang="en-US" sz="2400" dirty="0">
                <a:sym typeface="Symbol" charset="0"/>
              </a:rPr>
              <a:t></a:t>
            </a:r>
            <a:r>
              <a:rPr lang="en-US" sz="2400" baseline="30000" dirty="0"/>
              <a:t>2</a:t>
            </a:r>
            <a:r>
              <a:rPr lang="en-US" sz="2400" dirty="0"/>
              <a:t> value if </a:t>
            </a:r>
            <a:r>
              <a:rPr lang="en-US" sz="2400" i="1" dirty="0"/>
              <a:t>k</a:t>
            </a:r>
            <a:r>
              <a:rPr lang="en-US" sz="2400" dirty="0"/>
              <a:t> = 3, and  </a:t>
            </a:r>
            <a:r>
              <a:rPr lang="en-US" sz="2400" dirty="0">
                <a:sym typeface="Symbol" charset="0"/>
              </a:rPr>
              <a:t></a:t>
            </a:r>
            <a:r>
              <a:rPr lang="en-US" sz="2400" dirty="0"/>
              <a:t>=0.05?</a:t>
            </a:r>
          </a:p>
        </p:txBody>
      </p:sp>
      <p:sp>
        <p:nvSpPr>
          <p:cNvPr id="15" name="Rectangle 2"/>
          <p:cNvSpPr>
            <a:spLocks noGrp="1" noChangeArrowheads="1"/>
          </p:cNvSpPr>
          <p:nvPr>
            <p:ph type="title"/>
          </p:nvPr>
        </p:nvSpPr>
        <p:spPr>
          <a:xfrm>
            <a:off x="3647728" y="274638"/>
            <a:ext cx="6563072" cy="778098"/>
          </a:xfrm>
        </p:spPr>
        <p:style>
          <a:lnRef idx="2">
            <a:schemeClr val="accent2"/>
          </a:lnRef>
          <a:fillRef idx="1">
            <a:schemeClr val="lt1"/>
          </a:fillRef>
          <a:effectRef idx="0">
            <a:schemeClr val="accent2"/>
          </a:effectRef>
          <a:fontRef idx="minor">
            <a:schemeClr val="dk1"/>
          </a:fontRef>
        </p:style>
        <p:txBody>
          <a:bodyPr vert="horz" wrap="square" lIns="90488" tIns="44450" rIns="90488" bIns="44450" numCol="1" anchor="ctr" anchorCtr="1" compatLnSpc="1">
            <a:prstTxWarp prst="textNoShape">
              <a:avLst/>
            </a:prstTxWarp>
          </a:bodyPr>
          <a:lstStyle/>
          <a:p>
            <a:pPr eaLnBrk="1" hangingPunct="1"/>
            <a:r>
              <a:rPr lang="en-US" dirty="0">
                <a:latin typeface="Arial" charset="0"/>
              </a:rPr>
              <a:t>Finding Critical Value</a:t>
            </a:r>
          </a:p>
        </p:txBody>
      </p:sp>
      <p:sp>
        <p:nvSpPr>
          <p:cNvPr id="17" name="AutoShape 10"/>
          <p:cNvSpPr>
            <a:spLocks noChangeArrowheads="1"/>
          </p:cNvSpPr>
          <p:nvPr/>
        </p:nvSpPr>
        <p:spPr bwMode="auto">
          <a:xfrm rot="16200000" flipH="1">
            <a:off x="8339138" y="4130675"/>
            <a:ext cx="577850" cy="558800"/>
          </a:xfrm>
          <a:prstGeom prst="rightArrow">
            <a:avLst>
              <a:gd name="adj1" fmla="val 50000"/>
              <a:gd name="adj2" fmla="val 51709"/>
            </a:avLst>
          </a:prstGeom>
          <a:solidFill>
            <a:schemeClr val="hlink"/>
          </a:solidFill>
          <a:ln w="12700">
            <a:solidFill>
              <a:schemeClr val="bg2"/>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AU"/>
          </a:p>
        </p:txBody>
      </p:sp>
      <p:sp>
        <p:nvSpPr>
          <p:cNvPr id="4" name="Right Arrow 3"/>
          <p:cNvSpPr/>
          <p:nvPr/>
        </p:nvSpPr>
        <p:spPr>
          <a:xfrm>
            <a:off x="1703512" y="5608664"/>
            <a:ext cx="1872208" cy="484632"/>
          </a:xfrm>
          <a:prstGeom prst="rightArrow">
            <a:avLst/>
          </a:prstGeom>
          <a:solidFill>
            <a:schemeClr val="accent6">
              <a:lumMod val="60000"/>
              <a:lumOff val="40000"/>
            </a:schemeClr>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nSpc>
                <a:spcPct val="95000"/>
              </a:lnSpc>
              <a:spcBef>
                <a:spcPct val="20000"/>
              </a:spcBef>
              <a:tabLst>
                <a:tab pos="401638" algn="l"/>
              </a:tabLst>
            </a:pPr>
            <a:r>
              <a:rPr lang="en-US" dirty="0" err="1">
                <a:solidFill>
                  <a:schemeClr val="tx1"/>
                </a:solidFill>
              </a:rPr>
              <a:t>Df</a:t>
            </a:r>
            <a:r>
              <a:rPr lang="en-US" dirty="0">
                <a:solidFill>
                  <a:schemeClr val="tx1"/>
                </a:solidFill>
              </a:rPr>
              <a:t> = </a:t>
            </a:r>
            <a:r>
              <a:rPr lang="en-US" i="1" dirty="0">
                <a:solidFill>
                  <a:schemeClr val="tx1"/>
                </a:solidFill>
              </a:rPr>
              <a:t>k</a:t>
            </a:r>
            <a:r>
              <a:rPr lang="en-US" dirty="0">
                <a:solidFill>
                  <a:schemeClr val="tx1"/>
                </a:solidFill>
              </a:rPr>
              <a:t> - 1 = 2</a:t>
            </a:r>
          </a:p>
        </p:txBody>
      </p:sp>
      <p:grpSp>
        <p:nvGrpSpPr>
          <p:cNvPr id="6" name="Group 5"/>
          <p:cNvGrpSpPr/>
          <p:nvPr/>
        </p:nvGrpSpPr>
        <p:grpSpPr>
          <a:xfrm>
            <a:off x="7968208" y="3789042"/>
            <a:ext cx="1440161" cy="2376263"/>
            <a:chOff x="6444207" y="3789041"/>
            <a:chExt cx="1440161" cy="2376263"/>
          </a:xfrm>
        </p:grpSpPr>
        <p:sp>
          <p:nvSpPr>
            <p:cNvPr id="5" name="Oval 4"/>
            <p:cNvSpPr/>
            <p:nvPr/>
          </p:nvSpPr>
          <p:spPr>
            <a:xfrm>
              <a:off x="6516216" y="5661248"/>
              <a:ext cx="1368152" cy="504056"/>
            </a:xfrm>
            <a:prstGeom prst="ellipse">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1" name="Line 8"/>
            <p:cNvSpPr>
              <a:spLocks noChangeShapeType="1"/>
            </p:cNvSpPr>
            <p:nvPr/>
          </p:nvSpPr>
          <p:spPr bwMode="auto">
            <a:xfrm>
              <a:off x="6444207" y="3789041"/>
              <a:ext cx="432049" cy="1944216"/>
            </a:xfrm>
            <a:prstGeom prst="line">
              <a:avLst/>
            </a:prstGeom>
            <a:noFill/>
            <a:ln w="25400">
              <a:solidFill>
                <a:schemeClr val="tx2"/>
              </a:solidFill>
              <a:round/>
              <a:headEnd type="triangle" w="med" len="med"/>
              <a:tailEnd/>
            </a:ln>
            <a:effectLst>
              <a:outerShdw blurRad="63500" dist="38099" dir="2700000" algn="ctr" rotWithShape="0">
                <a:schemeClr val="bg2">
                  <a:alpha val="74998"/>
                </a:schemeClr>
              </a:outerShdw>
            </a:effectLst>
            <a:extLst>
              <a:ext uri="{909E8E84-426E-40DD-AFC4-6F175D3DCCD1}">
                <a14:hiddenFill xmlns:a14="http://schemas.microsoft.com/office/drawing/2010/main">
                  <a:noFill/>
                </a14:hiddenFill>
              </a:ext>
            </a:extLst>
          </p:spPr>
          <p:txBody>
            <a:bodyPr wrap="none" anchor="ctr"/>
            <a:lstStyle/>
            <a:p>
              <a:endParaRPr lang="en-US"/>
            </a:p>
          </p:txBody>
        </p:sp>
      </p:grpSp>
    </p:spTree>
    <p:extLst>
      <p:ext uri="{BB962C8B-B14F-4D97-AF65-F5344CB8AC3E}">
        <p14:creationId xmlns:p14="http://schemas.microsoft.com/office/powerpoint/2010/main" val="2438801511"/>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linds(horizont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checkerboard(across)">
                                      <p:cBhvr>
                                        <p:cTn id="12" dur="500"/>
                                        <p:tgtEl>
                                          <p:spTgt spid="17"/>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3" presetClass="entr" presetSubtype="10" fill="hold" nodeType="click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blinds(horizontal)">
                                      <p:cBhvr>
                                        <p:cTn id="21"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4"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Content Placeholder 16"/>
          <p:cNvSpPr txBox="1">
            <a:spLocks/>
          </p:cNvSpPr>
          <p:nvPr/>
        </p:nvSpPr>
        <p:spPr bwMode="auto">
          <a:xfrm>
            <a:off x="2566989" y="1700809"/>
            <a:ext cx="7489825" cy="157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Calibri" charset="0"/>
                <a:ea typeface="ＭＳ Ｐゴシック" charset="0"/>
                <a:cs typeface="ＭＳ Ｐゴシック" charset="0"/>
              </a:defRPr>
            </a:lvl1pPr>
            <a:lvl2pPr marL="742950" indent="-285750" eaLnBrk="0" hangingPunct="0">
              <a:defRPr sz="2400">
                <a:solidFill>
                  <a:schemeClr val="tx1"/>
                </a:solidFill>
                <a:latin typeface="Calibri" charset="0"/>
                <a:ea typeface="ＭＳ Ｐゴシック" charset="0"/>
              </a:defRPr>
            </a:lvl2pPr>
            <a:lvl3pPr marL="1143000" indent="-228600" eaLnBrk="0" hangingPunct="0">
              <a:defRPr sz="2400">
                <a:solidFill>
                  <a:schemeClr val="tx1"/>
                </a:solidFill>
                <a:latin typeface="Calibri" charset="0"/>
                <a:ea typeface="ＭＳ Ｐゴシック" charset="0"/>
              </a:defRPr>
            </a:lvl3pPr>
            <a:lvl4pPr marL="1600200" indent="-228600" eaLnBrk="0" hangingPunct="0">
              <a:defRPr sz="2400">
                <a:solidFill>
                  <a:schemeClr val="tx1"/>
                </a:solidFill>
                <a:latin typeface="Calibri" charset="0"/>
                <a:ea typeface="ＭＳ Ｐゴシック" charset="0"/>
              </a:defRPr>
            </a:lvl4pPr>
            <a:lvl5pPr marL="2057400" indent="-228600" eaLnBrk="0" hangingPunct="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algn="ctr" eaLnBrk="1" hangingPunct="1">
              <a:buFont typeface="Arial" charset="0"/>
              <a:buNone/>
            </a:pPr>
            <a:r>
              <a:rPr lang="en-US" sz="4800" dirty="0">
                <a:solidFill>
                  <a:srgbClr val="0070C0"/>
                </a:solidFill>
                <a:latin typeface="Britannic Bold" charset="0"/>
                <a:cs typeface="Arial" charset="0"/>
              </a:rPr>
              <a:t>CHAPTER 6</a:t>
            </a:r>
          </a:p>
          <a:p>
            <a:pPr algn="ctr" eaLnBrk="1" hangingPunct="1">
              <a:buFont typeface="Arial" charset="0"/>
              <a:buNone/>
            </a:pPr>
            <a:endParaRPr lang="en-US" sz="4800" dirty="0">
              <a:latin typeface="Britannic Bold" charset="0"/>
              <a:cs typeface="Arial" charset="0"/>
            </a:endParaRPr>
          </a:p>
          <a:p>
            <a:pPr algn="ctr" eaLnBrk="1" hangingPunct="1">
              <a:buFont typeface="Arial" charset="0"/>
              <a:buNone/>
            </a:pPr>
            <a:r>
              <a:rPr lang="en-US" altLang="en-US" sz="3600" dirty="0">
                <a:solidFill>
                  <a:srgbClr val="0D0D0D"/>
                </a:solidFill>
                <a:effectLst>
                  <a:outerShdw blurRad="38100" dist="38100" dir="2700000" algn="tl">
                    <a:srgbClr val="FFFFFF"/>
                  </a:outerShdw>
                </a:effectLst>
                <a:latin typeface="Britannic Bold"/>
                <a:cs typeface="Britannic Bold"/>
              </a:rPr>
              <a:t>Chi-Square Test &amp; Contingency Analysis</a:t>
            </a:r>
          </a:p>
          <a:p>
            <a:pPr algn="ctr"/>
            <a:r>
              <a:rPr lang="en-US" dirty="0">
                <a:latin typeface="Britannic Bold"/>
                <a:cs typeface="Britannic Bold"/>
              </a:rPr>
              <a:t>(</a:t>
            </a:r>
            <a:r>
              <a:rPr lang="en-US" dirty="0">
                <a:effectLst>
                  <a:outerShdw blurRad="38100" dist="38100" dir="2700000" algn="tl">
                    <a:srgbClr val="FFFFFF"/>
                  </a:outerShdw>
                </a:effectLst>
                <a:latin typeface="Britannic Bold"/>
                <a:cs typeface="Britannic Bold"/>
              </a:rPr>
              <a:t>Chi-Square Test for </a:t>
            </a:r>
            <a:r>
              <a:rPr lang="en-US" i="1" dirty="0">
                <a:effectLst>
                  <a:outerShdw blurRad="38100" dist="38100" dir="2700000" algn="tl">
                    <a:srgbClr val="FFFFFF"/>
                  </a:outerShdw>
                </a:effectLst>
                <a:latin typeface="Britannic Bold"/>
                <a:cs typeface="Britannic Bold"/>
              </a:rPr>
              <a:t>k</a:t>
            </a:r>
            <a:r>
              <a:rPr lang="en-US" dirty="0">
                <a:effectLst>
                  <a:outerShdw blurRad="38100" dist="38100" dir="2700000" algn="tl">
                    <a:srgbClr val="FFFFFF"/>
                  </a:outerShdw>
                </a:effectLst>
                <a:latin typeface="Britannic Bold"/>
                <a:cs typeface="Britannic Bold"/>
              </a:rPr>
              <a:t> Proportions,</a:t>
            </a:r>
            <a:r>
              <a:rPr lang="en-US" dirty="0">
                <a:solidFill>
                  <a:srgbClr val="0D0D0D"/>
                </a:solidFill>
                <a:effectLst>
                  <a:outerShdw blurRad="38100" dist="38100" dir="2700000" algn="tl">
                    <a:srgbClr val="FFFFFF"/>
                  </a:outerShdw>
                </a:effectLst>
                <a:latin typeface="Britannic Bold"/>
                <a:cs typeface="Britannic Bold"/>
              </a:rPr>
              <a:t> </a:t>
            </a:r>
          </a:p>
          <a:p>
            <a:pPr algn="ctr"/>
            <a:r>
              <a:rPr lang="en-US" dirty="0">
                <a:effectLst>
                  <a:outerShdw blurRad="38100" dist="38100" dir="2700000" algn="tl">
                    <a:srgbClr val="FFFFFF"/>
                  </a:outerShdw>
                </a:effectLst>
                <a:latin typeface="Britannic Bold"/>
                <a:cs typeface="Britannic Bold"/>
              </a:rPr>
              <a:t>Chi-Square</a:t>
            </a:r>
            <a:r>
              <a:rPr lang="en-US" dirty="0">
                <a:latin typeface="Britannic Bold"/>
                <a:cs typeface="Britannic Bold"/>
              </a:rPr>
              <a:t> </a:t>
            </a:r>
            <a:r>
              <a:rPr lang="en-US" dirty="0">
                <a:effectLst>
                  <a:outerShdw blurRad="38100" dist="38100" dir="2700000" algn="tl">
                    <a:srgbClr val="FFFFFF"/>
                  </a:outerShdw>
                </a:effectLst>
                <a:latin typeface="Britannic Bold"/>
                <a:cs typeface="Britannic Bold"/>
              </a:rPr>
              <a:t>Test of Independence Contingency Table)</a:t>
            </a:r>
          </a:p>
        </p:txBody>
      </p:sp>
      <p:sp>
        <p:nvSpPr>
          <p:cNvPr id="14340" name="Slide Number Placeholder 1"/>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Calibri" charset="0"/>
                <a:ea typeface="ＭＳ Ｐゴシック" charset="0"/>
                <a:cs typeface="ＭＳ Ｐゴシック" charset="0"/>
              </a:defRPr>
            </a:lvl1pPr>
            <a:lvl2pPr marL="742950" indent="-285750" eaLnBrk="0" hangingPunct="0">
              <a:defRPr sz="2400">
                <a:solidFill>
                  <a:schemeClr val="tx1"/>
                </a:solidFill>
                <a:latin typeface="Calibri" charset="0"/>
                <a:ea typeface="ＭＳ Ｐゴシック" charset="0"/>
              </a:defRPr>
            </a:lvl2pPr>
            <a:lvl3pPr marL="1143000" indent="-228600" eaLnBrk="0" hangingPunct="0">
              <a:defRPr sz="2400">
                <a:solidFill>
                  <a:schemeClr val="tx1"/>
                </a:solidFill>
                <a:latin typeface="Calibri" charset="0"/>
                <a:ea typeface="ＭＳ Ｐゴシック" charset="0"/>
              </a:defRPr>
            </a:lvl3pPr>
            <a:lvl4pPr marL="1600200" indent="-228600" eaLnBrk="0" hangingPunct="0">
              <a:defRPr sz="2400">
                <a:solidFill>
                  <a:schemeClr val="tx1"/>
                </a:solidFill>
                <a:latin typeface="Calibri" charset="0"/>
                <a:ea typeface="ＭＳ Ｐゴシック" charset="0"/>
              </a:defRPr>
            </a:lvl4pPr>
            <a:lvl5pPr marL="2057400" indent="-228600" eaLnBrk="0" hangingPunct="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eaLnBrk="1" hangingPunct="1"/>
            <a:fld id="{6AA77887-1507-E445-B65A-EE9CC2334CF5}" type="slidenum">
              <a:rPr lang="en-US" sz="1200">
                <a:solidFill>
                  <a:srgbClr val="898989"/>
                </a:solidFill>
                <a:cs typeface="Arial" charset="0"/>
              </a:rPr>
              <a:pPr eaLnBrk="1" hangingPunct="1"/>
              <a:t>19</a:t>
            </a:fld>
            <a:endParaRPr lang="en-US" sz="1200">
              <a:solidFill>
                <a:srgbClr val="898989"/>
              </a:solidFill>
              <a:cs typeface="Arial" charset="0"/>
            </a:endParaRPr>
          </a:p>
        </p:txBody>
      </p:sp>
      <p:sp>
        <p:nvSpPr>
          <p:cNvPr id="7" name="Title 14"/>
          <p:cNvSpPr txBox="1">
            <a:spLocks/>
          </p:cNvSpPr>
          <p:nvPr/>
        </p:nvSpPr>
        <p:spPr bwMode="auto">
          <a:xfrm>
            <a:off x="3935934" y="274639"/>
            <a:ext cx="5832475" cy="777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algn="ctr">
              <a:defRPr/>
            </a:pPr>
            <a:r>
              <a:rPr lang="en-US" altLang="en-US" b="1" cap="all" dirty="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latin typeface="Britannic Bold" panose="020B0903060703020204" pitchFamily="34" charset="0"/>
              </a:rPr>
              <a:t>SCSI2143: Probability &amp; statistical data analysis</a:t>
            </a:r>
          </a:p>
        </p:txBody>
      </p:sp>
    </p:spTree>
    <p:extLst>
      <p:ext uri="{BB962C8B-B14F-4D97-AF65-F5344CB8AC3E}">
        <p14:creationId xmlns:p14="http://schemas.microsoft.com/office/powerpoint/2010/main" val="248631208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pPr>
              <a:defRPr/>
            </a:pPr>
            <a:fld id="{72AD96D6-FCAC-BF48-A744-D10BE5BBB539}" type="slidenum">
              <a:rPr lang="en-US" smtClean="0"/>
              <a:pPr>
                <a:defRPr/>
              </a:pPr>
              <a:t>20</a:t>
            </a:fld>
            <a:endParaRPr lang="en-US"/>
          </a:p>
        </p:txBody>
      </p:sp>
      <p:sp>
        <p:nvSpPr>
          <p:cNvPr id="5" name="Rectangle 3"/>
          <p:cNvSpPr>
            <a:spLocks noGrp="1" noChangeArrowheads="1"/>
          </p:cNvSpPr>
          <p:nvPr>
            <p:ph type="title"/>
          </p:nvPr>
        </p:nvSpPr>
        <p:spPr>
          <a:xfrm>
            <a:off x="2207568" y="2708920"/>
            <a:ext cx="7772400" cy="1143000"/>
          </a:xfrm>
          <a:extLst>
            <a:ext uri="{91240B29-F687-4F45-9708-019B960494DF}">
              <a14:hiddenLine xmlns:a14="http://schemas.microsoft.com/office/drawing/2010/main" w="12700">
                <a:solidFill>
                  <a:schemeClr val="hlink"/>
                </a:solidFill>
                <a:miter lim="800000"/>
                <a:headEnd/>
                <a:tailEnd/>
              </a14:hiddenLine>
            </a:ext>
          </a:extLst>
        </p:spPr>
        <p:txBody>
          <a:bodyPr vert="horz" wrap="square" lIns="90488" tIns="44450" rIns="90488" bIns="44450" numCol="1" anchor="ctr" anchorCtr="0" compatLnSpc="1">
            <a:prstTxWarp prst="textNoShape">
              <a:avLst/>
            </a:prstTxWarp>
          </a:bodyPr>
          <a:lstStyle/>
          <a:p>
            <a:r>
              <a:rPr lang="en-US" sz="3200" b="1" dirty="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latin typeface="Arial" charset="0"/>
              </a:rPr>
              <a:t>Categories With </a:t>
            </a:r>
            <a:r>
              <a:rPr lang="en-US" sz="3200" b="1" u="sng" dirty="0">
                <a:ln w="9000" cmpd="sng">
                  <a:solidFill>
                    <a:schemeClr val="accent4">
                      <a:shade val="50000"/>
                      <a:satMod val="120000"/>
                    </a:schemeClr>
                  </a:solidFill>
                  <a:prstDash val="solid"/>
                </a:ln>
                <a:solidFill>
                  <a:srgbClr val="FF0000"/>
                </a:solidFill>
                <a:effectLst>
                  <a:reflection blurRad="12700" stA="28000" endPos="45000" dist="1000" dir="5400000" sy="-100000" algn="bl" rotWithShape="0"/>
                </a:effectLst>
                <a:latin typeface="Arial" charset="0"/>
              </a:rPr>
              <a:t>Equal</a:t>
            </a:r>
            <a:r>
              <a:rPr lang="en-US" sz="3200" b="1" dirty="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latin typeface="Arial" charset="0"/>
              </a:rPr>
              <a:t> Frequencies/Probabilities</a:t>
            </a:r>
          </a:p>
        </p:txBody>
      </p:sp>
    </p:spTree>
    <p:extLst>
      <p:ext uri="{BB962C8B-B14F-4D97-AF65-F5344CB8AC3E}">
        <p14:creationId xmlns:p14="http://schemas.microsoft.com/office/powerpoint/2010/main" val="160297565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a:xfrm>
            <a:off x="3575720" y="260648"/>
            <a:ext cx="6696744" cy="864096"/>
          </a:xfrm>
        </p:spPr>
        <p:style>
          <a:lnRef idx="2">
            <a:schemeClr val="accent2"/>
          </a:lnRef>
          <a:fillRef idx="1">
            <a:schemeClr val="lt1"/>
          </a:fillRef>
          <a:effectRef idx="0">
            <a:schemeClr val="accent2"/>
          </a:effectRef>
          <a:fontRef idx="minor">
            <a:schemeClr val="dk1"/>
          </a:fontRef>
        </p:style>
        <p:txBody>
          <a:bodyPr vert="horz" wrap="square" lIns="90488" tIns="44450" rIns="90488" bIns="44450" numCol="1" anchor="ctr" anchorCtr="0" compatLnSpc="1">
            <a:prstTxWarp prst="textNoShape">
              <a:avLst/>
            </a:prstTxWarp>
          </a:bodyPr>
          <a:lstStyle/>
          <a:p>
            <a:r>
              <a:rPr lang="en-US" sz="3200" dirty="0">
                <a:effectLst>
                  <a:outerShdw blurRad="38100" dist="38100" dir="2700000" algn="tl">
                    <a:srgbClr val="DDDDDD"/>
                  </a:outerShdw>
                </a:effectLst>
              </a:rPr>
              <a:t>Categories with </a:t>
            </a:r>
            <a:r>
              <a:rPr lang="en-US" sz="3200" dirty="0">
                <a:solidFill>
                  <a:srgbClr val="FF0000"/>
                </a:solidFill>
                <a:effectLst>
                  <a:outerShdw blurRad="38100" dist="38100" dir="2700000" algn="tl">
                    <a:srgbClr val="DDDDDD"/>
                  </a:outerShdw>
                </a:effectLst>
              </a:rPr>
              <a:t>Equal</a:t>
            </a:r>
            <a:r>
              <a:rPr lang="en-US" sz="3200" dirty="0">
                <a:effectLst>
                  <a:outerShdw blurRad="38100" dist="38100" dir="2700000" algn="tl">
                    <a:srgbClr val="DDDDDD"/>
                  </a:outerShdw>
                </a:effectLst>
              </a:rPr>
              <a:t> Frequencies/Probabilities</a:t>
            </a:r>
          </a:p>
        </p:txBody>
      </p:sp>
      <p:sp>
        <p:nvSpPr>
          <p:cNvPr id="28675" name="Rectangle 3"/>
          <p:cNvSpPr>
            <a:spLocks noGrp="1" noChangeArrowheads="1"/>
          </p:cNvSpPr>
          <p:nvPr>
            <p:ph type="body" idx="1"/>
          </p:nvPr>
        </p:nvSpPr>
        <p:spPr>
          <a:xfrm>
            <a:off x="1816076" y="2338536"/>
            <a:ext cx="8837613" cy="4114800"/>
          </a:xfrm>
          <a:extLst>
            <a:ext uri="{91240B29-F687-4F45-9708-019B960494DF}">
              <a14:hiddenLine xmlns:a14="http://schemas.microsoft.com/office/drawing/2010/main" w="12700">
                <a:solidFill>
                  <a:schemeClr val="tx1"/>
                </a:solidFill>
                <a:miter lim="800000"/>
                <a:headEnd/>
                <a:tailEnd/>
              </a14:hiddenLine>
            </a:ext>
          </a:extLst>
        </p:spPr>
        <p:txBody>
          <a:bodyPr vert="horz" wrap="square" lIns="90488" tIns="44450" rIns="90488" bIns="44450" numCol="1" anchor="t" anchorCtr="0" compatLnSpc="1">
            <a:prstTxWarp prst="textNoShape">
              <a:avLst/>
            </a:prstTxWarp>
          </a:bodyPr>
          <a:lstStyle/>
          <a:p>
            <a:pPr>
              <a:spcBef>
                <a:spcPct val="40000"/>
              </a:spcBef>
              <a:spcAft>
                <a:spcPct val="40000"/>
              </a:spcAft>
              <a:buFontTx/>
              <a:buNone/>
            </a:pPr>
            <a:r>
              <a:rPr lang="en-US" sz="3600" b="1" dirty="0">
                <a:solidFill>
                  <a:schemeClr val="bg1"/>
                </a:solidFill>
                <a:effectLst>
                  <a:outerShdw blurRad="38100" dist="38100" dir="2700000" algn="tl">
                    <a:srgbClr val="DDDDDD"/>
                  </a:outerShdw>
                </a:effectLst>
                <a:latin typeface="Arial" charset="0"/>
              </a:rPr>
              <a:t>	</a:t>
            </a:r>
            <a:r>
              <a:rPr lang="en-US" sz="3600" b="1" dirty="0">
                <a:solidFill>
                  <a:srgbClr val="FF0000"/>
                </a:solidFill>
                <a:effectLst>
                  <a:outerShdw blurRad="38100" dist="38100" dir="2700000" algn="tl">
                    <a:srgbClr val="DDDDDD"/>
                  </a:outerShdw>
                </a:effectLst>
                <a:latin typeface="Arial" charset="0"/>
              </a:rPr>
              <a:t>H</a:t>
            </a:r>
            <a:r>
              <a:rPr lang="en-US" sz="3600" b="1" baseline="-42000" dirty="0">
                <a:solidFill>
                  <a:srgbClr val="FF0000"/>
                </a:solidFill>
                <a:effectLst>
                  <a:outerShdw blurRad="38100" dist="38100" dir="2700000" algn="tl">
                    <a:srgbClr val="DDDDDD"/>
                  </a:outerShdw>
                </a:effectLst>
                <a:latin typeface="Arial" charset="0"/>
              </a:rPr>
              <a:t>0</a:t>
            </a:r>
            <a:r>
              <a:rPr lang="en-US" sz="3600" b="1" dirty="0">
                <a:solidFill>
                  <a:srgbClr val="FF0000"/>
                </a:solidFill>
                <a:effectLst>
                  <a:outerShdw blurRad="38100" dist="38100" dir="2700000" algn="tl">
                    <a:srgbClr val="DDDDDD"/>
                  </a:outerShdw>
                </a:effectLst>
                <a:latin typeface="Arial" charset="0"/>
              </a:rPr>
              <a:t>:</a:t>
            </a:r>
            <a:r>
              <a:rPr lang="en-US" sz="3600" b="1" dirty="0">
                <a:solidFill>
                  <a:schemeClr val="bg1"/>
                </a:solidFill>
                <a:effectLst>
                  <a:outerShdw blurRad="38100" dist="38100" dir="2700000" algn="tl">
                    <a:srgbClr val="DDDDDD"/>
                  </a:outerShdw>
                </a:effectLst>
                <a:latin typeface="Arial" charset="0"/>
              </a:rPr>
              <a:t>   </a:t>
            </a:r>
            <a:r>
              <a:rPr lang="en-US" sz="4000" b="1" dirty="0">
                <a:solidFill>
                  <a:srgbClr val="0070C0"/>
                </a:solidFill>
                <a:effectLst>
                  <a:outerShdw blurRad="38100" dist="38100" dir="2700000" algn="tl">
                    <a:srgbClr val="DDDDDD"/>
                  </a:outerShdw>
                </a:effectLst>
                <a:latin typeface="Arial" charset="0"/>
              </a:rPr>
              <a:t>p</a:t>
            </a:r>
            <a:r>
              <a:rPr lang="en-US" sz="3600" b="1" baseline="-50000" dirty="0">
                <a:solidFill>
                  <a:srgbClr val="0070C0"/>
                </a:solidFill>
                <a:effectLst>
                  <a:outerShdw blurRad="38100" dist="38100" dir="2700000" algn="tl">
                    <a:srgbClr val="DDDDDD"/>
                  </a:outerShdw>
                </a:effectLst>
                <a:latin typeface="Arial" charset="0"/>
              </a:rPr>
              <a:t>1</a:t>
            </a:r>
            <a:r>
              <a:rPr lang="en-US" sz="3600" b="1" dirty="0">
                <a:solidFill>
                  <a:srgbClr val="0070C0"/>
                </a:solidFill>
                <a:effectLst>
                  <a:outerShdw blurRad="38100" dist="38100" dir="2700000" algn="tl">
                    <a:srgbClr val="DDDDDD"/>
                  </a:outerShdw>
                </a:effectLst>
                <a:latin typeface="Arial" charset="0"/>
              </a:rPr>
              <a:t> = </a:t>
            </a:r>
            <a:r>
              <a:rPr lang="en-US" sz="4000" b="1" dirty="0">
                <a:solidFill>
                  <a:srgbClr val="0070C0"/>
                </a:solidFill>
                <a:effectLst>
                  <a:outerShdw blurRad="38100" dist="38100" dir="2700000" algn="tl">
                    <a:srgbClr val="DDDDDD"/>
                  </a:outerShdw>
                </a:effectLst>
                <a:latin typeface="Arial" charset="0"/>
              </a:rPr>
              <a:t>p</a:t>
            </a:r>
            <a:r>
              <a:rPr lang="en-US" sz="3600" b="1" baseline="-50000" dirty="0">
                <a:solidFill>
                  <a:srgbClr val="0070C0"/>
                </a:solidFill>
                <a:effectLst>
                  <a:outerShdw blurRad="38100" dist="38100" dir="2700000" algn="tl">
                    <a:srgbClr val="DDDDDD"/>
                  </a:outerShdw>
                </a:effectLst>
                <a:latin typeface="Arial" charset="0"/>
              </a:rPr>
              <a:t>2</a:t>
            </a:r>
            <a:r>
              <a:rPr lang="en-US" sz="3600" b="1" dirty="0">
                <a:solidFill>
                  <a:srgbClr val="0070C0"/>
                </a:solidFill>
                <a:effectLst>
                  <a:outerShdw blurRad="38100" dist="38100" dir="2700000" algn="tl">
                    <a:srgbClr val="DDDDDD"/>
                  </a:outerShdw>
                </a:effectLst>
                <a:latin typeface="Arial" charset="0"/>
              </a:rPr>
              <a:t> = </a:t>
            </a:r>
            <a:r>
              <a:rPr lang="en-US" sz="4000" b="1" dirty="0">
                <a:solidFill>
                  <a:srgbClr val="0070C0"/>
                </a:solidFill>
                <a:effectLst>
                  <a:outerShdw blurRad="38100" dist="38100" dir="2700000" algn="tl">
                    <a:srgbClr val="DDDDDD"/>
                  </a:outerShdw>
                </a:effectLst>
                <a:latin typeface="Arial" charset="0"/>
              </a:rPr>
              <a:t>p</a:t>
            </a:r>
            <a:r>
              <a:rPr lang="en-US" sz="3600" b="1" baseline="-50000" dirty="0">
                <a:solidFill>
                  <a:srgbClr val="0070C0"/>
                </a:solidFill>
                <a:effectLst>
                  <a:outerShdw blurRad="38100" dist="38100" dir="2700000" algn="tl">
                    <a:srgbClr val="DDDDDD"/>
                  </a:outerShdw>
                </a:effectLst>
                <a:latin typeface="Arial" charset="0"/>
              </a:rPr>
              <a:t>3</a:t>
            </a:r>
            <a:r>
              <a:rPr lang="en-US" sz="3600" b="1" dirty="0">
                <a:solidFill>
                  <a:srgbClr val="0070C0"/>
                </a:solidFill>
                <a:effectLst>
                  <a:outerShdw blurRad="38100" dist="38100" dir="2700000" algn="tl">
                    <a:srgbClr val="DDDDDD"/>
                  </a:outerShdw>
                </a:effectLst>
                <a:latin typeface="Arial" charset="0"/>
              </a:rPr>
              <a:t> = . . . = </a:t>
            </a:r>
            <a:r>
              <a:rPr lang="en-US" sz="4000" b="1" dirty="0" err="1">
                <a:solidFill>
                  <a:srgbClr val="0070C0"/>
                </a:solidFill>
                <a:effectLst>
                  <a:outerShdw blurRad="38100" dist="38100" dir="2700000" algn="tl">
                    <a:srgbClr val="DDDDDD"/>
                  </a:outerShdw>
                </a:effectLst>
                <a:latin typeface="Arial" charset="0"/>
              </a:rPr>
              <a:t>p</a:t>
            </a:r>
            <a:r>
              <a:rPr lang="en-US" sz="3600" b="1" i="1" baseline="-50000" dirty="0" err="1">
                <a:solidFill>
                  <a:srgbClr val="0070C0"/>
                </a:solidFill>
                <a:effectLst>
                  <a:outerShdw blurRad="38100" dist="38100" dir="2700000" algn="tl">
                    <a:srgbClr val="DDDDDD"/>
                  </a:outerShdw>
                </a:effectLst>
                <a:latin typeface="Arial" charset="0"/>
              </a:rPr>
              <a:t>k</a:t>
            </a:r>
            <a:endParaRPr lang="en-US" sz="3600" b="1" i="1" dirty="0">
              <a:solidFill>
                <a:srgbClr val="0070C0"/>
              </a:solidFill>
              <a:effectLst>
                <a:outerShdw blurRad="38100" dist="38100" dir="2700000" algn="tl">
                  <a:srgbClr val="DDDDDD"/>
                </a:outerShdw>
              </a:effectLst>
              <a:latin typeface="Arial" charset="0"/>
            </a:endParaRPr>
          </a:p>
          <a:p>
            <a:pPr>
              <a:spcBef>
                <a:spcPct val="40000"/>
              </a:spcBef>
              <a:spcAft>
                <a:spcPct val="40000"/>
              </a:spcAft>
              <a:buFontTx/>
              <a:buNone/>
            </a:pPr>
            <a:r>
              <a:rPr lang="en-US" sz="3600" b="1" dirty="0">
                <a:solidFill>
                  <a:schemeClr val="bg1"/>
                </a:solidFill>
                <a:effectLst>
                  <a:outerShdw blurRad="38100" dist="38100" dir="2700000" algn="tl">
                    <a:srgbClr val="DDDDDD"/>
                  </a:outerShdw>
                </a:effectLst>
                <a:latin typeface="Arial" charset="0"/>
              </a:rPr>
              <a:t>	</a:t>
            </a:r>
            <a:r>
              <a:rPr lang="en-US" sz="3600" b="1" dirty="0">
                <a:solidFill>
                  <a:srgbClr val="FF0000"/>
                </a:solidFill>
                <a:effectLst>
                  <a:outerShdw blurRad="38100" dist="38100" dir="2700000" algn="tl">
                    <a:srgbClr val="DDDDDD"/>
                  </a:outerShdw>
                </a:effectLst>
                <a:latin typeface="Arial" charset="0"/>
              </a:rPr>
              <a:t>H</a:t>
            </a:r>
            <a:r>
              <a:rPr lang="en-US" sz="3600" b="1" baseline="-38000" dirty="0">
                <a:solidFill>
                  <a:srgbClr val="FF0000"/>
                </a:solidFill>
                <a:effectLst>
                  <a:outerShdw blurRad="38100" dist="38100" dir="2700000" algn="tl">
                    <a:srgbClr val="DDDDDD"/>
                  </a:outerShdw>
                </a:effectLst>
                <a:latin typeface="Arial" charset="0"/>
              </a:rPr>
              <a:t>1</a:t>
            </a:r>
            <a:r>
              <a:rPr lang="en-US" sz="3600" b="1" dirty="0">
                <a:solidFill>
                  <a:srgbClr val="FF0000"/>
                </a:solidFill>
                <a:effectLst>
                  <a:outerShdw blurRad="38100" dist="38100" dir="2700000" algn="tl">
                    <a:srgbClr val="DDDDDD"/>
                  </a:outerShdw>
                </a:effectLst>
                <a:latin typeface="Arial" charset="0"/>
              </a:rPr>
              <a:t>:  </a:t>
            </a:r>
            <a:r>
              <a:rPr lang="en-US" sz="3600" b="1" dirty="0">
                <a:solidFill>
                  <a:srgbClr val="0070C0"/>
                </a:solidFill>
                <a:effectLst>
                  <a:outerShdw blurRad="38100" dist="38100" dir="2700000" algn="tl">
                    <a:srgbClr val="DDDDDD"/>
                  </a:outerShdw>
                </a:effectLst>
                <a:latin typeface="Arial" charset="0"/>
              </a:rPr>
              <a:t>at least one of the probabilities is 	   different from the others.</a:t>
            </a:r>
          </a:p>
        </p:txBody>
      </p:sp>
      <p:sp>
        <p:nvSpPr>
          <p:cNvPr id="2" name="Slide Number Placeholder 1"/>
          <p:cNvSpPr>
            <a:spLocks noGrp="1"/>
          </p:cNvSpPr>
          <p:nvPr>
            <p:ph type="sldNum" sz="quarter" idx="10"/>
          </p:nvPr>
        </p:nvSpPr>
        <p:spPr/>
        <p:txBody>
          <a:bodyPr/>
          <a:lstStyle/>
          <a:p>
            <a:pPr>
              <a:defRPr/>
            </a:pPr>
            <a:fld id="{72AD96D6-FCAC-BF48-A744-D10BE5BBB539}" type="slidenum">
              <a:rPr lang="en-US" smtClean="0"/>
              <a:pPr>
                <a:defRPr/>
              </a:pPr>
              <a:t>21</a:t>
            </a:fld>
            <a:endParaRPr lang="en-US"/>
          </a:p>
        </p:txBody>
      </p:sp>
      <p:sp>
        <p:nvSpPr>
          <p:cNvPr id="3" name="TextBox 2"/>
          <p:cNvSpPr txBox="1"/>
          <p:nvPr/>
        </p:nvSpPr>
        <p:spPr>
          <a:xfrm>
            <a:off x="1847529" y="1484784"/>
            <a:ext cx="5109091" cy="584776"/>
          </a:xfrm>
          <a:prstGeom prst="rect">
            <a:avLst/>
          </a:prstGeom>
          <a:noFill/>
        </p:spPr>
        <p:txBody>
          <a:bodyPr wrap="none" rtlCol="0">
            <a:spAutoFit/>
          </a:bodyPr>
          <a:lstStyle/>
          <a:p>
            <a:r>
              <a:rPr lang="en-US" sz="3200" dirty="0"/>
              <a:t>Statement of test hypothesis:</a:t>
            </a:r>
          </a:p>
        </p:txBody>
      </p:sp>
    </p:spTree>
    <p:extLst>
      <p:ext uri="{BB962C8B-B14F-4D97-AF65-F5344CB8AC3E}">
        <p14:creationId xmlns:p14="http://schemas.microsoft.com/office/powerpoint/2010/main" val="3281899911"/>
      </p:ext>
    </p:extLst>
  </p:cSld>
  <p:clrMapOvr>
    <a:masterClrMapping/>
  </p:clrMapOvr>
  <p:transition>
    <p:wipe dir="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2"/>
          <p:cNvSpPr>
            <a:spLocks noGrp="1" noChangeArrowheads="1"/>
          </p:cNvSpPr>
          <p:nvPr>
            <p:ph type="title"/>
          </p:nvPr>
        </p:nvSpPr>
        <p:spPr>
          <a:xfrm>
            <a:off x="1703512" y="1340768"/>
            <a:ext cx="8731250" cy="1296144"/>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ctr" anchorCtr="0" compatLnSpc="1">
            <a:prstTxWarp prst="textNoShape">
              <a:avLst/>
            </a:prstTxWarp>
          </a:bodyPr>
          <a:lstStyle/>
          <a:p>
            <a:pPr algn="l"/>
            <a:r>
              <a:rPr lang="en-US" sz="2400" dirty="0">
                <a:effectLst>
                  <a:outerShdw blurRad="38100" dist="38100" dir="2700000" algn="tl">
                    <a:srgbClr val="DDDDDD"/>
                  </a:outerShdw>
                </a:effectLst>
              </a:rPr>
              <a:t>A study was conducted on 147 cases of industrial accidents that required medical attention.  Test the claim that the accidents occur with equal proportions on the 5 workdays.</a:t>
            </a:r>
          </a:p>
        </p:txBody>
      </p:sp>
      <p:grpSp>
        <p:nvGrpSpPr>
          <p:cNvPr id="31747" name="Group 3"/>
          <p:cNvGrpSpPr>
            <a:grpSpLocks/>
          </p:cNvGrpSpPr>
          <p:nvPr/>
        </p:nvGrpSpPr>
        <p:grpSpPr bwMode="auto">
          <a:xfrm>
            <a:off x="2135560" y="2924944"/>
            <a:ext cx="7143750" cy="1504950"/>
            <a:chOff x="575" y="1017"/>
            <a:chExt cx="4500" cy="948"/>
          </a:xfrm>
        </p:grpSpPr>
        <p:sp>
          <p:nvSpPr>
            <p:cNvPr id="98308" name="Rectangle 4"/>
            <p:cNvSpPr>
              <a:spLocks noChangeArrowheads="1"/>
            </p:cNvSpPr>
            <p:nvPr/>
          </p:nvSpPr>
          <p:spPr bwMode="auto">
            <a:xfrm>
              <a:off x="575" y="1017"/>
              <a:ext cx="4500" cy="948"/>
            </a:xfrm>
            <a:prstGeom prst="rect">
              <a:avLst/>
            </a:prstGeom>
            <a:solidFill>
              <a:srgbClr val="FFFFFF"/>
            </a:solidFill>
            <a:ln>
              <a:noFill/>
            </a:ln>
            <a:effectLst/>
            <a:extLst>
              <a:ext uri="{91240B29-F687-4F45-9708-019B960494DF}">
                <a14:hiddenLine xmlns:a14="http://schemas.microsoft.com/office/drawing/2010/main" w="12700">
                  <a:solidFill>
                    <a:srgbClr val="FCFEB9"/>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a:effectLst>
                  <a:outerShdw blurRad="38100" dist="38100" dir="2700000" algn="tl">
                    <a:srgbClr val="000000">
                      <a:alpha val="43137"/>
                    </a:srgbClr>
                  </a:outerShdw>
                </a:effectLst>
                <a:ea typeface="ＭＳ Ｐゴシック" pitchFamily="34" charset="-128"/>
                <a:cs typeface="+mn-cs"/>
              </a:endParaRPr>
            </a:p>
          </p:txBody>
        </p:sp>
        <p:sp>
          <p:nvSpPr>
            <p:cNvPr id="98309" name="Rectangle 5"/>
            <p:cNvSpPr>
              <a:spLocks noChangeArrowheads="1"/>
            </p:cNvSpPr>
            <p:nvPr/>
          </p:nvSpPr>
          <p:spPr bwMode="auto">
            <a:xfrm>
              <a:off x="575" y="1017"/>
              <a:ext cx="4500" cy="232"/>
            </a:xfrm>
            <a:prstGeom prst="rect">
              <a:avLst/>
            </a:prstGeom>
            <a:solidFill>
              <a:srgbClr val="C1CEFF"/>
            </a:solidFill>
            <a:ln>
              <a:noFill/>
            </a:ln>
            <a:effectLst/>
            <a:extLst>
              <a:ext uri="{91240B29-F687-4F45-9708-019B960494DF}">
                <a14:hiddenLine xmlns:a14="http://schemas.microsoft.com/office/drawing/2010/main" w="12700">
                  <a:solidFill>
                    <a:srgbClr val="FCFEB9"/>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defRPr/>
              </a:pPr>
              <a:endParaRPr lang="en-US" dirty="0">
                <a:effectLst>
                  <a:outerShdw blurRad="38100" dist="38100" dir="2700000" algn="tl">
                    <a:srgbClr val="000000">
                      <a:alpha val="43137"/>
                    </a:srgbClr>
                  </a:outerShdw>
                </a:effectLst>
                <a:ea typeface="ＭＳ Ｐゴシック" pitchFamily="34" charset="-128"/>
                <a:cs typeface="+mn-cs"/>
              </a:endParaRPr>
            </a:p>
          </p:txBody>
        </p:sp>
        <p:grpSp>
          <p:nvGrpSpPr>
            <p:cNvPr id="31752" name="Group 6"/>
            <p:cNvGrpSpPr>
              <a:grpSpLocks/>
            </p:cNvGrpSpPr>
            <p:nvPr/>
          </p:nvGrpSpPr>
          <p:grpSpPr bwMode="auto">
            <a:xfrm>
              <a:off x="623" y="1375"/>
              <a:ext cx="3855" cy="486"/>
              <a:chOff x="623" y="1375"/>
              <a:chExt cx="3855" cy="486"/>
            </a:xfrm>
          </p:grpSpPr>
          <p:sp>
            <p:nvSpPr>
              <p:cNvPr id="31757" name="Rectangle 7"/>
              <p:cNvSpPr>
                <a:spLocks noChangeArrowheads="1"/>
              </p:cNvSpPr>
              <p:nvPr/>
            </p:nvSpPr>
            <p:spPr bwMode="auto">
              <a:xfrm>
                <a:off x="647" y="1375"/>
                <a:ext cx="3831" cy="214"/>
              </a:xfrm>
              <a:prstGeom prst="rect">
                <a:avLst/>
              </a:prstGeom>
              <a:noFill/>
              <a:ln>
                <a:noFill/>
              </a:ln>
              <a:effectLst/>
              <a:extLst>
                <a:ext uri="{909E8E84-426E-40DD-AFC4-6F175D3DCCD1}">
                  <a14:hiddenFill xmlns:a14="http://schemas.microsoft.com/office/drawing/2010/main">
                    <a:solidFill>
                      <a:srgbClr val="000000"/>
                    </a:solidFill>
                  </a14:hiddenFill>
                </a:ext>
                <a:ext uri="{91240B29-F687-4F45-9708-019B960494DF}">
                  <a14:hiddenLine xmlns:a14="http://schemas.microsoft.com/office/drawing/2010/main" w="12700">
                    <a:solidFill>
                      <a:srgbClr val="FCFEB9"/>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8" tIns="44450" rIns="90488" bIns="44450">
                <a:spAutoFit/>
              </a:bodyPr>
              <a:lstStyle/>
              <a:p>
                <a:pPr>
                  <a:lnSpc>
                    <a:spcPct val="90000"/>
                  </a:lnSpc>
                </a:pPr>
                <a:r>
                  <a:rPr lang="en-US" b="1"/>
                  <a:t>Day                               Mon      Tues      Wed      Thurs      Fri          </a:t>
                </a:r>
              </a:p>
            </p:txBody>
          </p:sp>
          <p:sp>
            <p:nvSpPr>
              <p:cNvPr id="31758" name="Rectangle 8"/>
              <p:cNvSpPr>
                <a:spLocks noChangeArrowheads="1"/>
              </p:cNvSpPr>
              <p:nvPr/>
            </p:nvSpPr>
            <p:spPr bwMode="auto">
              <a:xfrm>
                <a:off x="623" y="1647"/>
                <a:ext cx="3724" cy="214"/>
              </a:xfrm>
              <a:prstGeom prst="rect">
                <a:avLst/>
              </a:prstGeom>
              <a:noFill/>
              <a:ln>
                <a:noFill/>
              </a:ln>
              <a:effectLst/>
              <a:extLst>
                <a:ext uri="{909E8E84-426E-40DD-AFC4-6F175D3DCCD1}">
                  <a14:hiddenFill xmlns:a14="http://schemas.microsoft.com/office/drawing/2010/main">
                    <a:solidFill>
                      <a:srgbClr val="000000"/>
                    </a:solidFill>
                  </a14:hiddenFill>
                </a:ext>
                <a:ext uri="{91240B29-F687-4F45-9708-019B960494DF}">
                  <a14:hiddenLine xmlns:a14="http://schemas.microsoft.com/office/drawing/2010/main" w="12700">
                    <a:solidFill>
                      <a:srgbClr val="FCFEB9"/>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8" tIns="44450" rIns="90488" bIns="44450">
                <a:spAutoFit/>
              </a:bodyPr>
              <a:lstStyle/>
              <a:p>
                <a:pPr>
                  <a:lnSpc>
                    <a:spcPct val="90000"/>
                  </a:lnSpc>
                </a:pPr>
                <a:r>
                  <a:rPr lang="en-US" b="1"/>
                  <a:t>Observed accidents       31          42         18           25         31     </a:t>
                </a:r>
              </a:p>
            </p:txBody>
          </p:sp>
        </p:grpSp>
        <p:sp>
          <p:nvSpPr>
            <p:cNvPr id="98314" name="Line 10"/>
            <p:cNvSpPr>
              <a:spLocks noChangeShapeType="1"/>
            </p:cNvSpPr>
            <p:nvPr/>
          </p:nvSpPr>
          <p:spPr bwMode="auto">
            <a:xfrm>
              <a:off x="696" y="1572"/>
              <a:ext cx="4235"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a:effectLst>
                  <a:outerShdw blurRad="38100" dist="38100" dir="2700000" algn="tl">
                    <a:srgbClr val="000000">
                      <a:alpha val="43137"/>
                    </a:srgbClr>
                  </a:outerShdw>
                </a:effectLst>
                <a:ea typeface="ＭＳ Ｐゴシック" pitchFamily="34" charset="-128"/>
                <a:cs typeface="+mn-cs"/>
              </a:endParaRPr>
            </a:p>
          </p:txBody>
        </p:sp>
        <p:sp>
          <p:nvSpPr>
            <p:cNvPr id="98315" name="Line 11"/>
            <p:cNvSpPr>
              <a:spLocks noChangeShapeType="1"/>
            </p:cNvSpPr>
            <p:nvPr/>
          </p:nvSpPr>
          <p:spPr bwMode="auto">
            <a:xfrm>
              <a:off x="672" y="1894"/>
              <a:ext cx="423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a:effectLst>
                  <a:outerShdw blurRad="38100" dist="38100" dir="2700000" algn="tl">
                    <a:srgbClr val="000000">
                      <a:alpha val="43137"/>
                    </a:srgbClr>
                  </a:outerShdw>
                </a:effectLst>
                <a:ea typeface="ＭＳ Ｐゴシック" pitchFamily="34" charset="-128"/>
                <a:cs typeface="+mn-cs"/>
              </a:endParaRPr>
            </a:p>
          </p:txBody>
        </p:sp>
        <p:sp>
          <p:nvSpPr>
            <p:cNvPr id="98316" name="Line 12"/>
            <p:cNvSpPr>
              <a:spLocks noChangeShapeType="1"/>
            </p:cNvSpPr>
            <p:nvPr/>
          </p:nvSpPr>
          <p:spPr bwMode="auto">
            <a:xfrm flipV="1">
              <a:off x="1890" y="1017"/>
              <a:ext cx="0" cy="881"/>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a:effectLst>
                  <a:outerShdw blurRad="38100" dist="38100" dir="2700000" algn="tl">
                    <a:srgbClr val="000000">
                      <a:alpha val="43137"/>
                    </a:srgbClr>
                  </a:outerShdw>
                </a:effectLst>
                <a:ea typeface="ＭＳ Ｐゴシック" pitchFamily="34" charset="-128"/>
                <a:cs typeface="+mn-cs"/>
              </a:endParaRPr>
            </a:p>
          </p:txBody>
        </p:sp>
      </p:grpSp>
      <p:sp>
        <p:nvSpPr>
          <p:cNvPr id="98317" name="Rectangle 13"/>
          <p:cNvSpPr>
            <a:spLocks noChangeArrowheads="1"/>
          </p:cNvSpPr>
          <p:nvPr/>
        </p:nvSpPr>
        <p:spPr bwMode="auto">
          <a:xfrm>
            <a:off x="2212975" y="5230814"/>
            <a:ext cx="8326438" cy="1189037"/>
          </a:xfrm>
          <a:prstGeom prst="rect">
            <a:avLst/>
          </a:prstGeom>
          <a:noFill/>
          <a:ln>
            <a:noFill/>
          </a:ln>
          <a:effectLst/>
          <a:extLst>
            <a:ext uri="{909E8E84-426E-40DD-AFC4-6F175D3DCCD1}">
              <a14:hiddenFill xmlns:a14="http://schemas.microsoft.com/office/drawing/2010/main">
                <a:solidFill>
                  <a:srgbClr val="000000"/>
                </a:solidFill>
              </a14:hiddenFill>
            </a:ext>
            <a:ext uri="{91240B29-F687-4F45-9708-019B960494DF}">
              <a14:hiddenLine xmlns:a14="http://schemas.microsoft.com/office/drawing/2010/main" w="12700">
                <a:solidFill>
                  <a:srgbClr val="FCFEB9"/>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a:effectLst>
                <a:outerShdw blurRad="38100" dist="38100" dir="2700000" algn="tl">
                  <a:srgbClr val="000000">
                    <a:alpha val="43137"/>
                  </a:srgbClr>
                </a:outerShdw>
              </a:effectLst>
              <a:ea typeface="ＭＳ Ｐゴシック" pitchFamily="34" charset="-128"/>
              <a:cs typeface="+mn-cs"/>
            </a:endParaRPr>
          </a:p>
        </p:txBody>
      </p:sp>
      <p:sp>
        <p:nvSpPr>
          <p:cNvPr id="14" name="Rectangle 5"/>
          <p:cNvSpPr txBox="1">
            <a:spLocks noChangeArrowheads="1"/>
          </p:cNvSpPr>
          <p:nvPr/>
        </p:nvSpPr>
        <p:spPr bwMode="auto">
          <a:xfrm>
            <a:off x="5029200" y="533400"/>
            <a:ext cx="5181600" cy="68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ctr" rtl="0" eaLnBrk="0" fontAlgn="base" hangingPunct="0">
              <a:spcBef>
                <a:spcPct val="0"/>
              </a:spcBef>
              <a:spcAft>
                <a:spcPct val="0"/>
              </a:spcAft>
              <a:defRPr sz="2800">
                <a:solidFill>
                  <a:schemeClr val="bg1"/>
                </a:solidFill>
                <a:latin typeface="+mj-lt"/>
                <a:ea typeface="+mj-ea"/>
                <a:cs typeface="+mj-cs"/>
              </a:defRPr>
            </a:lvl1pPr>
            <a:lvl2pPr algn="ctr" rtl="0" eaLnBrk="0" fontAlgn="base" hangingPunct="0">
              <a:spcBef>
                <a:spcPct val="0"/>
              </a:spcBef>
              <a:spcAft>
                <a:spcPct val="0"/>
              </a:spcAft>
              <a:defRPr sz="2800">
                <a:solidFill>
                  <a:schemeClr val="bg1"/>
                </a:solidFill>
                <a:latin typeface="Arial" charset="0"/>
              </a:defRPr>
            </a:lvl2pPr>
            <a:lvl3pPr algn="ctr" rtl="0" eaLnBrk="0" fontAlgn="base" hangingPunct="0">
              <a:spcBef>
                <a:spcPct val="0"/>
              </a:spcBef>
              <a:spcAft>
                <a:spcPct val="0"/>
              </a:spcAft>
              <a:defRPr sz="2800">
                <a:solidFill>
                  <a:schemeClr val="bg1"/>
                </a:solidFill>
                <a:latin typeface="Arial" charset="0"/>
              </a:defRPr>
            </a:lvl3pPr>
            <a:lvl4pPr algn="ctr" rtl="0" eaLnBrk="0" fontAlgn="base" hangingPunct="0">
              <a:spcBef>
                <a:spcPct val="0"/>
              </a:spcBef>
              <a:spcAft>
                <a:spcPct val="0"/>
              </a:spcAft>
              <a:defRPr sz="2800">
                <a:solidFill>
                  <a:schemeClr val="bg1"/>
                </a:solidFill>
                <a:latin typeface="Arial" charset="0"/>
              </a:defRPr>
            </a:lvl4pPr>
            <a:lvl5pPr algn="ctr" rtl="0" eaLnBrk="0" fontAlgn="base" hangingPunct="0">
              <a:spcBef>
                <a:spcPct val="0"/>
              </a:spcBef>
              <a:spcAft>
                <a:spcPct val="0"/>
              </a:spcAft>
              <a:defRPr sz="2800">
                <a:solidFill>
                  <a:schemeClr val="bg1"/>
                </a:solidFill>
                <a:latin typeface="Arial" charset="0"/>
              </a:defRPr>
            </a:lvl5pPr>
            <a:lvl6pPr marL="457200" algn="ctr" rtl="0" fontAlgn="base">
              <a:spcBef>
                <a:spcPct val="0"/>
              </a:spcBef>
              <a:spcAft>
                <a:spcPct val="0"/>
              </a:spcAft>
              <a:defRPr sz="2800">
                <a:solidFill>
                  <a:schemeClr val="bg1"/>
                </a:solidFill>
                <a:latin typeface="Arial" charset="0"/>
              </a:defRPr>
            </a:lvl6pPr>
            <a:lvl7pPr marL="914400" algn="ctr" rtl="0" fontAlgn="base">
              <a:spcBef>
                <a:spcPct val="0"/>
              </a:spcBef>
              <a:spcAft>
                <a:spcPct val="0"/>
              </a:spcAft>
              <a:defRPr sz="2800">
                <a:solidFill>
                  <a:schemeClr val="bg1"/>
                </a:solidFill>
                <a:latin typeface="Arial" charset="0"/>
              </a:defRPr>
            </a:lvl7pPr>
            <a:lvl8pPr marL="1371600" algn="ctr" rtl="0" fontAlgn="base">
              <a:spcBef>
                <a:spcPct val="0"/>
              </a:spcBef>
              <a:spcAft>
                <a:spcPct val="0"/>
              </a:spcAft>
              <a:defRPr sz="2800">
                <a:solidFill>
                  <a:schemeClr val="bg1"/>
                </a:solidFill>
                <a:latin typeface="Arial" charset="0"/>
              </a:defRPr>
            </a:lvl8pPr>
            <a:lvl9pPr marL="1828800" algn="ctr" rtl="0" fontAlgn="base">
              <a:spcBef>
                <a:spcPct val="0"/>
              </a:spcBef>
              <a:spcAft>
                <a:spcPct val="0"/>
              </a:spcAft>
              <a:defRPr sz="2800">
                <a:solidFill>
                  <a:schemeClr val="bg1"/>
                </a:solidFill>
                <a:latin typeface="Arial" charset="0"/>
              </a:defRPr>
            </a:lvl9pPr>
          </a:lstStyle>
          <a:p>
            <a:pPr eaLnBrk="1" hangingPunct="1">
              <a:defRPr/>
            </a:pPr>
            <a:r>
              <a:rPr lang="en-US" altLang="en-US" sz="2400" kern="0" dirty="0"/>
              <a:t>Example 1</a:t>
            </a:r>
          </a:p>
        </p:txBody>
      </p:sp>
      <p:sp>
        <p:nvSpPr>
          <p:cNvPr id="2" name="TextBox 1"/>
          <p:cNvSpPr txBox="1"/>
          <p:nvPr/>
        </p:nvSpPr>
        <p:spPr>
          <a:xfrm>
            <a:off x="3719736" y="332656"/>
            <a:ext cx="6408712" cy="707886"/>
          </a:xfrm>
          <a:prstGeom prst="rect">
            <a:avLst/>
          </a:prstGeom>
        </p:spPr>
        <p:style>
          <a:lnRef idx="2">
            <a:schemeClr val="accent3"/>
          </a:lnRef>
          <a:fillRef idx="1">
            <a:schemeClr val="lt1"/>
          </a:fillRef>
          <a:effectRef idx="0">
            <a:schemeClr val="accent3"/>
          </a:effectRef>
          <a:fontRef idx="minor">
            <a:schemeClr val="dk1"/>
          </a:fontRef>
        </p:style>
        <p:txBody>
          <a:bodyPr wrap="square" rtlCol="0">
            <a:spAutoFit/>
          </a:bodyPr>
          <a:lstStyle/>
          <a:p>
            <a:pPr algn="ctr"/>
            <a:r>
              <a:rPr lang="en-US" sz="4000" dirty="0"/>
              <a:t>Example 1</a:t>
            </a:r>
          </a:p>
        </p:txBody>
      </p:sp>
      <p:sp>
        <p:nvSpPr>
          <p:cNvPr id="3" name="Slide Number Placeholder 2"/>
          <p:cNvSpPr>
            <a:spLocks noGrp="1"/>
          </p:cNvSpPr>
          <p:nvPr>
            <p:ph type="sldNum" sz="quarter" idx="10"/>
          </p:nvPr>
        </p:nvSpPr>
        <p:spPr/>
        <p:txBody>
          <a:bodyPr/>
          <a:lstStyle/>
          <a:p>
            <a:pPr>
              <a:defRPr/>
            </a:pPr>
            <a:fld id="{72AD96D6-FCAC-BF48-A744-D10BE5BBB539}" type="slidenum">
              <a:rPr lang="en-US" smtClean="0"/>
              <a:pPr>
                <a:defRPr/>
              </a:pPr>
              <a:t>22</a:t>
            </a:fld>
            <a:endParaRPr lang="en-US"/>
          </a:p>
        </p:txBody>
      </p:sp>
    </p:spTree>
    <p:extLst>
      <p:ext uri="{BB962C8B-B14F-4D97-AF65-F5344CB8AC3E}">
        <p14:creationId xmlns:p14="http://schemas.microsoft.com/office/powerpoint/2010/main" val="2489958239"/>
      </p:ext>
    </p:extLst>
  </p:cSld>
  <p:clrMapOvr>
    <a:masterClrMapping/>
  </p:clrMapOvr>
  <p:transition>
    <p:wipe dir="d"/>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70" name="Rectangle 14"/>
          <p:cNvSpPr>
            <a:spLocks noChangeArrowheads="1"/>
          </p:cNvSpPr>
          <p:nvPr/>
        </p:nvSpPr>
        <p:spPr bwMode="auto">
          <a:xfrm>
            <a:off x="1847529" y="2635374"/>
            <a:ext cx="8328025" cy="2521819"/>
          </a:xfrm>
          <a:prstGeom prst="rect">
            <a:avLst/>
          </a:prstGeom>
          <a:noFill/>
          <a:ln>
            <a:noFill/>
          </a:ln>
          <a:effectLst/>
          <a:extLst>
            <a:ext uri="{909E8E84-426E-40DD-AFC4-6F175D3DCCD1}">
              <a14:hiddenFill xmlns:a14="http://schemas.microsoft.com/office/drawing/2010/main">
                <a:solidFill>
                  <a:srgbClr val="000000"/>
                </a:solidFill>
              </a14:hiddenFill>
            </a:ext>
            <a:ext uri="{91240B29-F687-4F45-9708-019B960494DF}">
              <a14:hiddenLine xmlns:a14="http://schemas.microsoft.com/office/drawing/2010/main" w="12700">
                <a:solidFill>
                  <a:srgbClr val="FCFEB9"/>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spcBef>
                <a:spcPct val="37000"/>
              </a:spcBef>
              <a:defRPr/>
            </a:pPr>
            <a:r>
              <a:rPr lang="en-US" altLang="en-US" sz="3200" dirty="0" err="1">
                <a:solidFill>
                  <a:srgbClr val="000000"/>
                </a:solidFill>
                <a:ea typeface="ＭＳ Ｐゴシック" pitchFamily="34" charset="-128"/>
                <a:cs typeface="+mn-cs"/>
              </a:rPr>
              <a:t>i</a:t>
            </a:r>
            <a:r>
              <a:rPr lang="en-US" altLang="en-US" sz="3200" dirty="0">
                <a:solidFill>
                  <a:srgbClr val="000000"/>
                </a:solidFill>
                <a:ea typeface="ＭＳ Ｐゴシック" pitchFamily="34" charset="-128"/>
                <a:cs typeface="+mn-cs"/>
              </a:rPr>
              <a:t>. State the test hypothesis:</a:t>
            </a:r>
          </a:p>
          <a:p>
            <a:pPr>
              <a:spcBef>
                <a:spcPct val="37000"/>
              </a:spcBef>
              <a:defRPr/>
            </a:pPr>
            <a:r>
              <a:rPr lang="en-US" altLang="en-US" sz="3200" i="1" dirty="0">
                <a:solidFill>
                  <a:srgbClr val="FF0000"/>
                </a:solidFill>
                <a:ea typeface="ＭＳ Ｐゴシック" pitchFamily="34" charset="-128"/>
                <a:cs typeface="+mn-cs"/>
              </a:rPr>
              <a:t>H</a:t>
            </a:r>
            <a:r>
              <a:rPr lang="en-US" altLang="en-US" sz="3200" baseline="-25000" dirty="0">
                <a:solidFill>
                  <a:srgbClr val="FF0000"/>
                </a:solidFill>
                <a:ea typeface="ＭＳ Ｐゴシック" pitchFamily="34" charset="-128"/>
                <a:cs typeface="+mn-cs"/>
              </a:rPr>
              <a:t>0</a:t>
            </a:r>
            <a:r>
              <a:rPr lang="en-US" altLang="en-US" sz="3200" dirty="0">
                <a:solidFill>
                  <a:srgbClr val="FF0000"/>
                </a:solidFill>
                <a:ea typeface="ＭＳ Ｐゴシック" pitchFamily="34" charset="-128"/>
                <a:cs typeface="+mn-cs"/>
              </a:rPr>
              <a:t>: </a:t>
            </a:r>
            <a:r>
              <a:rPr lang="en-US" altLang="en-US" sz="3200" dirty="0">
                <a:solidFill>
                  <a:srgbClr val="F2F20C"/>
                </a:solidFill>
                <a:ea typeface="ＭＳ Ｐゴシック" pitchFamily="34" charset="-128"/>
                <a:cs typeface="+mn-cs"/>
              </a:rPr>
              <a:t> </a:t>
            </a:r>
            <a:r>
              <a:rPr lang="en-US" altLang="en-US" sz="2800" i="1" dirty="0">
                <a:latin typeface="Times New Roman" pitchFamily="18" charset="0"/>
                <a:ea typeface="ＭＳ Ｐゴシック" pitchFamily="34" charset="-128"/>
                <a:cs typeface="+mn-cs"/>
              </a:rPr>
              <a:t>p</a:t>
            </a:r>
            <a:r>
              <a:rPr lang="en-US" altLang="en-US" baseline="-25000" dirty="0">
                <a:ea typeface="ＭＳ Ｐゴシック" pitchFamily="34" charset="-128"/>
                <a:cs typeface="+mn-cs"/>
              </a:rPr>
              <a:t>1</a:t>
            </a:r>
            <a:r>
              <a:rPr lang="en-US" altLang="en-US" dirty="0">
                <a:ea typeface="ＭＳ Ｐゴシック" pitchFamily="34" charset="-128"/>
                <a:cs typeface="+mn-cs"/>
              </a:rPr>
              <a:t> = </a:t>
            </a:r>
            <a:r>
              <a:rPr lang="en-US" altLang="en-US" sz="2800" i="1" dirty="0">
                <a:latin typeface="Times New Roman" pitchFamily="18" charset="0"/>
                <a:ea typeface="ＭＳ Ｐゴシック" pitchFamily="34" charset="-128"/>
                <a:cs typeface="+mn-cs"/>
              </a:rPr>
              <a:t>p</a:t>
            </a:r>
            <a:r>
              <a:rPr lang="en-US" altLang="en-US" baseline="-25000" dirty="0">
                <a:ea typeface="ＭＳ Ｐゴシック" pitchFamily="34" charset="-128"/>
                <a:cs typeface="+mn-cs"/>
              </a:rPr>
              <a:t>2</a:t>
            </a:r>
            <a:r>
              <a:rPr lang="en-US" altLang="en-US" dirty="0">
                <a:ea typeface="ＭＳ Ｐゴシック" pitchFamily="34" charset="-128"/>
                <a:cs typeface="+mn-cs"/>
              </a:rPr>
              <a:t> = </a:t>
            </a:r>
            <a:r>
              <a:rPr lang="en-US" altLang="en-US" sz="2800" i="1" dirty="0">
                <a:latin typeface="Times New Roman" pitchFamily="18" charset="0"/>
                <a:ea typeface="ＭＳ Ｐゴシック" pitchFamily="34" charset="-128"/>
                <a:cs typeface="+mn-cs"/>
              </a:rPr>
              <a:t>p</a:t>
            </a:r>
            <a:r>
              <a:rPr lang="en-US" altLang="en-US" baseline="-25000" dirty="0">
                <a:ea typeface="ＭＳ Ｐゴシック" pitchFamily="34" charset="-128"/>
                <a:cs typeface="+mn-cs"/>
              </a:rPr>
              <a:t>3</a:t>
            </a:r>
            <a:r>
              <a:rPr lang="en-US" altLang="en-US" dirty="0">
                <a:ea typeface="ＭＳ Ｐゴシック" pitchFamily="34" charset="-128"/>
                <a:cs typeface="+mn-cs"/>
              </a:rPr>
              <a:t> = </a:t>
            </a:r>
            <a:r>
              <a:rPr lang="en-US" altLang="en-US" sz="2800" i="1" dirty="0">
                <a:latin typeface="Times New Roman" pitchFamily="18" charset="0"/>
                <a:ea typeface="ＭＳ Ｐゴシック" pitchFamily="34" charset="-128"/>
                <a:cs typeface="+mn-cs"/>
              </a:rPr>
              <a:t>p</a:t>
            </a:r>
            <a:r>
              <a:rPr lang="en-US" altLang="en-US" baseline="-25000" dirty="0">
                <a:ea typeface="ＭＳ Ｐゴシック" pitchFamily="34" charset="-128"/>
                <a:cs typeface="+mn-cs"/>
              </a:rPr>
              <a:t>4</a:t>
            </a:r>
            <a:r>
              <a:rPr lang="en-US" altLang="en-US" dirty="0">
                <a:ea typeface="ＭＳ Ｐゴシック" pitchFamily="34" charset="-128"/>
                <a:cs typeface="+mn-cs"/>
              </a:rPr>
              <a:t> =</a:t>
            </a:r>
            <a:r>
              <a:rPr lang="en-US" altLang="en-US" sz="2800" i="1" dirty="0">
                <a:latin typeface="Times New Roman" pitchFamily="18" charset="0"/>
                <a:ea typeface="ＭＳ Ｐゴシック" pitchFamily="34" charset="-128"/>
                <a:cs typeface="+mn-cs"/>
              </a:rPr>
              <a:t> p</a:t>
            </a:r>
            <a:r>
              <a:rPr lang="en-US" altLang="en-US" baseline="-25000" dirty="0">
                <a:ea typeface="ＭＳ Ｐゴシック" pitchFamily="34" charset="-128"/>
                <a:cs typeface="+mn-cs"/>
              </a:rPr>
              <a:t>5</a:t>
            </a:r>
          </a:p>
          <a:p>
            <a:pPr>
              <a:spcBef>
                <a:spcPct val="37000"/>
              </a:spcBef>
              <a:defRPr/>
            </a:pPr>
            <a:r>
              <a:rPr lang="en-US" sz="3200" i="1" dirty="0">
                <a:solidFill>
                  <a:srgbClr val="FF0000"/>
                </a:solidFill>
                <a:effectLst>
                  <a:outerShdw blurRad="38100" dist="38100" dir="2700000" algn="tl">
                    <a:srgbClr val="DDDDDD"/>
                  </a:outerShdw>
                </a:effectLst>
              </a:rPr>
              <a:t>H</a:t>
            </a:r>
            <a:r>
              <a:rPr lang="en-US" sz="3200" baseline="-25000" dirty="0">
                <a:solidFill>
                  <a:srgbClr val="FF0000"/>
                </a:solidFill>
                <a:effectLst>
                  <a:outerShdw blurRad="38100" dist="38100" dir="2700000" algn="tl">
                    <a:srgbClr val="DDDDDD"/>
                  </a:outerShdw>
                </a:effectLst>
              </a:rPr>
              <a:t>1</a:t>
            </a:r>
            <a:r>
              <a:rPr lang="en-US" sz="3200" dirty="0">
                <a:solidFill>
                  <a:srgbClr val="FF0000"/>
                </a:solidFill>
                <a:effectLst>
                  <a:outerShdw blurRad="38100" dist="38100" dir="2700000" algn="tl">
                    <a:srgbClr val="DDDDDD"/>
                  </a:outerShdw>
                </a:effectLst>
              </a:rPr>
              <a:t>: </a:t>
            </a:r>
            <a:r>
              <a:rPr lang="en-US" sz="2800" dirty="0">
                <a:effectLst>
                  <a:outerShdw blurRad="38100" dist="38100" dir="2700000" algn="tl">
                    <a:srgbClr val="DDDDDD"/>
                  </a:outerShdw>
                </a:effectLst>
              </a:rPr>
              <a:t>At least 1 of the 5 proportions is different from</a:t>
            </a:r>
          </a:p>
          <a:p>
            <a:pPr>
              <a:spcBef>
                <a:spcPct val="37000"/>
              </a:spcBef>
              <a:defRPr/>
            </a:pPr>
            <a:r>
              <a:rPr lang="en-US" sz="2800" dirty="0">
                <a:effectLst>
                  <a:outerShdw blurRad="38100" dist="38100" dir="2700000" algn="tl">
                    <a:srgbClr val="DDDDDD"/>
                  </a:outerShdw>
                </a:effectLst>
              </a:rPr>
              <a:t>       others.</a:t>
            </a:r>
          </a:p>
        </p:txBody>
      </p:sp>
      <p:sp>
        <p:nvSpPr>
          <p:cNvPr id="15" name="Rectangle 5"/>
          <p:cNvSpPr txBox="1">
            <a:spLocks noChangeArrowheads="1"/>
          </p:cNvSpPr>
          <p:nvPr/>
        </p:nvSpPr>
        <p:spPr bwMode="auto">
          <a:xfrm>
            <a:off x="5029200" y="533400"/>
            <a:ext cx="5181600" cy="68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ctr" rtl="0" eaLnBrk="0" fontAlgn="base" hangingPunct="0">
              <a:spcBef>
                <a:spcPct val="0"/>
              </a:spcBef>
              <a:spcAft>
                <a:spcPct val="0"/>
              </a:spcAft>
              <a:defRPr sz="2800">
                <a:solidFill>
                  <a:schemeClr val="bg1"/>
                </a:solidFill>
                <a:latin typeface="+mj-lt"/>
                <a:ea typeface="+mj-ea"/>
                <a:cs typeface="+mj-cs"/>
              </a:defRPr>
            </a:lvl1pPr>
            <a:lvl2pPr algn="ctr" rtl="0" eaLnBrk="0" fontAlgn="base" hangingPunct="0">
              <a:spcBef>
                <a:spcPct val="0"/>
              </a:spcBef>
              <a:spcAft>
                <a:spcPct val="0"/>
              </a:spcAft>
              <a:defRPr sz="2800">
                <a:solidFill>
                  <a:schemeClr val="bg1"/>
                </a:solidFill>
                <a:latin typeface="Arial" charset="0"/>
              </a:defRPr>
            </a:lvl2pPr>
            <a:lvl3pPr algn="ctr" rtl="0" eaLnBrk="0" fontAlgn="base" hangingPunct="0">
              <a:spcBef>
                <a:spcPct val="0"/>
              </a:spcBef>
              <a:spcAft>
                <a:spcPct val="0"/>
              </a:spcAft>
              <a:defRPr sz="2800">
                <a:solidFill>
                  <a:schemeClr val="bg1"/>
                </a:solidFill>
                <a:latin typeface="Arial" charset="0"/>
              </a:defRPr>
            </a:lvl3pPr>
            <a:lvl4pPr algn="ctr" rtl="0" eaLnBrk="0" fontAlgn="base" hangingPunct="0">
              <a:spcBef>
                <a:spcPct val="0"/>
              </a:spcBef>
              <a:spcAft>
                <a:spcPct val="0"/>
              </a:spcAft>
              <a:defRPr sz="2800">
                <a:solidFill>
                  <a:schemeClr val="bg1"/>
                </a:solidFill>
                <a:latin typeface="Arial" charset="0"/>
              </a:defRPr>
            </a:lvl4pPr>
            <a:lvl5pPr algn="ctr" rtl="0" eaLnBrk="0" fontAlgn="base" hangingPunct="0">
              <a:spcBef>
                <a:spcPct val="0"/>
              </a:spcBef>
              <a:spcAft>
                <a:spcPct val="0"/>
              </a:spcAft>
              <a:defRPr sz="2800">
                <a:solidFill>
                  <a:schemeClr val="bg1"/>
                </a:solidFill>
                <a:latin typeface="Arial" charset="0"/>
              </a:defRPr>
            </a:lvl5pPr>
            <a:lvl6pPr marL="457200" algn="ctr" rtl="0" fontAlgn="base">
              <a:spcBef>
                <a:spcPct val="0"/>
              </a:spcBef>
              <a:spcAft>
                <a:spcPct val="0"/>
              </a:spcAft>
              <a:defRPr sz="2800">
                <a:solidFill>
                  <a:schemeClr val="bg1"/>
                </a:solidFill>
                <a:latin typeface="Arial" charset="0"/>
              </a:defRPr>
            </a:lvl6pPr>
            <a:lvl7pPr marL="914400" algn="ctr" rtl="0" fontAlgn="base">
              <a:spcBef>
                <a:spcPct val="0"/>
              </a:spcBef>
              <a:spcAft>
                <a:spcPct val="0"/>
              </a:spcAft>
              <a:defRPr sz="2800">
                <a:solidFill>
                  <a:schemeClr val="bg1"/>
                </a:solidFill>
                <a:latin typeface="Arial" charset="0"/>
              </a:defRPr>
            </a:lvl7pPr>
            <a:lvl8pPr marL="1371600" algn="ctr" rtl="0" fontAlgn="base">
              <a:spcBef>
                <a:spcPct val="0"/>
              </a:spcBef>
              <a:spcAft>
                <a:spcPct val="0"/>
              </a:spcAft>
              <a:defRPr sz="2800">
                <a:solidFill>
                  <a:schemeClr val="bg1"/>
                </a:solidFill>
                <a:latin typeface="Arial" charset="0"/>
              </a:defRPr>
            </a:lvl8pPr>
            <a:lvl9pPr marL="1828800" algn="ctr" rtl="0" fontAlgn="base">
              <a:spcBef>
                <a:spcPct val="0"/>
              </a:spcBef>
              <a:spcAft>
                <a:spcPct val="0"/>
              </a:spcAft>
              <a:defRPr sz="2800">
                <a:solidFill>
                  <a:schemeClr val="bg1"/>
                </a:solidFill>
                <a:latin typeface="Arial" charset="0"/>
              </a:defRPr>
            </a:lvl9pPr>
          </a:lstStyle>
          <a:p>
            <a:pPr eaLnBrk="1" hangingPunct="1">
              <a:defRPr/>
            </a:pPr>
            <a:r>
              <a:rPr lang="en-US" altLang="en-US" sz="2400" kern="0" dirty="0"/>
              <a:t>Example 1</a:t>
            </a:r>
          </a:p>
        </p:txBody>
      </p:sp>
      <p:sp>
        <p:nvSpPr>
          <p:cNvPr id="17" name="TextBox 16"/>
          <p:cNvSpPr txBox="1"/>
          <p:nvPr/>
        </p:nvSpPr>
        <p:spPr>
          <a:xfrm>
            <a:off x="3719736" y="332656"/>
            <a:ext cx="6408712" cy="707886"/>
          </a:xfrm>
          <a:prstGeom prst="rect">
            <a:avLst/>
          </a:prstGeom>
        </p:spPr>
        <p:style>
          <a:lnRef idx="2">
            <a:schemeClr val="accent3"/>
          </a:lnRef>
          <a:fillRef idx="1">
            <a:schemeClr val="lt1"/>
          </a:fillRef>
          <a:effectRef idx="0">
            <a:schemeClr val="accent3"/>
          </a:effectRef>
          <a:fontRef idx="minor">
            <a:schemeClr val="dk1"/>
          </a:fontRef>
        </p:style>
        <p:txBody>
          <a:bodyPr wrap="square" rtlCol="0">
            <a:spAutoFit/>
          </a:bodyPr>
          <a:lstStyle/>
          <a:p>
            <a:pPr algn="ctr"/>
            <a:r>
              <a:rPr lang="en-US" sz="4000" dirty="0"/>
              <a:t>Example 1 - Solution</a:t>
            </a:r>
          </a:p>
        </p:txBody>
      </p:sp>
      <p:sp>
        <p:nvSpPr>
          <p:cNvPr id="18" name="Rectangle 14"/>
          <p:cNvSpPr>
            <a:spLocks noChangeArrowheads="1"/>
          </p:cNvSpPr>
          <p:nvPr/>
        </p:nvSpPr>
        <p:spPr bwMode="auto">
          <a:xfrm>
            <a:off x="1847529" y="1340768"/>
            <a:ext cx="8328025" cy="828432"/>
          </a:xfrm>
          <a:prstGeom prst="rect">
            <a:avLst/>
          </a:prstGeom>
          <a:ln w="12700" cmpd="sng">
            <a:prstDash val="dash"/>
          </a:ln>
        </p:spPr>
        <p:style>
          <a:lnRef idx="2">
            <a:schemeClr val="dk1"/>
          </a:lnRef>
          <a:fillRef idx="1">
            <a:schemeClr val="lt1"/>
          </a:fillRef>
          <a:effectRef idx="0">
            <a:schemeClr val="dk1"/>
          </a:effectRef>
          <a:fontRef idx="minor">
            <a:schemeClr val="dk1"/>
          </a:fontRef>
        </p:style>
        <p:txBody>
          <a:bodyPr lIns="90488" tIns="44450" rIns="90488" bIns="44450">
            <a:spAutoFit/>
          </a:bodyPr>
          <a:lstStyle/>
          <a:p>
            <a:pPr>
              <a:defRPr/>
            </a:pPr>
            <a:r>
              <a:rPr lang="en-US" altLang="en-US" sz="2400" dirty="0">
                <a:solidFill>
                  <a:srgbClr val="FF0000"/>
                </a:solidFill>
                <a:ea typeface="ＭＳ Ｐゴシック" pitchFamily="34" charset="-128"/>
              </a:rPr>
              <a:t>Claim: </a:t>
            </a:r>
            <a:r>
              <a:rPr lang="en-US" altLang="en-US" sz="2400" dirty="0">
                <a:ea typeface="ＭＳ Ｐゴシック" pitchFamily="34" charset="-128"/>
              </a:rPr>
              <a:t>Accidents occur with the same proportion. Therefore, </a:t>
            </a:r>
          </a:p>
          <a:p>
            <a:pPr>
              <a:defRPr/>
            </a:pPr>
            <a:r>
              <a:rPr lang="en-US" altLang="en-US" sz="2400" i="1" dirty="0">
                <a:ea typeface="ＭＳ Ｐゴシック" pitchFamily="34" charset="-128"/>
              </a:rPr>
              <a:t>p</a:t>
            </a:r>
            <a:r>
              <a:rPr lang="en-US" altLang="en-US" sz="2400" baseline="-25000" dirty="0">
                <a:ea typeface="ＭＳ Ｐゴシック" pitchFamily="34" charset="-128"/>
              </a:rPr>
              <a:t>1</a:t>
            </a:r>
            <a:r>
              <a:rPr lang="en-US" altLang="en-US" sz="2400" dirty="0">
                <a:ea typeface="ＭＳ Ｐゴシック" pitchFamily="34" charset="-128"/>
              </a:rPr>
              <a:t> = </a:t>
            </a:r>
            <a:r>
              <a:rPr lang="en-US" altLang="en-US" sz="2400" i="1" dirty="0">
                <a:ea typeface="ＭＳ Ｐゴシック" pitchFamily="34" charset="-128"/>
              </a:rPr>
              <a:t>p</a:t>
            </a:r>
            <a:r>
              <a:rPr lang="en-US" altLang="en-US" sz="2400" baseline="-25000" dirty="0">
                <a:ea typeface="ＭＳ Ｐゴシック" pitchFamily="34" charset="-128"/>
              </a:rPr>
              <a:t>2</a:t>
            </a:r>
            <a:r>
              <a:rPr lang="en-US" altLang="en-US" sz="2400" dirty="0">
                <a:ea typeface="ＭＳ Ｐゴシック" pitchFamily="34" charset="-128"/>
              </a:rPr>
              <a:t> = </a:t>
            </a:r>
            <a:r>
              <a:rPr lang="en-US" altLang="en-US" sz="2400" i="1" dirty="0">
                <a:ea typeface="ＭＳ Ｐゴシック" pitchFamily="34" charset="-128"/>
              </a:rPr>
              <a:t>p</a:t>
            </a:r>
            <a:r>
              <a:rPr lang="en-US" altLang="en-US" sz="2400" baseline="-25000" dirty="0">
                <a:ea typeface="ＭＳ Ｐゴシック" pitchFamily="34" charset="-128"/>
              </a:rPr>
              <a:t>3</a:t>
            </a:r>
            <a:r>
              <a:rPr lang="en-US" altLang="en-US" sz="2400" dirty="0">
                <a:ea typeface="ＭＳ Ｐゴシック" pitchFamily="34" charset="-128"/>
              </a:rPr>
              <a:t> = </a:t>
            </a:r>
            <a:r>
              <a:rPr lang="en-US" altLang="en-US" sz="2400" i="1" dirty="0">
                <a:ea typeface="ＭＳ Ｐゴシック" pitchFamily="34" charset="-128"/>
              </a:rPr>
              <a:t>p</a:t>
            </a:r>
            <a:r>
              <a:rPr lang="en-US" altLang="en-US" sz="2400" baseline="-25000" dirty="0">
                <a:ea typeface="ＭＳ Ｐゴシック" pitchFamily="34" charset="-128"/>
              </a:rPr>
              <a:t>4</a:t>
            </a:r>
            <a:r>
              <a:rPr lang="en-US" altLang="en-US" sz="2400" dirty="0">
                <a:ea typeface="ＭＳ Ｐゴシック" pitchFamily="34" charset="-128"/>
              </a:rPr>
              <a:t> = </a:t>
            </a:r>
            <a:r>
              <a:rPr lang="en-US" altLang="en-US" sz="2400" i="1" dirty="0">
                <a:ea typeface="ＭＳ Ｐゴシック" pitchFamily="34" charset="-128"/>
              </a:rPr>
              <a:t>p</a:t>
            </a:r>
            <a:r>
              <a:rPr lang="en-US" altLang="en-US" sz="2400" baseline="-25000" dirty="0">
                <a:ea typeface="ＭＳ Ｐゴシック" pitchFamily="34" charset="-128"/>
              </a:rPr>
              <a:t>5</a:t>
            </a:r>
            <a:endParaRPr lang="en-US" altLang="en-US" sz="2400" i="1" dirty="0">
              <a:ea typeface="ＭＳ Ｐゴシック" pitchFamily="34" charset="-128"/>
            </a:endParaRPr>
          </a:p>
        </p:txBody>
      </p:sp>
      <p:sp>
        <p:nvSpPr>
          <p:cNvPr id="2" name="Slide Number Placeholder 1"/>
          <p:cNvSpPr>
            <a:spLocks noGrp="1"/>
          </p:cNvSpPr>
          <p:nvPr>
            <p:ph type="sldNum" sz="quarter" idx="10"/>
          </p:nvPr>
        </p:nvSpPr>
        <p:spPr/>
        <p:txBody>
          <a:bodyPr/>
          <a:lstStyle/>
          <a:p>
            <a:pPr>
              <a:defRPr/>
            </a:pPr>
            <a:fld id="{72AD96D6-FCAC-BF48-A744-D10BE5BBB539}" type="slidenum">
              <a:rPr lang="en-US" smtClean="0"/>
              <a:pPr>
                <a:defRPr/>
              </a:pPr>
              <a:t>23</a:t>
            </a:fld>
            <a:endParaRPr lang="en-US"/>
          </a:p>
        </p:txBody>
      </p:sp>
    </p:spTree>
    <p:extLst>
      <p:ext uri="{BB962C8B-B14F-4D97-AF65-F5344CB8AC3E}">
        <p14:creationId xmlns:p14="http://schemas.microsoft.com/office/powerpoint/2010/main" val="295020852"/>
      </p:ext>
    </p:extLst>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96270"/>
                                        </p:tgtEl>
                                        <p:attrNameLst>
                                          <p:attrName>style.visibility</p:attrName>
                                        </p:attrNameLst>
                                      </p:cBhvr>
                                      <p:to>
                                        <p:strVal val="visible"/>
                                      </p:to>
                                    </p:set>
                                    <p:anim calcmode="lin" valueType="num">
                                      <p:cBhvr additive="base">
                                        <p:cTn id="7" dur="500"/>
                                        <p:tgtEl>
                                          <p:spTgt spid="96270"/>
                                        </p:tgtEl>
                                        <p:attrNameLst>
                                          <p:attrName>ppt_y</p:attrName>
                                        </p:attrNameLst>
                                      </p:cBhvr>
                                      <p:tavLst>
                                        <p:tav tm="0">
                                          <p:val>
                                            <p:strVal val="#ppt_y+#ppt_h*1.125000"/>
                                          </p:val>
                                        </p:tav>
                                        <p:tav tm="100000">
                                          <p:val>
                                            <p:strVal val="#ppt_y"/>
                                          </p:val>
                                        </p:tav>
                                      </p:tavLst>
                                    </p:anim>
                                    <p:animEffect transition="in" filter="wipe(up)">
                                      <p:cBhvr>
                                        <p:cTn id="8" dur="500"/>
                                        <p:tgtEl>
                                          <p:spTgt spid="962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6270"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5"/>
          <p:cNvSpPr txBox="1">
            <a:spLocks noChangeArrowheads="1"/>
          </p:cNvSpPr>
          <p:nvPr/>
        </p:nvSpPr>
        <p:spPr bwMode="auto">
          <a:xfrm>
            <a:off x="5029200" y="533400"/>
            <a:ext cx="5181600" cy="68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ctr" rtl="0" eaLnBrk="0" fontAlgn="base" hangingPunct="0">
              <a:spcBef>
                <a:spcPct val="0"/>
              </a:spcBef>
              <a:spcAft>
                <a:spcPct val="0"/>
              </a:spcAft>
              <a:defRPr sz="2800">
                <a:solidFill>
                  <a:schemeClr val="bg1"/>
                </a:solidFill>
                <a:latin typeface="+mj-lt"/>
                <a:ea typeface="+mj-ea"/>
                <a:cs typeface="+mj-cs"/>
              </a:defRPr>
            </a:lvl1pPr>
            <a:lvl2pPr algn="ctr" rtl="0" eaLnBrk="0" fontAlgn="base" hangingPunct="0">
              <a:spcBef>
                <a:spcPct val="0"/>
              </a:spcBef>
              <a:spcAft>
                <a:spcPct val="0"/>
              </a:spcAft>
              <a:defRPr sz="2800">
                <a:solidFill>
                  <a:schemeClr val="bg1"/>
                </a:solidFill>
                <a:latin typeface="Arial" charset="0"/>
              </a:defRPr>
            </a:lvl2pPr>
            <a:lvl3pPr algn="ctr" rtl="0" eaLnBrk="0" fontAlgn="base" hangingPunct="0">
              <a:spcBef>
                <a:spcPct val="0"/>
              </a:spcBef>
              <a:spcAft>
                <a:spcPct val="0"/>
              </a:spcAft>
              <a:defRPr sz="2800">
                <a:solidFill>
                  <a:schemeClr val="bg1"/>
                </a:solidFill>
                <a:latin typeface="Arial" charset="0"/>
              </a:defRPr>
            </a:lvl3pPr>
            <a:lvl4pPr algn="ctr" rtl="0" eaLnBrk="0" fontAlgn="base" hangingPunct="0">
              <a:spcBef>
                <a:spcPct val="0"/>
              </a:spcBef>
              <a:spcAft>
                <a:spcPct val="0"/>
              </a:spcAft>
              <a:defRPr sz="2800">
                <a:solidFill>
                  <a:schemeClr val="bg1"/>
                </a:solidFill>
                <a:latin typeface="Arial" charset="0"/>
              </a:defRPr>
            </a:lvl4pPr>
            <a:lvl5pPr algn="ctr" rtl="0" eaLnBrk="0" fontAlgn="base" hangingPunct="0">
              <a:spcBef>
                <a:spcPct val="0"/>
              </a:spcBef>
              <a:spcAft>
                <a:spcPct val="0"/>
              </a:spcAft>
              <a:defRPr sz="2800">
                <a:solidFill>
                  <a:schemeClr val="bg1"/>
                </a:solidFill>
                <a:latin typeface="Arial" charset="0"/>
              </a:defRPr>
            </a:lvl5pPr>
            <a:lvl6pPr marL="457200" algn="ctr" rtl="0" fontAlgn="base">
              <a:spcBef>
                <a:spcPct val="0"/>
              </a:spcBef>
              <a:spcAft>
                <a:spcPct val="0"/>
              </a:spcAft>
              <a:defRPr sz="2800">
                <a:solidFill>
                  <a:schemeClr val="bg1"/>
                </a:solidFill>
                <a:latin typeface="Arial" charset="0"/>
              </a:defRPr>
            </a:lvl6pPr>
            <a:lvl7pPr marL="914400" algn="ctr" rtl="0" fontAlgn="base">
              <a:spcBef>
                <a:spcPct val="0"/>
              </a:spcBef>
              <a:spcAft>
                <a:spcPct val="0"/>
              </a:spcAft>
              <a:defRPr sz="2800">
                <a:solidFill>
                  <a:schemeClr val="bg1"/>
                </a:solidFill>
                <a:latin typeface="Arial" charset="0"/>
              </a:defRPr>
            </a:lvl7pPr>
            <a:lvl8pPr marL="1371600" algn="ctr" rtl="0" fontAlgn="base">
              <a:spcBef>
                <a:spcPct val="0"/>
              </a:spcBef>
              <a:spcAft>
                <a:spcPct val="0"/>
              </a:spcAft>
              <a:defRPr sz="2800">
                <a:solidFill>
                  <a:schemeClr val="bg1"/>
                </a:solidFill>
                <a:latin typeface="Arial" charset="0"/>
              </a:defRPr>
            </a:lvl8pPr>
            <a:lvl9pPr marL="1828800" algn="ctr" rtl="0" fontAlgn="base">
              <a:spcBef>
                <a:spcPct val="0"/>
              </a:spcBef>
              <a:spcAft>
                <a:spcPct val="0"/>
              </a:spcAft>
              <a:defRPr sz="2800">
                <a:solidFill>
                  <a:schemeClr val="bg1"/>
                </a:solidFill>
                <a:latin typeface="Arial" charset="0"/>
              </a:defRPr>
            </a:lvl9pPr>
          </a:lstStyle>
          <a:p>
            <a:pPr eaLnBrk="1" hangingPunct="1">
              <a:defRPr/>
            </a:pPr>
            <a:r>
              <a:rPr lang="en-US" altLang="en-US" sz="2400" kern="0" dirty="0"/>
              <a:t>Example 1</a:t>
            </a:r>
          </a:p>
        </p:txBody>
      </p:sp>
      <p:sp>
        <p:nvSpPr>
          <p:cNvPr id="17" name="TextBox 16"/>
          <p:cNvSpPr txBox="1"/>
          <p:nvPr/>
        </p:nvSpPr>
        <p:spPr>
          <a:xfrm>
            <a:off x="3719736" y="332656"/>
            <a:ext cx="6408712" cy="707886"/>
          </a:xfrm>
          <a:prstGeom prst="rect">
            <a:avLst/>
          </a:prstGeom>
        </p:spPr>
        <p:style>
          <a:lnRef idx="2">
            <a:schemeClr val="accent3"/>
          </a:lnRef>
          <a:fillRef idx="1">
            <a:schemeClr val="lt1"/>
          </a:fillRef>
          <a:effectRef idx="0">
            <a:schemeClr val="accent3"/>
          </a:effectRef>
          <a:fontRef idx="minor">
            <a:schemeClr val="dk1"/>
          </a:fontRef>
        </p:style>
        <p:txBody>
          <a:bodyPr wrap="square" rtlCol="0">
            <a:spAutoFit/>
          </a:bodyPr>
          <a:lstStyle/>
          <a:p>
            <a:pPr algn="ctr"/>
            <a:r>
              <a:rPr lang="en-US" sz="4000" dirty="0"/>
              <a:t>Example 1 – Solution </a:t>
            </a:r>
            <a:r>
              <a:rPr lang="en-US" dirty="0"/>
              <a:t>(cont.)</a:t>
            </a:r>
          </a:p>
        </p:txBody>
      </p:sp>
      <p:sp>
        <p:nvSpPr>
          <p:cNvPr id="6" name="Rectangle 2"/>
          <p:cNvSpPr>
            <a:spLocks noChangeArrowheads="1"/>
          </p:cNvSpPr>
          <p:nvPr/>
        </p:nvSpPr>
        <p:spPr bwMode="auto">
          <a:xfrm>
            <a:off x="1775520" y="1412777"/>
            <a:ext cx="8424936" cy="1359347"/>
          </a:xfrm>
          <a:prstGeom prst="rect">
            <a:avLst/>
          </a:prstGeom>
          <a:noFill/>
          <a:ln>
            <a:noFill/>
          </a:ln>
          <a:effectLst/>
          <a:extLst>
            <a:ext uri="{909E8E84-426E-40DD-AFC4-6F175D3DCCD1}">
              <a14:hiddenFill xmlns:a14="http://schemas.microsoft.com/office/drawing/2010/main">
                <a:solidFill>
                  <a:srgbClr val="000000"/>
                </a:solidFill>
              </a14:hiddenFill>
            </a:ext>
            <a:ext uri="{91240B29-F687-4F45-9708-019B960494DF}">
              <a14:hiddenLine xmlns:a14="http://schemas.microsoft.com/office/drawing/2010/main" w="12700">
                <a:solidFill>
                  <a:srgbClr val="FCFEB9"/>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a:lnSpc>
                <a:spcPct val="75000"/>
              </a:lnSpc>
            </a:pPr>
            <a:r>
              <a:rPr lang="en-US" sz="3600" dirty="0">
                <a:solidFill>
                  <a:srgbClr val="000000"/>
                </a:solidFill>
                <a:effectLst>
                  <a:outerShdw blurRad="38100" dist="38100" dir="2700000" algn="tl">
                    <a:srgbClr val="DDDDDD"/>
                  </a:outerShdw>
                </a:effectLst>
                <a:latin typeface="+mj-lt"/>
              </a:rPr>
              <a:t>ii. Calculate the expected frequency:</a:t>
            </a:r>
          </a:p>
          <a:p>
            <a:pPr>
              <a:lnSpc>
                <a:spcPct val="75000"/>
              </a:lnSpc>
            </a:pPr>
            <a:endParaRPr lang="en-US" sz="3600" dirty="0">
              <a:solidFill>
                <a:srgbClr val="000000"/>
              </a:solidFill>
              <a:effectLst>
                <a:outerShdw blurRad="38100" dist="38100" dir="2700000" algn="tl">
                  <a:srgbClr val="DDDDDD"/>
                </a:outerShdw>
              </a:effectLst>
              <a:latin typeface="+mj-lt"/>
            </a:endParaRPr>
          </a:p>
          <a:p>
            <a:pPr>
              <a:lnSpc>
                <a:spcPct val="75000"/>
              </a:lnSpc>
            </a:pPr>
            <a:r>
              <a:rPr lang="en-US" sz="3600" dirty="0">
                <a:solidFill>
                  <a:srgbClr val="000000"/>
                </a:solidFill>
                <a:effectLst>
                  <a:outerShdw blurRad="38100" dist="38100" dir="2700000" algn="tl">
                    <a:srgbClr val="DDDDDD"/>
                  </a:outerShdw>
                </a:effectLst>
                <a:latin typeface="+mj-lt"/>
              </a:rPr>
              <a:t>          E = </a:t>
            </a:r>
            <a:r>
              <a:rPr lang="en-US" sz="3600" i="1" dirty="0">
                <a:solidFill>
                  <a:srgbClr val="000000"/>
                </a:solidFill>
                <a:effectLst>
                  <a:outerShdw blurRad="38100" dist="38100" dir="2700000" algn="tl">
                    <a:srgbClr val="DDDDDD"/>
                  </a:outerShdw>
                </a:effectLst>
                <a:latin typeface="+mj-lt"/>
              </a:rPr>
              <a:t>n/k</a:t>
            </a:r>
            <a:r>
              <a:rPr lang="en-US" sz="3600" dirty="0">
                <a:solidFill>
                  <a:srgbClr val="000000"/>
                </a:solidFill>
                <a:effectLst>
                  <a:outerShdw blurRad="38100" dist="38100" dir="2700000" algn="tl">
                    <a:srgbClr val="DDDDDD"/>
                  </a:outerShdw>
                </a:effectLst>
                <a:latin typeface="+mj-lt"/>
              </a:rPr>
              <a:t> = 147/5 = 29.4</a:t>
            </a:r>
          </a:p>
        </p:txBody>
      </p:sp>
      <p:grpSp>
        <p:nvGrpSpPr>
          <p:cNvPr id="7" name="Group 14"/>
          <p:cNvGrpSpPr>
            <a:grpSpLocks/>
          </p:cNvGrpSpPr>
          <p:nvPr/>
        </p:nvGrpSpPr>
        <p:grpSpPr bwMode="auto">
          <a:xfrm>
            <a:off x="2423592" y="3356992"/>
            <a:ext cx="7067550" cy="2038350"/>
            <a:chOff x="590" y="2797"/>
            <a:chExt cx="4452" cy="1284"/>
          </a:xfrm>
        </p:grpSpPr>
        <p:sp>
          <p:nvSpPr>
            <p:cNvPr id="8" name="Rectangle 15"/>
            <p:cNvSpPr>
              <a:spLocks noChangeArrowheads="1"/>
            </p:cNvSpPr>
            <p:nvPr/>
          </p:nvSpPr>
          <p:spPr bwMode="auto">
            <a:xfrm>
              <a:off x="602" y="2797"/>
              <a:ext cx="4440" cy="1284"/>
            </a:xfrm>
            <a:prstGeom prst="rect">
              <a:avLst/>
            </a:prstGeom>
            <a:solidFill>
              <a:srgbClr val="FFFFFF"/>
            </a:solidFill>
            <a:ln>
              <a:noFill/>
            </a:ln>
            <a:effectLst/>
            <a:extLst>
              <a:ext uri="{91240B29-F687-4F45-9708-019B960494DF}">
                <a14:hiddenLine xmlns:a14="http://schemas.microsoft.com/office/drawing/2010/main" w="12700">
                  <a:solidFill>
                    <a:srgbClr val="FCFEB9"/>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a:effectLst>
                  <a:outerShdw blurRad="38100" dist="38100" dir="2700000" algn="tl">
                    <a:srgbClr val="000000">
                      <a:alpha val="43137"/>
                    </a:srgbClr>
                  </a:outerShdw>
                </a:effectLst>
                <a:ea typeface="ＭＳ Ｐゴシック" pitchFamily="34" charset="-128"/>
                <a:cs typeface="+mn-cs"/>
              </a:endParaRPr>
            </a:p>
          </p:txBody>
        </p:sp>
        <p:sp>
          <p:nvSpPr>
            <p:cNvPr id="9" name="Rectangle 16"/>
            <p:cNvSpPr>
              <a:spLocks noChangeArrowheads="1"/>
            </p:cNvSpPr>
            <p:nvPr/>
          </p:nvSpPr>
          <p:spPr bwMode="auto">
            <a:xfrm>
              <a:off x="590" y="2797"/>
              <a:ext cx="4440" cy="240"/>
            </a:xfrm>
            <a:prstGeom prst="rect">
              <a:avLst/>
            </a:prstGeom>
            <a:solidFill>
              <a:srgbClr val="C1CEFF"/>
            </a:solidFill>
            <a:ln>
              <a:noFill/>
            </a:ln>
            <a:effectLst/>
            <a:extLst>
              <a:ext uri="{91240B29-F687-4F45-9708-019B960494DF}">
                <a14:hiddenLine xmlns:a14="http://schemas.microsoft.com/office/drawing/2010/main" w="12700">
                  <a:solidFill>
                    <a:srgbClr val="FCFEB9"/>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a:effectLst>
                  <a:outerShdw blurRad="38100" dist="38100" dir="2700000" algn="tl">
                    <a:srgbClr val="000000">
                      <a:alpha val="43137"/>
                    </a:srgbClr>
                  </a:outerShdw>
                </a:effectLst>
                <a:ea typeface="ＭＳ Ｐゴシック" pitchFamily="34" charset="-128"/>
                <a:cs typeface="+mn-cs"/>
              </a:endParaRPr>
            </a:p>
          </p:txBody>
        </p:sp>
        <p:sp>
          <p:nvSpPr>
            <p:cNvPr id="10" name="Rectangle 17"/>
            <p:cNvSpPr>
              <a:spLocks noChangeArrowheads="1"/>
            </p:cNvSpPr>
            <p:nvPr/>
          </p:nvSpPr>
          <p:spPr bwMode="auto">
            <a:xfrm>
              <a:off x="659" y="3168"/>
              <a:ext cx="3831" cy="214"/>
            </a:xfrm>
            <a:prstGeom prst="rect">
              <a:avLst/>
            </a:prstGeom>
            <a:noFill/>
            <a:ln>
              <a:noFill/>
            </a:ln>
            <a:effectLst/>
            <a:extLst>
              <a:ext uri="{909E8E84-426E-40DD-AFC4-6F175D3DCCD1}">
                <a14:hiddenFill xmlns:a14="http://schemas.microsoft.com/office/drawing/2010/main">
                  <a:solidFill>
                    <a:srgbClr val="000000"/>
                  </a:solidFill>
                </a14:hiddenFill>
              </a:ext>
              <a:ext uri="{91240B29-F687-4F45-9708-019B960494DF}">
                <a14:hiddenLine xmlns:a14="http://schemas.microsoft.com/office/drawing/2010/main" w="12700">
                  <a:solidFill>
                    <a:srgbClr val="FCFEB9"/>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8" tIns="44450" rIns="90488" bIns="44450">
              <a:spAutoFit/>
            </a:bodyPr>
            <a:lstStyle/>
            <a:p>
              <a:pPr>
                <a:lnSpc>
                  <a:spcPct val="90000"/>
                </a:lnSpc>
              </a:pPr>
              <a:r>
                <a:rPr lang="en-US" b="1"/>
                <a:t>Day                               Mon      Tues      Wed      Thurs      Fri          </a:t>
              </a:r>
            </a:p>
          </p:txBody>
        </p:sp>
        <p:sp>
          <p:nvSpPr>
            <p:cNvPr id="11" name="Rectangle 18"/>
            <p:cNvSpPr>
              <a:spLocks noChangeArrowheads="1"/>
            </p:cNvSpPr>
            <p:nvPr/>
          </p:nvSpPr>
          <p:spPr bwMode="auto">
            <a:xfrm>
              <a:off x="636" y="3450"/>
              <a:ext cx="3724" cy="214"/>
            </a:xfrm>
            <a:prstGeom prst="rect">
              <a:avLst/>
            </a:prstGeom>
            <a:noFill/>
            <a:ln>
              <a:noFill/>
            </a:ln>
            <a:effectLst/>
            <a:extLst>
              <a:ext uri="{909E8E84-426E-40DD-AFC4-6F175D3DCCD1}">
                <a14:hiddenFill xmlns:a14="http://schemas.microsoft.com/office/drawing/2010/main">
                  <a:solidFill>
                    <a:srgbClr val="000000"/>
                  </a:solidFill>
                </a14:hiddenFill>
              </a:ext>
              <a:ext uri="{91240B29-F687-4F45-9708-019B960494DF}">
                <a14:hiddenLine xmlns:a14="http://schemas.microsoft.com/office/drawing/2010/main" w="12700">
                  <a:solidFill>
                    <a:srgbClr val="FCFEB9"/>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8" tIns="44450" rIns="90488" bIns="44450">
              <a:spAutoFit/>
            </a:bodyPr>
            <a:lstStyle/>
            <a:p>
              <a:pPr>
                <a:lnSpc>
                  <a:spcPct val="90000"/>
                </a:lnSpc>
              </a:pPr>
              <a:r>
                <a:rPr lang="en-US" b="1">
                  <a:solidFill>
                    <a:schemeClr val="hlink"/>
                  </a:solidFill>
                </a:rPr>
                <a:t>Observed</a:t>
              </a:r>
              <a:r>
                <a:rPr lang="en-US" b="1"/>
                <a:t> accidents       31          42         18           25         31     </a:t>
              </a:r>
            </a:p>
          </p:txBody>
        </p:sp>
        <p:sp>
          <p:nvSpPr>
            <p:cNvPr id="12" name="Rectangle 19"/>
            <p:cNvSpPr>
              <a:spLocks noChangeArrowheads="1"/>
            </p:cNvSpPr>
            <p:nvPr/>
          </p:nvSpPr>
          <p:spPr bwMode="auto">
            <a:xfrm>
              <a:off x="602" y="2834"/>
              <a:ext cx="2541" cy="231"/>
            </a:xfrm>
            <a:prstGeom prst="rect">
              <a:avLst/>
            </a:prstGeom>
            <a:noFill/>
            <a:ln>
              <a:noFill/>
            </a:ln>
            <a:effectLst/>
            <a:extLst>
              <a:ext uri="{909E8E84-426E-40DD-AFC4-6F175D3DCCD1}">
                <a14:hiddenFill xmlns:a14="http://schemas.microsoft.com/office/drawing/2010/main">
                  <a:solidFill>
                    <a:srgbClr val="000000"/>
                  </a:solidFill>
                </a14:hiddenFill>
              </a:ext>
              <a:ext uri="{91240B29-F687-4F45-9708-019B960494DF}">
                <a14:hiddenLine xmlns:a14="http://schemas.microsoft.com/office/drawing/2010/main" w="12700">
                  <a:solidFill>
                    <a:srgbClr val="FCFEB9"/>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8" tIns="44450" rIns="90488" bIns="44450">
              <a:spAutoFit/>
            </a:bodyPr>
            <a:lstStyle/>
            <a:p>
              <a:pPr>
                <a:lnSpc>
                  <a:spcPct val="90000"/>
                </a:lnSpc>
              </a:pPr>
              <a:r>
                <a:rPr lang="en-US" sz="2000" b="1" dirty="0"/>
                <a:t>Observed and Expected Frequencies</a:t>
              </a:r>
            </a:p>
          </p:txBody>
        </p:sp>
        <p:sp>
          <p:nvSpPr>
            <p:cNvPr id="13" name="Line 20"/>
            <p:cNvSpPr>
              <a:spLocks noChangeShapeType="1"/>
            </p:cNvSpPr>
            <p:nvPr/>
          </p:nvSpPr>
          <p:spPr bwMode="auto">
            <a:xfrm>
              <a:off x="708" y="3371"/>
              <a:ext cx="4181"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a:effectLst>
                  <a:outerShdw blurRad="38100" dist="38100" dir="2700000" algn="tl">
                    <a:srgbClr val="000000">
                      <a:alpha val="43137"/>
                    </a:srgbClr>
                  </a:outerShdw>
                </a:effectLst>
                <a:ea typeface="ＭＳ Ｐゴシック" pitchFamily="34" charset="-128"/>
                <a:cs typeface="+mn-cs"/>
              </a:endParaRPr>
            </a:p>
          </p:txBody>
        </p:sp>
        <p:sp>
          <p:nvSpPr>
            <p:cNvPr id="14" name="Line 21"/>
            <p:cNvSpPr>
              <a:spLocks noChangeShapeType="1"/>
            </p:cNvSpPr>
            <p:nvPr/>
          </p:nvSpPr>
          <p:spPr bwMode="auto">
            <a:xfrm>
              <a:off x="686" y="3706"/>
              <a:ext cx="418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a:effectLst>
                  <a:outerShdw blurRad="38100" dist="38100" dir="2700000" algn="tl">
                    <a:srgbClr val="000000">
                      <a:alpha val="43137"/>
                    </a:srgbClr>
                  </a:outerShdw>
                </a:effectLst>
                <a:ea typeface="ＭＳ Ｐゴシック" pitchFamily="34" charset="-128"/>
                <a:cs typeface="+mn-cs"/>
              </a:endParaRPr>
            </a:p>
          </p:txBody>
        </p:sp>
        <p:sp>
          <p:nvSpPr>
            <p:cNvPr id="16" name="Line 22"/>
            <p:cNvSpPr>
              <a:spLocks noChangeShapeType="1"/>
            </p:cNvSpPr>
            <p:nvPr/>
          </p:nvSpPr>
          <p:spPr bwMode="auto">
            <a:xfrm flipV="1">
              <a:off x="1905" y="3024"/>
              <a:ext cx="0" cy="99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a:effectLst>
                  <a:outerShdw blurRad="38100" dist="38100" dir="2700000" algn="tl">
                    <a:srgbClr val="000000">
                      <a:alpha val="43137"/>
                    </a:srgbClr>
                  </a:outerShdw>
                </a:effectLst>
                <a:ea typeface="ＭＳ Ｐゴシック" pitchFamily="34" charset="-128"/>
                <a:cs typeface="+mn-cs"/>
              </a:endParaRPr>
            </a:p>
          </p:txBody>
        </p:sp>
        <p:sp>
          <p:nvSpPr>
            <p:cNvPr id="19" name="Rectangle 23"/>
            <p:cNvSpPr>
              <a:spLocks noChangeArrowheads="1"/>
            </p:cNvSpPr>
            <p:nvPr/>
          </p:nvSpPr>
          <p:spPr bwMode="auto">
            <a:xfrm>
              <a:off x="625" y="3785"/>
              <a:ext cx="3856" cy="214"/>
            </a:xfrm>
            <a:prstGeom prst="rect">
              <a:avLst/>
            </a:prstGeom>
            <a:noFill/>
            <a:ln>
              <a:noFill/>
            </a:ln>
            <a:effectLst/>
            <a:extLst>
              <a:ext uri="{909E8E84-426E-40DD-AFC4-6F175D3DCCD1}">
                <a14:hiddenFill xmlns:a14="http://schemas.microsoft.com/office/drawing/2010/main">
                  <a:solidFill>
                    <a:srgbClr val="000000"/>
                  </a:solidFill>
                </a14:hiddenFill>
              </a:ext>
              <a:ext uri="{91240B29-F687-4F45-9708-019B960494DF}">
                <a14:hiddenLine xmlns:a14="http://schemas.microsoft.com/office/drawing/2010/main" w="12700">
                  <a:solidFill>
                    <a:srgbClr val="FCFEB9"/>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8" tIns="44450" rIns="90488" bIns="44450">
              <a:spAutoFit/>
            </a:bodyPr>
            <a:lstStyle/>
            <a:p>
              <a:pPr>
                <a:lnSpc>
                  <a:spcPct val="90000"/>
                </a:lnSpc>
              </a:pPr>
              <a:r>
                <a:rPr lang="en-US" b="1">
                  <a:solidFill>
                    <a:schemeClr val="hlink"/>
                  </a:solidFill>
                </a:rPr>
                <a:t>Expected</a:t>
              </a:r>
              <a:r>
                <a:rPr lang="en-US" b="1"/>
                <a:t> accidents       29.4       29.4      29.4        29.4      29.4     </a:t>
              </a:r>
            </a:p>
          </p:txBody>
        </p:sp>
        <p:sp>
          <p:nvSpPr>
            <p:cNvPr id="20" name="Line 24"/>
            <p:cNvSpPr>
              <a:spLocks noChangeShapeType="1"/>
            </p:cNvSpPr>
            <p:nvPr/>
          </p:nvSpPr>
          <p:spPr bwMode="auto">
            <a:xfrm>
              <a:off x="708" y="4028"/>
              <a:ext cx="4181"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a:effectLst>
                  <a:outerShdw blurRad="38100" dist="38100" dir="2700000" algn="tl">
                    <a:srgbClr val="000000">
                      <a:alpha val="43137"/>
                    </a:srgbClr>
                  </a:outerShdw>
                </a:effectLst>
                <a:ea typeface="ＭＳ Ｐゴシック" pitchFamily="34" charset="-128"/>
                <a:cs typeface="+mn-cs"/>
              </a:endParaRPr>
            </a:p>
          </p:txBody>
        </p:sp>
      </p:grpSp>
      <p:sp>
        <p:nvSpPr>
          <p:cNvPr id="21" name="Rectangle 26"/>
          <p:cNvSpPr>
            <a:spLocks noChangeArrowheads="1"/>
          </p:cNvSpPr>
          <p:nvPr/>
        </p:nvSpPr>
        <p:spPr bwMode="auto">
          <a:xfrm>
            <a:off x="1888605" y="4268218"/>
            <a:ext cx="576262" cy="473075"/>
          </a:xfrm>
          <a:prstGeom prst="rect">
            <a:avLst/>
          </a:prstGeom>
          <a:noFill/>
          <a:ln>
            <a:noFill/>
          </a:ln>
          <a:effectLst/>
          <a:extLst>
            <a:ext uri="{909E8E84-426E-40DD-AFC4-6F175D3DCCD1}">
              <a14:hiddenFill xmlns:a14="http://schemas.microsoft.com/office/drawing/2010/main">
                <a:solidFill>
                  <a:srgbClr val="000000"/>
                </a:solidFill>
              </a14:hiddenFill>
            </a:ext>
            <a:ext uri="{91240B29-F687-4F45-9708-019B960494DF}">
              <a14:hiddenLine xmlns:a14="http://schemas.microsoft.com/office/drawing/2010/main" w="12700">
                <a:solidFill>
                  <a:srgbClr val="FCFEB9"/>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nSpc>
                <a:spcPct val="90000"/>
              </a:lnSpc>
            </a:pPr>
            <a:r>
              <a:rPr lang="en-US" sz="2800">
                <a:solidFill>
                  <a:srgbClr val="FF0000"/>
                </a:solidFill>
                <a:effectLst>
                  <a:outerShdw blurRad="38100" dist="38100" dir="2700000" algn="tl">
                    <a:srgbClr val="DDDDDD"/>
                  </a:outerShdw>
                </a:effectLst>
              </a:rPr>
              <a:t>O:</a:t>
            </a:r>
          </a:p>
        </p:txBody>
      </p:sp>
      <p:sp>
        <p:nvSpPr>
          <p:cNvPr id="22" name="Rectangle 27"/>
          <p:cNvSpPr>
            <a:spLocks noChangeArrowheads="1"/>
          </p:cNvSpPr>
          <p:nvPr/>
        </p:nvSpPr>
        <p:spPr bwMode="auto">
          <a:xfrm>
            <a:off x="1887018" y="4838130"/>
            <a:ext cx="453651" cy="477567"/>
          </a:xfrm>
          <a:prstGeom prst="rect">
            <a:avLst/>
          </a:prstGeom>
          <a:noFill/>
          <a:ln>
            <a:noFill/>
          </a:ln>
          <a:effectLst/>
          <a:extLst>
            <a:ext uri="{909E8E84-426E-40DD-AFC4-6F175D3DCCD1}">
              <a14:hiddenFill xmlns:a14="http://schemas.microsoft.com/office/drawing/2010/main">
                <a:solidFill>
                  <a:srgbClr val="000000"/>
                </a:solidFill>
              </a14:hiddenFill>
            </a:ext>
            <a:ext uri="{91240B29-F687-4F45-9708-019B960494DF}">
              <a14:hiddenLine xmlns:a14="http://schemas.microsoft.com/office/drawing/2010/main" w="12700">
                <a:solidFill>
                  <a:srgbClr val="FCFEB9"/>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nSpc>
                <a:spcPct val="90000"/>
              </a:lnSpc>
            </a:pPr>
            <a:r>
              <a:rPr lang="en-US" sz="2800">
                <a:solidFill>
                  <a:srgbClr val="FF0000"/>
                </a:solidFill>
                <a:effectLst>
                  <a:outerShdw blurRad="38100" dist="38100" dir="2700000" algn="tl">
                    <a:srgbClr val="DDDDDD"/>
                  </a:outerShdw>
                </a:effectLst>
              </a:rPr>
              <a:t>E:</a:t>
            </a:r>
          </a:p>
        </p:txBody>
      </p:sp>
      <p:sp>
        <p:nvSpPr>
          <p:cNvPr id="2" name="Slide Number Placeholder 1"/>
          <p:cNvSpPr>
            <a:spLocks noGrp="1"/>
          </p:cNvSpPr>
          <p:nvPr>
            <p:ph type="sldNum" sz="quarter" idx="10"/>
          </p:nvPr>
        </p:nvSpPr>
        <p:spPr/>
        <p:txBody>
          <a:bodyPr/>
          <a:lstStyle/>
          <a:p>
            <a:pPr>
              <a:defRPr/>
            </a:pPr>
            <a:fld id="{72AD96D6-FCAC-BF48-A744-D10BE5BBB539}" type="slidenum">
              <a:rPr lang="en-US" smtClean="0"/>
              <a:pPr>
                <a:defRPr/>
              </a:pPr>
              <a:t>24</a:t>
            </a:fld>
            <a:endParaRPr lang="en-US"/>
          </a:p>
        </p:txBody>
      </p:sp>
    </p:spTree>
    <p:extLst>
      <p:ext uri="{BB962C8B-B14F-4D97-AF65-F5344CB8AC3E}">
        <p14:creationId xmlns:p14="http://schemas.microsoft.com/office/powerpoint/2010/main" val="43580179"/>
      </p:ext>
    </p:extLst>
  </p:cSld>
  <p:clrMapOvr>
    <a:masterClrMapping/>
  </p:clrMapOvr>
  <p:transition>
    <p:wipe dir="d"/>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p:cNvGrpSpPr/>
          <p:nvPr/>
        </p:nvGrpSpPr>
        <p:grpSpPr>
          <a:xfrm>
            <a:off x="1851025" y="2636912"/>
            <a:ext cx="8186738" cy="2705100"/>
            <a:chOff x="327025" y="2852738"/>
            <a:chExt cx="8186738" cy="2705100"/>
          </a:xfrm>
        </p:grpSpPr>
        <p:sp>
          <p:nvSpPr>
            <p:cNvPr id="72706" name="Rectangle 2"/>
            <p:cNvSpPr>
              <a:spLocks noChangeArrowheads="1"/>
            </p:cNvSpPr>
            <p:nvPr/>
          </p:nvSpPr>
          <p:spPr bwMode="auto">
            <a:xfrm>
              <a:off x="449263" y="2852738"/>
              <a:ext cx="8064500" cy="2705100"/>
            </a:xfrm>
            <a:prstGeom prst="rect">
              <a:avLst/>
            </a:prstGeom>
            <a:solidFill>
              <a:srgbClr val="FFFFFF"/>
            </a:solidFill>
            <a:ln>
              <a:noFill/>
            </a:ln>
            <a:effectLst/>
            <a:extLst>
              <a:ext uri="{91240B29-F687-4F45-9708-019B960494DF}">
                <a14:hiddenLine xmlns:a14="http://schemas.microsoft.com/office/drawing/2010/main" w="12700">
                  <a:solidFill>
                    <a:srgbClr val="FCFEB9"/>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a:effectLst>
                  <a:outerShdw blurRad="38100" dist="38100" dir="2700000" algn="tl">
                    <a:srgbClr val="000000">
                      <a:alpha val="43137"/>
                    </a:srgbClr>
                  </a:outerShdw>
                </a:effectLst>
                <a:ea typeface="ＭＳ Ｐゴシック" pitchFamily="34" charset="-128"/>
                <a:cs typeface="+mn-cs"/>
              </a:endParaRPr>
            </a:p>
          </p:txBody>
        </p:sp>
        <p:sp>
          <p:nvSpPr>
            <p:cNvPr id="72707" name="Rectangle 3"/>
            <p:cNvSpPr>
              <a:spLocks noChangeArrowheads="1"/>
            </p:cNvSpPr>
            <p:nvPr/>
          </p:nvSpPr>
          <p:spPr bwMode="auto">
            <a:xfrm>
              <a:off x="430213" y="2852738"/>
              <a:ext cx="8083550" cy="361950"/>
            </a:xfrm>
            <a:prstGeom prst="rect">
              <a:avLst/>
            </a:prstGeom>
            <a:solidFill>
              <a:srgbClr val="C1CEFF"/>
            </a:solidFill>
            <a:ln>
              <a:noFill/>
            </a:ln>
            <a:effectLst/>
            <a:extLst>
              <a:ext uri="{91240B29-F687-4F45-9708-019B960494DF}">
                <a14:hiddenLine xmlns:a14="http://schemas.microsoft.com/office/drawing/2010/main" w="12700">
                  <a:solidFill>
                    <a:srgbClr val="FCFEB9"/>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a:effectLst>
                  <a:outerShdw blurRad="38100" dist="38100" dir="2700000" algn="tl">
                    <a:srgbClr val="000000">
                      <a:alpha val="43137"/>
                    </a:srgbClr>
                  </a:outerShdw>
                </a:effectLst>
                <a:ea typeface="ＭＳ Ｐゴシック" pitchFamily="34" charset="-128"/>
                <a:cs typeface="+mn-cs"/>
              </a:endParaRPr>
            </a:p>
          </p:txBody>
        </p:sp>
        <p:sp>
          <p:nvSpPr>
            <p:cNvPr id="40964" name="Rectangle 4"/>
            <p:cNvSpPr>
              <a:spLocks noChangeArrowheads="1"/>
            </p:cNvSpPr>
            <p:nvPr/>
          </p:nvSpPr>
          <p:spPr bwMode="auto">
            <a:xfrm>
              <a:off x="539750" y="3441700"/>
              <a:ext cx="6081987" cy="339067"/>
            </a:xfrm>
            <a:prstGeom prst="rect">
              <a:avLst/>
            </a:prstGeom>
            <a:noFill/>
            <a:ln>
              <a:noFill/>
            </a:ln>
            <a:effectLst/>
            <a:extLst>
              <a:ext uri="{909E8E84-426E-40DD-AFC4-6F175D3DCCD1}">
                <a14:hiddenFill xmlns:a14="http://schemas.microsoft.com/office/drawing/2010/main">
                  <a:solidFill>
                    <a:srgbClr val="000000"/>
                  </a:solidFill>
                </a14:hiddenFill>
              </a:ext>
              <a:ext uri="{91240B29-F687-4F45-9708-019B960494DF}">
                <a14:hiddenLine xmlns:a14="http://schemas.microsoft.com/office/drawing/2010/main" w="12700">
                  <a:solidFill>
                    <a:srgbClr val="FCFEB9"/>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8" tIns="44450" rIns="90488" bIns="44450">
              <a:spAutoFit/>
            </a:bodyPr>
            <a:lstStyle/>
            <a:p>
              <a:pPr>
                <a:lnSpc>
                  <a:spcPct val="90000"/>
                </a:lnSpc>
              </a:pPr>
              <a:r>
                <a:rPr lang="en-US" b="1"/>
                <a:t>Day                               Mon      Tues      Wed      Thurs      Fri          </a:t>
              </a:r>
            </a:p>
          </p:txBody>
        </p:sp>
        <p:sp>
          <p:nvSpPr>
            <p:cNvPr id="40965" name="Rectangle 5"/>
            <p:cNvSpPr>
              <a:spLocks noChangeArrowheads="1"/>
            </p:cNvSpPr>
            <p:nvPr/>
          </p:nvSpPr>
          <p:spPr bwMode="auto">
            <a:xfrm>
              <a:off x="365125" y="3856038"/>
              <a:ext cx="6017546" cy="339067"/>
            </a:xfrm>
            <a:prstGeom prst="rect">
              <a:avLst/>
            </a:prstGeom>
            <a:noFill/>
            <a:ln>
              <a:noFill/>
            </a:ln>
            <a:effectLst/>
            <a:extLst>
              <a:ext uri="{909E8E84-426E-40DD-AFC4-6F175D3DCCD1}">
                <a14:hiddenFill xmlns:a14="http://schemas.microsoft.com/office/drawing/2010/main">
                  <a:solidFill>
                    <a:srgbClr val="000000"/>
                  </a:solidFill>
                </a14:hiddenFill>
              </a:ext>
              <a:ext uri="{91240B29-F687-4F45-9708-019B960494DF}">
                <a14:hiddenLine xmlns:a14="http://schemas.microsoft.com/office/drawing/2010/main" w="12700">
                  <a:solidFill>
                    <a:srgbClr val="FCFEB9"/>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8" tIns="44450" rIns="90488" bIns="44450">
              <a:spAutoFit/>
            </a:bodyPr>
            <a:lstStyle/>
            <a:p>
              <a:pPr>
                <a:lnSpc>
                  <a:spcPct val="90000"/>
                </a:lnSpc>
              </a:pPr>
              <a:r>
                <a:rPr lang="en-US" b="1"/>
                <a:t>Observed accidents       31          42         18           25           31     </a:t>
              </a:r>
            </a:p>
          </p:txBody>
        </p:sp>
        <p:sp>
          <p:nvSpPr>
            <p:cNvPr id="40966" name="Rectangle 6"/>
            <p:cNvSpPr>
              <a:spLocks noChangeArrowheads="1"/>
            </p:cNvSpPr>
            <p:nvPr/>
          </p:nvSpPr>
          <p:spPr bwMode="auto">
            <a:xfrm>
              <a:off x="449263" y="2911475"/>
              <a:ext cx="6466643" cy="366767"/>
            </a:xfrm>
            <a:prstGeom prst="rect">
              <a:avLst/>
            </a:prstGeom>
            <a:noFill/>
            <a:ln>
              <a:noFill/>
            </a:ln>
            <a:effectLst/>
            <a:extLst>
              <a:ext uri="{909E8E84-426E-40DD-AFC4-6F175D3DCCD1}">
                <a14:hiddenFill xmlns:a14="http://schemas.microsoft.com/office/drawing/2010/main">
                  <a:solidFill>
                    <a:srgbClr val="000000"/>
                  </a:solidFill>
                </a14:hiddenFill>
              </a:ext>
              <a:ext uri="{91240B29-F687-4F45-9708-019B960494DF}">
                <a14:hiddenLine xmlns:a14="http://schemas.microsoft.com/office/drawing/2010/main" w="12700">
                  <a:solidFill>
                    <a:srgbClr val="FCFEB9"/>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8" tIns="44450" rIns="90488" bIns="44450">
              <a:spAutoFit/>
            </a:bodyPr>
            <a:lstStyle/>
            <a:p>
              <a:pPr>
                <a:lnSpc>
                  <a:spcPct val="90000"/>
                </a:lnSpc>
              </a:pPr>
              <a:r>
                <a:rPr lang="en-US" sz="2000" b="1" dirty="0"/>
                <a:t>Observed and Expected Frequencies of Industrial Accidents</a:t>
              </a:r>
            </a:p>
          </p:txBody>
        </p:sp>
        <p:sp>
          <p:nvSpPr>
            <p:cNvPr id="72711" name="Line 7"/>
            <p:cNvSpPr>
              <a:spLocks noChangeShapeType="1"/>
            </p:cNvSpPr>
            <p:nvPr/>
          </p:nvSpPr>
          <p:spPr bwMode="auto">
            <a:xfrm>
              <a:off x="617538" y="3763963"/>
              <a:ext cx="7570787"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a:effectLst>
                  <a:outerShdw blurRad="38100" dist="38100" dir="2700000" algn="tl">
                    <a:srgbClr val="000000">
                      <a:alpha val="43137"/>
                    </a:srgbClr>
                  </a:outerShdw>
                </a:effectLst>
                <a:ea typeface="ＭＳ Ｐゴシック" pitchFamily="34" charset="-128"/>
                <a:cs typeface="+mn-cs"/>
              </a:endParaRPr>
            </a:p>
          </p:txBody>
        </p:sp>
        <p:sp>
          <p:nvSpPr>
            <p:cNvPr id="72712" name="Line 8"/>
            <p:cNvSpPr>
              <a:spLocks noChangeShapeType="1"/>
            </p:cNvSpPr>
            <p:nvPr/>
          </p:nvSpPr>
          <p:spPr bwMode="auto">
            <a:xfrm>
              <a:off x="582613" y="4295775"/>
              <a:ext cx="755015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a:effectLst>
                  <a:outerShdw blurRad="38100" dist="38100" dir="2700000" algn="tl">
                    <a:srgbClr val="000000">
                      <a:alpha val="43137"/>
                    </a:srgbClr>
                  </a:outerShdw>
                </a:effectLst>
                <a:ea typeface="ＭＳ Ｐゴシック" pitchFamily="34" charset="-128"/>
                <a:cs typeface="+mn-cs"/>
              </a:endParaRPr>
            </a:p>
          </p:txBody>
        </p:sp>
        <p:sp>
          <p:nvSpPr>
            <p:cNvPr id="72713" name="Line 9"/>
            <p:cNvSpPr>
              <a:spLocks noChangeShapeType="1"/>
            </p:cNvSpPr>
            <p:nvPr/>
          </p:nvSpPr>
          <p:spPr bwMode="auto">
            <a:xfrm flipV="1">
              <a:off x="2411760" y="3212976"/>
              <a:ext cx="0" cy="2232149"/>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a:effectLst>
                  <a:outerShdw blurRad="38100" dist="38100" dir="2700000" algn="tl">
                    <a:srgbClr val="000000">
                      <a:alpha val="43137"/>
                    </a:srgbClr>
                  </a:outerShdw>
                </a:effectLst>
                <a:ea typeface="ＭＳ Ｐゴシック" pitchFamily="34" charset="-128"/>
                <a:cs typeface="+mn-cs"/>
              </a:endParaRPr>
            </a:p>
          </p:txBody>
        </p:sp>
        <p:sp>
          <p:nvSpPr>
            <p:cNvPr id="40970" name="Rectangle 10"/>
            <p:cNvSpPr>
              <a:spLocks noChangeArrowheads="1"/>
            </p:cNvSpPr>
            <p:nvPr/>
          </p:nvSpPr>
          <p:spPr bwMode="auto">
            <a:xfrm>
              <a:off x="384175" y="4403725"/>
              <a:ext cx="6121741" cy="339067"/>
            </a:xfrm>
            <a:prstGeom prst="rect">
              <a:avLst/>
            </a:prstGeom>
            <a:noFill/>
            <a:ln>
              <a:noFill/>
            </a:ln>
            <a:effectLst/>
            <a:extLst>
              <a:ext uri="{909E8E84-426E-40DD-AFC4-6F175D3DCCD1}">
                <a14:hiddenFill xmlns:a14="http://schemas.microsoft.com/office/drawing/2010/main">
                  <a:solidFill>
                    <a:srgbClr val="000000"/>
                  </a:solidFill>
                </a14:hiddenFill>
              </a:ext>
              <a:ext uri="{91240B29-F687-4F45-9708-019B960494DF}">
                <a14:hiddenLine xmlns:a14="http://schemas.microsoft.com/office/drawing/2010/main" w="12700">
                  <a:solidFill>
                    <a:srgbClr val="FCFEB9"/>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8" tIns="44450" rIns="90488" bIns="44450">
              <a:spAutoFit/>
            </a:bodyPr>
            <a:lstStyle/>
            <a:p>
              <a:pPr>
                <a:lnSpc>
                  <a:spcPct val="90000"/>
                </a:lnSpc>
              </a:pPr>
              <a:r>
                <a:rPr lang="en-US" b="1"/>
                <a:t>Expected accidents       29.4       29.4      29.4        29.4      29.4     </a:t>
              </a:r>
            </a:p>
          </p:txBody>
        </p:sp>
        <p:sp>
          <p:nvSpPr>
            <p:cNvPr id="72715" name="Line 11"/>
            <p:cNvSpPr>
              <a:spLocks noChangeShapeType="1"/>
            </p:cNvSpPr>
            <p:nvPr/>
          </p:nvSpPr>
          <p:spPr bwMode="auto">
            <a:xfrm>
              <a:off x="617538" y="4806950"/>
              <a:ext cx="7551737"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a:effectLst>
                  <a:outerShdw blurRad="38100" dist="38100" dir="2700000" algn="tl">
                    <a:srgbClr val="000000">
                      <a:alpha val="43137"/>
                    </a:srgbClr>
                  </a:outerShdw>
                </a:effectLst>
                <a:ea typeface="ＭＳ Ｐゴシック" pitchFamily="34" charset="-128"/>
                <a:cs typeface="+mn-cs"/>
              </a:endParaRPr>
            </a:p>
          </p:txBody>
        </p:sp>
        <p:sp>
          <p:nvSpPr>
            <p:cNvPr id="72716" name="Line 12"/>
            <p:cNvSpPr>
              <a:spLocks noChangeShapeType="1"/>
            </p:cNvSpPr>
            <p:nvPr/>
          </p:nvSpPr>
          <p:spPr bwMode="auto">
            <a:xfrm>
              <a:off x="674688" y="5435600"/>
              <a:ext cx="7532687"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a:effectLst>
                  <a:outerShdw blurRad="38100" dist="38100" dir="2700000" algn="tl">
                    <a:srgbClr val="000000">
                      <a:alpha val="43137"/>
                    </a:srgbClr>
                  </a:outerShdw>
                </a:effectLst>
                <a:ea typeface="ＭＳ Ｐゴシック" pitchFamily="34" charset="-128"/>
                <a:cs typeface="+mn-cs"/>
              </a:endParaRPr>
            </a:p>
          </p:txBody>
        </p:sp>
        <p:sp>
          <p:nvSpPr>
            <p:cNvPr id="72717" name="Rectangle 13"/>
            <p:cNvSpPr>
              <a:spLocks noChangeArrowheads="1"/>
            </p:cNvSpPr>
            <p:nvPr/>
          </p:nvSpPr>
          <p:spPr bwMode="auto">
            <a:xfrm>
              <a:off x="695325" y="5011738"/>
              <a:ext cx="7241855" cy="339067"/>
            </a:xfrm>
            <a:prstGeom prst="rect">
              <a:avLst/>
            </a:prstGeom>
            <a:noFill/>
            <a:ln>
              <a:noFill/>
            </a:ln>
            <a:effectLst/>
            <a:extLst>
              <a:ext uri="{909E8E84-426E-40DD-AFC4-6F175D3DCCD1}">
                <a14:hiddenFill xmlns:a14="http://schemas.microsoft.com/office/drawing/2010/main">
                  <a:solidFill>
                    <a:srgbClr val="000000"/>
                  </a:solidFill>
                </a14:hiddenFill>
              </a:ext>
              <a:ext uri="{91240B29-F687-4F45-9708-019B960494DF}">
                <a14:hiddenLine xmlns:a14="http://schemas.microsoft.com/office/drawing/2010/main" w="12700">
                  <a:solidFill>
                    <a:srgbClr val="FCFEB9"/>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nSpc>
                  <a:spcPct val="90000"/>
                </a:lnSpc>
              </a:pPr>
              <a:r>
                <a:rPr lang="en-US" dirty="0">
                  <a:solidFill>
                    <a:schemeClr val="hlink"/>
                  </a:solidFill>
                  <a:effectLst>
                    <a:outerShdw blurRad="38100" dist="38100" dir="2700000" algn="tl">
                      <a:srgbClr val="DDDDDD"/>
                    </a:outerShdw>
                  </a:effectLst>
                </a:rPr>
                <a:t>(</a:t>
              </a:r>
              <a:r>
                <a:rPr lang="en-US" dirty="0">
                  <a:solidFill>
                    <a:schemeClr val="hlink"/>
                  </a:solidFill>
                  <a:effectLst>
                    <a:outerShdw blurRad="38100" dist="38100" dir="2700000" algn="tl">
                      <a:srgbClr val="DDDDDD"/>
                    </a:outerShdw>
                  </a:effectLst>
                  <a:latin typeface="Times New Roman" charset="0"/>
                </a:rPr>
                <a:t>O -E</a:t>
              </a:r>
              <a:r>
                <a:rPr lang="en-US" dirty="0">
                  <a:solidFill>
                    <a:schemeClr val="hlink"/>
                  </a:solidFill>
                  <a:effectLst>
                    <a:outerShdw blurRad="38100" dist="38100" dir="2700000" algn="tl">
                      <a:srgbClr val="DDDDDD"/>
                    </a:outerShdw>
                  </a:effectLst>
                </a:rPr>
                <a:t>)</a:t>
              </a:r>
              <a:r>
                <a:rPr lang="en-US" baseline="30000" dirty="0">
                  <a:solidFill>
                    <a:schemeClr val="hlink"/>
                  </a:solidFill>
                  <a:effectLst>
                    <a:outerShdw blurRad="38100" dist="38100" dir="2700000" algn="tl">
                      <a:srgbClr val="DDDDDD"/>
                    </a:outerShdw>
                  </a:effectLst>
                </a:rPr>
                <a:t>2</a:t>
              </a:r>
              <a:r>
                <a:rPr lang="en-US" dirty="0">
                  <a:solidFill>
                    <a:schemeClr val="hlink"/>
                  </a:solidFill>
                  <a:effectLst>
                    <a:outerShdw blurRad="38100" dist="38100" dir="2700000" algn="tl">
                      <a:srgbClr val="DDDDDD"/>
                    </a:outerShdw>
                  </a:effectLst>
                </a:rPr>
                <a:t>/</a:t>
              </a:r>
              <a:r>
                <a:rPr lang="en-US" dirty="0">
                  <a:solidFill>
                    <a:schemeClr val="hlink"/>
                  </a:solidFill>
                  <a:effectLst>
                    <a:outerShdw blurRad="38100" dist="38100" dir="2700000" algn="tl">
                      <a:srgbClr val="DDDDDD"/>
                    </a:outerShdw>
                  </a:effectLst>
                  <a:latin typeface="Times New Roman" charset="0"/>
                </a:rPr>
                <a:t>E</a:t>
              </a:r>
              <a:r>
                <a:rPr lang="en-US" dirty="0">
                  <a:solidFill>
                    <a:schemeClr val="hlink"/>
                  </a:solidFill>
                  <a:effectLst>
                    <a:outerShdw blurRad="38100" dist="38100" dir="2700000" algn="tl">
                      <a:srgbClr val="DDDDDD"/>
                    </a:outerShdw>
                  </a:effectLst>
                </a:rPr>
                <a:t>                    0.0871   5.4000   4.4204   0.6585   0.0871 (rounded)     </a:t>
              </a:r>
            </a:p>
          </p:txBody>
        </p:sp>
        <p:sp>
          <p:nvSpPr>
            <p:cNvPr id="72718" name="Rectangle 14"/>
            <p:cNvSpPr>
              <a:spLocks noChangeArrowheads="1"/>
            </p:cNvSpPr>
            <p:nvPr/>
          </p:nvSpPr>
          <p:spPr bwMode="auto">
            <a:xfrm>
              <a:off x="327025" y="3251200"/>
              <a:ext cx="2081213" cy="420688"/>
            </a:xfrm>
            <a:prstGeom prst="rect">
              <a:avLst/>
            </a:prstGeom>
            <a:noFill/>
            <a:ln>
              <a:noFill/>
            </a:ln>
            <a:effectLst/>
            <a:extLst>
              <a:ext uri="{909E8E84-426E-40DD-AFC4-6F175D3DCCD1}">
                <a14:hiddenFill xmlns:a14="http://schemas.microsoft.com/office/drawing/2010/main">
                  <a:solidFill>
                    <a:srgbClr val="000000"/>
                  </a:solidFill>
                </a14:hiddenFill>
              </a:ext>
              <a:ext uri="{91240B29-F687-4F45-9708-019B960494DF}">
                <a14:hiddenLine xmlns:a14="http://schemas.microsoft.com/office/drawing/2010/main" w="12700">
                  <a:solidFill>
                    <a:srgbClr val="FCFEB9"/>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a:effectLst>
                  <a:outerShdw blurRad="38100" dist="38100" dir="2700000" algn="tl">
                    <a:srgbClr val="000000">
                      <a:alpha val="43137"/>
                    </a:srgbClr>
                  </a:outerShdw>
                </a:effectLst>
                <a:ea typeface="ＭＳ Ｐゴシック" pitchFamily="34" charset="-128"/>
                <a:cs typeface="+mn-cs"/>
              </a:endParaRPr>
            </a:p>
          </p:txBody>
        </p:sp>
      </p:grpSp>
      <p:sp>
        <p:nvSpPr>
          <p:cNvPr id="72719" name="Rectangle 15"/>
          <p:cNvSpPr>
            <a:spLocks noChangeArrowheads="1"/>
          </p:cNvSpPr>
          <p:nvPr/>
        </p:nvSpPr>
        <p:spPr bwMode="auto">
          <a:xfrm>
            <a:off x="1581150" y="4921251"/>
            <a:ext cx="8763000" cy="968375"/>
          </a:xfrm>
          <a:prstGeom prst="rect">
            <a:avLst/>
          </a:prstGeom>
          <a:noFill/>
          <a:ln>
            <a:noFill/>
          </a:ln>
          <a:effectLst/>
          <a:extLst>
            <a:ext uri="{909E8E84-426E-40DD-AFC4-6F175D3DCCD1}">
              <a14:hiddenFill xmlns:a14="http://schemas.microsoft.com/office/drawing/2010/main">
                <a:solidFill>
                  <a:srgbClr val="000000"/>
                </a:solidFill>
              </a14:hiddenFill>
            </a:ext>
            <a:ext uri="{91240B29-F687-4F45-9708-019B960494DF}">
              <a14:hiddenLine xmlns:a14="http://schemas.microsoft.com/office/drawing/2010/main" w="12700">
                <a:solidFill>
                  <a:srgbClr val="FCFEB9"/>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a:effectLst>
                <a:outerShdw blurRad="38100" dist="38100" dir="2700000" algn="tl">
                  <a:srgbClr val="000000">
                    <a:alpha val="43137"/>
                  </a:srgbClr>
                </a:outerShdw>
              </a:effectLst>
              <a:ea typeface="ＭＳ Ｐゴシック" pitchFamily="34" charset="-128"/>
              <a:cs typeface="+mn-cs"/>
            </a:endParaRPr>
          </a:p>
        </p:txBody>
      </p:sp>
      <p:sp>
        <p:nvSpPr>
          <p:cNvPr id="16" name="Rectangle 5"/>
          <p:cNvSpPr txBox="1">
            <a:spLocks noChangeArrowheads="1"/>
          </p:cNvSpPr>
          <p:nvPr/>
        </p:nvSpPr>
        <p:spPr bwMode="auto">
          <a:xfrm>
            <a:off x="5029200" y="533400"/>
            <a:ext cx="5181600" cy="68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ctr" rtl="0" eaLnBrk="0" fontAlgn="base" hangingPunct="0">
              <a:spcBef>
                <a:spcPct val="0"/>
              </a:spcBef>
              <a:spcAft>
                <a:spcPct val="0"/>
              </a:spcAft>
              <a:defRPr sz="2800">
                <a:solidFill>
                  <a:schemeClr val="bg1"/>
                </a:solidFill>
                <a:latin typeface="+mj-lt"/>
                <a:ea typeface="+mj-ea"/>
                <a:cs typeface="+mj-cs"/>
              </a:defRPr>
            </a:lvl1pPr>
            <a:lvl2pPr algn="ctr" rtl="0" eaLnBrk="0" fontAlgn="base" hangingPunct="0">
              <a:spcBef>
                <a:spcPct val="0"/>
              </a:spcBef>
              <a:spcAft>
                <a:spcPct val="0"/>
              </a:spcAft>
              <a:defRPr sz="2800">
                <a:solidFill>
                  <a:schemeClr val="bg1"/>
                </a:solidFill>
                <a:latin typeface="Arial" charset="0"/>
              </a:defRPr>
            </a:lvl2pPr>
            <a:lvl3pPr algn="ctr" rtl="0" eaLnBrk="0" fontAlgn="base" hangingPunct="0">
              <a:spcBef>
                <a:spcPct val="0"/>
              </a:spcBef>
              <a:spcAft>
                <a:spcPct val="0"/>
              </a:spcAft>
              <a:defRPr sz="2800">
                <a:solidFill>
                  <a:schemeClr val="bg1"/>
                </a:solidFill>
                <a:latin typeface="Arial" charset="0"/>
              </a:defRPr>
            </a:lvl3pPr>
            <a:lvl4pPr algn="ctr" rtl="0" eaLnBrk="0" fontAlgn="base" hangingPunct="0">
              <a:spcBef>
                <a:spcPct val="0"/>
              </a:spcBef>
              <a:spcAft>
                <a:spcPct val="0"/>
              </a:spcAft>
              <a:defRPr sz="2800">
                <a:solidFill>
                  <a:schemeClr val="bg1"/>
                </a:solidFill>
                <a:latin typeface="Arial" charset="0"/>
              </a:defRPr>
            </a:lvl4pPr>
            <a:lvl5pPr algn="ctr" rtl="0" eaLnBrk="0" fontAlgn="base" hangingPunct="0">
              <a:spcBef>
                <a:spcPct val="0"/>
              </a:spcBef>
              <a:spcAft>
                <a:spcPct val="0"/>
              </a:spcAft>
              <a:defRPr sz="2800">
                <a:solidFill>
                  <a:schemeClr val="bg1"/>
                </a:solidFill>
                <a:latin typeface="Arial" charset="0"/>
              </a:defRPr>
            </a:lvl5pPr>
            <a:lvl6pPr marL="457200" algn="ctr" rtl="0" fontAlgn="base">
              <a:spcBef>
                <a:spcPct val="0"/>
              </a:spcBef>
              <a:spcAft>
                <a:spcPct val="0"/>
              </a:spcAft>
              <a:defRPr sz="2800">
                <a:solidFill>
                  <a:schemeClr val="bg1"/>
                </a:solidFill>
                <a:latin typeface="Arial" charset="0"/>
              </a:defRPr>
            </a:lvl6pPr>
            <a:lvl7pPr marL="914400" algn="ctr" rtl="0" fontAlgn="base">
              <a:spcBef>
                <a:spcPct val="0"/>
              </a:spcBef>
              <a:spcAft>
                <a:spcPct val="0"/>
              </a:spcAft>
              <a:defRPr sz="2800">
                <a:solidFill>
                  <a:schemeClr val="bg1"/>
                </a:solidFill>
                <a:latin typeface="Arial" charset="0"/>
              </a:defRPr>
            </a:lvl7pPr>
            <a:lvl8pPr marL="1371600" algn="ctr" rtl="0" fontAlgn="base">
              <a:spcBef>
                <a:spcPct val="0"/>
              </a:spcBef>
              <a:spcAft>
                <a:spcPct val="0"/>
              </a:spcAft>
              <a:defRPr sz="2800">
                <a:solidFill>
                  <a:schemeClr val="bg1"/>
                </a:solidFill>
                <a:latin typeface="Arial" charset="0"/>
              </a:defRPr>
            </a:lvl8pPr>
            <a:lvl9pPr marL="1828800" algn="ctr" rtl="0" fontAlgn="base">
              <a:spcBef>
                <a:spcPct val="0"/>
              </a:spcBef>
              <a:spcAft>
                <a:spcPct val="0"/>
              </a:spcAft>
              <a:defRPr sz="2800">
                <a:solidFill>
                  <a:schemeClr val="bg1"/>
                </a:solidFill>
                <a:latin typeface="Arial" charset="0"/>
              </a:defRPr>
            </a:lvl9pPr>
          </a:lstStyle>
          <a:p>
            <a:pPr eaLnBrk="1" hangingPunct="1">
              <a:defRPr/>
            </a:pPr>
            <a:r>
              <a:rPr lang="en-US" altLang="en-US" sz="2400" kern="0" dirty="0"/>
              <a:t>Example 1</a:t>
            </a:r>
          </a:p>
        </p:txBody>
      </p:sp>
      <p:sp>
        <p:nvSpPr>
          <p:cNvPr id="17" name="TextBox 16"/>
          <p:cNvSpPr txBox="1"/>
          <p:nvPr/>
        </p:nvSpPr>
        <p:spPr>
          <a:xfrm>
            <a:off x="3719736" y="332656"/>
            <a:ext cx="6408712" cy="707886"/>
          </a:xfrm>
          <a:prstGeom prst="rect">
            <a:avLst/>
          </a:prstGeom>
        </p:spPr>
        <p:style>
          <a:lnRef idx="2">
            <a:schemeClr val="accent3"/>
          </a:lnRef>
          <a:fillRef idx="1">
            <a:schemeClr val="lt1"/>
          </a:fillRef>
          <a:effectRef idx="0">
            <a:schemeClr val="accent3"/>
          </a:effectRef>
          <a:fontRef idx="minor">
            <a:schemeClr val="dk1"/>
          </a:fontRef>
        </p:style>
        <p:txBody>
          <a:bodyPr wrap="square" rtlCol="0">
            <a:spAutoFit/>
          </a:bodyPr>
          <a:lstStyle/>
          <a:p>
            <a:pPr algn="ctr"/>
            <a:r>
              <a:rPr lang="en-US" sz="4000" dirty="0"/>
              <a:t>Example 1 – Solution </a:t>
            </a:r>
            <a:r>
              <a:rPr lang="en-US" dirty="0"/>
              <a:t>(cont.)</a:t>
            </a:r>
          </a:p>
        </p:txBody>
      </p:sp>
      <p:sp>
        <p:nvSpPr>
          <p:cNvPr id="18" name="Rectangle 2"/>
          <p:cNvSpPr>
            <a:spLocks noChangeArrowheads="1"/>
          </p:cNvSpPr>
          <p:nvPr/>
        </p:nvSpPr>
        <p:spPr bwMode="auto">
          <a:xfrm>
            <a:off x="1775520" y="1196752"/>
            <a:ext cx="8424936" cy="1587614"/>
          </a:xfrm>
          <a:prstGeom prst="rect">
            <a:avLst/>
          </a:prstGeom>
          <a:noFill/>
          <a:ln>
            <a:noFill/>
          </a:ln>
          <a:effectLst/>
          <a:extLst>
            <a:ext uri="{909E8E84-426E-40DD-AFC4-6F175D3DCCD1}">
              <a14:hiddenFill xmlns:a14="http://schemas.microsoft.com/office/drawing/2010/main">
                <a:solidFill>
                  <a:srgbClr val="000000"/>
                </a:solidFill>
              </a14:hiddenFill>
            </a:ext>
            <a:ext uri="{91240B29-F687-4F45-9708-019B960494DF}">
              <a14:hiddenLine xmlns:a14="http://schemas.microsoft.com/office/drawing/2010/main" w="12700">
                <a:solidFill>
                  <a:srgbClr val="FCFEB9"/>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a:lnSpc>
                <a:spcPct val="75000"/>
              </a:lnSpc>
            </a:pPr>
            <a:r>
              <a:rPr lang="en-US" sz="3200" dirty="0">
                <a:solidFill>
                  <a:srgbClr val="000000"/>
                </a:solidFill>
                <a:effectLst>
                  <a:outerShdw blurRad="38100" dist="38100" dir="2700000" algn="tl">
                    <a:srgbClr val="DDDDDD"/>
                  </a:outerShdw>
                </a:effectLst>
                <a:latin typeface="+mj-lt"/>
              </a:rPr>
              <a:t>iii. Calculate the different between O and E:</a:t>
            </a:r>
          </a:p>
          <a:p>
            <a:pPr>
              <a:lnSpc>
                <a:spcPct val="75000"/>
              </a:lnSpc>
            </a:pPr>
            <a:endParaRPr lang="en-US" sz="3200" dirty="0">
              <a:solidFill>
                <a:srgbClr val="000000"/>
              </a:solidFill>
              <a:effectLst>
                <a:outerShdw blurRad="38100" dist="38100" dir="2700000" algn="tl">
                  <a:srgbClr val="DDDDDD"/>
                </a:outerShdw>
              </a:effectLst>
            </a:endParaRPr>
          </a:p>
          <a:p>
            <a:pPr>
              <a:lnSpc>
                <a:spcPct val="75000"/>
              </a:lnSpc>
            </a:pPr>
            <a:r>
              <a:rPr lang="en-US" sz="3200" dirty="0">
                <a:solidFill>
                  <a:srgbClr val="000000"/>
                </a:solidFill>
                <a:effectLst>
                  <a:outerShdw blurRad="38100" dist="38100" dir="2700000" algn="tl">
                    <a:srgbClr val="DDDDDD"/>
                  </a:outerShdw>
                </a:effectLst>
              </a:rPr>
              <a:t>                           (O - E)</a:t>
            </a:r>
            <a:r>
              <a:rPr lang="en-US" sz="3200" baseline="30000" dirty="0">
                <a:solidFill>
                  <a:srgbClr val="000000"/>
                </a:solidFill>
                <a:effectLst>
                  <a:outerShdw blurRad="38100" dist="38100" dir="2700000" algn="tl">
                    <a:srgbClr val="DDDDDD"/>
                  </a:outerShdw>
                </a:effectLst>
              </a:rPr>
              <a:t>2</a:t>
            </a:r>
            <a:r>
              <a:rPr lang="en-US" sz="3200" dirty="0">
                <a:solidFill>
                  <a:srgbClr val="000000"/>
                </a:solidFill>
                <a:effectLst>
                  <a:outerShdw blurRad="38100" dist="38100" dir="2700000" algn="tl">
                    <a:srgbClr val="DDDDDD"/>
                  </a:outerShdw>
                </a:effectLst>
              </a:rPr>
              <a:t>/E</a:t>
            </a:r>
            <a:endParaRPr lang="en-US" sz="3200" dirty="0">
              <a:solidFill>
                <a:srgbClr val="000000"/>
              </a:solidFill>
            </a:endParaRPr>
          </a:p>
          <a:p>
            <a:pPr>
              <a:lnSpc>
                <a:spcPct val="75000"/>
              </a:lnSpc>
            </a:pPr>
            <a:endParaRPr lang="en-US" sz="3200" dirty="0">
              <a:solidFill>
                <a:srgbClr val="000000"/>
              </a:solidFill>
              <a:effectLst>
                <a:outerShdw blurRad="38100" dist="38100" dir="2700000" algn="tl">
                  <a:srgbClr val="DDDDDD"/>
                </a:outerShdw>
              </a:effectLst>
              <a:latin typeface="+mj-lt"/>
            </a:endParaRPr>
          </a:p>
        </p:txBody>
      </p:sp>
      <p:grpSp>
        <p:nvGrpSpPr>
          <p:cNvPr id="21" name="Group 20"/>
          <p:cNvGrpSpPr/>
          <p:nvPr/>
        </p:nvGrpSpPr>
        <p:grpSpPr>
          <a:xfrm>
            <a:off x="6023992" y="5373216"/>
            <a:ext cx="4464496" cy="1152128"/>
            <a:chOff x="2176463" y="5011738"/>
            <a:chExt cx="5605462" cy="1236662"/>
          </a:xfrm>
        </p:grpSpPr>
        <p:sp>
          <p:nvSpPr>
            <p:cNvPr id="22" name="Rectangle 23"/>
            <p:cNvSpPr>
              <a:spLocks noChangeArrowheads="1"/>
            </p:cNvSpPr>
            <p:nvPr/>
          </p:nvSpPr>
          <p:spPr bwMode="auto">
            <a:xfrm>
              <a:off x="2176463" y="5011738"/>
              <a:ext cx="5605462" cy="1236662"/>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a:effectLst>
                  <a:outerShdw blurRad="38100" dist="38100" dir="2700000" algn="tl">
                    <a:srgbClr val="000000">
                      <a:alpha val="43137"/>
                    </a:srgbClr>
                  </a:outerShdw>
                </a:effectLst>
                <a:ea typeface="ＭＳ Ｐゴシック" pitchFamily="34" charset="-128"/>
                <a:cs typeface="+mn-cs"/>
              </a:endParaRPr>
            </a:p>
          </p:txBody>
        </p:sp>
        <p:sp>
          <p:nvSpPr>
            <p:cNvPr id="23" name="Line 17"/>
            <p:cNvSpPr>
              <a:spLocks noChangeShapeType="1"/>
            </p:cNvSpPr>
            <p:nvPr/>
          </p:nvSpPr>
          <p:spPr bwMode="auto">
            <a:xfrm>
              <a:off x="2459038" y="5634038"/>
              <a:ext cx="1060450"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a:effectLst>
                  <a:outerShdw blurRad="38100" dist="38100" dir="2700000" algn="tl">
                    <a:srgbClr val="000000">
                      <a:alpha val="43137"/>
                    </a:srgbClr>
                  </a:outerShdw>
                </a:effectLst>
                <a:ea typeface="ＭＳ Ｐゴシック" pitchFamily="34" charset="-128"/>
                <a:cs typeface="+mn-cs"/>
              </a:endParaRPr>
            </a:p>
          </p:txBody>
        </p:sp>
        <p:sp>
          <p:nvSpPr>
            <p:cNvPr id="24" name="Rectangle 18"/>
            <p:cNvSpPr>
              <a:spLocks noChangeArrowheads="1"/>
            </p:cNvSpPr>
            <p:nvPr/>
          </p:nvSpPr>
          <p:spPr bwMode="auto">
            <a:xfrm>
              <a:off x="2470150" y="5248275"/>
              <a:ext cx="4101830" cy="363945"/>
            </a:xfrm>
            <a:prstGeom prst="rect">
              <a:avLst/>
            </a:prstGeom>
            <a:noFill/>
            <a:ln>
              <a:noFill/>
            </a:ln>
            <a:effectLst/>
            <a:extLst>
              <a:ext uri="{909E8E84-426E-40DD-AFC4-6F175D3DCCD1}">
                <a14:hiddenFill xmlns:a14="http://schemas.microsoft.com/office/drawing/2010/main">
                  <a:solidFill>
                    <a:srgbClr val="000000"/>
                  </a:solidFill>
                </a14:hiddenFill>
              </a:ext>
              <a:ext uri="{91240B29-F687-4F45-9708-019B960494DF}">
                <a14:hiddenLine xmlns:a14="http://schemas.microsoft.com/office/drawing/2010/main" w="12700">
                  <a:solidFill>
                    <a:srgbClr val="FCFEB9"/>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nSpc>
                  <a:spcPct val="90000"/>
                </a:lnSpc>
              </a:pPr>
              <a:r>
                <a:rPr lang="en-US"/>
                <a:t>(O - </a:t>
              </a:r>
              <a:r>
                <a:rPr lang="en-US">
                  <a:latin typeface="Times New Roman" charset="0"/>
                </a:rPr>
                <a:t>E)</a:t>
              </a:r>
              <a:r>
                <a:rPr lang="en-US" baseline="30000"/>
                <a:t>2</a:t>
              </a:r>
              <a:r>
                <a:rPr lang="en-US"/>
                <a:t>  =   (31 - 29.4)</a:t>
              </a:r>
              <a:r>
                <a:rPr lang="en-US" baseline="40000"/>
                <a:t>2</a:t>
              </a:r>
              <a:r>
                <a:rPr lang="en-US"/>
                <a:t>  =  </a:t>
              </a:r>
              <a:r>
                <a:rPr lang="en-US">
                  <a:solidFill>
                    <a:schemeClr val="hlink"/>
                  </a:solidFill>
                  <a:effectLst>
                    <a:outerShdw blurRad="38100" dist="38100" dir="2700000" algn="tl">
                      <a:srgbClr val="DDDDDD"/>
                    </a:outerShdw>
                  </a:effectLst>
                </a:rPr>
                <a:t>0.0871</a:t>
              </a:r>
            </a:p>
          </p:txBody>
        </p:sp>
        <p:sp>
          <p:nvSpPr>
            <p:cNvPr id="25" name="Rectangle 19"/>
            <p:cNvSpPr>
              <a:spLocks noChangeArrowheads="1"/>
            </p:cNvSpPr>
            <p:nvPr/>
          </p:nvSpPr>
          <p:spPr bwMode="auto">
            <a:xfrm>
              <a:off x="2794000" y="5648325"/>
              <a:ext cx="422663" cy="363945"/>
            </a:xfrm>
            <a:prstGeom prst="rect">
              <a:avLst/>
            </a:prstGeom>
            <a:noFill/>
            <a:ln>
              <a:noFill/>
            </a:ln>
            <a:effectLst/>
            <a:extLst>
              <a:ext uri="{909E8E84-426E-40DD-AFC4-6F175D3DCCD1}">
                <a14:hiddenFill xmlns:a14="http://schemas.microsoft.com/office/drawing/2010/main">
                  <a:solidFill>
                    <a:srgbClr val="000000"/>
                  </a:solidFill>
                </a14:hiddenFill>
              </a:ext>
              <a:ext uri="{91240B29-F687-4F45-9708-019B960494DF}">
                <a14:hiddenLine xmlns:a14="http://schemas.microsoft.com/office/drawing/2010/main" w="12700">
                  <a:solidFill>
                    <a:srgbClr val="FCFEB9"/>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8" tIns="44450" rIns="90488" bIns="44450">
              <a:spAutoFit/>
            </a:bodyPr>
            <a:lstStyle/>
            <a:p>
              <a:pPr>
                <a:lnSpc>
                  <a:spcPct val="90000"/>
                </a:lnSpc>
              </a:pPr>
              <a:r>
                <a:rPr lang="en-US" b="1">
                  <a:latin typeface="Times New Roman" charset="0"/>
                </a:rPr>
                <a:t>E</a:t>
              </a:r>
            </a:p>
          </p:txBody>
        </p:sp>
        <p:sp>
          <p:nvSpPr>
            <p:cNvPr id="26" name="Rectangle 20"/>
            <p:cNvSpPr>
              <a:spLocks noChangeArrowheads="1"/>
            </p:cNvSpPr>
            <p:nvPr/>
          </p:nvSpPr>
          <p:spPr bwMode="auto">
            <a:xfrm>
              <a:off x="4165498" y="5735638"/>
              <a:ext cx="746704" cy="363945"/>
            </a:xfrm>
            <a:prstGeom prst="rect">
              <a:avLst/>
            </a:prstGeom>
            <a:noFill/>
            <a:ln>
              <a:noFill/>
            </a:ln>
            <a:effectLst/>
            <a:extLst>
              <a:ext uri="{909E8E84-426E-40DD-AFC4-6F175D3DCCD1}">
                <a14:hiddenFill xmlns:a14="http://schemas.microsoft.com/office/drawing/2010/main">
                  <a:solidFill>
                    <a:srgbClr val="000000"/>
                  </a:solidFill>
                </a14:hiddenFill>
              </a:ext>
              <a:ext uri="{91240B29-F687-4F45-9708-019B960494DF}">
                <a14:hiddenLine xmlns:a14="http://schemas.microsoft.com/office/drawing/2010/main" w="12700">
                  <a:solidFill>
                    <a:srgbClr val="FCFEB9"/>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8" tIns="44450" rIns="90488" bIns="44450">
              <a:spAutoFit/>
            </a:bodyPr>
            <a:lstStyle/>
            <a:p>
              <a:pPr>
                <a:lnSpc>
                  <a:spcPct val="90000"/>
                </a:lnSpc>
              </a:pPr>
              <a:r>
                <a:rPr lang="en-US" b="1" dirty="0"/>
                <a:t>29.4</a:t>
              </a:r>
            </a:p>
          </p:txBody>
        </p:sp>
        <p:sp>
          <p:nvSpPr>
            <p:cNvPr id="27" name="Line 21"/>
            <p:cNvSpPr>
              <a:spLocks noChangeShapeType="1"/>
            </p:cNvSpPr>
            <p:nvPr/>
          </p:nvSpPr>
          <p:spPr bwMode="auto">
            <a:xfrm>
              <a:off x="3894266" y="5667375"/>
              <a:ext cx="1431925" cy="3175"/>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a:effectLst>
                  <a:outerShdw blurRad="38100" dist="38100" dir="2700000" algn="tl">
                    <a:srgbClr val="000000">
                      <a:alpha val="43137"/>
                    </a:srgbClr>
                  </a:outerShdw>
                </a:effectLst>
                <a:ea typeface="ＭＳ Ｐゴシック" pitchFamily="34" charset="-128"/>
                <a:cs typeface="+mn-cs"/>
              </a:endParaRPr>
            </a:p>
          </p:txBody>
        </p:sp>
      </p:grpSp>
      <p:cxnSp>
        <p:nvCxnSpPr>
          <p:cNvPr id="8" name="Curved Connector 7"/>
          <p:cNvCxnSpPr/>
          <p:nvPr/>
        </p:nvCxnSpPr>
        <p:spPr>
          <a:xfrm>
            <a:off x="4655840" y="5157192"/>
            <a:ext cx="1224136" cy="504056"/>
          </a:xfrm>
          <a:prstGeom prst="curvedConnector3">
            <a:avLst>
              <a:gd name="adj1" fmla="val -2367"/>
            </a:avLst>
          </a:prstGeom>
          <a:ln>
            <a:solidFill>
              <a:srgbClr val="FF0000"/>
            </a:solidFill>
            <a:tailEnd type="arrow"/>
          </a:ln>
        </p:spPr>
        <p:style>
          <a:lnRef idx="2">
            <a:schemeClr val="accent1"/>
          </a:lnRef>
          <a:fillRef idx="0">
            <a:schemeClr val="accent1"/>
          </a:fillRef>
          <a:effectRef idx="1">
            <a:schemeClr val="accent1"/>
          </a:effectRef>
          <a:fontRef idx="minor">
            <a:schemeClr val="tx1"/>
          </a:fontRef>
        </p:style>
      </p:cxnSp>
      <p:sp>
        <p:nvSpPr>
          <p:cNvPr id="2" name="Slide Number Placeholder 1"/>
          <p:cNvSpPr>
            <a:spLocks noGrp="1"/>
          </p:cNvSpPr>
          <p:nvPr>
            <p:ph type="sldNum" sz="quarter" idx="10"/>
          </p:nvPr>
        </p:nvSpPr>
        <p:spPr/>
        <p:txBody>
          <a:bodyPr/>
          <a:lstStyle/>
          <a:p>
            <a:pPr>
              <a:defRPr/>
            </a:pPr>
            <a:fld id="{72AD96D6-FCAC-BF48-A744-D10BE5BBB539}" type="slidenum">
              <a:rPr lang="en-US" smtClean="0"/>
              <a:pPr>
                <a:defRPr/>
              </a:pPr>
              <a:t>25</a:t>
            </a:fld>
            <a:endParaRPr lang="en-US"/>
          </a:p>
        </p:txBody>
      </p:sp>
    </p:spTree>
    <p:extLst>
      <p:ext uri="{BB962C8B-B14F-4D97-AF65-F5344CB8AC3E}">
        <p14:creationId xmlns:p14="http://schemas.microsoft.com/office/powerpoint/2010/main" val="1705476886"/>
      </p:ext>
    </p:extLst>
  </p:cSld>
  <p:clrMapOvr>
    <a:masterClrMapping/>
  </p:clrMapOvr>
  <p:transition>
    <p:wipe dir="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991545" y="1340768"/>
            <a:ext cx="8148637" cy="2705100"/>
            <a:chOff x="671513" y="1501775"/>
            <a:chExt cx="8148637" cy="2705100"/>
          </a:xfrm>
        </p:grpSpPr>
        <p:sp>
          <p:nvSpPr>
            <p:cNvPr id="73730" name="Rectangle 2"/>
            <p:cNvSpPr>
              <a:spLocks noChangeArrowheads="1"/>
            </p:cNvSpPr>
            <p:nvPr/>
          </p:nvSpPr>
          <p:spPr bwMode="auto">
            <a:xfrm>
              <a:off x="755650" y="1501775"/>
              <a:ext cx="8064500" cy="2705100"/>
            </a:xfrm>
            <a:prstGeom prst="rect">
              <a:avLst/>
            </a:prstGeom>
            <a:solidFill>
              <a:srgbClr val="FFFFFF"/>
            </a:solidFill>
            <a:ln>
              <a:noFill/>
            </a:ln>
            <a:effectLst/>
            <a:extLst>
              <a:ext uri="{91240B29-F687-4F45-9708-019B960494DF}">
                <a14:hiddenLine xmlns:a14="http://schemas.microsoft.com/office/drawing/2010/main" w="12700">
                  <a:solidFill>
                    <a:srgbClr val="FCFEB9"/>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a:effectLst>
                  <a:outerShdw blurRad="38100" dist="38100" dir="2700000" algn="tl">
                    <a:srgbClr val="000000">
                      <a:alpha val="43137"/>
                    </a:srgbClr>
                  </a:outerShdw>
                </a:effectLst>
                <a:ea typeface="ＭＳ Ｐゴシック" pitchFamily="34" charset="-128"/>
                <a:cs typeface="+mn-cs"/>
              </a:endParaRPr>
            </a:p>
          </p:txBody>
        </p:sp>
        <p:sp>
          <p:nvSpPr>
            <p:cNvPr id="73731" name="Rectangle 3"/>
            <p:cNvSpPr>
              <a:spLocks noChangeArrowheads="1"/>
            </p:cNvSpPr>
            <p:nvPr/>
          </p:nvSpPr>
          <p:spPr bwMode="auto">
            <a:xfrm>
              <a:off x="736600" y="1501775"/>
              <a:ext cx="8083550" cy="361950"/>
            </a:xfrm>
            <a:prstGeom prst="rect">
              <a:avLst/>
            </a:prstGeom>
            <a:solidFill>
              <a:srgbClr val="C1CEFF"/>
            </a:solidFill>
            <a:ln>
              <a:noFill/>
            </a:ln>
            <a:effectLst/>
            <a:extLst>
              <a:ext uri="{91240B29-F687-4F45-9708-019B960494DF}">
                <a14:hiddenLine xmlns:a14="http://schemas.microsoft.com/office/drawing/2010/main" w="12700">
                  <a:solidFill>
                    <a:srgbClr val="FCFEB9"/>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a:effectLst>
                  <a:outerShdw blurRad="38100" dist="38100" dir="2700000" algn="tl">
                    <a:srgbClr val="000000">
                      <a:alpha val="43137"/>
                    </a:srgbClr>
                  </a:outerShdw>
                </a:effectLst>
                <a:ea typeface="ＭＳ Ｐゴシック" pitchFamily="34" charset="-128"/>
                <a:cs typeface="+mn-cs"/>
              </a:endParaRPr>
            </a:p>
          </p:txBody>
        </p:sp>
        <p:sp>
          <p:nvSpPr>
            <p:cNvPr id="41989" name="Rectangle 4"/>
            <p:cNvSpPr>
              <a:spLocks noChangeArrowheads="1"/>
            </p:cNvSpPr>
            <p:nvPr/>
          </p:nvSpPr>
          <p:spPr bwMode="auto">
            <a:xfrm>
              <a:off x="846138" y="2090738"/>
              <a:ext cx="6081987" cy="339067"/>
            </a:xfrm>
            <a:prstGeom prst="rect">
              <a:avLst/>
            </a:prstGeom>
            <a:noFill/>
            <a:ln>
              <a:noFill/>
            </a:ln>
            <a:effectLst/>
            <a:extLst>
              <a:ext uri="{909E8E84-426E-40DD-AFC4-6F175D3DCCD1}">
                <a14:hiddenFill xmlns:a14="http://schemas.microsoft.com/office/drawing/2010/main">
                  <a:solidFill>
                    <a:srgbClr val="000000"/>
                  </a:solidFill>
                </a14:hiddenFill>
              </a:ext>
              <a:ext uri="{91240B29-F687-4F45-9708-019B960494DF}">
                <a14:hiddenLine xmlns:a14="http://schemas.microsoft.com/office/drawing/2010/main" w="12700">
                  <a:solidFill>
                    <a:srgbClr val="FCFEB9"/>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8" tIns="44450" rIns="90488" bIns="44450">
              <a:spAutoFit/>
            </a:bodyPr>
            <a:lstStyle/>
            <a:p>
              <a:pPr>
                <a:lnSpc>
                  <a:spcPct val="90000"/>
                </a:lnSpc>
              </a:pPr>
              <a:r>
                <a:rPr lang="en-US" b="1"/>
                <a:t>Day                               Mon      Tues      Wed      Thurs      Fri          </a:t>
              </a:r>
            </a:p>
          </p:txBody>
        </p:sp>
        <p:sp>
          <p:nvSpPr>
            <p:cNvPr id="41990" name="Rectangle 5"/>
            <p:cNvSpPr>
              <a:spLocks noChangeArrowheads="1"/>
            </p:cNvSpPr>
            <p:nvPr/>
          </p:nvSpPr>
          <p:spPr bwMode="auto">
            <a:xfrm>
              <a:off x="671513" y="2505075"/>
              <a:ext cx="6017546" cy="339067"/>
            </a:xfrm>
            <a:prstGeom prst="rect">
              <a:avLst/>
            </a:prstGeom>
            <a:noFill/>
            <a:ln>
              <a:noFill/>
            </a:ln>
            <a:effectLst/>
            <a:extLst>
              <a:ext uri="{909E8E84-426E-40DD-AFC4-6F175D3DCCD1}">
                <a14:hiddenFill xmlns:a14="http://schemas.microsoft.com/office/drawing/2010/main">
                  <a:solidFill>
                    <a:srgbClr val="000000"/>
                  </a:solidFill>
                </a14:hiddenFill>
              </a:ext>
              <a:ext uri="{91240B29-F687-4F45-9708-019B960494DF}">
                <a14:hiddenLine xmlns:a14="http://schemas.microsoft.com/office/drawing/2010/main" w="12700">
                  <a:solidFill>
                    <a:srgbClr val="FCFEB9"/>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8" tIns="44450" rIns="90488" bIns="44450">
              <a:spAutoFit/>
            </a:bodyPr>
            <a:lstStyle/>
            <a:p>
              <a:pPr>
                <a:lnSpc>
                  <a:spcPct val="90000"/>
                </a:lnSpc>
              </a:pPr>
              <a:r>
                <a:rPr lang="en-US" b="1"/>
                <a:t>Observed accidents       31          42         18           25           31     </a:t>
              </a:r>
            </a:p>
          </p:txBody>
        </p:sp>
        <p:sp>
          <p:nvSpPr>
            <p:cNvPr id="41991" name="Rectangle 6"/>
            <p:cNvSpPr>
              <a:spLocks noChangeArrowheads="1"/>
            </p:cNvSpPr>
            <p:nvPr/>
          </p:nvSpPr>
          <p:spPr bwMode="auto">
            <a:xfrm>
              <a:off x="755650" y="1560513"/>
              <a:ext cx="6466643" cy="366767"/>
            </a:xfrm>
            <a:prstGeom prst="rect">
              <a:avLst/>
            </a:prstGeom>
            <a:noFill/>
            <a:ln>
              <a:noFill/>
            </a:ln>
            <a:effectLst/>
            <a:extLst>
              <a:ext uri="{909E8E84-426E-40DD-AFC4-6F175D3DCCD1}">
                <a14:hiddenFill xmlns:a14="http://schemas.microsoft.com/office/drawing/2010/main">
                  <a:solidFill>
                    <a:srgbClr val="000000"/>
                  </a:solidFill>
                </a14:hiddenFill>
              </a:ext>
              <a:ext uri="{91240B29-F687-4F45-9708-019B960494DF}">
                <a14:hiddenLine xmlns:a14="http://schemas.microsoft.com/office/drawing/2010/main" w="12700">
                  <a:solidFill>
                    <a:srgbClr val="FCFEB9"/>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8" tIns="44450" rIns="90488" bIns="44450">
              <a:spAutoFit/>
            </a:bodyPr>
            <a:lstStyle/>
            <a:p>
              <a:pPr>
                <a:lnSpc>
                  <a:spcPct val="90000"/>
                </a:lnSpc>
              </a:pPr>
              <a:r>
                <a:rPr lang="en-US" sz="2000" b="1"/>
                <a:t>Observed and Expected Frequencies of Industrial Accidents</a:t>
              </a:r>
            </a:p>
          </p:txBody>
        </p:sp>
        <p:sp>
          <p:nvSpPr>
            <p:cNvPr id="73735" name="Line 7"/>
            <p:cNvSpPr>
              <a:spLocks noChangeShapeType="1"/>
            </p:cNvSpPr>
            <p:nvPr/>
          </p:nvSpPr>
          <p:spPr bwMode="auto">
            <a:xfrm>
              <a:off x="923925" y="2413000"/>
              <a:ext cx="757078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a:effectLst>
                  <a:outerShdw blurRad="38100" dist="38100" dir="2700000" algn="tl">
                    <a:srgbClr val="000000">
                      <a:alpha val="43137"/>
                    </a:srgbClr>
                  </a:outerShdw>
                </a:effectLst>
                <a:ea typeface="ＭＳ Ｐゴシック" pitchFamily="34" charset="-128"/>
                <a:cs typeface="+mn-cs"/>
              </a:endParaRPr>
            </a:p>
          </p:txBody>
        </p:sp>
        <p:sp>
          <p:nvSpPr>
            <p:cNvPr id="73736" name="Line 8"/>
            <p:cNvSpPr>
              <a:spLocks noChangeShapeType="1"/>
            </p:cNvSpPr>
            <p:nvPr/>
          </p:nvSpPr>
          <p:spPr bwMode="auto">
            <a:xfrm>
              <a:off x="889000" y="2944813"/>
              <a:ext cx="755015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a:effectLst>
                  <a:outerShdw blurRad="38100" dist="38100" dir="2700000" algn="tl">
                    <a:srgbClr val="000000">
                      <a:alpha val="43137"/>
                    </a:srgbClr>
                  </a:outerShdw>
                </a:effectLst>
                <a:ea typeface="ＭＳ Ｐゴシック" pitchFamily="34" charset="-128"/>
                <a:cs typeface="+mn-cs"/>
              </a:endParaRPr>
            </a:p>
          </p:txBody>
        </p:sp>
        <p:sp>
          <p:nvSpPr>
            <p:cNvPr id="73737" name="Line 9"/>
            <p:cNvSpPr>
              <a:spLocks noChangeShapeType="1"/>
            </p:cNvSpPr>
            <p:nvPr/>
          </p:nvSpPr>
          <p:spPr bwMode="auto">
            <a:xfrm flipV="1">
              <a:off x="2699792" y="1916832"/>
              <a:ext cx="0" cy="210026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a:effectLst>
                  <a:outerShdw blurRad="38100" dist="38100" dir="2700000" algn="tl">
                    <a:srgbClr val="000000">
                      <a:alpha val="43137"/>
                    </a:srgbClr>
                  </a:outerShdw>
                </a:effectLst>
                <a:ea typeface="ＭＳ Ｐゴシック" pitchFamily="34" charset="-128"/>
                <a:cs typeface="+mn-cs"/>
              </a:endParaRPr>
            </a:p>
          </p:txBody>
        </p:sp>
        <p:sp>
          <p:nvSpPr>
            <p:cNvPr id="41995" name="Rectangle 10"/>
            <p:cNvSpPr>
              <a:spLocks noChangeArrowheads="1"/>
            </p:cNvSpPr>
            <p:nvPr/>
          </p:nvSpPr>
          <p:spPr bwMode="auto">
            <a:xfrm>
              <a:off x="690563" y="3052763"/>
              <a:ext cx="6121741" cy="339067"/>
            </a:xfrm>
            <a:prstGeom prst="rect">
              <a:avLst/>
            </a:prstGeom>
            <a:noFill/>
            <a:ln>
              <a:noFill/>
            </a:ln>
            <a:effectLst/>
            <a:extLst>
              <a:ext uri="{909E8E84-426E-40DD-AFC4-6F175D3DCCD1}">
                <a14:hiddenFill xmlns:a14="http://schemas.microsoft.com/office/drawing/2010/main">
                  <a:solidFill>
                    <a:srgbClr val="000000"/>
                  </a:solidFill>
                </a14:hiddenFill>
              </a:ext>
              <a:ext uri="{91240B29-F687-4F45-9708-019B960494DF}">
                <a14:hiddenLine xmlns:a14="http://schemas.microsoft.com/office/drawing/2010/main" w="12700">
                  <a:solidFill>
                    <a:srgbClr val="FCFEB9"/>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8" tIns="44450" rIns="90488" bIns="44450">
              <a:spAutoFit/>
            </a:bodyPr>
            <a:lstStyle/>
            <a:p>
              <a:pPr>
                <a:lnSpc>
                  <a:spcPct val="90000"/>
                </a:lnSpc>
              </a:pPr>
              <a:r>
                <a:rPr lang="en-US" b="1"/>
                <a:t>Expected accidents       29.4       29.4      29.4        29.4      29.4     </a:t>
              </a:r>
            </a:p>
          </p:txBody>
        </p:sp>
        <p:sp>
          <p:nvSpPr>
            <p:cNvPr id="73739" name="Line 11"/>
            <p:cNvSpPr>
              <a:spLocks noChangeShapeType="1"/>
            </p:cNvSpPr>
            <p:nvPr/>
          </p:nvSpPr>
          <p:spPr bwMode="auto">
            <a:xfrm>
              <a:off x="923925" y="3455988"/>
              <a:ext cx="755173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a:effectLst>
                  <a:outerShdw blurRad="38100" dist="38100" dir="2700000" algn="tl">
                    <a:srgbClr val="000000">
                      <a:alpha val="43137"/>
                    </a:srgbClr>
                  </a:outerShdw>
                </a:effectLst>
                <a:ea typeface="ＭＳ Ｐゴシック" pitchFamily="34" charset="-128"/>
                <a:cs typeface="+mn-cs"/>
              </a:endParaRPr>
            </a:p>
          </p:txBody>
        </p:sp>
        <p:sp>
          <p:nvSpPr>
            <p:cNvPr id="73740" name="Line 12"/>
            <p:cNvSpPr>
              <a:spLocks noChangeShapeType="1"/>
            </p:cNvSpPr>
            <p:nvPr/>
          </p:nvSpPr>
          <p:spPr bwMode="auto">
            <a:xfrm>
              <a:off x="899592" y="4005064"/>
              <a:ext cx="753268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a:effectLst>
                  <a:outerShdw blurRad="38100" dist="38100" dir="2700000" algn="tl">
                    <a:srgbClr val="000000">
                      <a:alpha val="43137"/>
                    </a:srgbClr>
                  </a:outerShdw>
                </a:effectLst>
                <a:ea typeface="ＭＳ Ｐゴシック" pitchFamily="34" charset="-128"/>
                <a:cs typeface="+mn-cs"/>
              </a:endParaRPr>
            </a:p>
          </p:txBody>
        </p:sp>
        <p:sp>
          <p:nvSpPr>
            <p:cNvPr id="73741" name="Rectangle 13"/>
            <p:cNvSpPr>
              <a:spLocks noChangeArrowheads="1"/>
            </p:cNvSpPr>
            <p:nvPr/>
          </p:nvSpPr>
          <p:spPr bwMode="auto">
            <a:xfrm>
              <a:off x="1001713" y="3660775"/>
              <a:ext cx="7112910" cy="339067"/>
            </a:xfrm>
            <a:prstGeom prst="rect">
              <a:avLst/>
            </a:prstGeom>
            <a:noFill/>
            <a:ln>
              <a:noFill/>
            </a:ln>
            <a:effectLst/>
            <a:extLst>
              <a:ext uri="{909E8E84-426E-40DD-AFC4-6F175D3DCCD1}">
                <a14:hiddenFill xmlns:a14="http://schemas.microsoft.com/office/drawing/2010/main">
                  <a:solidFill>
                    <a:srgbClr val="000000"/>
                  </a:solidFill>
                </a14:hiddenFill>
              </a:ext>
              <a:ext uri="{91240B29-F687-4F45-9708-019B960494DF}">
                <a14:hiddenLine xmlns:a14="http://schemas.microsoft.com/office/drawing/2010/main" w="12700">
                  <a:solidFill>
                    <a:srgbClr val="FCFEB9"/>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nSpc>
                  <a:spcPct val="90000"/>
                </a:lnSpc>
              </a:pPr>
              <a:r>
                <a:rPr lang="en-US" dirty="0">
                  <a:solidFill>
                    <a:schemeClr val="hlink"/>
                  </a:solidFill>
                  <a:effectLst>
                    <a:outerShdw blurRad="38100" dist="38100" dir="2700000" algn="tl">
                      <a:srgbClr val="DDDDDD"/>
                    </a:outerShdw>
                  </a:effectLst>
                </a:rPr>
                <a:t>(</a:t>
              </a:r>
              <a:r>
                <a:rPr lang="en-US" dirty="0">
                  <a:solidFill>
                    <a:schemeClr val="hlink"/>
                  </a:solidFill>
                  <a:effectLst>
                    <a:outerShdw blurRad="38100" dist="38100" dir="2700000" algn="tl">
                      <a:srgbClr val="DDDDDD"/>
                    </a:outerShdw>
                  </a:effectLst>
                  <a:latin typeface="Times New Roman" charset="0"/>
                </a:rPr>
                <a:t>O -E</a:t>
              </a:r>
              <a:r>
                <a:rPr lang="en-US" dirty="0">
                  <a:solidFill>
                    <a:schemeClr val="hlink"/>
                  </a:solidFill>
                  <a:effectLst>
                    <a:outerShdw blurRad="38100" dist="38100" dir="2700000" algn="tl">
                      <a:srgbClr val="DDDDDD"/>
                    </a:outerShdw>
                  </a:effectLst>
                </a:rPr>
                <a:t>)</a:t>
              </a:r>
              <a:r>
                <a:rPr lang="en-US" baseline="30000" dirty="0">
                  <a:solidFill>
                    <a:schemeClr val="hlink"/>
                  </a:solidFill>
                  <a:effectLst>
                    <a:outerShdw blurRad="38100" dist="38100" dir="2700000" algn="tl">
                      <a:srgbClr val="DDDDDD"/>
                    </a:outerShdw>
                  </a:effectLst>
                </a:rPr>
                <a:t>2</a:t>
              </a:r>
              <a:r>
                <a:rPr lang="en-US" dirty="0">
                  <a:solidFill>
                    <a:schemeClr val="hlink"/>
                  </a:solidFill>
                  <a:effectLst>
                    <a:outerShdw blurRad="38100" dist="38100" dir="2700000" algn="tl">
                      <a:srgbClr val="DDDDDD"/>
                    </a:outerShdw>
                  </a:effectLst>
                </a:rPr>
                <a:t>/</a:t>
              </a:r>
              <a:r>
                <a:rPr lang="en-US" dirty="0">
                  <a:solidFill>
                    <a:schemeClr val="hlink"/>
                  </a:solidFill>
                  <a:effectLst>
                    <a:outerShdw blurRad="38100" dist="38100" dir="2700000" algn="tl">
                      <a:srgbClr val="DDDDDD"/>
                    </a:outerShdw>
                  </a:effectLst>
                  <a:latin typeface="Times New Roman" charset="0"/>
                </a:rPr>
                <a:t>E</a:t>
              </a:r>
              <a:r>
                <a:rPr lang="en-US" dirty="0">
                  <a:solidFill>
                    <a:schemeClr val="hlink"/>
                  </a:solidFill>
                  <a:effectLst>
                    <a:outerShdw blurRad="38100" dist="38100" dir="2700000" algn="tl">
                      <a:srgbClr val="DDDDDD"/>
                    </a:outerShdw>
                  </a:effectLst>
                </a:rPr>
                <a:t>                 </a:t>
              </a:r>
              <a:r>
                <a:rPr lang="en-US" b="1" dirty="0">
                  <a:effectLst>
                    <a:outerShdw blurRad="38100" dist="38100" dir="2700000" algn="tl">
                      <a:srgbClr val="DDDDDD"/>
                    </a:outerShdw>
                  </a:effectLst>
                </a:rPr>
                <a:t>0.0871   5.4000   4.4204   0.6585   0.0871 (rounded)     </a:t>
              </a:r>
            </a:p>
          </p:txBody>
        </p:sp>
      </p:grpSp>
      <p:grpSp>
        <p:nvGrpSpPr>
          <p:cNvPr id="3" name="Group 2"/>
          <p:cNvGrpSpPr/>
          <p:nvPr/>
        </p:nvGrpSpPr>
        <p:grpSpPr>
          <a:xfrm>
            <a:off x="1701801" y="4973662"/>
            <a:ext cx="8893175" cy="1263650"/>
            <a:chOff x="177800" y="4973662"/>
            <a:chExt cx="8893175" cy="1263650"/>
          </a:xfrm>
        </p:grpSpPr>
        <p:sp>
          <p:nvSpPr>
            <p:cNvPr id="73748" name="Rectangle 20"/>
            <p:cNvSpPr>
              <a:spLocks noChangeArrowheads="1"/>
            </p:cNvSpPr>
            <p:nvPr/>
          </p:nvSpPr>
          <p:spPr bwMode="auto">
            <a:xfrm>
              <a:off x="177800" y="4973662"/>
              <a:ext cx="8893175" cy="1263650"/>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a:effectLst>
                  <a:outerShdw blurRad="38100" dist="38100" dir="2700000" algn="tl">
                    <a:srgbClr val="000000">
                      <a:alpha val="43137"/>
                    </a:srgbClr>
                  </a:outerShdw>
                </a:effectLst>
                <a:ea typeface="ＭＳ Ｐゴシック" pitchFamily="34" charset="-128"/>
                <a:cs typeface="+mn-cs"/>
              </a:endParaRPr>
            </a:p>
          </p:txBody>
        </p:sp>
        <p:sp>
          <p:nvSpPr>
            <p:cNvPr id="73742" name="Rectangle 14"/>
            <p:cNvSpPr>
              <a:spLocks noChangeArrowheads="1"/>
            </p:cNvSpPr>
            <p:nvPr/>
          </p:nvSpPr>
          <p:spPr bwMode="auto">
            <a:xfrm>
              <a:off x="251520" y="5078313"/>
              <a:ext cx="8715375" cy="856325"/>
            </a:xfrm>
            <a:prstGeom prst="rect">
              <a:avLst/>
            </a:prstGeom>
            <a:noFill/>
            <a:ln>
              <a:noFill/>
            </a:ln>
            <a:effectLst/>
            <a:extLst>
              <a:ext uri="{909E8E84-426E-40DD-AFC4-6F175D3DCCD1}">
                <a14:hiddenFill xmlns:a14="http://schemas.microsoft.com/office/drawing/2010/main">
                  <a:solidFill>
                    <a:srgbClr val="000000"/>
                  </a:solidFill>
                </a14:hiddenFill>
              </a:ext>
              <a:ext uri="{91240B29-F687-4F45-9708-019B960494DF}">
                <a14:hiddenLine xmlns:a14="http://schemas.microsoft.com/office/drawing/2010/main" w="12700">
                  <a:solidFill>
                    <a:srgbClr val="FCFEB9"/>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nSpc>
                  <a:spcPct val="140000"/>
                </a:lnSpc>
              </a:pPr>
              <a:r>
                <a:rPr lang="en-US" sz="3200" dirty="0">
                  <a:latin typeface="Symbol" charset="0"/>
                </a:rPr>
                <a:t></a:t>
              </a:r>
              <a:r>
                <a:rPr lang="en-US" sz="3200" baseline="30000" dirty="0">
                  <a:latin typeface="Arial" charset="0"/>
                </a:rPr>
                <a:t>2</a:t>
              </a:r>
              <a:r>
                <a:rPr lang="en-US" sz="3200" baseline="50000" dirty="0">
                  <a:solidFill>
                    <a:schemeClr val="hlink"/>
                  </a:solidFill>
                  <a:effectLst>
                    <a:outerShdw blurRad="38100" dist="38100" dir="2700000" algn="tl">
                      <a:srgbClr val="DDDDDD"/>
                    </a:outerShdw>
                  </a:effectLst>
                </a:rPr>
                <a:t> </a:t>
              </a:r>
              <a:r>
                <a:rPr lang="en-US" sz="2800" dirty="0">
                  <a:effectLst>
                    <a:outerShdw blurRad="38100" dist="38100" dir="2700000" algn="tl">
                      <a:srgbClr val="DDDDDD"/>
                    </a:outerShdw>
                  </a:effectLst>
                </a:rPr>
                <a:t>= </a:t>
              </a:r>
              <a:r>
                <a:rPr lang="en-US" sz="3600" dirty="0">
                  <a:effectLst>
                    <a:outerShdw blurRad="38100" dist="38100" dir="2700000" algn="tl">
                      <a:srgbClr val="DDDDDD"/>
                    </a:outerShdw>
                  </a:effectLst>
                  <a:sym typeface="Symbol" charset="0"/>
                </a:rPr>
                <a:t></a:t>
              </a:r>
              <a:r>
                <a:rPr lang="en-US" sz="4000" dirty="0">
                  <a:effectLst>
                    <a:outerShdw blurRad="38100" dist="38100" dir="2700000" algn="tl">
                      <a:srgbClr val="DDDDDD"/>
                    </a:outerShdw>
                  </a:effectLst>
                  <a:latin typeface="Times New Roman" charset="0"/>
                </a:rPr>
                <a:t> 	 </a:t>
              </a:r>
              <a:r>
                <a:rPr lang="en-US" sz="2800" dirty="0">
                  <a:effectLst>
                    <a:outerShdw blurRad="38100" dist="38100" dir="2700000" algn="tl">
                      <a:srgbClr val="DDDDDD"/>
                    </a:outerShdw>
                  </a:effectLst>
                </a:rPr>
                <a:t>= </a:t>
              </a:r>
              <a:r>
                <a:rPr lang="en-US" sz="2000" dirty="0">
                  <a:effectLst>
                    <a:outerShdw blurRad="38100" dist="38100" dir="2700000" algn="tl">
                      <a:srgbClr val="DDDDDD"/>
                    </a:outerShdw>
                  </a:effectLst>
                </a:rPr>
                <a:t>0.0871 + 5.4000 + 4.4204 + 0.6585 + 0.0871</a:t>
              </a:r>
              <a:r>
                <a:rPr lang="en-US" sz="2000" dirty="0">
                  <a:solidFill>
                    <a:schemeClr val="tx2"/>
                  </a:solidFill>
                  <a:effectLst>
                    <a:outerShdw blurRad="38100" dist="38100" dir="2700000" algn="tl">
                      <a:srgbClr val="DDDDDD"/>
                    </a:outerShdw>
                  </a:effectLst>
                </a:rPr>
                <a:t> =</a:t>
              </a:r>
              <a:r>
                <a:rPr lang="en-US" sz="2000" dirty="0">
                  <a:solidFill>
                    <a:schemeClr val="hlink"/>
                  </a:solidFill>
                  <a:effectLst>
                    <a:outerShdw blurRad="38100" dist="38100" dir="2700000" algn="tl">
                      <a:srgbClr val="DDDDDD"/>
                    </a:outerShdw>
                  </a:effectLst>
                </a:rPr>
                <a:t> 10.6531</a:t>
              </a:r>
              <a:r>
                <a:rPr lang="en-US" sz="4000" dirty="0">
                  <a:solidFill>
                    <a:schemeClr val="hlink"/>
                  </a:solidFill>
                  <a:effectLst>
                    <a:outerShdw blurRad="38100" dist="38100" dir="2700000" algn="tl">
                      <a:srgbClr val="DDDDDD"/>
                    </a:outerShdw>
                  </a:effectLst>
                  <a:latin typeface="Times New Roman" charset="0"/>
                </a:rPr>
                <a:t>      </a:t>
              </a:r>
            </a:p>
          </p:txBody>
        </p:sp>
        <p:sp>
          <p:nvSpPr>
            <p:cNvPr id="73743" name="Line 15"/>
            <p:cNvSpPr>
              <a:spLocks noChangeShapeType="1"/>
            </p:cNvSpPr>
            <p:nvPr/>
          </p:nvSpPr>
          <p:spPr bwMode="auto">
            <a:xfrm>
              <a:off x="1484040" y="5801766"/>
              <a:ext cx="690563"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a:effectLst>
                  <a:outerShdw blurRad="38100" dist="38100" dir="2700000" algn="tl">
                    <a:srgbClr val="000000">
                      <a:alpha val="43137"/>
                    </a:srgbClr>
                  </a:outerShdw>
                </a:effectLst>
                <a:ea typeface="ＭＳ Ｐゴシック" pitchFamily="34" charset="-128"/>
                <a:cs typeface="+mn-cs"/>
              </a:endParaRPr>
            </a:p>
          </p:txBody>
        </p:sp>
        <p:sp>
          <p:nvSpPr>
            <p:cNvPr id="42001" name="Rectangle 16"/>
            <p:cNvSpPr>
              <a:spLocks noChangeArrowheads="1"/>
            </p:cNvSpPr>
            <p:nvPr/>
          </p:nvSpPr>
          <p:spPr bwMode="auto">
            <a:xfrm>
              <a:off x="1331640" y="5420766"/>
              <a:ext cx="915316" cy="366767"/>
            </a:xfrm>
            <a:prstGeom prst="rect">
              <a:avLst/>
            </a:prstGeom>
            <a:noFill/>
            <a:ln>
              <a:noFill/>
            </a:ln>
            <a:effectLst/>
            <a:extLst>
              <a:ext uri="{909E8E84-426E-40DD-AFC4-6F175D3DCCD1}">
                <a14:hiddenFill xmlns:a14="http://schemas.microsoft.com/office/drawing/2010/main">
                  <a:solidFill>
                    <a:srgbClr val="000000"/>
                  </a:solidFill>
                </a14:hiddenFill>
              </a:ext>
              <a:ext uri="{91240B29-F687-4F45-9708-019B960494DF}">
                <a14:hiddenLine xmlns:a14="http://schemas.microsoft.com/office/drawing/2010/main" w="12700">
                  <a:solidFill>
                    <a:srgbClr val="FCFEB9"/>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8" tIns="44450" rIns="90488" bIns="44450">
              <a:spAutoFit/>
            </a:bodyPr>
            <a:lstStyle/>
            <a:p>
              <a:pPr>
                <a:lnSpc>
                  <a:spcPct val="90000"/>
                </a:lnSpc>
              </a:pPr>
              <a:r>
                <a:rPr lang="en-US" sz="2000" b="1"/>
                <a:t>(O -</a:t>
              </a:r>
              <a:r>
                <a:rPr lang="en-US" sz="2000" b="1">
                  <a:latin typeface="Times New Roman" charset="0"/>
                </a:rPr>
                <a:t>E)</a:t>
              </a:r>
              <a:r>
                <a:rPr lang="en-US" sz="2000" b="1" baseline="30000"/>
                <a:t>2</a:t>
              </a:r>
            </a:p>
          </p:txBody>
        </p:sp>
        <p:sp>
          <p:nvSpPr>
            <p:cNvPr id="42002" name="Rectangle 17"/>
            <p:cNvSpPr>
              <a:spLocks noChangeArrowheads="1"/>
            </p:cNvSpPr>
            <p:nvPr/>
          </p:nvSpPr>
          <p:spPr bwMode="auto">
            <a:xfrm>
              <a:off x="1636440" y="5801766"/>
              <a:ext cx="354265" cy="366767"/>
            </a:xfrm>
            <a:prstGeom prst="rect">
              <a:avLst/>
            </a:prstGeom>
            <a:noFill/>
            <a:ln>
              <a:noFill/>
            </a:ln>
            <a:effectLst/>
            <a:extLst>
              <a:ext uri="{909E8E84-426E-40DD-AFC4-6F175D3DCCD1}">
                <a14:hiddenFill xmlns:a14="http://schemas.microsoft.com/office/drawing/2010/main">
                  <a:solidFill>
                    <a:srgbClr val="000000"/>
                  </a:solidFill>
                </a14:hiddenFill>
              </a:ext>
              <a:ext uri="{91240B29-F687-4F45-9708-019B960494DF}">
                <a14:hiddenLine xmlns:a14="http://schemas.microsoft.com/office/drawing/2010/main" w="12700">
                  <a:solidFill>
                    <a:srgbClr val="FCFEB9"/>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8" tIns="44450" rIns="90488" bIns="44450">
              <a:spAutoFit/>
            </a:bodyPr>
            <a:lstStyle/>
            <a:p>
              <a:pPr>
                <a:lnSpc>
                  <a:spcPct val="90000"/>
                </a:lnSpc>
              </a:pPr>
              <a:r>
                <a:rPr lang="en-US" sz="2000" b="1">
                  <a:latin typeface="Times New Roman" charset="0"/>
                </a:rPr>
                <a:t>E</a:t>
              </a:r>
            </a:p>
          </p:txBody>
        </p:sp>
      </p:grpSp>
      <p:sp>
        <p:nvSpPr>
          <p:cNvPr id="73746" name="Rectangle 18"/>
          <p:cNvSpPr>
            <a:spLocks noChangeArrowheads="1"/>
          </p:cNvSpPr>
          <p:nvPr/>
        </p:nvSpPr>
        <p:spPr bwMode="auto">
          <a:xfrm>
            <a:off x="1852613" y="4221088"/>
            <a:ext cx="7692236" cy="484748"/>
          </a:xfrm>
          <a:prstGeom prst="rect">
            <a:avLst/>
          </a:prstGeom>
          <a:noFill/>
          <a:ln>
            <a:noFill/>
          </a:ln>
          <a:effectLst/>
          <a:extLst>
            <a:ext uri="{909E8E84-426E-40DD-AFC4-6F175D3DCCD1}">
              <a14:hiddenFill xmlns:a14="http://schemas.microsoft.com/office/drawing/2010/main">
                <a:solidFill>
                  <a:srgbClr val="000000"/>
                </a:solidFill>
              </a14:hiddenFill>
            </a:ext>
            <a:ext uri="{91240B29-F687-4F45-9708-019B960494DF}">
              <a14:hiddenLine xmlns:a14="http://schemas.microsoft.com/office/drawing/2010/main" w="12700">
                <a:solidFill>
                  <a:srgbClr val="FCFEB9"/>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nSpc>
                <a:spcPct val="90000"/>
              </a:lnSpc>
            </a:pPr>
            <a:r>
              <a:rPr lang="en-US" sz="2800" b="1" dirty="0">
                <a:solidFill>
                  <a:srgbClr val="000000"/>
                </a:solidFill>
                <a:effectLst>
                  <a:outerShdw blurRad="38100" dist="38100" dir="2700000" algn="tl">
                    <a:srgbClr val="DDDDDD"/>
                  </a:outerShdw>
                </a:effectLst>
              </a:rPr>
              <a:t>iv. Calculate the test statistic: </a:t>
            </a:r>
            <a:r>
              <a:rPr lang="en-US" sz="2000" b="1" dirty="0">
                <a:solidFill>
                  <a:srgbClr val="FF0000"/>
                </a:solidFill>
                <a:effectLst>
                  <a:outerShdw blurRad="38100" dist="38100" dir="2700000" algn="tl">
                    <a:srgbClr val="DDDDDD"/>
                  </a:outerShdw>
                </a:effectLst>
              </a:rPr>
              <a:t>(calculated chi-square value)</a:t>
            </a:r>
            <a:endParaRPr lang="en-US" sz="2800" b="1" dirty="0">
              <a:solidFill>
                <a:srgbClr val="FF0000"/>
              </a:solidFill>
              <a:effectLst>
                <a:outerShdw blurRad="38100" dist="38100" dir="2700000" algn="tl">
                  <a:srgbClr val="DDDDDD"/>
                </a:outerShdw>
              </a:effectLst>
            </a:endParaRPr>
          </a:p>
        </p:txBody>
      </p:sp>
      <p:sp>
        <p:nvSpPr>
          <p:cNvPr id="20" name="Rectangle 5"/>
          <p:cNvSpPr txBox="1">
            <a:spLocks noChangeArrowheads="1"/>
          </p:cNvSpPr>
          <p:nvPr/>
        </p:nvSpPr>
        <p:spPr bwMode="auto">
          <a:xfrm>
            <a:off x="5029200" y="533400"/>
            <a:ext cx="5181600" cy="68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ctr" rtl="0" eaLnBrk="0" fontAlgn="base" hangingPunct="0">
              <a:spcBef>
                <a:spcPct val="0"/>
              </a:spcBef>
              <a:spcAft>
                <a:spcPct val="0"/>
              </a:spcAft>
              <a:defRPr sz="2800">
                <a:solidFill>
                  <a:schemeClr val="bg1"/>
                </a:solidFill>
                <a:latin typeface="+mj-lt"/>
                <a:ea typeface="+mj-ea"/>
                <a:cs typeface="+mj-cs"/>
              </a:defRPr>
            </a:lvl1pPr>
            <a:lvl2pPr algn="ctr" rtl="0" eaLnBrk="0" fontAlgn="base" hangingPunct="0">
              <a:spcBef>
                <a:spcPct val="0"/>
              </a:spcBef>
              <a:spcAft>
                <a:spcPct val="0"/>
              </a:spcAft>
              <a:defRPr sz="2800">
                <a:solidFill>
                  <a:schemeClr val="bg1"/>
                </a:solidFill>
                <a:latin typeface="Arial" charset="0"/>
              </a:defRPr>
            </a:lvl2pPr>
            <a:lvl3pPr algn="ctr" rtl="0" eaLnBrk="0" fontAlgn="base" hangingPunct="0">
              <a:spcBef>
                <a:spcPct val="0"/>
              </a:spcBef>
              <a:spcAft>
                <a:spcPct val="0"/>
              </a:spcAft>
              <a:defRPr sz="2800">
                <a:solidFill>
                  <a:schemeClr val="bg1"/>
                </a:solidFill>
                <a:latin typeface="Arial" charset="0"/>
              </a:defRPr>
            </a:lvl3pPr>
            <a:lvl4pPr algn="ctr" rtl="0" eaLnBrk="0" fontAlgn="base" hangingPunct="0">
              <a:spcBef>
                <a:spcPct val="0"/>
              </a:spcBef>
              <a:spcAft>
                <a:spcPct val="0"/>
              </a:spcAft>
              <a:defRPr sz="2800">
                <a:solidFill>
                  <a:schemeClr val="bg1"/>
                </a:solidFill>
                <a:latin typeface="Arial" charset="0"/>
              </a:defRPr>
            </a:lvl4pPr>
            <a:lvl5pPr algn="ctr" rtl="0" eaLnBrk="0" fontAlgn="base" hangingPunct="0">
              <a:spcBef>
                <a:spcPct val="0"/>
              </a:spcBef>
              <a:spcAft>
                <a:spcPct val="0"/>
              </a:spcAft>
              <a:defRPr sz="2800">
                <a:solidFill>
                  <a:schemeClr val="bg1"/>
                </a:solidFill>
                <a:latin typeface="Arial" charset="0"/>
              </a:defRPr>
            </a:lvl5pPr>
            <a:lvl6pPr marL="457200" algn="ctr" rtl="0" fontAlgn="base">
              <a:spcBef>
                <a:spcPct val="0"/>
              </a:spcBef>
              <a:spcAft>
                <a:spcPct val="0"/>
              </a:spcAft>
              <a:defRPr sz="2800">
                <a:solidFill>
                  <a:schemeClr val="bg1"/>
                </a:solidFill>
                <a:latin typeface="Arial" charset="0"/>
              </a:defRPr>
            </a:lvl6pPr>
            <a:lvl7pPr marL="914400" algn="ctr" rtl="0" fontAlgn="base">
              <a:spcBef>
                <a:spcPct val="0"/>
              </a:spcBef>
              <a:spcAft>
                <a:spcPct val="0"/>
              </a:spcAft>
              <a:defRPr sz="2800">
                <a:solidFill>
                  <a:schemeClr val="bg1"/>
                </a:solidFill>
                <a:latin typeface="Arial" charset="0"/>
              </a:defRPr>
            </a:lvl7pPr>
            <a:lvl8pPr marL="1371600" algn="ctr" rtl="0" fontAlgn="base">
              <a:spcBef>
                <a:spcPct val="0"/>
              </a:spcBef>
              <a:spcAft>
                <a:spcPct val="0"/>
              </a:spcAft>
              <a:defRPr sz="2800">
                <a:solidFill>
                  <a:schemeClr val="bg1"/>
                </a:solidFill>
                <a:latin typeface="Arial" charset="0"/>
              </a:defRPr>
            </a:lvl8pPr>
            <a:lvl9pPr marL="1828800" algn="ctr" rtl="0" fontAlgn="base">
              <a:spcBef>
                <a:spcPct val="0"/>
              </a:spcBef>
              <a:spcAft>
                <a:spcPct val="0"/>
              </a:spcAft>
              <a:defRPr sz="2800">
                <a:solidFill>
                  <a:schemeClr val="bg1"/>
                </a:solidFill>
                <a:latin typeface="Arial" charset="0"/>
              </a:defRPr>
            </a:lvl9pPr>
          </a:lstStyle>
          <a:p>
            <a:pPr eaLnBrk="1" hangingPunct="1">
              <a:defRPr/>
            </a:pPr>
            <a:r>
              <a:rPr lang="en-US" altLang="en-US" sz="2400" kern="0" dirty="0"/>
              <a:t>Example 1</a:t>
            </a:r>
          </a:p>
        </p:txBody>
      </p:sp>
      <p:sp>
        <p:nvSpPr>
          <p:cNvPr id="21" name="TextBox 20"/>
          <p:cNvSpPr txBox="1"/>
          <p:nvPr/>
        </p:nvSpPr>
        <p:spPr>
          <a:xfrm>
            <a:off x="3719736" y="332656"/>
            <a:ext cx="6408712" cy="707886"/>
          </a:xfrm>
          <a:prstGeom prst="rect">
            <a:avLst/>
          </a:prstGeom>
        </p:spPr>
        <p:style>
          <a:lnRef idx="2">
            <a:schemeClr val="accent3"/>
          </a:lnRef>
          <a:fillRef idx="1">
            <a:schemeClr val="lt1"/>
          </a:fillRef>
          <a:effectRef idx="0">
            <a:schemeClr val="accent3"/>
          </a:effectRef>
          <a:fontRef idx="minor">
            <a:schemeClr val="dk1"/>
          </a:fontRef>
        </p:style>
        <p:txBody>
          <a:bodyPr wrap="square" rtlCol="0">
            <a:spAutoFit/>
          </a:bodyPr>
          <a:lstStyle/>
          <a:p>
            <a:pPr algn="ctr"/>
            <a:r>
              <a:rPr lang="en-US" sz="4000" dirty="0"/>
              <a:t>Example 1 – Solution </a:t>
            </a:r>
            <a:r>
              <a:rPr lang="en-US" dirty="0"/>
              <a:t>(cont.)</a:t>
            </a:r>
          </a:p>
        </p:txBody>
      </p:sp>
      <p:sp>
        <p:nvSpPr>
          <p:cNvPr id="4" name="Slide Number Placeholder 3"/>
          <p:cNvSpPr>
            <a:spLocks noGrp="1"/>
          </p:cNvSpPr>
          <p:nvPr>
            <p:ph type="sldNum" sz="quarter" idx="10"/>
          </p:nvPr>
        </p:nvSpPr>
        <p:spPr/>
        <p:txBody>
          <a:bodyPr/>
          <a:lstStyle/>
          <a:p>
            <a:pPr>
              <a:defRPr/>
            </a:pPr>
            <a:fld id="{72AD96D6-FCAC-BF48-A744-D10BE5BBB539}" type="slidenum">
              <a:rPr lang="en-US" smtClean="0"/>
              <a:pPr>
                <a:defRPr/>
              </a:pPr>
              <a:t>26</a:t>
            </a:fld>
            <a:endParaRPr lang="en-US"/>
          </a:p>
        </p:txBody>
      </p:sp>
    </p:spTree>
    <p:extLst>
      <p:ext uri="{BB962C8B-B14F-4D97-AF65-F5344CB8AC3E}">
        <p14:creationId xmlns:p14="http://schemas.microsoft.com/office/powerpoint/2010/main" val="1051742195"/>
      </p:ext>
    </p:extLst>
  </p:cSld>
  <p:clrMapOvr>
    <a:masterClrMapping/>
  </p:clrMapOvr>
  <p:transition>
    <p:wipe dir="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18" name="Rectangle 18"/>
          <p:cNvSpPr>
            <a:spLocks noChangeArrowheads="1"/>
          </p:cNvSpPr>
          <p:nvPr/>
        </p:nvSpPr>
        <p:spPr bwMode="auto">
          <a:xfrm>
            <a:off x="1775520" y="1196752"/>
            <a:ext cx="7333614" cy="541174"/>
          </a:xfrm>
          <a:prstGeom prst="rect">
            <a:avLst/>
          </a:prstGeom>
          <a:noFill/>
          <a:ln>
            <a:noFill/>
          </a:ln>
          <a:effectLst/>
          <a:extLst>
            <a:ext uri="{909E8E84-426E-40DD-AFC4-6F175D3DCCD1}">
              <a14:hiddenFill xmlns:a14="http://schemas.microsoft.com/office/drawing/2010/main">
                <a:solidFill>
                  <a:srgbClr val="000000"/>
                </a:solidFill>
              </a14:hiddenFill>
            </a:ext>
            <a:ext uri="{91240B29-F687-4F45-9708-019B960494DF}">
              <a14:hiddenLine xmlns:a14="http://schemas.microsoft.com/office/drawing/2010/main" w="12700">
                <a:solidFill>
                  <a:srgbClr val="FCFEB9"/>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nSpc>
                <a:spcPct val="90000"/>
              </a:lnSpc>
            </a:pPr>
            <a:r>
              <a:rPr lang="en-US" sz="3200" dirty="0">
                <a:solidFill>
                  <a:srgbClr val="000000"/>
                </a:solidFill>
                <a:effectLst>
                  <a:outerShdw blurRad="38100" dist="38100" dir="2700000" algn="tl">
                    <a:srgbClr val="DDDDDD"/>
                  </a:outerShdw>
                </a:effectLst>
              </a:rPr>
              <a:t>v. Find the critical value: </a:t>
            </a:r>
            <a:r>
              <a:rPr lang="en-US" sz="2000" dirty="0">
                <a:solidFill>
                  <a:srgbClr val="FF0000"/>
                </a:solidFill>
                <a:effectLst>
                  <a:outerShdw blurRad="38100" dist="38100" dir="2700000" algn="tl">
                    <a:srgbClr val="DDDDDD"/>
                  </a:outerShdw>
                </a:effectLst>
              </a:rPr>
              <a:t>(chi-square value from table)</a:t>
            </a:r>
          </a:p>
        </p:txBody>
      </p:sp>
      <p:sp>
        <p:nvSpPr>
          <p:cNvPr id="76819" name="Rectangle 19"/>
          <p:cNvSpPr>
            <a:spLocks noChangeArrowheads="1"/>
          </p:cNvSpPr>
          <p:nvPr/>
        </p:nvSpPr>
        <p:spPr bwMode="auto">
          <a:xfrm>
            <a:off x="1847528" y="1844824"/>
            <a:ext cx="8496944" cy="1121076"/>
          </a:xfrm>
          <a:prstGeom prst="rect">
            <a:avLst/>
          </a:prstGeom>
          <a:noFill/>
          <a:ln>
            <a:noFill/>
          </a:ln>
          <a:effectLst/>
          <a:extLst>
            <a:ext uri="{909E8E84-426E-40DD-AFC4-6F175D3DCCD1}">
              <a14:hiddenFill xmlns:a14="http://schemas.microsoft.com/office/drawing/2010/main">
                <a:solidFill>
                  <a:srgbClr val="000000"/>
                </a:solidFill>
              </a14:hiddenFill>
            </a:ext>
            <a:ext uri="{91240B29-F687-4F45-9708-019B960494DF}">
              <a14:hiddenLine xmlns:a14="http://schemas.microsoft.com/office/drawing/2010/main" w="12700">
                <a:solidFill>
                  <a:srgbClr val="FCFEB9"/>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marL="457200" indent="-457200">
              <a:lnSpc>
                <a:spcPct val="90000"/>
              </a:lnSpc>
              <a:spcBef>
                <a:spcPts val="1066"/>
              </a:spcBef>
              <a:buFont typeface="Wingdings" charset="2"/>
              <a:buChar char="§"/>
            </a:pPr>
            <a:r>
              <a:rPr lang="en-US" sz="2800" dirty="0">
                <a:effectLst>
                  <a:outerShdw blurRad="38100" dist="38100" dir="2700000" algn="tl">
                    <a:srgbClr val="DDDDDD"/>
                  </a:outerShdw>
                </a:effectLst>
              </a:rPr>
              <a:t>Refer to table </a:t>
            </a:r>
            <a:r>
              <a:rPr lang="en-US" sz="2800" dirty="0">
                <a:latin typeface="Symbol" charset="0"/>
              </a:rPr>
              <a:t></a:t>
            </a:r>
            <a:r>
              <a:rPr lang="en-US" sz="2800" baseline="30000" dirty="0">
                <a:latin typeface="Arial" charset="0"/>
              </a:rPr>
              <a:t>2</a:t>
            </a:r>
            <a:r>
              <a:rPr lang="en-US" sz="2800" dirty="0">
                <a:effectLst>
                  <a:outerShdw blurRad="38100" dist="38100" dir="2700000" algn="tl">
                    <a:srgbClr val="DDDDDD"/>
                  </a:outerShdw>
                </a:effectLst>
              </a:rPr>
              <a:t> with </a:t>
            </a:r>
            <a:r>
              <a:rPr lang="en-US" sz="3200" i="1" dirty="0">
                <a:effectLst>
                  <a:outerShdw blurRad="38100" dist="38100" dir="2700000" algn="tl">
                    <a:srgbClr val="DDDDDD"/>
                  </a:outerShdw>
                </a:effectLst>
                <a:latin typeface="Times New Roman" charset="0"/>
              </a:rPr>
              <a:t>k</a:t>
            </a:r>
            <a:r>
              <a:rPr lang="en-US" sz="2800" dirty="0">
                <a:effectLst>
                  <a:outerShdw blurRad="38100" dist="38100" dir="2700000" algn="tl">
                    <a:srgbClr val="DDDDDD"/>
                  </a:outerShdw>
                </a:effectLst>
              </a:rPr>
              <a:t>-1 = 5 -1 = 4; and </a:t>
            </a:r>
            <a:r>
              <a:rPr lang="en-US" sz="3200" dirty="0">
                <a:effectLst>
                  <a:outerShdw blurRad="38100" dist="38100" dir="2700000" algn="tl">
                    <a:srgbClr val="DDDDDD"/>
                  </a:outerShdw>
                </a:effectLst>
                <a:latin typeface="Symbol" charset="0"/>
              </a:rPr>
              <a:t></a:t>
            </a:r>
            <a:r>
              <a:rPr lang="en-US" sz="2800" dirty="0">
                <a:effectLst>
                  <a:outerShdw blurRad="38100" dist="38100" dir="2700000" algn="tl">
                    <a:srgbClr val="DDDDDD"/>
                  </a:outerShdw>
                </a:effectLst>
              </a:rPr>
              <a:t> = 0.05. </a:t>
            </a:r>
          </a:p>
          <a:p>
            <a:pPr marL="457200" indent="-457200">
              <a:lnSpc>
                <a:spcPct val="90000"/>
              </a:lnSpc>
              <a:spcBef>
                <a:spcPts val="1066"/>
              </a:spcBef>
              <a:buFont typeface="Wingdings" charset="2"/>
              <a:buChar char="§"/>
            </a:pPr>
            <a:r>
              <a:rPr lang="en-US" sz="2800" dirty="0">
                <a:effectLst>
                  <a:outerShdw blurRad="38100" dist="38100" dir="2700000" algn="tl">
                    <a:srgbClr val="DDDDDD"/>
                  </a:outerShdw>
                </a:effectLst>
              </a:rPr>
              <a:t>It will show that  </a:t>
            </a:r>
            <a:r>
              <a:rPr lang="en-US" sz="3200" dirty="0">
                <a:latin typeface="Symbol" charset="0"/>
              </a:rPr>
              <a:t></a:t>
            </a:r>
            <a:r>
              <a:rPr lang="en-US" sz="3200" baseline="30000" dirty="0">
                <a:latin typeface="Arial" charset="0"/>
              </a:rPr>
              <a:t>2</a:t>
            </a:r>
            <a:r>
              <a:rPr lang="en-US" sz="3200" baseline="-25000" dirty="0">
                <a:latin typeface="Arial" charset="0"/>
              </a:rPr>
              <a:t>4,0.05</a:t>
            </a:r>
            <a:r>
              <a:rPr lang="en-US" sz="2800" dirty="0">
                <a:effectLst>
                  <a:outerShdw blurRad="38100" dist="38100" dir="2700000" algn="tl">
                    <a:srgbClr val="DDDDDD"/>
                  </a:outerShdw>
                </a:effectLst>
              </a:rPr>
              <a:t> = 9.48 </a:t>
            </a:r>
          </a:p>
        </p:txBody>
      </p:sp>
      <p:sp>
        <p:nvSpPr>
          <p:cNvPr id="21" name="TextBox 20"/>
          <p:cNvSpPr txBox="1"/>
          <p:nvPr/>
        </p:nvSpPr>
        <p:spPr>
          <a:xfrm>
            <a:off x="3719736" y="332656"/>
            <a:ext cx="6408712" cy="707886"/>
          </a:xfrm>
          <a:prstGeom prst="rect">
            <a:avLst/>
          </a:prstGeom>
        </p:spPr>
        <p:style>
          <a:lnRef idx="2">
            <a:schemeClr val="accent3"/>
          </a:lnRef>
          <a:fillRef idx="1">
            <a:schemeClr val="lt1"/>
          </a:fillRef>
          <a:effectRef idx="0">
            <a:schemeClr val="accent3"/>
          </a:effectRef>
          <a:fontRef idx="minor">
            <a:schemeClr val="dk1"/>
          </a:fontRef>
        </p:style>
        <p:txBody>
          <a:bodyPr wrap="square" rtlCol="0">
            <a:spAutoFit/>
          </a:bodyPr>
          <a:lstStyle/>
          <a:p>
            <a:pPr algn="ctr"/>
            <a:r>
              <a:rPr lang="en-US" sz="4000" dirty="0"/>
              <a:t>Example 1 – Solution </a:t>
            </a:r>
            <a:r>
              <a:rPr lang="en-US" dirty="0"/>
              <a:t>(cont.)</a:t>
            </a:r>
          </a:p>
        </p:txBody>
      </p:sp>
      <p:grpSp>
        <p:nvGrpSpPr>
          <p:cNvPr id="22" name="Group 21"/>
          <p:cNvGrpSpPr/>
          <p:nvPr/>
        </p:nvGrpSpPr>
        <p:grpSpPr>
          <a:xfrm>
            <a:off x="2135560" y="3103736"/>
            <a:ext cx="6984776" cy="3349600"/>
            <a:chOff x="611560" y="1879600"/>
            <a:chExt cx="8507040" cy="4213697"/>
          </a:xfrm>
        </p:grpSpPr>
        <p:sp>
          <p:nvSpPr>
            <p:cNvPr id="23" name="Rectangle 2"/>
            <p:cNvSpPr>
              <a:spLocks noChangeArrowheads="1"/>
            </p:cNvSpPr>
            <p:nvPr/>
          </p:nvSpPr>
          <p:spPr bwMode="auto">
            <a:xfrm>
              <a:off x="611560" y="1879601"/>
              <a:ext cx="8507040" cy="4213696"/>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a:effectLst>
                  <a:outerShdw blurRad="38100" dist="38100" dir="2700000" algn="tl">
                    <a:srgbClr val="000000">
                      <a:alpha val="43137"/>
                    </a:srgbClr>
                  </a:outerShdw>
                </a:effectLst>
                <a:ea typeface="ＭＳ Ｐゴシック" pitchFamily="34" charset="-128"/>
                <a:cs typeface="+mn-cs"/>
              </a:endParaRPr>
            </a:p>
          </p:txBody>
        </p:sp>
        <p:sp>
          <p:nvSpPr>
            <p:cNvPr id="24" name="Rectangle 3"/>
            <p:cNvSpPr>
              <a:spLocks noChangeArrowheads="1"/>
            </p:cNvSpPr>
            <p:nvPr/>
          </p:nvSpPr>
          <p:spPr bwMode="auto">
            <a:xfrm>
              <a:off x="1644650" y="1879600"/>
              <a:ext cx="428625" cy="368300"/>
            </a:xfrm>
            <a:prstGeom prst="rect">
              <a:avLst/>
            </a:prstGeom>
            <a:solidFill>
              <a:schemeClr val="bg1"/>
            </a:solidFill>
            <a:ln>
              <a:noFill/>
            </a:ln>
            <a:effectLst/>
            <a:extLst>
              <a:ext uri="{91240B29-F687-4F45-9708-019B960494DF}">
                <a14:hiddenLine xmlns:a14="http://schemas.microsoft.com/office/drawing/2010/main" w="12700">
                  <a:solidFill>
                    <a:srgbClr val="FCFEB9"/>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a:effectLst>
                  <a:outerShdw blurRad="38100" dist="38100" dir="2700000" algn="tl">
                    <a:srgbClr val="000000">
                      <a:alpha val="43137"/>
                    </a:srgbClr>
                  </a:outerShdw>
                </a:effectLst>
                <a:ea typeface="ＭＳ Ｐゴシック" pitchFamily="34" charset="-128"/>
                <a:cs typeface="+mn-cs"/>
              </a:endParaRPr>
            </a:p>
          </p:txBody>
        </p:sp>
        <p:sp>
          <p:nvSpPr>
            <p:cNvPr id="25" name="Rectangle 4"/>
            <p:cNvSpPr>
              <a:spLocks noChangeArrowheads="1"/>
            </p:cNvSpPr>
            <p:nvPr/>
          </p:nvSpPr>
          <p:spPr bwMode="auto">
            <a:xfrm>
              <a:off x="1803400" y="2565400"/>
              <a:ext cx="381000" cy="266700"/>
            </a:xfrm>
            <a:prstGeom prst="rect">
              <a:avLst/>
            </a:prstGeom>
            <a:solidFill>
              <a:schemeClr val="bg1"/>
            </a:solidFill>
            <a:ln>
              <a:noFill/>
            </a:ln>
            <a:effectLst/>
            <a:extLst>
              <a:ext uri="{91240B29-F687-4F45-9708-019B960494DF}">
                <a14:hiddenLine xmlns:a14="http://schemas.microsoft.com/office/drawing/2010/main" w="12700">
                  <a:solidFill>
                    <a:srgbClr val="FCFEB9"/>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a:effectLst>
                  <a:outerShdw blurRad="38100" dist="38100" dir="2700000" algn="tl">
                    <a:srgbClr val="000000">
                      <a:alpha val="43137"/>
                    </a:srgbClr>
                  </a:outerShdw>
                </a:effectLst>
                <a:ea typeface="ＭＳ Ｐゴシック" pitchFamily="34" charset="-128"/>
                <a:cs typeface="+mn-cs"/>
              </a:endParaRPr>
            </a:p>
          </p:txBody>
        </p:sp>
        <p:sp>
          <p:nvSpPr>
            <p:cNvPr id="26" name="Rectangle 5"/>
            <p:cNvSpPr>
              <a:spLocks noChangeArrowheads="1"/>
            </p:cNvSpPr>
            <p:nvPr/>
          </p:nvSpPr>
          <p:spPr bwMode="auto">
            <a:xfrm>
              <a:off x="5172035" y="5613400"/>
              <a:ext cx="3858864" cy="374650"/>
            </a:xfrm>
            <a:prstGeom prst="rect">
              <a:avLst/>
            </a:prstGeom>
            <a:solidFill>
              <a:srgbClr val="FFFFFF"/>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a:effectLst>
                  <a:outerShdw blurRad="38100" dist="38100" dir="2700000" algn="tl">
                    <a:srgbClr val="000000">
                      <a:alpha val="43137"/>
                    </a:srgbClr>
                  </a:outerShdw>
                </a:effectLst>
                <a:ea typeface="ＭＳ Ｐゴシック" pitchFamily="34" charset="-128"/>
                <a:cs typeface="+mn-cs"/>
              </a:endParaRPr>
            </a:p>
          </p:txBody>
        </p:sp>
        <p:sp>
          <p:nvSpPr>
            <p:cNvPr id="27" name="Freeform 6"/>
            <p:cNvSpPr>
              <a:spLocks/>
            </p:cNvSpPr>
            <p:nvPr/>
          </p:nvSpPr>
          <p:spPr bwMode="auto">
            <a:xfrm>
              <a:off x="3613150" y="4953000"/>
              <a:ext cx="1277938" cy="153988"/>
            </a:xfrm>
            <a:custGeom>
              <a:avLst/>
              <a:gdLst>
                <a:gd name="T0" fmla="*/ 0 w 805"/>
                <a:gd name="T1" fmla="*/ 152400 h 97"/>
                <a:gd name="T2" fmla="*/ 0 w 805"/>
                <a:gd name="T3" fmla="*/ 0 h 97"/>
                <a:gd name="T4" fmla="*/ 271463 w 805"/>
                <a:gd name="T5" fmla="*/ 44450 h 97"/>
                <a:gd name="T6" fmla="*/ 606425 w 805"/>
                <a:gd name="T7" fmla="*/ 95250 h 97"/>
                <a:gd name="T8" fmla="*/ 1055688 w 805"/>
                <a:gd name="T9" fmla="*/ 107950 h 97"/>
                <a:gd name="T10" fmla="*/ 1270000 w 805"/>
                <a:gd name="T11" fmla="*/ 114300 h 97"/>
                <a:gd name="T12" fmla="*/ 1276350 w 805"/>
                <a:gd name="T13" fmla="*/ 152400 h 97"/>
                <a:gd name="T14" fmla="*/ 0 w 805"/>
                <a:gd name="T15" fmla="*/ 152400 h 9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805" h="97">
                  <a:moveTo>
                    <a:pt x="0" y="96"/>
                  </a:moveTo>
                  <a:lnTo>
                    <a:pt x="0" y="0"/>
                  </a:lnTo>
                  <a:lnTo>
                    <a:pt x="171" y="28"/>
                  </a:lnTo>
                  <a:lnTo>
                    <a:pt x="382" y="60"/>
                  </a:lnTo>
                  <a:lnTo>
                    <a:pt x="665" y="68"/>
                  </a:lnTo>
                  <a:lnTo>
                    <a:pt x="800" y="72"/>
                  </a:lnTo>
                  <a:lnTo>
                    <a:pt x="804" y="96"/>
                  </a:lnTo>
                  <a:lnTo>
                    <a:pt x="0" y="96"/>
                  </a:lnTo>
                </a:path>
              </a:pathLst>
            </a:custGeom>
            <a:solidFill>
              <a:srgbClr val="C1CEFF"/>
            </a:solidFill>
            <a:ln w="12700" cap="rnd" cmpd="sng">
              <a:solidFill>
                <a:schemeClr val="accent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8" name="Line 7"/>
            <p:cNvSpPr>
              <a:spLocks noChangeShapeType="1"/>
            </p:cNvSpPr>
            <p:nvPr/>
          </p:nvSpPr>
          <p:spPr bwMode="auto">
            <a:xfrm>
              <a:off x="3613150" y="5156200"/>
              <a:ext cx="0" cy="508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a:effectLst>
                  <a:outerShdw blurRad="38100" dist="38100" dir="2700000" algn="tl">
                    <a:srgbClr val="000000">
                      <a:alpha val="43137"/>
                    </a:srgbClr>
                  </a:outerShdw>
                </a:effectLst>
                <a:ea typeface="ＭＳ Ｐゴシック" pitchFamily="34" charset="-128"/>
                <a:cs typeface="+mn-cs"/>
              </a:endParaRPr>
            </a:p>
          </p:txBody>
        </p:sp>
        <p:sp>
          <p:nvSpPr>
            <p:cNvPr id="29" name="Rectangle 8"/>
            <p:cNvSpPr>
              <a:spLocks noChangeArrowheads="1"/>
            </p:cNvSpPr>
            <p:nvPr/>
          </p:nvSpPr>
          <p:spPr bwMode="auto">
            <a:xfrm>
              <a:off x="830263" y="5211763"/>
              <a:ext cx="365093" cy="426536"/>
            </a:xfrm>
            <a:prstGeom prst="rect">
              <a:avLst/>
            </a:prstGeom>
            <a:solidFill>
              <a:schemeClr val="bg1"/>
            </a:solidFill>
            <a:ln>
              <a:noFill/>
            </a:ln>
            <a:effectLst/>
            <a:extLst>
              <a:ext uri="{91240B29-F687-4F45-9708-019B960494DF}">
                <a14:hiddenLine xmlns:a14="http://schemas.microsoft.com/office/drawing/2010/main" w="12700">
                  <a:solidFill>
                    <a:srgbClr val="FCFEB9"/>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8" tIns="44450" rIns="90488" bIns="44450">
              <a:spAutoFit/>
            </a:bodyPr>
            <a:lstStyle/>
            <a:p>
              <a:pPr>
                <a:lnSpc>
                  <a:spcPct val="90000"/>
                </a:lnSpc>
              </a:pPr>
              <a:r>
                <a:rPr lang="en-US"/>
                <a:t>0</a:t>
              </a:r>
            </a:p>
          </p:txBody>
        </p:sp>
        <p:sp>
          <p:nvSpPr>
            <p:cNvPr id="30" name="Rectangle 9"/>
            <p:cNvSpPr>
              <a:spLocks noChangeArrowheads="1"/>
            </p:cNvSpPr>
            <p:nvPr/>
          </p:nvSpPr>
          <p:spPr bwMode="auto">
            <a:xfrm>
              <a:off x="5461000" y="5613400"/>
              <a:ext cx="3482197" cy="432344"/>
            </a:xfrm>
            <a:prstGeom prst="rect">
              <a:avLst/>
            </a:prstGeom>
            <a:noFill/>
            <a:ln>
              <a:noFill/>
            </a:ln>
            <a:effectLst/>
            <a:extLst>
              <a:ext uri="{909E8E84-426E-40DD-AFC4-6F175D3DCCD1}">
                <a14:hiddenFill xmlns:a14="http://schemas.microsoft.com/office/drawing/2010/main">
                  <a:solidFill>
                    <a:srgbClr val="000000"/>
                  </a:solidFill>
                </a14:hiddenFill>
              </a:ext>
              <a:ext uri="{91240B29-F687-4F45-9708-019B960494DF}">
                <a14:hiddenLine xmlns:a14="http://schemas.microsoft.com/office/drawing/2010/main" w="12700">
                  <a:solidFill>
                    <a:srgbClr val="FCFEB9"/>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lIns="90488" tIns="44450" rIns="90488" bIns="44450">
              <a:spAutoFit/>
            </a:bodyPr>
            <a:lstStyle/>
            <a:p>
              <a:pPr>
                <a:lnSpc>
                  <a:spcPct val="90000"/>
                </a:lnSpc>
              </a:pPr>
              <a:r>
                <a:rPr lang="en-US" b="1" dirty="0"/>
                <a:t>Sample data: </a:t>
              </a:r>
              <a:r>
                <a:rPr lang="en-US" b="1" i="1" dirty="0">
                  <a:latin typeface="Times New Roman" charset="0"/>
                </a:rPr>
                <a:t>X</a:t>
              </a:r>
              <a:r>
                <a:rPr lang="en-US" b="1" i="1" baseline="30000" dirty="0"/>
                <a:t>2</a:t>
              </a:r>
              <a:r>
                <a:rPr lang="en-US" b="1" i="1" dirty="0"/>
                <a:t> </a:t>
              </a:r>
              <a:r>
                <a:rPr lang="en-US" b="1" dirty="0"/>
                <a:t>=10.653</a:t>
              </a:r>
            </a:p>
          </p:txBody>
        </p:sp>
        <p:sp>
          <p:nvSpPr>
            <p:cNvPr id="31" name="Rectangle 10"/>
            <p:cNvSpPr>
              <a:spLocks noChangeArrowheads="1"/>
            </p:cNvSpPr>
            <p:nvPr/>
          </p:nvSpPr>
          <p:spPr bwMode="auto">
            <a:xfrm>
              <a:off x="4030663" y="4510087"/>
              <a:ext cx="1171419" cy="426536"/>
            </a:xfrm>
            <a:prstGeom prst="rect">
              <a:avLst/>
            </a:prstGeom>
            <a:noFill/>
            <a:ln>
              <a:noFill/>
            </a:ln>
            <a:effectLst/>
            <a:extLst>
              <a:ext uri="{909E8E84-426E-40DD-AFC4-6F175D3DCCD1}">
                <a14:hiddenFill xmlns:a14="http://schemas.microsoft.com/office/drawing/2010/main">
                  <a:solidFill>
                    <a:srgbClr val="000000"/>
                  </a:solidFill>
                </a14:hiddenFill>
              </a:ext>
              <a:ext uri="{91240B29-F687-4F45-9708-019B960494DF}">
                <a14:hiddenLine xmlns:a14="http://schemas.microsoft.com/office/drawing/2010/main" w="12700">
                  <a:solidFill>
                    <a:srgbClr val="FCFEB9"/>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8" tIns="44450" rIns="90488" bIns="44450">
              <a:spAutoFit/>
            </a:bodyPr>
            <a:lstStyle/>
            <a:p>
              <a:pPr>
                <a:lnSpc>
                  <a:spcPct val="90000"/>
                </a:lnSpc>
              </a:pPr>
              <a:r>
                <a:rPr lang="en-US" b="1">
                  <a:latin typeface="Symbol" charset="0"/>
                </a:rPr>
                <a:t></a:t>
              </a:r>
              <a:r>
                <a:rPr lang="en-US" b="1"/>
                <a:t> = 0.05</a:t>
              </a:r>
            </a:p>
          </p:txBody>
        </p:sp>
        <p:sp>
          <p:nvSpPr>
            <p:cNvPr id="32" name="Freeform 11"/>
            <p:cNvSpPr>
              <a:spLocks/>
            </p:cNvSpPr>
            <p:nvPr/>
          </p:nvSpPr>
          <p:spPr bwMode="auto">
            <a:xfrm>
              <a:off x="990600" y="3060700"/>
              <a:ext cx="3900488" cy="2039938"/>
            </a:xfrm>
            <a:custGeom>
              <a:avLst/>
              <a:gdLst>
                <a:gd name="T0" fmla="*/ 0 w 2457"/>
                <a:gd name="T1" fmla="*/ 2038350 h 1285"/>
                <a:gd name="T2" fmla="*/ 88900 w 2457"/>
                <a:gd name="T3" fmla="*/ 1428750 h 1285"/>
                <a:gd name="T4" fmla="*/ 177800 w 2457"/>
                <a:gd name="T5" fmla="*/ 996950 h 1285"/>
                <a:gd name="T6" fmla="*/ 285750 w 2457"/>
                <a:gd name="T7" fmla="*/ 533400 h 1285"/>
                <a:gd name="T8" fmla="*/ 400050 w 2457"/>
                <a:gd name="T9" fmla="*/ 228600 h 1285"/>
                <a:gd name="T10" fmla="*/ 546100 w 2457"/>
                <a:gd name="T11" fmla="*/ 50800 h 1285"/>
                <a:gd name="T12" fmla="*/ 711200 w 2457"/>
                <a:gd name="T13" fmla="*/ 0 h 1285"/>
                <a:gd name="T14" fmla="*/ 831850 w 2457"/>
                <a:gd name="T15" fmla="*/ 57150 h 1285"/>
                <a:gd name="T16" fmla="*/ 965200 w 2457"/>
                <a:gd name="T17" fmla="*/ 215900 h 1285"/>
                <a:gd name="T18" fmla="*/ 1130300 w 2457"/>
                <a:gd name="T19" fmla="*/ 482600 h 1285"/>
                <a:gd name="T20" fmla="*/ 1333500 w 2457"/>
                <a:gd name="T21" fmla="*/ 825500 h 1285"/>
                <a:gd name="T22" fmla="*/ 1511300 w 2457"/>
                <a:gd name="T23" fmla="*/ 1085850 h 1285"/>
                <a:gd name="T24" fmla="*/ 1797050 w 2457"/>
                <a:gd name="T25" fmla="*/ 1460500 h 1285"/>
                <a:gd name="T26" fmla="*/ 2019300 w 2457"/>
                <a:gd name="T27" fmla="*/ 1644650 h 1285"/>
                <a:gd name="T28" fmla="*/ 2209800 w 2457"/>
                <a:gd name="T29" fmla="*/ 1771650 h 1285"/>
                <a:gd name="T30" fmla="*/ 2520950 w 2457"/>
                <a:gd name="T31" fmla="*/ 1873250 h 1285"/>
                <a:gd name="T32" fmla="*/ 2870200 w 2457"/>
                <a:gd name="T33" fmla="*/ 1949450 h 1285"/>
                <a:gd name="T34" fmla="*/ 3194050 w 2457"/>
                <a:gd name="T35" fmla="*/ 1981200 h 1285"/>
                <a:gd name="T36" fmla="*/ 3556000 w 2457"/>
                <a:gd name="T37" fmla="*/ 2000250 h 1285"/>
                <a:gd name="T38" fmla="*/ 3898900 w 2457"/>
                <a:gd name="T39" fmla="*/ 2012950 h 1285"/>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2457" h="1285">
                  <a:moveTo>
                    <a:pt x="0" y="1284"/>
                  </a:moveTo>
                  <a:lnTo>
                    <a:pt x="56" y="900"/>
                  </a:lnTo>
                  <a:lnTo>
                    <a:pt x="112" y="628"/>
                  </a:lnTo>
                  <a:lnTo>
                    <a:pt x="180" y="336"/>
                  </a:lnTo>
                  <a:lnTo>
                    <a:pt x="252" y="144"/>
                  </a:lnTo>
                  <a:lnTo>
                    <a:pt x="344" y="32"/>
                  </a:lnTo>
                  <a:lnTo>
                    <a:pt x="448" y="0"/>
                  </a:lnTo>
                  <a:lnTo>
                    <a:pt x="524" y="36"/>
                  </a:lnTo>
                  <a:lnTo>
                    <a:pt x="608" y="136"/>
                  </a:lnTo>
                  <a:lnTo>
                    <a:pt x="712" y="304"/>
                  </a:lnTo>
                  <a:lnTo>
                    <a:pt x="840" y="520"/>
                  </a:lnTo>
                  <a:lnTo>
                    <a:pt x="952" y="684"/>
                  </a:lnTo>
                  <a:lnTo>
                    <a:pt x="1132" y="920"/>
                  </a:lnTo>
                  <a:lnTo>
                    <a:pt x="1272" y="1036"/>
                  </a:lnTo>
                  <a:lnTo>
                    <a:pt x="1392" y="1116"/>
                  </a:lnTo>
                  <a:lnTo>
                    <a:pt x="1588" y="1180"/>
                  </a:lnTo>
                  <a:lnTo>
                    <a:pt x="1808" y="1228"/>
                  </a:lnTo>
                  <a:lnTo>
                    <a:pt x="2012" y="1248"/>
                  </a:lnTo>
                  <a:lnTo>
                    <a:pt x="2240" y="1260"/>
                  </a:lnTo>
                  <a:lnTo>
                    <a:pt x="2456" y="1268"/>
                  </a:lnTo>
                </a:path>
              </a:pathLst>
            </a:custGeom>
            <a:noFill/>
            <a:ln w="50800" cap="rnd" cmpd="sng">
              <a:solidFill>
                <a:schemeClr val="accent1"/>
              </a:solidFill>
              <a:prstDash val="solid"/>
              <a:round/>
              <a:headEnd type="none" w="med" len="med"/>
              <a:tailEnd type="none" w="med" len="med"/>
            </a:ln>
            <a:effectLst/>
            <a:extLst>
              <a:ext uri="{909E8E84-426E-40DD-AFC4-6F175D3DCCD1}">
                <a14:hiddenFill xmlns:a14="http://schemas.microsoft.com/office/drawing/2010/main">
                  <a:solidFill>
                    <a:srgbClr val="0000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nvGrpSpPr>
            <p:cNvPr id="33" name="Group 12"/>
            <p:cNvGrpSpPr>
              <a:grpSpLocks/>
            </p:cNvGrpSpPr>
            <p:nvPr/>
          </p:nvGrpSpPr>
          <p:grpSpPr bwMode="auto">
            <a:xfrm>
              <a:off x="946150" y="2368550"/>
              <a:ext cx="4017963" cy="2755900"/>
              <a:chOff x="612" y="308"/>
              <a:chExt cx="2531" cy="1736"/>
            </a:xfrm>
          </p:grpSpPr>
          <p:sp>
            <p:nvSpPr>
              <p:cNvPr id="48" name="Line 13"/>
              <p:cNvSpPr>
                <a:spLocks noChangeShapeType="1"/>
              </p:cNvSpPr>
              <p:nvPr/>
            </p:nvSpPr>
            <p:spPr bwMode="auto">
              <a:xfrm>
                <a:off x="620" y="2036"/>
                <a:ext cx="2523"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a:effectLst>
                    <a:outerShdw blurRad="38100" dist="38100" dir="2700000" algn="tl">
                      <a:srgbClr val="000000">
                        <a:alpha val="43137"/>
                      </a:srgbClr>
                    </a:outerShdw>
                  </a:effectLst>
                  <a:ea typeface="ＭＳ Ｐゴシック" pitchFamily="34" charset="-128"/>
                  <a:cs typeface="+mn-cs"/>
                </a:endParaRPr>
              </a:p>
            </p:txBody>
          </p:sp>
          <p:sp>
            <p:nvSpPr>
              <p:cNvPr id="49" name="Line 14"/>
              <p:cNvSpPr>
                <a:spLocks noChangeShapeType="1"/>
              </p:cNvSpPr>
              <p:nvPr/>
            </p:nvSpPr>
            <p:spPr bwMode="auto">
              <a:xfrm flipV="1">
                <a:off x="612" y="308"/>
                <a:ext cx="0" cy="1736"/>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a:effectLst>
                    <a:outerShdw blurRad="38100" dist="38100" dir="2700000" algn="tl">
                      <a:srgbClr val="000000">
                        <a:alpha val="43137"/>
                      </a:srgbClr>
                    </a:outerShdw>
                  </a:effectLst>
                  <a:ea typeface="ＭＳ Ｐゴシック" pitchFamily="34" charset="-128"/>
                  <a:cs typeface="+mn-cs"/>
                </a:endParaRPr>
              </a:p>
            </p:txBody>
          </p:sp>
        </p:grpSp>
        <p:sp>
          <p:nvSpPr>
            <p:cNvPr id="34" name="Line 15"/>
            <p:cNvSpPr>
              <a:spLocks noChangeShapeType="1"/>
            </p:cNvSpPr>
            <p:nvPr/>
          </p:nvSpPr>
          <p:spPr bwMode="auto">
            <a:xfrm flipV="1">
              <a:off x="3613150" y="2012950"/>
              <a:ext cx="0" cy="28321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a:effectLst>
                  <a:outerShdw blurRad="38100" dist="38100" dir="2700000" algn="tl">
                    <a:srgbClr val="000000">
                      <a:alpha val="43137"/>
                    </a:srgbClr>
                  </a:outerShdw>
                </a:effectLst>
                <a:ea typeface="ＭＳ Ｐゴシック" pitchFamily="34" charset="-128"/>
                <a:cs typeface="+mn-cs"/>
              </a:endParaRPr>
            </a:p>
          </p:txBody>
        </p:sp>
        <p:sp>
          <p:nvSpPr>
            <p:cNvPr id="35" name="Line 16"/>
            <p:cNvSpPr>
              <a:spLocks noChangeShapeType="1"/>
            </p:cNvSpPr>
            <p:nvPr/>
          </p:nvSpPr>
          <p:spPr bwMode="auto">
            <a:xfrm>
              <a:off x="3994150" y="5143501"/>
              <a:ext cx="0" cy="634999"/>
            </a:xfrm>
            <a:prstGeom prst="line">
              <a:avLst/>
            </a:prstGeom>
            <a:noFill/>
            <a:ln w="38100" cmpd="sng">
              <a:solidFill>
                <a:srgbClr val="FF0000"/>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a:effectLst>
                  <a:outerShdw blurRad="38100" dist="38100" dir="2700000" algn="tl">
                    <a:srgbClr val="000000">
                      <a:alpha val="43137"/>
                    </a:srgbClr>
                  </a:outerShdw>
                </a:effectLst>
                <a:ea typeface="ＭＳ Ｐゴシック" pitchFamily="34" charset="-128"/>
                <a:cs typeface="+mn-cs"/>
              </a:endParaRPr>
            </a:p>
          </p:txBody>
        </p:sp>
        <p:sp>
          <p:nvSpPr>
            <p:cNvPr id="36" name="Line 17"/>
            <p:cNvSpPr>
              <a:spLocks noChangeShapeType="1"/>
            </p:cNvSpPr>
            <p:nvPr/>
          </p:nvSpPr>
          <p:spPr bwMode="auto">
            <a:xfrm>
              <a:off x="4000500" y="5803898"/>
              <a:ext cx="1171536" cy="17646"/>
            </a:xfrm>
            <a:prstGeom prst="line">
              <a:avLst/>
            </a:prstGeom>
            <a:noFill/>
            <a:ln w="38100" cmpd="sng">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a:effectLst>
                  <a:outerShdw blurRad="38100" dist="38100" dir="2700000" algn="tl">
                    <a:srgbClr val="000000">
                      <a:alpha val="43137"/>
                    </a:srgbClr>
                  </a:outerShdw>
                </a:effectLst>
                <a:ea typeface="ＭＳ Ｐゴシック" pitchFamily="34" charset="-128"/>
                <a:cs typeface="+mn-cs"/>
              </a:endParaRPr>
            </a:p>
          </p:txBody>
        </p:sp>
        <p:grpSp>
          <p:nvGrpSpPr>
            <p:cNvPr id="37" name="Group 18"/>
            <p:cNvGrpSpPr>
              <a:grpSpLocks/>
            </p:cNvGrpSpPr>
            <p:nvPr/>
          </p:nvGrpSpPr>
          <p:grpSpPr bwMode="auto">
            <a:xfrm>
              <a:off x="971550" y="1993900"/>
              <a:ext cx="2647950" cy="787400"/>
              <a:chOff x="628" y="72"/>
              <a:chExt cx="1668" cy="496"/>
            </a:xfrm>
          </p:grpSpPr>
          <p:sp>
            <p:nvSpPr>
              <p:cNvPr id="45" name="AutoShape 19"/>
              <p:cNvSpPr>
                <a:spLocks noChangeArrowheads="1"/>
              </p:cNvSpPr>
              <p:nvPr/>
            </p:nvSpPr>
            <p:spPr bwMode="auto">
              <a:xfrm flipH="1">
                <a:off x="628" y="72"/>
                <a:ext cx="702" cy="496"/>
              </a:xfrm>
              <a:prstGeom prst="rightArrow">
                <a:avLst>
                  <a:gd name="adj1" fmla="val 75000"/>
                  <a:gd name="adj2" fmla="val 70773"/>
                </a:avLst>
              </a:prstGeom>
              <a:solidFill>
                <a:srgbClr val="C1CEFF"/>
              </a:solidFill>
              <a:ln w="12700">
                <a:solidFill>
                  <a:srgbClr val="C1CE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a:effectLst>
                    <a:outerShdw blurRad="38100" dist="38100" dir="2700000" algn="tl">
                      <a:srgbClr val="000000">
                        <a:alpha val="43137"/>
                      </a:srgbClr>
                    </a:outerShdw>
                  </a:effectLst>
                  <a:ea typeface="ＭＳ Ｐゴシック" pitchFamily="34" charset="-128"/>
                  <a:cs typeface="+mn-cs"/>
                </a:endParaRPr>
              </a:p>
            </p:txBody>
          </p:sp>
          <p:sp>
            <p:nvSpPr>
              <p:cNvPr id="46" name="AutoShape 20"/>
              <p:cNvSpPr>
                <a:spLocks noChangeArrowheads="1"/>
              </p:cNvSpPr>
              <p:nvPr/>
            </p:nvSpPr>
            <p:spPr bwMode="auto">
              <a:xfrm>
                <a:off x="1594" y="72"/>
                <a:ext cx="702" cy="496"/>
              </a:xfrm>
              <a:prstGeom prst="rightArrow">
                <a:avLst>
                  <a:gd name="adj1" fmla="val 75000"/>
                  <a:gd name="adj2" fmla="val 70773"/>
                </a:avLst>
              </a:prstGeom>
              <a:solidFill>
                <a:srgbClr val="C1CEFF"/>
              </a:solidFill>
              <a:ln w="12700">
                <a:solidFill>
                  <a:srgbClr val="C1CE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a:effectLst>
                    <a:outerShdw blurRad="38100" dist="38100" dir="2700000" algn="tl">
                      <a:srgbClr val="000000">
                        <a:alpha val="43137"/>
                      </a:srgbClr>
                    </a:outerShdw>
                  </a:effectLst>
                  <a:ea typeface="ＭＳ Ｐゴシック" pitchFamily="34" charset="-128"/>
                  <a:cs typeface="+mn-cs"/>
                </a:endParaRPr>
              </a:p>
            </p:txBody>
          </p:sp>
          <p:sp>
            <p:nvSpPr>
              <p:cNvPr id="47" name="Rectangle 21"/>
              <p:cNvSpPr>
                <a:spLocks noChangeArrowheads="1"/>
              </p:cNvSpPr>
              <p:nvPr/>
            </p:nvSpPr>
            <p:spPr bwMode="auto">
              <a:xfrm>
                <a:off x="1337" y="138"/>
                <a:ext cx="246" cy="364"/>
              </a:xfrm>
              <a:prstGeom prst="rect">
                <a:avLst/>
              </a:prstGeom>
              <a:solidFill>
                <a:srgbClr val="C1CEFF"/>
              </a:solidFill>
              <a:ln w="12700">
                <a:solidFill>
                  <a:srgbClr val="C1CE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a:effectLst>
                    <a:outerShdw blurRad="38100" dist="38100" dir="2700000" algn="tl">
                      <a:srgbClr val="000000">
                        <a:alpha val="43137"/>
                      </a:srgbClr>
                    </a:outerShdw>
                  </a:effectLst>
                  <a:ea typeface="ＭＳ Ｐゴシック" pitchFamily="34" charset="-128"/>
                  <a:cs typeface="+mn-cs"/>
                </a:endParaRPr>
              </a:p>
            </p:txBody>
          </p:sp>
        </p:grpSp>
        <p:sp>
          <p:nvSpPr>
            <p:cNvPr id="38" name="Rectangle 22"/>
            <p:cNvSpPr>
              <a:spLocks noChangeArrowheads="1"/>
            </p:cNvSpPr>
            <p:nvPr/>
          </p:nvSpPr>
          <p:spPr bwMode="auto">
            <a:xfrm>
              <a:off x="1208088" y="2060575"/>
              <a:ext cx="2068512" cy="383948"/>
            </a:xfrm>
            <a:prstGeom prst="rect">
              <a:avLst/>
            </a:prstGeom>
            <a:noFill/>
            <a:ln>
              <a:noFill/>
            </a:ln>
            <a:effectLst/>
            <a:extLst>
              <a:ext uri="{909E8E84-426E-40DD-AFC4-6F175D3DCCD1}">
                <a14:hiddenFill xmlns:a14="http://schemas.microsoft.com/office/drawing/2010/main">
                  <a:solidFill>
                    <a:srgbClr val="000000"/>
                  </a:solidFill>
                </a14:hiddenFill>
              </a:ext>
              <a:ext uri="{91240B29-F687-4F45-9708-019B960494DF}">
                <a14:hiddenLine xmlns:a14="http://schemas.microsoft.com/office/drawing/2010/main" w="12700">
                  <a:solidFill>
                    <a:srgbClr val="FCFEB9"/>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0488" tIns="44450" rIns="90488" bIns="44450">
              <a:spAutoFit/>
            </a:bodyPr>
            <a:lstStyle/>
            <a:p>
              <a:pPr algn="ctr">
                <a:lnSpc>
                  <a:spcPct val="85000"/>
                </a:lnSpc>
              </a:pPr>
              <a:r>
                <a:rPr lang="en-US" sz="1600" dirty="0"/>
                <a:t> </a:t>
              </a:r>
              <a:r>
                <a:rPr lang="en-US" sz="1600" b="1" dirty="0"/>
                <a:t>Fail to Reject</a:t>
              </a:r>
            </a:p>
          </p:txBody>
        </p:sp>
        <p:grpSp>
          <p:nvGrpSpPr>
            <p:cNvPr id="39" name="Group 23"/>
            <p:cNvGrpSpPr>
              <a:grpSpLocks/>
            </p:cNvGrpSpPr>
            <p:nvPr/>
          </p:nvGrpSpPr>
          <p:grpSpPr bwMode="auto">
            <a:xfrm>
              <a:off x="3657600" y="1993900"/>
              <a:ext cx="2647950" cy="787400"/>
              <a:chOff x="2320" y="72"/>
              <a:chExt cx="1668" cy="496"/>
            </a:xfrm>
          </p:grpSpPr>
          <p:sp>
            <p:nvSpPr>
              <p:cNvPr id="42" name="AutoShape 24"/>
              <p:cNvSpPr>
                <a:spLocks noChangeArrowheads="1"/>
              </p:cNvSpPr>
              <p:nvPr/>
            </p:nvSpPr>
            <p:spPr bwMode="auto">
              <a:xfrm flipH="1">
                <a:off x="2320" y="72"/>
                <a:ext cx="702" cy="496"/>
              </a:xfrm>
              <a:prstGeom prst="rightArrow">
                <a:avLst>
                  <a:gd name="adj1" fmla="val 75000"/>
                  <a:gd name="adj2" fmla="val 70773"/>
                </a:avLst>
              </a:prstGeom>
              <a:solidFill>
                <a:srgbClr val="C1CEFF"/>
              </a:solidFill>
              <a:ln w="12700">
                <a:solidFill>
                  <a:srgbClr val="C1CE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a:effectLst>
                    <a:outerShdw blurRad="38100" dist="38100" dir="2700000" algn="tl">
                      <a:srgbClr val="000000">
                        <a:alpha val="43137"/>
                      </a:srgbClr>
                    </a:outerShdw>
                  </a:effectLst>
                  <a:ea typeface="ＭＳ Ｐゴシック" pitchFamily="34" charset="-128"/>
                  <a:cs typeface="+mn-cs"/>
                </a:endParaRPr>
              </a:p>
            </p:txBody>
          </p:sp>
          <p:sp>
            <p:nvSpPr>
              <p:cNvPr id="43" name="AutoShape 25"/>
              <p:cNvSpPr>
                <a:spLocks noChangeArrowheads="1"/>
              </p:cNvSpPr>
              <p:nvPr/>
            </p:nvSpPr>
            <p:spPr bwMode="auto">
              <a:xfrm>
                <a:off x="3286" y="72"/>
                <a:ext cx="702" cy="496"/>
              </a:xfrm>
              <a:prstGeom prst="rightArrow">
                <a:avLst>
                  <a:gd name="adj1" fmla="val 75000"/>
                  <a:gd name="adj2" fmla="val 70773"/>
                </a:avLst>
              </a:prstGeom>
              <a:solidFill>
                <a:srgbClr val="C1CEFF"/>
              </a:solidFill>
              <a:ln w="12700">
                <a:solidFill>
                  <a:srgbClr val="C1CE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a:effectLst>
                    <a:outerShdw blurRad="38100" dist="38100" dir="2700000" algn="tl">
                      <a:srgbClr val="000000">
                        <a:alpha val="43137"/>
                      </a:srgbClr>
                    </a:outerShdw>
                  </a:effectLst>
                  <a:ea typeface="ＭＳ Ｐゴシック" pitchFamily="34" charset="-128"/>
                  <a:cs typeface="+mn-cs"/>
                </a:endParaRPr>
              </a:p>
            </p:txBody>
          </p:sp>
          <p:sp>
            <p:nvSpPr>
              <p:cNvPr id="44" name="Rectangle 26"/>
              <p:cNvSpPr>
                <a:spLocks noChangeArrowheads="1"/>
              </p:cNvSpPr>
              <p:nvPr/>
            </p:nvSpPr>
            <p:spPr bwMode="auto">
              <a:xfrm>
                <a:off x="3029" y="138"/>
                <a:ext cx="246" cy="364"/>
              </a:xfrm>
              <a:prstGeom prst="rect">
                <a:avLst/>
              </a:prstGeom>
              <a:solidFill>
                <a:srgbClr val="C1CEFF"/>
              </a:solidFill>
              <a:ln w="12700">
                <a:solidFill>
                  <a:srgbClr val="C1CE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a:effectLst>
                    <a:outerShdw blurRad="38100" dist="38100" dir="2700000" algn="tl">
                      <a:srgbClr val="000000">
                        <a:alpha val="43137"/>
                      </a:srgbClr>
                    </a:outerShdw>
                  </a:effectLst>
                  <a:ea typeface="ＭＳ Ｐゴシック" pitchFamily="34" charset="-128"/>
                  <a:cs typeface="+mn-cs"/>
                </a:endParaRPr>
              </a:p>
            </p:txBody>
          </p:sp>
        </p:grpSp>
        <p:sp>
          <p:nvSpPr>
            <p:cNvPr id="40" name="Rectangle 27"/>
            <p:cNvSpPr>
              <a:spLocks noChangeArrowheads="1"/>
            </p:cNvSpPr>
            <p:nvPr/>
          </p:nvSpPr>
          <p:spPr bwMode="auto">
            <a:xfrm>
              <a:off x="3970338" y="2098676"/>
              <a:ext cx="2068512" cy="647226"/>
            </a:xfrm>
            <a:prstGeom prst="rect">
              <a:avLst/>
            </a:prstGeom>
            <a:noFill/>
            <a:ln>
              <a:noFill/>
            </a:ln>
            <a:effectLst/>
            <a:extLst>
              <a:ext uri="{909E8E84-426E-40DD-AFC4-6F175D3DCCD1}">
                <a14:hiddenFill xmlns:a14="http://schemas.microsoft.com/office/drawing/2010/main">
                  <a:solidFill>
                    <a:srgbClr val="000000"/>
                  </a:solidFill>
                </a14:hiddenFill>
              </a:ext>
              <a:ext uri="{91240B29-F687-4F45-9708-019B960494DF}">
                <a14:hiddenLine xmlns:a14="http://schemas.microsoft.com/office/drawing/2010/main" w="12700">
                  <a:solidFill>
                    <a:srgbClr val="FCFEB9"/>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0488" tIns="44450" rIns="90488" bIns="44450">
              <a:spAutoFit/>
            </a:bodyPr>
            <a:lstStyle/>
            <a:p>
              <a:pPr algn="ctr">
                <a:lnSpc>
                  <a:spcPct val="85000"/>
                </a:lnSpc>
              </a:pPr>
              <a:r>
                <a:rPr lang="en-US" sz="1600" dirty="0"/>
                <a:t> </a:t>
              </a:r>
              <a:r>
                <a:rPr lang="en-US" sz="1600" b="1" dirty="0"/>
                <a:t>Reject</a:t>
              </a:r>
            </a:p>
            <a:p>
              <a:pPr algn="ctr" eaLnBrk="1" hangingPunct="1">
                <a:lnSpc>
                  <a:spcPct val="85000"/>
                </a:lnSpc>
              </a:pPr>
              <a:endParaRPr lang="en-US" sz="1600" dirty="0"/>
            </a:p>
          </p:txBody>
        </p:sp>
        <p:sp>
          <p:nvSpPr>
            <p:cNvPr id="41" name="Rectangle 28"/>
            <p:cNvSpPr>
              <a:spLocks noChangeArrowheads="1"/>
            </p:cNvSpPr>
            <p:nvPr/>
          </p:nvSpPr>
          <p:spPr bwMode="auto">
            <a:xfrm>
              <a:off x="2703512" y="5403850"/>
              <a:ext cx="1276846" cy="426536"/>
            </a:xfrm>
            <a:prstGeom prst="rect">
              <a:avLst/>
            </a:prstGeom>
            <a:solidFill>
              <a:schemeClr val="bg1"/>
            </a:solidFill>
            <a:ln>
              <a:noFill/>
            </a:ln>
            <a:effectLst/>
            <a:extLst>
              <a:ext uri="{91240B29-F687-4F45-9708-019B960494DF}">
                <a14:hiddenLine xmlns:a14="http://schemas.microsoft.com/office/drawing/2010/main" w="12700">
                  <a:solidFill>
                    <a:srgbClr val="FCFEB9"/>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8" tIns="44450" rIns="90488" bIns="44450">
              <a:spAutoFit/>
            </a:bodyPr>
            <a:lstStyle/>
            <a:p>
              <a:pPr>
                <a:lnSpc>
                  <a:spcPct val="90000"/>
                </a:lnSpc>
              </a:pPr>
              <a:r>
                <a:rPr lang="en-US" b="1" i="1" dirty="0">
                  <a:latin typeface="Times New Roman" charset="0"/>
                </a:rPr>
                <a:t>X</a:t>
              </a:r>
              <a:r>
                <a:rPr lang="en-US" b="1" baseline="30000" dirty="0"/>
                <a:t>2</a:t>
              </a:r>
              <a:r>
                <a:rPr lang="en-US" b="1" dirty="0"/>
                <a:t> = 9.48</a:t>
              </a:r>
            </a:p>
          </p:txBody>
        </p:sp>
      </p:grpSp>
      <p:sp>
        <p:nvSpPr>
          <p:cNvPr id="2" name="Slide Number Placeholder 1"/>
          <p:cNvSpPr>
            <a:spLocks noGrp="1"/>
          </p:cNvSpPr>
          <p:nvPr>
            <p:ph type="sldNum" sz="quarter" idx="10"/>
          </p:nvPr>
        </p:nvSpPr>
        <p:spPr/>
        <p:txBody>
          <a:bodyPr/>
          <a:lstStyle/>
          <a:p>
            <a:pPr>
              <a:defRPr/>
            </a:pPr>
            <a:fld id="{72AD96D6-FCAC-BF48-A744-D10BE5BBB539}" type="slidenum">
              <a:rPr lang="en-US" smtClean="0"/>
              <a:pPr>
                <a:defRPr/>
              </a:pPr>
              <a:t>27</a:t>
            </a:fld>
            <a:endParaRPr lang="en-US"/>
          </a:p>
        </p:txBody>
      </p:sp>
    </p:spTree>
    <p:extLst>
      <p:ext uri="{BB962C8B-B14F-4D97-AF65-F5344CB8AC3E}">
        <p14:creationId xmlns:p14="http://schemas.microsoft.com/office/powerpoint/2010/main" val="4225512260"/>
      </p:ext>
    </p:extLst>
  </p:cSld>
  <p:clrMapOvr>
    <a:masterClrMapping/>
  </p:clrMapOvr>
  <p:transition>
    <p:wipe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76819"/>
                                        </p:tgtEl>
                                        <p:attrNameLst>
                                          <p:attrName>style.visibility</p:attrName>
                                        </p:attrNameLst>
                                      </p:cBhvr>
                                      <p:to>
                                        <p:strVal val="visible"/>
                                      </p:to>
                                    </p:set>
                                    <p:anim calcmode="lin" valueType="num">
                                      <p:cBhvr additive="base">
                                        <p:cTn id="7" dur="500"/>
                                        <p:tgtEl>
                                          <p:spTgt spid="76819"/>
                                        </p:tgtEl>
                                        <p:attrNameLst>
                                          <p:attrName>ppt_y</p:attrName>
                                        </p:attrNameLst>
                                      </p:cBhvr>
                                      <p:tavLst>
                                        <p:tav tm="0">
                                          <p:val>
                                            <p:strVal val="#ppt_y+#ppt_h*1.125000"/>
                                          </p:val>
                                        </p:tav>
                                        <p:tav tm="100000">
                                          <p:val>
                                            <p:strVal val="#ppt_y"/>
                                          </p:val>
                                        </p:tav>
                                      </p:tavLst>
                                    </p:anim>
                                    <p:animEffect transition="in" filter="wipe(up)">
                                      <p:cBhvr>
                                        <p:cTn id="8" dur="500"/>
                                        <p:tgtEl>
                                          <p:spTgt spid="76819"/>
                                        </p:tgtEl>
                                      </p:cBhvr>
                                    </p:animEffect>
                                  </p:childTnLst>
                                </p:cTn>
                              </p:par>
                            </p:childTnLst>
                          </p:cTn>
                        </p:par>
                      </p:childTnLst>
                    </p:cTn>
                  </p:par>
                  <p:par>
                    <p:cTn id="9" fill="hold">
                      <p:stCondLst>
                        <p:cond delay="indefinite"/>
                      </p:stCondLst>
                      <p:childTnLst>
                        <p:par>
                          <p:cTn id="10" fill="hold">
                            <p:stCondLst>
                              <p:cond delay="0"/>
                            </p:stCondLst>
                            <p:childTnLst>
                              <p:par>
                                <p:cTn id="11" presetID="14" presetClass="entr" presetSubtype="10" fill="hold" nodeType="clickEffect">
                                  <p:stCondLst>
                                    <p:cond delay="0"/>
                                  </p:stCondLst>
                                  <p:childTnLst>
                                    <p:set>
                                      <p:cBhvr>
                                        <p:cTn id="12" dur="1" fill="hold">
                                          <p:stCondLst>
                                            <p:cond delay="0"/>
                                          </p:stCondLst>
                                        </p:cTn>
                                        <p:tgtEl>
                                          <p:spTgt spid="22"/>
                                        </p:tgtEl>
                                        <p:attrNameLst>
                                          <p:attrName>style.visibility</p:attrName>
                                        </p:attrNameLst>
                                      </p:cBhvr>
                                      <p:to>
                                        <p:strVal val="visible"/>
                                      </p:to>
                                    </p:set>
                                    <p:animEffect transition="in" filter="randombar(horizontal)">
                                      <p:cBhvr>
                                        <p:cTn id="13"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6819"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18" name="Rectangle 18"/>
          <p:cNvSpPr>
            <a:spLocks noChangeArrowheads="1"/>
          </p:cNvSpPr>
          <p:nvPr/>
        </p:nvSpPr>
        <p:spPr bwMode="auto">
          <a:xfrm>
            <a:off x="1631504" y="4005064"/>
            <a:ext cx="8784976" cy="2188804"/>
          </a:xfrm>
          <a:prstGeom prst="rect">
            <a:avLst/>
          </a:prstGeom>
          <a:noFill/>
          <a:ln>
            <a:noFill/>
          </a:ln>
          <a:effectLst/>
          <a:extLst>
            <a:ext uri="{909E8E84-426E-40DD-AFC4-6F175D3DCCD1}">
              <a14:hiddenFill xmlns:a14="http://schemas.microsoft.com/office/drawing/2010/main">
                <a:solidFill>
                  <a:srgbClr val="000000"/>
                </a:solidFill>
              </a14:hiddenFill>
            </a:ext>
            <a:ext uri="{91240B29-F687-4F45-9708-019B960494DF}">
              <a14:hiddenLine xmlns:a14="http://schemas.microsoft.com/office/drawing/2010/main" w="12700">
                <a:solidFill>
                  <a:srgbClr val="FCFEB9"/>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a:lnSpc>
                <a:spcPct val="90000"/>
              </a:lnSpc>
            </a:pPr>
            <a:r>
              <a:rPr lang="en-US" sz="3200" dirty="0">
                <a:solidFill>
                  <a:srgbClr val="000000"/>
                </a:solidFill>
                <a:effectLst>
                  <a:outerShdw blurRad="38100" dist="38100" dir="2700000" algn="tl">
                    <a:srgbClr val="DDDDDD"/>
                  </a:outerShdw>
                </a:effectLst>
              </a:rPr>
              <a:t>vi. Based on the result, state the conclusion:</a:t>
            </a:r>
          </a:p>
          <a:p>
            <a:pPr>
              <a:lnSpc>
                <a:spcPct val="90000"/>
              </a:lnSpc>
            </a:pPr>
            <a:endParaRPr lang="en-US" sz="3200" dirty="0">
              <a:solidFill>
                <a:srgbClr val="000000"/>
              </a:solidFill>
              <a:effectLst>
                <a:outerShdw blurRad="38100" dist="38100" dir="2700000" algn="tl">
                  <a:srgbClr val="DDDDDD"/>
                </a:outerShdw>
              </a:effectLst>
            </a:endParaRPr>
          </a:p>
          <a:p>
            <a:pPr>
              <a:lnSpc>
                <a:spcPct val="110000"/>
              </a:lnSpc>
            </a:pPr>
            <a:r>
              <a:rPr lang="en-US" sz="2400" b="1" dirty="0">
                <a:solidFill>
                  <a:srgbClr val="0000FF"/>
                </a:solidFill>
                <a:effectLst>
                  <a:outerShdw blurRad="38100" dist="38100" dir="2700000" algn="tl">
                    <a:srgbClr val="DDDDDD"/>
                  </a:outerShdw>
                </a:effectLst>
              </a:rPr>
              <a:t>Test statistic falls within the critical region, therefore we reject hypothesis null. That is, we reject claim that the accidents occur with equal proportions (frequency) on  the 5 workdays.</a:t>
            </a:r>
          </a:p>
        </p:txBody>
      </p:sp>
      <p:sp>
        <p:nvSpPr>
          <p:cNvPr id="21" name="TextBox 20"/>
          <p:cNvSpPr txBox="1"/>
          <p:nvPr/>
        </p:nvSpPr>
        <p:spPr>
          <a:xfrm>
            <a:off x="3719736" y="332656"/>
            <a:ext cx="6408712" cy="707886"/>
          </a:xfrm>
          <a:prstGeom prst="rect">
            <a:avLst/>
          </a:prstGeom>
        </p:spPr>
        <p:style>
          <a:lnRef idx="2">
            <a:schemeClr val="accent3"/>
          </a:lnRef>
          <a:fillRef idx="1">
            <a:schemeClr val="lt1"/>
          </a:fillRef>
          <a:effectRef idx="0">
            <a:schemeClr val="accent3"/>
          </a:effectRef>
          <a:fontRef idx="minor">
            <a:schemeClr val="dk1"/>
          </a:fontRef>
        </p:style>
        <p:txBody>
          <a:bodyPr wrap="square" rtlCol="0">
            <a:spAutoFit/>
          </a:bodyPr>
          <a:lstStyle/>
          <a:p>
            <a:pPr algn="ctr"/>
            <a:r>
              <a:rPr lang="en-US" sz="4000" dirty="0"/>
              <a:t>Example 1 – Solution </a:t>
            </a:r>
            <a:r>
              <a:rPr lang="en-US" dirty="0"/>
              <a:t>(cont.)</a:t>
            </a:r>
          </a:p>
        </p:txBody>
      </p:sp>
      <p:grpSp>
        <p:nvGrpSpPr>
          <p:cNvPr id="22" name="Group 21"/>
          <p:cNvGrpSpPr/>
          <p:nvPr/>
        </p:nvGrpSpPr>
        <p:grpSpPr>
          <a:xfrm>
            <a:off x="2063552" y="1340768"/>
            <a:ext cx="6192688" cy="2664296"/>
            <a:chOff x="611560" y="1879600"/>
            <a:chExt cx="8507040" cy="4213697"/>
          </a:xfrm>
        </p:grpSpPr>
        <p:sp>
          <p:nvSpPr>
            <p:cNvPr id="23" name="Rectangle 2"/>
            <p:cNvSpPr>
              <a:spLocks noChangeArrowheads="1"/>
            </p:cNvSpPr>
            <p:nvPr/>
          </p:nvSpPr>
          <p:spPr bwMode="auto">
            <a:xfrm>
              <a:off x="611560" y="1879601"/>
              <a:ext cx="8507040" cy="4213696"/>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a:effectLst>
                  <a:outerShdw blurRad="38100" dist="38100" dir="2700000" algn="tl">
                    <a:srgbClr val="000000">
                      <a:alpha val="43137"/>
                    </a:srgbClr>
                  </a:outerShdw>
                </a:effectLst>
                <a:ea typeface="ＭＳ Ｐゴシック" pitchFamily="34" charset="-128"/>
                <a:cs typeface="+mn-cs"/>
              </a:endParaRPr>
            </a:p>
          </p:txBody>
        </p:sp>
        <p:sp>
          <p:nvSpPr>
            <p:cNvPr id="24" name="Rectangle 3"/>
            <p:cNvSpPr>
              <a:spLocks noChangeArrowheads="1"/>
            </p:cNvSpPr>
            <p:nvPr/>
          </p:nvSpPr>
          <p:spPr bwMode="auto">
            <a:xfrm>
              <a:off x="1644650" y="1879600"/>
              <a:ext cx="428625" cy="368300"/>
            </a:xfrm>
            <a:prstGeom prst="rect">
              <a:avLst/>
            </a:prstGeom>
            <a:solidFill>
              <a:schemeClr val="bg1"/>
            </a:solidFill>
            <a:ln>
              <a:noFill/>
            </a:ln>
            <a:effectLst/>
            <a:extLst>
              <a:ext uri="{91240B29-F687-4F45-9708-019B960494DF}">
                <a14:hiddenLine xmlns:a14="http://schemas.microsoft.com/office/drawing/2010/main" w="12700">
                  <a:solidFill>
                    <a:srgbClr val="FCFEB9"/>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a:effectLst>
                  <a:outerShdw blurRad="38100" dist="38100" dir="2700000" algn="tl">
                    <a:srgbClr val="000000">
                      <a:alpha val="43137"/>
                    </a:srgbClr>
                  </a:outerShdw>
                </a:effectLst>
                <a:ea typeface="ＭＳ Ｐゴシック" pitchFamily="34" charset="-128"/>
                <a:cs typeface="+mn-cs"/>
              </a:endParaRPr>
            </a:p>
          </p:txBody>
        </p:sp>
        <p:sp>
          <p:nvSpPr>
            <p:cNvPr id="25" name="Rectangle 4"/>
            <p:cNvSpPr>
              <a:spLocks noChangeArrowheads="1"/>
            </p:cNvSpPr>
            <p:nvPr/>
          </p:nvSpPr>
          <p:spPr bwMode="auto">
            <a:xfrm>
              <a:off x="1803400" y="2565400"/>
              <a:ext cx="381000" cy="266700"/>
            </a:xfrm>
            <a:prstGeom prst="rect">
              <a:avLst/>
            </a:prstGeom>
            <a:solidFill>
              <a:schemeClr val="bg1"/>
            </a:solidFill>
            <a:ln>
              <a:noFill/>
            </a:ln>
            <a:effectLst/>
            <a:extLst>
              <a:ext uri="{91240B29-F687-4F45-9708-019B960494DF}">
                <a14:hiddenLine xmlns:a14="http://schemas.microsoft.com/office/drawing/2010/main" w="12700">
                  <a:solidFill>
                    <a:srgbClr val="FCFEB9"/>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a:effectLst>
                  <a:outerShdw blurRad="38100" dist="38100" dir="2700000" algn="tl">
                    <a:srgbClr val="000000">
                      <a:alpha val="43137"/>
                    </a:srgbClr>
                  </a:outerShdw>
                </a:effectLst>
                <a:ea typeface="ＭＳ Ｐゴシック" pitchFamily="34" charset="-128"/>
                <a:cs typeface="+mn-cs"/>
              </a:endParaRPr>
            </a:p>
          </p:txBody>
        </p:sp>
        <p:sp>
          <p:nvSpPr>
            <p:cNvPr id="26" name="Rectangle 5"/>
            <p:cNvSpPr>
              <a:spLocks noChangeArrowheads="1"/>
            </p:cNvSpPr>
            <p:nvPr/>
          </p:nvSpPr>
          <p:spPr bwMode="auto">
            <a:xfrm>
              <a:off x="5172035" y="5613400"/>
              <a:ext cx="3858864" cy="374650"/>
            </a:xfrm>
            <a:prstGeom prst="rect">
              <a:avLst/>
            </a:prstGeom>
            <a:solidFill>
              <a:srgbClr val="FFFFFF"/>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a:effectLst>
                  <a:outerShdw blurRad="38100" dist="38100" dir="2700000" algn="tl">
                    <a:srgbClr val="000000">
                      <a:alpha val="43137"/>
                    </a:srgbClr>
                  </a:outerShdw>
                </a:effectLst>
                <a:ea typeface="ＭＳ Ｐゴシック" pitchFamily="34" charset="-128"/>
                <a:cs typeface="+mn-cs"/>
              </a:endParaRPr>
            </a:p>
          </p:txBody>
        </p:sp>
        <p:sp>
          <p:nvSpPr>
            <p:cNvPr id="27" name="Freeform 6"/>
            <p:cNvSpPr>
              <a:spLocks/>
            </p:cNvSpPr>
            <p:nvPr/>
          </p:nvSpPr>
          <p:spPr bwMode="auto">
            <a:xfrm>
              <a:off x="3613150" y="4953000"/>
              <a:ext cx="1277938" cy="153988"/>
            </a:xfrm>
            <a:custGeom>
              <a:avLst/>
              <a:gdLst>
                <a:gd name="T0" fmla="*/ 0 w 805"/>
                <a:gd name="T1" fmla="*/ 152400 h 97"/>
                <a:gd name="T2" fmla="*/ 0 w 805"/>
                <a:gd name="T3" fmla="*/ 0 h 97"/>
                <a:gd name="T4" fmla="*/ 271463 w 805"/>
                <a:gd name="T5" fmla="*/ 44450 h 97"/>
                <a:gd name="T6" fmla="*/ 606425 w 805"/>
                <a:gd name="T7" fmla="*/ 95250 h 97"/>
                <a:gd name="T8" fmla="*/ 1055688 w 805"/>
                <a:gd name="T9" fmla="*/ 107950 h 97"/>
                <a:gd name="T10" fmla="*/ 1270000 w 805"/>
                <a:gd name="T11" fmla="*/ 114300 h 97"/>
                <a:gd name="T12" fmla="*/ 1276350 w 805"/>
                <a:gd name="T13" fmla="*/ 152400 h 97"/>
                <a:gd name="T14" fmla="*/ 0 w 805"/>
                <a:gd name="T15" fmla="*/ 152400 h 9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805" h="97">
                  <a:moveTo>
                    <a:pt x="0" y="96"/>
                  </a:moveTo>
                  <a:lnTo>
                    <a:pt x="0" y="0"/>
                  </a:lnTo>
                  <a:lnTo>
                    <a:pt x="171" y="28"/>
                  </a:lnTo>
                  <a:lnTo>
                    <a:pt x="382" y="60"/>
                  </a:lnTo>
                  <a:lnTo>
                    <a:pt x="665" y="68"/>
                  </a:lnTo>
                  <a:lnTo>
                    <a:pt x="800" y="72"/>
                  </a:lnTo>
                  <a:lnTo>
                    <a:pt x="804" y="96"/>
                  </a:lnTo>
                  <a:lnTo>
                    <a:pt x="0" y="96"/>
                  </a:lnTo>
                </a:path>
              </a:pathLst>
            </a:custGeom>
            <a:solidFill>
              <a:srgbClr val="C1CEFF"/>
            </a:solidFill>
            <a:ln w="12700" cap="rnd" cmpd="sng">
              <a:solidFill>
                <a:schemeClr val="accent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8" name="Line 7"/>
            <p:cNvSpPr>
              <a:spLocks noChangeShapeType="1"/>
            </p:cNvSpPr>
            <p:nvPr/>
          </p:nvSpPr>
          <p:spPr bwMode="auto">
            <a:xfrm>
              <a:off x="3613150" y="5156200"/>
              <a:ext cx="0" cy="508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a:effectLst>
                  <a:outerShdw blurRad="38100" dist="38100" dir="2700000" algn="tl">
                    <a:srgbClr val="000000">
                      <a:alpha val="43137"/>
                    </a:srgbClr>
                  </a:outerShdw>
                </a:effectLst>
                <a:ea typeface="ＭＳ Ｐゴシック" pitchFamily="34" charset="-128"/>
                <a:cs typeface="+mn-cs"/>
              </a:endParaRPr>
            </a:p>
          </p:txBody>
        </p:sp>
        <p:sp>
          <p:nvSpPr>
            <p:cNvPr id="29" name="Rectangle 8"/>
            <p:cNvSpPr>
              <a:spLocks noChangeArrowheads="1"/>
            </p:cNvSpPr>
            <p:nvPr/>
          </p:nvSpPr>
          <p:spPr bwMode="auto">
            <a:xfrm>
              <a:off x="830264" y="5211763"/>
              <a:ext cx="411791" cy="536249"/>
            </a:xfrm>
            <a:prstGeom prst="rect">
              <a:avLst/>
            </a:prstGeom>
            <a:solidFill>
              <a:schemeClr val="bg1"/>
            </a:solidFill>
            <a:ln>
              <a:noFill/>
            </a:ln>
            <a:effectLst/>
            <a:extLst>
              <a:ext uri="{91240B29-F687-4F45-9708-019B960494DF}">
                <a14:hiddenLine xmlns:a14="http://schemas.microsoft.com/office/drawing/2010/main" w="12700">
                  <a:solidFill>
                    <a:srgbClr val="FCFEB9"/>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8" tIns="44450" rIns="90488" bIns="44450">
              <a:spAutoFit/>
            </a:bodyPr>
            <a:lstStyle/>
            <a:p>
              <a:pPr>
                <a:lnSpc>
                  <a:spcPct val="90000"/>
                </a:lnSpc>
              </a:pPr>
              <a:r>
                <a:rPr lang="en-US"/>
                <a:t>0</a:t>
              </a:r>
            </a:p>
          </p:txBody>
        </p:sp>
        <p:sp>
          <p:nvSpPr>
            <p:cNvPr id="30" name="Rectangle 9"/>
            <p:cNvSpPr>
              <a:spLocks noChangeArrowheads="1"/>
            </p:cNvSpPr>
            <p:nvPr/>
          </p:nvSpPr>
          <p:spPr bwMode="auto">
            <a:xfrm>
              <a:off x="5260756" y="5523878"/>
              <a:ext cx="3482196" cy="536249"/>
            </a:xfrm>
            <a:prstGeom prst="rect">
              <a:avLst/>
            </a:prstGeom>
            <a:noFill/>
            <a:ln>
              <a:noFill/>
            </a:ln>
            <a:effectLst/>
            <a:extLst>
              <a:ext uri="{909E8E84-426E-40DD-AFC4-6F175D3DCCD1}">
                <a14:hiddenFill xmlns:a14="http://schemas.microsoft.com/office/drawing/2010/main">
                  <a:solidFill>
                    <a:srgbClr val="000000"/>
                  </a:solidFill>
                </a14:hiddenFill>
              </a:ext>
              <a:ext uri="{91240B29-F687-4F45-9708-019B960494DF}">
                <a14:hiddenLine xmlns:a14="http://schemas.microsoft.com/office/drawing/2010/main" w="12700">
                  <a:solidFill>
                    <a:srgbClr val="FCFEB9"/>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lIns="90488" tIns="44450" rIns="90488" bIns="44450">
              <a:spAutoFit/>
            </a:bodyPr>
            <a:lstStyle/>
            <a:p>
              <a:pPr>
                <a:lnSpc>
                  <a:spcPct val="90000"/>
                </a:lnSpc>
              </a:pPr>
              <a:r>
                <a:rPr lang="en-US" b="1" dirty="0"/>
                <a:t>Sample data: </a:t>
              </a:r>
              <a:r>
                <a:rPr lang="en-US" b="1" i="1" dirty="0">
                  <a:latin typeface="Times New Roman" charset="0"/>
                </a:rPr>
                <a:t>X</a:t>
              </a:r>
              <a:r>
                <a:rPr lang="en-US" b="1" i="1" baseline="30000" dirty="0"/>
                <a:t>2</a:t>
              </a:r>
              <a:r>
                <a:rPr lang="en-US" b="1" i="1" dirty="0"/>
                <a:t> </a:t>
              </a:r>
              <a:r>
                <a:rPr lang="en-US" b="1" dirty="0"/>
                <a:t>=10.653</a:t>
              </a:r>
            </a:p>
          </p:txBody>
        </p:sp>
        <p:sp>
          <p:nvSpPr>
            <p:cNvPr id="31" name="Rectangle 10"/>
            <p:cNvSpPr>
              <a:spLocks noChangeArrowheads="1"/>
            </p:cNvSpPr>
            <p:nvPr/>
          </p:nvSpPr>
          <p:spPr bwMode="auto">
            <a:xfrm>
              <a:off x="4030663" y="4510088"/>
              <a:ext cx="1321251" cy="536249"/>
            </a:xfrm>
            <a:prstGeom prst="rect">
              <a:avLst/>
            </a:prstGeom>
            <a:noFill/>
            <a:ln>
              <a:noFill/>
            </a:ln>
            <a:effectLst/>
            <a:extLst>
              <a:ext uri="{909E8E84-426E-40DD-AFC4-6F175D3DCCD1}">
                <a14:hiddenFill xmlns:a14="http://schemas.microsoft.com/office/drawing/2010/main">
                  <a:solidFill>
                    <a:srgbClr val="000000"/>
                  </a:solidFill>
                </a14:hiddenFill>
              </a:ext>
              <a:ext uri="{91240B29-F687-4F45-9708-019B960494DF}">
                <a14:hiddenLine xmlns:a14="http://schemas.microsoft.com/office/drawing/2010/main" w="12700">
                  <a:solidFill>
                    <a:srgbClr val="FCFEB9"/>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8" tIns="44450" rIns="90488" bIns="44450">
              <a:spAutoFit/>
            </a:bodyPr>
            <a:lstStyle/>
            <a:p>
              <a:pPr>
                <a:lnSpc>
                  <a:spcPct val="90000"/>
                </a:lnSpc>
              </a:pPr>
              <a:r>
                <a:rPr lang="en-US" b="1">
                  <a:latin typeface="Symbol" charset="0"/>
                </a:rPr>
                <a:t></a:t>
              </a:r>
              <a:r>
                <a:rPr lang="en-US" b="1"/>
                <a:t> = 0.05</a:t>
              </a:r>
            </a:p>
          </p:txBody>
        </p:sp>
        <p:sp>
          <p:nvSpPr>
            <p:cNvPr id="32" name="Freeform 11"/>
            <p:cNvSpPr>
              <a:spLocks/>
            </p:cNvSpPr>
            <p:nvPr/>
          </p:nvSpPr>
          <p:spPr bwMode="auto">
            <a:xfrm>
              <a:off x="990600" y="3060700"/>
              <a:ext cx="3900488" cy="2039938"/>
            </a:xfrm>
            <a:custGeom>
              <a:avLst/>
              <a:gdLst>
                <a:gd name="T0" fmla="*/ 0 w 2457"/>
                <a:gd name="T1" fmla="*/ 2038350 h 1285"/>
                <a:gd name="T2" fmla="*/ 88900 w 2457"/>
                <a:gd name="T3" fmla="*/ 1428750 h 1285"/>
                <a:gd name="T4" fmla="*/ 177800 w 2457"/>
                <a:gd name="T5" fmla="*/ 996950 h 1285"/>
                <a:gd name="T6" fmla="*/ 285750 w 2457"/>
                <a:gd name="T7" fmla="*/ 533400 h 1285"/>
                <a:gd name="T8" fmla="*/ 400050 w 2457"/>
                <a:gd name="T9" fmla="*/ 228600 h 1285"/>
                <a:gd name="T10" fmla="*/ 546100 w 2457"/>
                <a:gd name="T11" fmla="*/ 50800 h 1285"/>
                <a:gd name="T12" fmla="*/ 711200 w 2457"/>
                <a:gd name="T13" fmla="*/ 0 h 1285"/>
                <a:gd name="T14" fmla="*/ 831850 w 2457"/>
                <a:gd name="T15" fmla="*/ 57150 h 1285"/>
                <a:gd name="T16" fmla="*/ 965200 w 2457"/>
                <a:gd name="T17" fmla="*/ 215900 h 1285"/>
                <a:gd name="T18" fmla="*/ 1130300 w 2457"/>
                <a:gd name="T19" fmla="*/ 482600 h 1285"/>
                <a:gd name="T20" fmla="*/ 1333500 w 2457"/>
                <a:gd name="T21" fmla="*/ 825500 h 1285"/>
                <a:gd name="T22" fmla="*/ 1511300 w 2457"/>
                <a:gd name="T23" fmla="*/ 1085850 h 1285"/>
                <a:gd name="T24" fmla="*/ 1797050 w 2457"/>
                <a:gd name="T25" fmla="*/ 1460500 h 1285"/>
                <a:gd name="T26" fmla="*/ 2019300 w 2457"/>
                <a:gd name="T27" fmla="*/ 1644650 h 1285"/>
                <a:gd name="T28" fmla="*/ 2209800 w 2457"/>
                <a:gd name="T29" fmla="*/ 1771650 h 1285"/>
                <a:gd name="T30" fmla="*/ 2520950 w 2457"/>
                <a:gd name="T31" fmla="*/ 1873250 h 1285"/>
                <a:gd name="T32" fmla="*/ 2870200 w 2457"/>
                <a:gd name="T33" fmla="*/ 1949450 h 1285"/>
                <a:gd name="T34" fmla="*/ 3194050 w 2457"/>
                <a:gd name="T35" fmla="*/ 1981200 h 1285"/>
                <a:gd name="T36" fmla="*/ 3556000 w 2457"/>
                <a:gd name="T37" fmla="*/ 2000250 h 1285"/>
                <a:gd name="T38" fmla="*/ 3898900 w 2457"/>
                <a:gd name="T39" fmla="*/ 2012950 h 1285"/>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2457" h="1285">
                  <a:moveTo>
                    <a:pt x="0" y="1284"/>
                  </a:moveTo>
                  <a:lnTo>
                    <a:pt x="56" y="900"/>
                  </a:lnTo>
                  <a:lnTo>
                    <a:pt x="112" y="628"/>
                  </a:lnTo>
                  <a:lnTo>
                    <a:pt x="180" y="336"/>
                  </a:lnTo>
                  <a:lnTo>
                    <a:pt x="252" y="144"/>
                  </a:lnTo>
                  <a:lnTo>
                    <a:pt x="344" y="32"/>
                  </a:lnTo>
                  <a:lnTo>
                    <a:pt x="448" y="0"/>
                  </a:lnTo>
                  <a:lnTo>
                    <a:pt x="524" y="36"/>
                  </a:lnTo>
                  <a:lnTo>
                    <a:pt x="608" y="136"/>
                  </a:lnTo>
                  <a:lnTo>
                    <a:pt x="712" y="304"/>
                  </a:lnTo>
                  <a:lnTo>
                    <a:pt x="840" y="520"/>
                  </a:lnTo>
                  <a:lnTo>
                    <a:pt x="952" y="684"/>
                  </a:lnTo>
                  <a:lnTo>
                    <a:pt x="1132" y="920"/>
                  </a:lnTo>
                  <a:lnTo>
                    <a:pt x="1272" y="1036"/>
                  </a:lnTo>
                  <a:lnTo>
                    <a:pt x="1392" y="1116"/>
                  </a:lnTo>
                  <a:lnTo>
                    <a:pt x="1588" y="1180"/>
                  </a:lnTo>
                  <a:lnTo>
                    <a:pt x="1808" y="1228"/>
                  </a:lnTo>
                  <a:lnTo>
                    <a:pt x="2012" y="1248"/>
                  </a:lnTo>
                  <a:lnTo>
                    <a:pt x="2240" y="1260"/>
                  </a:lnTo>
                  <a:lnTo>
                    <a:pt x="2456" y="1268"/>
                  </a:lnTo>
                </a:path>
              </a:pathLst>
            </a:custGeom>
            <a:noFill/>
            <a:ln w="50800" cap="rnd" cmpd="sng">
              <a:solidFill>
                <a:schemeClr val="accent1"/>
              </a:solidFill>
              <a:prstDash val="solid"/>
              <a:round/>
              <a:headEnd type="none" w="med" len="med"/>
              <a:tailEnd type="none" w="med" len="med"/>
            </a:ln>
            <a:effectLst/>
            <a:extLst>
              <a:ext uri="{909E8E84-426E-40DD-AFC4-6F175D3DCCD1}">
                <a14:hiddenFill xmlns:a14="http://schemas.microsoft.com/office/drawing/2010/main">
                  <a:solidFill>
                    <a:srgbClr val="0000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nvGrpSpPr>
            <p:cNvPr id="33" name="Group 12"/>
            <p:cNvGrpSpPr>
              <a:grpSpLocks/>
            </p:cNvGrpSpPr>
            <p:nvPr/>
          </p:nvGrpSpPr>
          <p:grpSpPr bwMode="auto">
            <a:xfrm>
              <a:off x="946150" y="2368550"/>
              <a:ext cx="4017963" cy="2755900"/>
              <a:chOff x="612" y="308"/>
              <a:chExt cx="2531" cy="1736"/>
            </a:xfrm>
          </p:grpSpPr>
          <p:sp>
            <p:nvSpPr>
              <p:cNvPr id="48" name="Line 13"/>
              <p:cNvSpPr>
                <a:spLocks noChangeShapeType="1"/>
              </p:cNvSpPr>
              <p:nvPr/>
            </p:nvSpPr>
            <p:spPr bwMode="auto">
              <a:xfrm>
                <a:off x="620" y="2036"/>
                <a:ext cx="2523"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a:effectLst>
                    <a:outerShdw blurRad="38100" dist="38100" dir="2700000" algn="tl">
                      <a:srgbClr val="000000">
                        <a:alpha val="43137"/>
                      </a:srgbClr>
                    </a:outerShdw>
                  </a:effectLst>
                  <a:ea typeface="ＭＳ Ｐゴシック" pitchFamily="34" charset="-128"/>
                  <a:cs typeface="+mn-cs"/>
                </a:endParaRPr>
              </a:p>
            </p:txBody>
          </p:sp>
          <p:sp>
            <p:nvSpPr>
              <p:cNvPr id="49" name="Line 14"/>
              <p:cNvSpPr>
                <a:spLocks noChangeShapeType="1"/>
              </p:cNvSpPr>
              <p:nvPr/>
            </p:nvSpPr>
            <p:spPr bwMode="auto">
              <a:xfrm flipV="1">
                <a:off x="612" y="308"/>
                <a:ext cx="0" cy="1736"/>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a:effectLst>
                    <a:outerShdw blurRad="38100" dist="38100" dir="2700000" algn="tl">
                      <a:srgbClr val="000000">
                        <a:alpha val="43137"/>
                      </a:srgbClr>
                    </a:outerShdw>
                  </a:effectLst>
                  <a:ea typeface="ＭＳ Ｐゴシック" pitchFamily="34" charset="-128"/>
                  <a:cs typeface="+mn-cs"/>
                </a:endParaRPr>
              </a:p>
            </p:txBody>
          </p:sp>
        </p:grpSp>
        <p:sp>
          <p:nvSpPr>
            <p:cNvPr id="34" name="Line 15"/>
            <p:cNvSpPr>
              <a:spLocks noChangeShapeType="1"/>
            </p:cNvSpPr>
            <p:nvPr/>
          </p:nvSpPr>
          <p:spPr bwMode="auto">
            <a:xfrm flipV="1">
              <a:off x="3613150" y="2012950"/>
              <a:ext cx="0" cy="28321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a:effectLst>
                  <a:outerShdw blurRad="38100" dist="38100" dir="2700000" algn="tl">
                    <a:srgbClr val="000000">
                      <a:alpha val="43137"/>
                    </a:srgbClr>
                  </a:outerShdw>
                </a:effectLst>
                <a:ea typeface="ＭＳ Ｐゴシック" pitchFamily="34" charset="-128"/>
                <a:cs typeface="+mn-cs"/>
              </a:endParaRPr>
            </a:p>
          </p:txBody>
        </p:sp>
        <p:sp>
          <p:nvSpPr>
            <p:cNvPr id="35" name="Line 16"/>
            <p:cNvSpPr>
              <a:spLocks noChangeShapeType="1"/>
            </p:cNvSpPr>
            <p:nvPr/>
          </p:nvSpPr>
          <p:spPr bwMode="auto">
            <a:xfrm>
              <a:off x="3994150" y="5143501"/>
              <a:ext cx="0" cy="634999"/>
            </a:xfrm>
            <a:prstGeom prst="line">
              <a:avLst/>
            </a:prstGeom>
            <a:noFill/>
            <a:ln w="38100" cmpd="sng">
              <a:solidFill>
                <a:srgbClr val="FF0000"/>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a:effectLst>
                  <a:outerShdw blurRad="38100" dist="38100" dir="2700000" algn="tl">
                    <a:srgbClr val="000000">
                      <a:alpha val="43137"/>
                    </a:srgbClr>
                  </a:outerShdw>
                </a:effectLst>
                <a:ea typeface="ＭＳ Ｐゴシック" pitchFamily="34" charset="-128"/>
                <a:cs typeface="+mn-cs"/>
              </a:endParaRPr>
            </a:p>
          </p:txBody>
        </p:sp>
        <p:sp>
          <p:nvSpPr>
            <p:cNvPr id="36" name="Line 17"/>
            <p:cNvSpPr>
              <a:spLocks noChangeShapeType="1"/>
            </p:cNvSpPr>
            <p:nvPr/>
          </p:nvSpPr>
          <p:spPr bwMode="auto">
            <a:xfrm>
              <a:off x="4000500" y="5803898"/>
              <a:ext cx="1171536" cy="17646"/>
            </a:xfrm>
            <a:prstGeom prst="line">
              <a:avLst/>
            </a:prstGeom>
            <a:noFill/>
            <a:ln w="38100" cmpd="sng">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a:effectLst>
                  <a:outerShdw blurRad="38100" dist="38100" dir="2700000" algn="tl">
                    <a:srgbClr val="000000">
                      <a:alpha val="43137"/>
                    </a:srgbClr>
                  </a:outerShdw>
                </a:effectLst>
                <a:ea typeface="ＭＳ Ｐゴシック" pitchFamily="34" charset="-128"/>
                <a:cs typeface="+mn-cs"/>
              </a:endParaRPr>
            </a:p>
          </p:txBody>
        </p:sp>
        <p:grpSp>
          <p:nvGrpSpPr>
            <p:cNvPr id="37" name="Group 18"/>
            <p:cNvGrpSpPr>
              <a:grpSpLocks/>
            </p:cNvGrpSpPr>
            <p:nvPr/>
          </p:nvGrpSpPr>
          <p:grpSpPr bwMode="auto">
            <a:xfrm>
              <a:off x="971550" y="1993900"/>
              <a:ext cx="2647950" cy="787400"/>
              <a:chOff x="628" y="72"/>
              <a:chExt cx="1668" cy="496"/>
            </a:xfrm>
          </p:grpSpPr>
          <p:sp>
            <p:nvSpPr>
              <p:cNvPr id="45" name="AutoShape 19"/>
              <p:cNvSpPr>
                <a:spLocks noChangeArrowheads="1"/>
              </p:cNvSpPr>
              <p:nvPr/>
            </p:nvSpPr>
            <p:spPr bwMode="auto">
              <a:xfrm flipH="1">
                <a:off x="628" y="72"/>
                <a:ext cx="702" cy="496"/>
              </a:xfrm>
              <a:prstGeom prst="rightArrow">
                <a:avLst>
                  <a:gd name="adj1" fmla="val 75000"/>
                  <a:gd name="adj2" fmla="val 70773"/>
                </a:avLst>
              </a:prstGeom>
              <a:solidFill>
                <a:srgbClr val="C1CEFF"/>
              </a:solidFill>
              <a:ln w="12700">
                <a:solidFill>
                  <a:srgbClr val="C1CE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a:effectLst>
                    <a:outerShdw blurRad="38100" dist="38100" dir="2700000" algn="tl">
                      <a:srgbClr val="000000">
                        <a:alpha val="43137"/>
                      </a:srgbClr>
                    </a:outerShdw>
                  </a:effectLst>
                  <a:ea typeface="ＭＳ Ｐゴシック" pitchFamily="34" charset="-128"/>
                  <a:cs typeface="+mn-cs"/>
                </a:endParaRPr>
              </a:p>
            </p:txBody>
          </p:sp>
          <p:sp>
            <p:nvSpPr>
              <p:cNvPr id="46" name="AutoShape 20"/>
              <p:cNvSpPr>
                <a:spLocks noChangeArrowheads="1"/>
              </p:cNvSpPr>
              <p:nvPr/>
            </p:nvSpPr>
            <p:spPr bwMode="auto">
              <a:xfrm>
                <a:off x="1594" y="72"/>
                <a:ext cx="702" cy="496"/>
              </a:xfrm>
              <a:prstGeom prst="rightArrow">
                <a:avLst>
                  <a:gd name="adj1" fmla="val 75000"/>
                  <a:gd name="adj2" fmla="val 70773"/>
                </a:avLst>
              </a:prstGeom>
              <a:solidFill>
                <a:srgbClr val="C1CEFF"/>
              </a:solidFill>
              <a:ln w="12700">
                <a:solidFill>
                  <a:srgbClr val="C1CE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a:effectLst>
                    <a:outerShdw blurRad="38100" dist="38100" dir="2700000" algn="tl">
                      <a:srgbClr val="000000">
                        <a:alpha val="43137"/>
                      </a:srgbClr>
                    </a:outerShdw>
                  </a:effectLst>
                  <a:ea typeface="ＭＳ Ｐゴシック" pitchFamily="34" charset="-128"/>
                  <a:cs typeface="+mn-cs"/>
                </a:endParaRPr>
              </a:p>
            </p:txBody>
          </p:sp>
          <p:sp>
            <p:nvSpPr>
              <p:cNvPr id="47" name="Rectangle 21"/>
              <p:cNvSpPr>
                <a:spLocks noChangeArrowheads="1"/>
              </p:cNvSpPr>
              <p:nvPr/>
            </p:nvSpPr>
            <p:spPr bwMode="auto">
              <a:xfrm>
                <a:off x="1337" y="138"/>
                <a:ext cx="246" cy="364"/>
              </a:xfrm>
              <a:prstGeom prst="rect">
                <a:avLst/>
              </a:prstGeom>
              <a:solidFill>
                <a:srgbClr val="C1CEFF"/>
              </a:solidFill>
              <a:ln w="12700">
                <a:solidFill>
                  <a:srgbClr val="C1CE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a:effectLst>
                    <a:outerShdw blurRad="38100" dist="38100" dir="2700000" algn="tl">
                      <a:srgbClr val="000000">
                        <a:alpha val="43137"/>
                      </a:srgbClr>
                    </a:outerShdw>
                  </a:effectLst>
                  <a:ea typeface="ＭＳ Ｐゴシック" pitchFamily="34" charset="-128"/>
                  <a:cs typeface="+mn-cs"/>
                </a:endParaRPr>
              </a:p>
            </p:txBody>
          </p:sp>
        </p:grpSp>
        <p:sp>
          <p:nvSpPr>
            <p:cNvPr id="38" name="Rectangle 22"/>
            <p:cNvSpPr>
              <a:spLocks noChangeArrowheads="1"/>
            </p:cNvSpPr>
            <p:nvPr/>
          </p:nvSpPr>
          <p:spPr bwMode="auto">
            <a:xfrm>
              <a:off x="1208088" y="2060574"/>
              <a:ext cx="2068511" cy="813704"/>
            </a:xfrm>
            <a:prstGeom prst="rect">
              <a:avLst/>
            </a:prstGeom>
            <a:noFill/>
            <a:ln>
              <a:noFill/>
            </a:ln>
            <a:effectLst/>
            <a:extLst>
              <a:ext uri="{909E8E84-426E-40DD-AFC4-6F175D3DCCD1}">
                <a14:hiddenFill xmlns:a14="http://schemas.microsoft.com/office/drawing/2010/main">
                  <a:solidFill>
                    <a:srgbClr val="000000"/>
                  </a:solidFill>
                </a14:hiddenFill>
              </a:ext>
              <a:ext uri="{91240B29-F687-4F45-9708-019B960494DF}">
                <a14:hiddenLine xmlns:a14="http://schemas.microsoft.com/office/drawing/2010/main" w="12700">
                  <a:solidFill>
                    <a:srgbClr val="FCFEB9"/>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0488" tIns="44450" rIns="90488" bIns="44450">
              <a:spAutoFit/>
            </a:bodyPr>
            <a:lstStyle/>
            <a:p>
              <a:pPr algn="ctr">
                <a:lnSpc>
                  <a:spcPct val="85000"/>
                </a:lnSpc>
              </a:pPr>
              <a:r>
                <a:rPr lang="en-US" sz="1600" dirty="0"/>
                <a:t> </a:t>
              </a:r>
              <a:r>
                <a:rPr lang="en-US" sz="1600" b="1" dirty="0"/>
                <a:t>Fail to Reject</a:t>
              </a:r>
            </a:p>
            <a:p>
              <a:pPr algn="ctr" eaLnBrk="1" hangingPunct="1">
                <a:lnSpc>
                  <a:spcPct val="85000"/>
                </a:lnSpc>
              </a:pPr>
              <a:endParaRPr lang="en-US" sz="1600" dirty="0"/>
            </a:p>
          </p:txBody>
        </p:sp>
        <p:grpSp>
          <p:nvGrpSpPr>
            <p:cNvPr id="39" name="Group 23"/>
            <p:cNvGrpSpPr>
              <a:grpSpLocks/>
            </p:cNvGrpSpPr>
            <p:nvPr/>
          </p:nvGrpSpPr>
          <p:grpSpPr bwMode="auto">
            <a:xfrm>
              <a:off x="3657600" y="1993900"/>
              <a:ext cx="2647950" cy="787400"/>
              <a:chOff x="2320" y="72"/>
              <a:chExt cx="1668" cy="496"/>
            </a:xfrm>
          </p:grpSpPr>
          <p:sp>
            <p:nvSpPr>
              <p:cNvPr id="42" name="AutoShape 24"/>
              <p:cNvSpPr>
                <a:spLocks noChangeArrowheads="1"/>
              </p:cNvSpPr>
              <p:nvPr/>
            </p:nvSpPr>
            <p:spPr bwMode="auto">
              <a:xfrm flipH="1">
                <a:off x="2320" y="72"/>
                <a:ext cx="702" cy="496"/>
              </a:xfrm>
              <a:prstGeom prst="rightArrow">
                <a:avLst>
                  <a:gd name="adj1" fmla="val 75000"/>
                  <a:gd name="adj2" fmla="val 70773"/>
                </a:avLst>
              </a:prstGeom>
              <a:solidFill>
                <a:srgbClr val="C1CEFF"/>
              </a:solidFill>
              <a:ln w="12700">
                <a:solidFill>
                  <a:srgbClr val="C1CE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a:effectLst>
                    <a:outerShdw blurRad="38100" dist="38100" dir="2700000" algn="tl">
                      <a:srgbClr val="000000">
                        <a:alpha val="43137"/>
                      </a:srgbClr>
                    </a:outerShdw>
                  </a:effectLst>
                  <a:ea typeface="ＭＳ Ｐゴシック" pitchFamily="34" charset="-128"/>
                  <a:cs typeface="+mn-cs"/>
                </a:endParaRPr>
              </a:p>
            </p:txBody>
          </p:sp>
          <p:sp>
            <p:nvSpPr>
              <p:cNvPr id="43" name="AutoShape 25"/>
              <p:cNvSpPr>
                <a:spLocks noChangeArrowheads="1"/>
              </p:cNvSpPr>
              <p:nvPr/>
            </p:nvSpPr>
            <p:spPr bwMode="auto">
              <a:xfrm>
                <a:off x="3286" y="72"/>
                <a:ext cx="702" cy="496"/>
              </a:xfrm>
              <a:prstGeom prst="rightArrow">
                <a:avLst>
                  <a:gd name="adj1" fmla="val 75000"/>
                  <a:gd name="adj2" fmla="val 70773"/>
                </a:avLst>
              </a:prstGeom>
              <a:solidFill>
                <a:srgbClr val="C1CEFF"/>
              </a:solidFill>
              <a:ln w="12700">
                <a:solidFill>
                  <a:srgbClr val="C1CE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a:effectLst>
                    <a:outerShdw blurRad="38100" dist="38100" dir="2700000" algn="tl">
                      <a:srgbClr val="000000">
                        <a:alpha val="43137"/>
                      </a:srgbClr>
                    </a:outerShdw>
                  </a:effectLst>
                  <a:ea typeface="ＭＳ Ｐゴシック" pitchFamily="34" charset="-128"/>
                  <a:cs typeface="+mn-cs"/>
                </a:endParaRPr>
              </a:p>
            </p:txBody>
          </p:sp>
          <p:sp>
            <p:nvSpPr>
              <p:cNvPr id="44" name="Rectangle 26"/>
              <p:cNvSpPr>
                <a:spLocks noChangeArrowheads="1"/>
              </p:cNvSpPr>
              <p:nvPr/>
            </p:nvSpPr>
            <p:spPr bwMode="auto">
              <a:xfrm>
                <a:off x="3029" y="138"/>
                <a:ext cx="246" cy="364"/>
              </a:xfrm>
              <a:prstGeom prst="rect">
                <a:avLst/>
              </a:prstGeom>
              <a:solidFill>
                <a:srgbClr val="C1CEFF"/>
              </a:solidFill>
              <a:ln w="12700">
                <a:solidFill>
                  <a:srgbClr val="C1CE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a:effectLst>
                    <a:outerShdw blurRad="38100" dist="38100" dir="2700000" algn="tl">
                      <a:srgbClr val="000000">
                        <a:alpha val="43137"/>
                      </a:srgbClr>
                    </a:outerShdw>
                  </a:effectLst>
                  <a:ea typeface="ＭＳ Ｐゴシック" pitchFamily="34" charset="-128"/>
                  <a:cs typeface="+mn-cs"/>
                </a:endParaRPr>
              </a:p>
            </p:txBody>
          </p:sp>
        </p:grpSp>
        <p:sp>
          <p:nvSpPr>
            <p:cNvPr id="40" name="Rectangle 27"/>
            <p:cNvSpPr>
              <a:spLocks noChangeArrowheads="1"/>
            </p:cNvSpPr>
            <p:nvPr/>
          </p:nvSpPr>
          <p:spPr bwMode="auto">
            <a:xfrm>
              <a:off x="3970338" y="2098675"/>
              <a:ext cx="2068511" cy="813704"/>
            </a:xfrm>
            <a:prstGeom prst="rect">
              <a:avLst/>
            </a:prstGeom>
            <a:noFill/>
            <a:ln>
              <a:noFill/>
            </a:ln>
            <a:effectLst/>
            <a:extLst>
              <a:ext uri="{909E8E84-426E-40DD-AFC4-6F175D3DCCD1}">
                <a14:hiddenFill xmlns:a14="http://schemas.microsoft.com/office/drawing/2010/main">
                  <a:solidFill>
                    <a:srgbClr val="000000"/>
                  </a:solidFill>
                </a14:hiddenFill>
              </a:ext>
              <a:ext uri="{91240B29-F687-4F45-9708-019B960494DF}">
                <a14:hiddenLine xmlns:a14="http://schemas.microsoft.com/office/drawing/2010/main" w="12700">
                  <a:solidFill>
                    <a:srgbClr val="FCFEB9"/>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0488" tIns="44450" rIns="90488" bIns="44450">
              <a:spAutoFit/>
            </a:bodyPr>
            <a:lstStyle/>
            <a:p>
              <a:pPr algn="ctr">
                <a:lnSpc>
                  <a:spcPct val="85000"/>
                </a:lnSpc>
              </a:pPr>
              <a:r>
                <a:rPr lang="en-US" sz="1600" dirty="0"/>
                <a:t> </a:t>
              </a:r>
              <a:r>
                <a:rPr lang="en-US" sz="1600" b="1" dirty="0"/>
                <a:t>Reject</a:t>
              </a:r>
            </a:p>
            <a:p>
              <a:pPr algn="ctr" eaLnBrk="1" hangingPunct="1">
                <a:lnSpc>
                  <a:spcPct val="85000"/>
                </a:lnSpc>
              </a:pPr>
              <a:endParaRPr lang="en-US" sz="1600" dirty="0"/>
            </a:p>
          </p:txBody>
        </p:sp>
        <p:sp>
          <p:nvSpPr>
            <p:cNvPr id="41" name="Rectangle 28"/>
            <p:cNvSpPr>
              <a:spLocks noChangeArrowheads="1"/>
            </p:cNvSpPr>
            <p:nvPr/>
          </p:nvSpPr>
          <p:spPr bwMode="auto">
            <a:xfrm>
              <a:off x="2703513" y="5403850"/>
              <a:ext cx="1440163" cy="536249"/>
            </a:xfrm>
            <a:prstGeom prst="rect">
              <a:avLst/>
            </a:prstGeom>
            <a:solidFill>
              <a:schemeClr val="bg1"/>
            </a:solidFill>
            <a:ln>
              <a:noFill/>
            </a:ln>
            <a:effectLst/>
            <a:extLst>
              <a:ext uri="{91240B29-F687-4F45-9708-019B960494DF}">
                <a14:hiddenLine xmlns:a14="http://schemas.microsoft.com/office/drawing/2010/main" w="12700">
                  <a:solidFill>
                    <a:srgbClr val="FCFEB9"/>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8" tIns="44450" rIns="90488" bIns="44450">
              <a:spAutoFit/>
            </a:bodyPr>
            <a:lstStyle/>
            <a:p>
              <a:pPr>
                <a:lnSpc>
                  <a:spcPct val="90000"/>
                </a:lnSpc>
              </a:pPr>
              <a:r>
                <a:rPr lang="en-US" b="1" i="1" dirty="0">
                  <a:latin typeface="Times New Roman" charset="0"/>
                </a:rPr>
                <a:t>X</a:t>
              </a:r>
              <a:r>
                <a:rPr lang="en-US" b="1" baseline="30000" dirty="0"/>
                <a:t>2</a:t>
              </a:r>
              <a:r>
                <a:rPr lang="en-US" b="1" dirty="0"/>
                <a:t> = 9.48</a:t>
              </a:r>
            </a:p>
          </p:txBody>
        </p:sp>
      </p:grpSp>
      <p:sp>
        <p:nvSpPr>
          <p:cNvPr id="2" name="Slide Number Placeholder 1"/>
          <p:cNvSpPr>
            <a:spLocks noGrp="1"/>
          </p:cNvSpPr>
          <p:nvPr>
            <p:ph type="sldNum" sz="quarter" idx="10"/>
          </p:nvPr>
        </p:nvSpPr>
        <p:spPr/>
        <p:txBody>
          <a:bodyPr/>
          <a:lstStyle/>
          <a:p>
            <a:pPr>
              <a:defRPr/>
            </a:pPr>
            <a:fld id="{72AD96D6-FCAC-BF48-A744-D10BE5BBB539}" type="slidenum">
              <a:rPr lang="en-US" smtClean="0"/>
              <a:pPr>
                <a:defRPr/>
              </a:pPr>
              <a:t>28</a:t>
            </a:fld>
            <a:endParaRPr lang="en-US"/>
          </a:p>
        </p:txBody>
      </p:sp>
    </p:spTree>
    <p:extLst>
      <p:ext uri="{BB962C8B-B14F-4D97-AF65-F5344CB8AC3E}">
        <p14:creationId xmlns:p14="http://schemas.microsoft.com/office/powerpoint/2010/main" val="60578851"/>
      </p:ext>
    </p:extLst>
  </p:cSld>
  <p:clrMapOvr>
    <a:masterClrMapping/>
  </p:clrMapOvr>
  <p:transition>
    <p:wipe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76818"/>
                                        </p:tgtEl>
                                        <p:attrNameLst>
                                          <p:attrName>style.visibility</p:attrName>
                                        </p:attrNameLst>
                                      </p:cBhvr>
                                      <p:to>
                                        <p:strVal val="visible"/>
                                      </p:to>
                                    </p:set>
                                    <p:animEffect transition="in" filter="randombar(horizontal)">
                                      <p:cBhvr>
                                        <p:cTn id="7" dur="500"/>
                                        <p:tgtEl>
                                          <p:spTgt spid="768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6818"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1" name="Slide Number Placeholder 6"/>
          <p:cNvSpPr>
            <a:spLocks noGrp="1"/>
          </p:cNvSpPr>
          <p:nvPr>
            <p:ph type="sldNum" sz="quarter" idx="12"/>
          </p:nvPr>
        </p:nvSpPr>
        <p:spPr>
          <a:noFill/>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a:defRPr sz="2400">
                <a:solidFill>
                  <a:schemeClr val="tx1"/>
                </a:solidFill>
                <a:latin typeface="Arial" charset="0"/>
                <a:ea typeface="ＭＳ Ｐゴシック" charset="0"/>
              </a:defRPr>
            </a:lvl1pPr>
            <a:lvl2pPr>
              <a:defRPr sz="2000">
                <a:solidFill>
                  <a:schemeClr val="tx1"/>
                </a:solidFill>
                <a:latin typeface="Arial" charset="0"/>
                <a:ea typeface="ＭＳ Ｐゴシック" charset="0"/>
              </a:defRPr>
            </a:lvl2pPr>
            <a:lvl3pPr>
              <a:defRPr sz="2000">
                <a:solidFill>
                  <a:schemeClr val="tx1"/>
                </a:solidFill>
                <a:latin typeface="Arial" charset="0"/>
                <a:ea typeface="ＭＳ Ｐゴシック" charset="0"/>
              </a:defRPr>
            </a:lvl3pPr>
            <a:lvl4pPr>
              <a:defRPr sz="2000">
                <a:solidFill>
                  <a:schemeClr val="tx1"/>
                </a:solidFill>
                <a:latin typeface="Arial" charset="0"/>
                <a:ea typeface="ＭＳ Ｐゴシック" charset="0"/>
              </a:defRPr>
            </a:lvl4pPr>
            <a:lvl5pPr>
              <a:defRPr sz="2000">
                <a:solidFill>
                  <a:schemeClr val="tx1"/>
                </a:solidFill>
                <a:latin typeface="Arial" charset="0"/>
                <a:ea typeface="ＭＳ Ｐゴシック" charset="0"/>
              </a:defRPr>
            </a:lvl5pPr>
            <a:lvl6pPr eaLnBrk="0" hangingPunct="0">
              <a:defRPr sz="2000">
                <a:solidFill>
                  <a:schemeClr val="tx1"/>
                </a:solidFill>
                <a:latin typeface="Arial" charset="0"/>
                <a:ea typeface="ＭＳ Ｐゴシック" charset="0"/>
              </a:defRPr>
            </a:lvl6pPr>
            <a:lvl7pPr eaLnBrk="0" hangingPunct="0">
              <a:defRPr sz="2000">
                <a:solidFill>
                  <a:schemeClr val="tx1"/>
                </a:solidFill>
                <a:latin typeface="Arial" charset="0"/>
                <a:ea typeface="ＭＳ Ｐゴシック" charset="0"/>
              </a:defRPr>
            </a:lvl7pPr>
            <a:lvl8pPr eaLnBrk="0" hangingPunct="0">
              <a:defRPr sz="2000">
                <a:solidFill>
                  <a:schemeClr val="tx1"/>
                </a:solidFill>
                <a:latin typeface="Arial" charset="0"/>
                <a:ea typeface="ＭＳ Ｐゴシック" charset="0"/>
              </a:defRPr>
            </a:lvl8pPr>
            <a:lvl9pPr eaLnBrk="0" hangingPunct="0">
              <a:defRPr sz="2000">
                <a:solidFill>
                  <a:schemeClr val="tx1"/>
                </a:solidFill>
                <a:latin typeface="Arial" charset="0"/>
                <a:ea typeface="ＭＳ Ｐゴシック" charset="0"/>
              </a:defRPr>
            </a:lvl9pPr>
          </a:lstStyle>
          <a:p>
            <a:fld id="{ACC0FABD-69D6-6949-ADB0-BCDEDBD27C13}" type="slidenum">
              <a:rPr lang="en-US" sz="1000">
                <a:solidFill>
                  <a:schemeClr val="bg1"/>
                </a:solidFill>
              </a:rPr>
              <a:pPr/>
              <a:t>29</a:t>
            </a:fld>
            <a:endParaRPr lang="en-US" sz="1000">
              <a:solidFill>
                <a:schemeClr val="bg1"/>
              </a:solidFill>
            </a:endParaRPr>
          </a:p>
        </p:txBody>
      </p:sp>
      <p:sp>
        <p:nvSpPr>
          <p:cNvPr id="48132" name="Rectangle 2"/>
          <p:cNvSpPr>
            <a:spLocks noGrp="1" noChangeArrowheads="1"/>
          </p:cNvSpPr>
          <p:nvPr>
            <p:ph type="body" sz="half" idx="1"/>
          </p:nvPr>
        </p:nvSpPr>
        <p:spPr>
          <a:xfrm>
            <a:off x="1703512" y="1268760"/>
            <a:ext cx="7992888" cy="4394200"/>
          </a:xfrm>
          <a:noFill/>
          <a:extLst>
            <a:ext uri="{91240B29-F687-4F45-9708-019B960494DF}">
              <a14:hiddenLine xmlns:a14="http://schemas.microsoft.com/office/drawing/2010/main" w="12700">
                <a:solidFill>
                  <a:schemeClr val="tx1"/>
                </a:solidFill>
                <a:miter lim="800000"/>
                <a:headEnd/>
                <a:tailEnd/>
              </a14:hiddenLine>
            </a:ext>
          </a:extLst>
        </p:spPr>
        <p:txBody>
          <a:bodyPr vert="horz" wrap="square" lIns="90488" tIns="44450" rIns="90488" bIns="44450" numCol="1" anchor="t" anchorCtr="0" compatLnSpc="1">
            <a:prstTxWarp prst="textNoShape">
              <a:avLst/>
            </a:prstTxWarp>
          </a:bodyPr>
          <a:lstStyle/>
          <a:p>
            <a:pPr marL="0" indent="0" eaLnBrk="1" hangingPunct="1">
              <a:lnSpc>
                <a:spcPct val="105000"/>
              </a:lnSpc>
              <a:buNone/>
            </a:pPr>
            <a:r>
              <a:rPr lang="en-US" sz="2400" dirty="0">
                <a:latin typeface="Arial" charset="0"/>
              </a:rPr>
              <a:t>As personnel director, you want to test the perception of fairness of three methods of performance evaluation.  </a:t>
            </a:r>
          </a:p>
          <a:p>
            <a:pPr marL="0" indent="0" eaLnBrk="1" hangingPunct="1">
              <a:lnSpc>
                <a:spcPct val="105000"/>
              </a:lnSpc>
              <a:buNone/>
            </a:pPr>
            <a:r>
              <a:rPr lang="en-US" sz="2400" dirty="0">
                <a:latin typeface="Arial" charset="0"/>
              </a:rPr>
              <a:t>Of </a:t>
            </a:r>
            <a:r>
              <a:rPr lang="en-US" sz="2400" b="1" dirty="0">
                <a:solidFill>
                  <a:schemeClr val="tx2"/>
                </a:solidFill>
                <a:latin typeface="Arial" charset="0"/>
              </a:rPr>
              <a:t>180</a:t>
            </a:r>
            <a:r>
              <a:rPr lang="en-US" sz="2400" dirty="0">
                <a:solidFill>
                  <a:srgbClr val="FCFEB9"/>
                </a:solidFill>
                <a:latin typeface="Arial" charset="0"/>
              </a:rPr>
              <a:t> </a:t>
            </a:r>
            <a:r>
              <a:rPr lang="en-US" sz="2400" dirty="0">
                <a:latin typeface="Arial" charset="0"/>
              </a:rPr>
              <a:t>employees, </a:t>
            </a:r>
          </a:p>
          <a:p>
            <a:pPr marL="0" indent="0" eaLnBrk="1" hangingPunct="1">
              <a:lnSpc>
                <a:spcPct val="105000"/>
              </a:lnSpc>
              <a:buNone/>
            </a:pPr>
            <a:r>
              <a:rPr lang="en-US" sz="2400" b="1" dirty="0">
                <a:solidFill>
                  <a:schemeClr val="tx2"/>
                </a:solidFill>
                <a:latin typeface="Arial" charset="0"/>
              </a:rPr>
              <a:t>63</a:t>
            </a:r>
            <a:r>
              <a:rPr lang="en-US" sz="2400" dirty="0">
                <a:solidFill>
                  <a:schemeClr val="tx2"/>
                </a:solidFill>
                <a:latin typeface="Arial" charset="0"/>
              </a:rPr>
              <a:t> </a:t>
            </a:r>
            <a:r>
              <a:rPr lang="en-US" sz="2400" dirty="0">
                <a:latin typeface="Arial" charset="0"/>
              </a:rPr>
              <a:t>rated </a:t>
            </a:r>
            <a:r>
              <a:rPr lang="en-US" sz="2400" b="1" dirty="0">
                <a:solidFill>
                  <a:schemeClr val="tx2"/>
                </a:solidFill>
                <a:latin typeface="Arial" charset="0"/>
              </a:rPr>
              <a:t>Method 1</a:t>
            </a:r>
            <a:r>
              <a:rPr lang="en-US" sz="2400" b="1" dirty="0">
                <a:latin typeface="Arial" charset="0"/>
              </a:rPr>
              <a:t> </a:t>
            </a:r>
            <a:r>
              <a:rPr lang="en-US" sz="2400" dirty="0">
                <a:latin typeface="Arial" charset="0"/>
              </a:rPr>
              <a:t>as fair.  </a:t>
            </a:r>
          </a:p>
          <a:p>
            <a:pPr marL="0" indent="0" eaLnBrk="1" hangingPunct="1">
              <a:lnSpc>
                <a:spcPct val="105000"/>
              </a:lnSpc>
              <a:buNone/>
            </a:pPr>
            <a:r>
              <a:rPr lang="en-US" sz="2400" b="1" dirty="0">
                <a:solidFill>
                  <a:schemeClr val="tx2"/>
                </a:solidFill>
                <a:latin typeface="Arial" charset="0"/>
              </a:rPr>
              <a:t>45</a:t>
            </a:r>
            <a:r>
              <a:rPr lang="en-US" sz="2400" dirty="0">
                <a:solidFill>
                  <a:schemeClr val="tx2"/>
                </a:solidFill>
                <a:latin typeface="Arial" charset="0"/>
              </a:rPr>
              <a:t> </a:t>
            </a:r>
            <a:r>
              <a:rPr lang="en-US" sz="2400" dirty="0">
                <a:latin typeface="Arial" charset="0"/>
              </a:rPr>
              <a:t>rated </a:t>
            </a:r>
            <a:r>
              <a:rPr lang="en-US" sz="2400" b="1" dirty="0">
                <a:solidFill>
                  <a:schemeClr val="tx2"/>
                </a:solidFill>
                <a:latin typeface="Arial" charset="0"/>
              </a:rPr>
              <a:t>Method 2 </a:t>
            </a:r>
            <a:r>
              <a:rPr lang="en-US" sz="2400" dirty="0">
                <a:latin typeface="Arial" charset="0"/>
              </a:rPr>
              <a:t>as fair.  </a:t>
            </a:r>
          </a:p>
          <a:p>
            <a:pPr marL="0" indent="0" eaLnBrk="1" hangingPunct="1">
              <a:lnSpc>
                <a:spcPct val="105000"/>
              </a:lnSpc>
              <a:buNone/>
            </a:pPr>
            <a:r>
              <a:rPr lang="en-US" sz="2400" b="1" dirty="0">
                <a:solidFill>
                  <a:schemeClr val="tx2"/>
                </a:solidFill>
                <a:latin typeface="Arial" charset="0"/>
              </a:rPr>
              <a:t>72</a:t>
            </a:r>
            <a:r>
              <a:rPr lang="en-US" sz="2400" dirty="0">
                <a:solidFill>
                  <a:schemeClr val="tx2"/>
                </a:solidFill>
                <a:latin typeface="Arial" charset="0"/>
              </a:rPr>
              <a:t> </a:t>
            </a:r>
            <a:r>
              <a:rPr lang="en-US" sz="2400" dirty="0">
                <a:latin typeface="Arial" charset="0"/>
              </a:rPr>
              <a:t>rated </a:t>
            </a:r>
            <a:r>
              <a:rPr lang="en-US" sz="2400" b="1" dirty="0">
                <a:solidFill>
                  <a:schemeClr val="tx2"/>
                </a:solidFill>
                <a:latin typeface="Arial" charset="0"/>
              </a:rPr>
              <a:t>Method 3 </a:t>
            </a:r>
            <a:r>
              <a:rPr lang="en-US" sz="2400" dirty="0">
                <a:latin typeface="Arial" charset="0"/>
              </a:rPr>
              <a:t>as fair.  </a:t>
            </a:r>
          </a:p>
          <a:p>
            <a:pPr marL="0" indent="0" eaLnBrk="1" hangingPunct="1">
              <a:lnSpc>
                <a:spcPct val="105000"/>
              </a:lnSpc>
              <a:buNone/>
            </a:pPr>
            <a:r>
              <a:rPr lang="en-US" sz="2400" dirty="0">
                <a:latin typeface="Arial" charset="0"/>
              </a:rPr>
              <a:t>At the 0</a:t>
            </a:r>
            <a:r>
              <a:rPr lang="en-US" sz="2400" b="1" dirty="0">
                <a:solidFill>
                  <a:schemeClr val="tx2"/>
                </a:solidFill>
                <a:latin typeface="Arial" charset="0"/>
              </a:rPr>
              <a:t>.05</a:t>
            </a:r>
            <a:r>
              <a:rPr lang="en-US" sz="2400" dirty="0">
                <a:solidFill>
                  <a:schemeClr val="tx2"/>
                </a:solidFill>
                <a:latin typeface="Arial" charset="0"/>
              </a:rPr>
              <a:t> </a:t>
            </a:r>
            <a:r>
              <a:rPr lang="en-US" sz="2400" dirty="0">
                <a:latin typeface="Arial" charset="0"/>
              </a:rPr>
              <a:t>level, is there a </a:t>
            </a:r>
            <a:r>
              <a:rPr lang="en-US" sz="2400" b="1" dirty="0">
                <a:solidFill>
                  <a:schemeClr val="tx2"/>
                </a:solidFill>
                <a:latin typeface="Arial" charset="0"/>
              </a:rPr>
              <a:t>difference</a:t>
            </a:r>
            <a:r>
              <a:rPr lang="en-US" sz="2400" dirty="0">
                <a:solidFill>
                  <a:schemeClr val="tx2"/>
                </a:solidFill>
                <a:latin typeface="Arial" charset="0"/>
              </a:rPr>
              <a:t> </a:t>
            </a:r>
            <a:r>
              <a:rPr lang="en-US" sz="2400" dirty="0">
                <a:latin typeface="Arial" charset="0"/>
              </a:rPr>
              <a:t>in perceptions? </a:t>
            </a:r>
          </a:p>
        </p:txBody>
      </p:sp>
      <p:graphicFrame>
        <p:nvGraphicFramePr>
          <p:cNvPr id="48133" name="Object 3">
            <a:hlinkClick r:id="" action="ppaction://ole?verb=0"/>
          </p:cNvPr>
          <p:cNvGraphicFramePr>
            <a:graphicFrameLocks/>
          </p:cNvGraphicFramePr>
          <p:nvPr>
            <p:extLst>
              <p:ext uri="{D42A27DB-BD31-4B8C-83A1-F6EECF244321}">
                <p14:modId xmlns:p14="http://schemas.microsoft.com/office/powerpoint/2010/main" val="3110714136"/>
              </p:ext>
            </p:extLst>
          </p:nvPr>
        </p:nvGraphicFramePr>
        <p:xfrm>
          <a:off x="7464152" y="4151388"/>
          <a:ext cx="3096344" cy="2229941"/>
        </p:xfrm>
        <a:graphic>
          <a:graphicData uri="http://schemas.openxmlformats.org/presentationml/2006/ole">
            <mc:AlternateContent xmlns:mc="http://schemas.openxmlformats.org/markup-compatibility/2006">
              <mc:Choice xmlns:v="urn:schemas-microsoft-com:vml" Requires="v">
                <p:oleObj name="ClipArt" r:id="rId3" imgW="5124558" imgH="5591134" progId="MS_ClipArt_Gallery.2">
                  <p:embed/>
                </p:oleObj>
              </mc:Choice>
              <mc:Fallback>
                <p:oleObj name="ClipArt" r:id="rId3" imgW="5124558" imgH="5591134" progId="MS_ClipArt_Gallery.2">
                  <p:embed/>
                  <p:pic>
                    <p:nvPicPr>
                      <p:cNvPr id="0" name=""/>
                      <p:cNvPicPr>
                        <a:picLocks noChangeArrowheads="1"/>
                      </p:cNvPicPr>
                      <p:nvPr/>
                    </p:nvPicPr>
                    <p:blipFill>
                      <a:blip r:embed="rId4">
                        <a:extLst>
                          <a:ext uri="{28A0092B-C50C-407E-A947-70E740481C1C}">
                            <a14:useLocalDpi xmlns:a14="http://schemas.microsoft.com/office/drawing/2010/main" val="0"/>
                          </a:ext>
                        </a:extLst>
                      </a:blip>
                      <a:srcRect t="21188"/>
                      <a:stretch>
                        <a:fillRect/>
                      </a:stretch>
                    </p:blipFill>
                    <p:spPr bwMode="auto">
                      <a:xfrm>
                        <a:off x="7464152" y="4151388"/>
                        <a:ext cx="3096344" cy="2229941"/>
                      </a:xfrm>
                      <a:prstGeom prst="rect">
                        <a:avLst/>
                      </a:prstGeom>
                      <a:noFill/>
                      <a:ln>
                        <a:noFill/>
                      </a:ln>
                      <a:effectLst>
                        <a:outerShdw blurRad="63500" dist="107763" dir="18900000" algn="ctr" rotWithShape="0">
                          <a:schemeClr val="bg2">
                            <a:alpha val="74998"/>
                          </a:schemeClr>
                        </a:outerShdw>
                      </a:effectLst>
                    </p:spPr>
                  </p:pic>
                </p:oleObj>
              </mc:Fallback>
            </mc:AlternateContent>
          </a:graphicData>
        </a:graphic>
      </p:graphicFrame>
      <p:sp>
        <p:nvSpPr>
          <p:cNvPr id="48134" name="Rectangle 5"/>
          <p:cNvSpPr>
            <a:spLocks noGrp="1" noChangeArrowheads="1"/>
          </p:cNvSpPr>
          <p:nvPr>
            <p:ph type="title"/>
          </p:nvPr>
        </p:nvSpPr>
        <p:spPr>
          <a:xfrm>
            <a:off x="3503712" y="332656"/>
            <a:ext cx="6768752" cy="685800"/>
          </a:xfrm>
        </p:spPr>
        <p:style>
          <a:lnRef idx="2">
            <a:schemeClr val="accent3"/>
          </a:lnRef>
          <a:fillRef idx="1">
            <a:schemeClr val="lt1"/>
          </a:fillRef>
          <a:effectRef idx="0">
            <a:schemeClr val="accent3"/>
          </a:effectRef>
          <a:fontRef idx="minor">
            <a:schemeClr val="dk1"/>
          </a:fontRef>
        </p:style>
        <p:txBody>
          <a:bodyPr/>
          <a:lstStyle/>
          <a:p>
            <a:pPr eaLnBrk="1" hangingPunct="1"/>
            <a:r>
              <a:rPr lang="en-US" sz="2800" dirty="0">
                <a:latin typeface="Arial" charset="0"/>
              </a:rPr>
              <a:t>Example 2 </a:t>
            </a:r>
          </a:p>
        </p:txBody>
      </p:sp>
    </p:spTree>
    <p:extLst>
      <p:ext uri="{BB962C8B-B14F-4D97-AF65-F5344CB8AC3E}">
        <p14:creationId xmlns:p14="http://schemas.microsoft.com/office/powerpoint/2010/main" val="3396780734"/>
      </p:ext>
    </p:extLst>
  </p:cSld>
  <p:clrMapOvr>
    <a:masterClrMapping/>
  </p:clrMapOvr>
  <p:transition>
    <p:wipe dir="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5" name="Slide Number Placeholder 6"/>
          <p:cNvSpPr>
            <a:spLocks noGrp="1"/>
          </p:cNvSpPr>
          <p:nvPr>
            <p:ph type="sldNum" sz="quarter" idx="12"/>
          </p:nvPr>
        </p:nvSpPr>
        <p:spPr>
          <a:noFill/>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a:defRPr sz="2400">
                <a:solidFill>
                  <a:schemeClr val="tx1"/>
                </a:solidFill>
                <a:latin typeface="Arial" charset="0"/>
                <a:ea typeface="ＭＳ Ｐゴシック" charset="0"/>
              </a:defRPr>
            </a:lvl1pPr>
            <a:lvl2pPr>
              <a:defRPr sz="2000">
                <a:solidFill>
                  <a:schemeClr val="tx1"/>
                </a:solidFill>
                <a:latin typeface="Arial" charset="0"/>
                <a:ea typeface="ＭＳ Ｐゴシック" charset="0"/>
              </a:defRPr>
            </a:lvl2pPr>
            <a:lvl3pPr>
              <a:defRPr sz="2000">
                <a:solidFill>
                  <a:schemeClr val="tx1"/>
                </a:solidFill>
                <a:latin typeface="Arial" charset="0"/>
                <a:ea typeface="ＭＳ Ｐゴシック" charset="0"/>
              </a:defRPr>
            </a:lvl3pPr>
            <a:lvl4pPr>
              <a:defRPr sz="2000">
                <a:solidFill>
                  <a:schemeClr val="tx1"/>
                </a:solidFill>
                <a:latin typeface="Arial" charset="0"/>
                <a:ea typeface="ＭＳ Ｐゴシック" charset="0"/>
              </a:defRPr>
            </a:lvl4pPr>
            <a:lvl5pPr>
              <a:defRPr sz="2000">
                <a:solidFill>
                  <a:schemeClr val="tx1"/>
                </a:solidFill>
                <a:latin typeface="Arial" charset="0"/>
                <a:ea typeface="ＭＳ Ｐゴシック" charset="0"/>
              </a:defRPr>
            </a:lvl5pPr>
            <a:lvl6pPr eaLnBrk="0" hangingPunct="0">
              <a:defRPr sz="2000">
                <a:solidFill>
                  <a:schemeClr val="tx1"/>
                </a:solidFill>
                <a:latin typeface="Arial" charset="0"/>
                <a:ea typeface="ＭＳ Ｐゴシック" charset="0"/>
              </a:defRPr>
            </a:lvl6pPr>
            <a:lvl7pPr eaLnBrk="0" hangingPunct="0">
              <a:defRPr sz="2000">
                <a:solidFill>
                  <a:schemeClr val="tx1"/>
                </a:solidFill>
                <a:latin typeface="Arial" charset="0"/>
                <a:ea typeface="ＭＳ Ｐゴシック" charset="0"/>
              </a:defRPr>
            </a:lvl7pPr>
            <a:lvl8pPr eaLnBrk="0" hangingPunct="0">
              <a:defRPr sz="2000">
                <a:solidFill>
                  <a:schemeClr val="tx1"/>
                </a:solidFill>
                <a:latin typeface="Arial" charset="0"/>
                <a:ea typeface="ＭＳ Ｐゴシック" charset="0"/>
              </a:defRPr>
            </a:lvl8pPr>
            <a:lvl9pPr eaLnBrk="0" hangingPunct="0">
              <a:defRPr sz="2000">
                <a:solidFill>
                  <a:schemeClr val="tx1"/>
                </a:solidFill>
                <a:latin typeface="Arial" charset="0"/>
                <a:ea typeface="ＭＳ Ｐゴシック" charset="0"/>
              </a:defRPr>
            </a:lvl9pPr>
          </a:lstStyle>
          <a:p>
            <a:fld id="{767C2300-7B3E-454D-9F91-A01838DB5AF0}" type="slidenum">
              <a:rPr lang="en-US" sz="1000">
                <a:solidFill>
                  <a:schemeClr val="bg1"/>
                </a:solidFill>
              </a:rPr>
              <a:pPr/>
              <a:t>30</a:t>
            </a:fld>
            <a:endParaRPr lang="en-US" sz="1000">
              <a:solidFill>
                <a:schemeClr val="bg1"/>
              </a:solidFill>
            </a:endParaRPr>
          </a:p>
        </p:txBody>
      </p:sp>
      <p:sp>
        <p:nvSpPr>
          <p:cNvPr id="49156" name="Rectangle 3"/>
          <p:cNvSpPr>
            <a:spLocks noGrp="1" noChangeArrowheads="1"/>
          </p:cNvSpPr>
          <p:nvPr>
            <p:ph type="body" sz="half" idx="1"/>
          </p:nvPr>
        </p:nvSpPr>
        <p:spPr>
          <a:xfrm>
            <a:off x="1703512" y="1340768"/>
            <a:ext cx="5040560" cy="4114800"/>
          </a:xfrm>
          <a:noFill/>
          <a:extLst>
            <a:ext uri="{91240B29-F687-4F45-9708-019B960494DF}">
              <a14:hiddenLine xmlns:a14="http://schemas.microsoft.com/office/drawing/2010/main" w="12700">
                <a:solidFill>
                  <a:schemeClr val="tx1"/>
                </a:solidFill>
                <a:miter lim="800000"/>
                <a:headEnd/>
                <a:tailEnd/>
              </a14:hiddenLine>
            </a:ext>
          </a:extLst>
        </p:spPr>
        <p:txBody>
          <a:bodyPr vert="horz" wrap="square" lIns="90488" tIns="44450" rIns="90488" bIns="44450" numCol="1" anchor="t" anchorCtr="0" compatLnSpc="1">
            <a:prstTxWarp prst="textNoShape">
              <a:avLst/>
            </a:prstTxWarp>
          </a:bodyPr>
          <a:lstStyle/>
          <a:p>
            <a:pPr marL="0" indent="0" eaLnBrk="1" hangingPunct="1">
              <a:buNone/>
              <a:tabLst>
                <a:tab pos="1371600" algn="l"/>
                <a:tab pos="2686050" algn="l"/>
              </a:tabLst>
            </a:pPr>
            <a:r>
              <a:rPr lang="en-US" sz="2000" dirty="0" err="1">
                <a:solidFill>
                  <a:srgbClr val="FF0000"/>
                </a:solidFill>
                <a:latin typeface="Arial" charset="0"/>
              </a:rPr>
              <a:t>i</a:t>
            </a:r>
            <a:r>
              <a:rPr lang="en-US" sz="2000" dirty="0">
                <a:solidFill>
                  <a:srgbClr val="FF0000"/>
                </a:solidFill>
                <a:latin typeface="Arial" charset="0"/>
              </a:rPr>
              <a:t>. Test hypothesis:</a:t>
            </a:r>
          </a:p>
          <a:p>
            <a:pPr marL="0" indent="0" eaLnBrk="1" hangingPunct="1">
              <a:buNone/>
              <a:tabLst>
                <a:tab pos="1371600" algn="l"/>
                <a:tab pos="2686050" algn="l"/>
              </a:tabLst>
            </a:pPr>
            <a:r>
              <a:rPr lang="en-US" dirty="0">
                <a:solidFill>
                  <a:schemeClr val="tx2"/>
                </a:solidFill>
                <a:latin typeface="Arial" charset="0"/>
              </a:rPr>
              <a:t>H</a:t>
            </a:r>
            <a:r>
              <a:rPr lang="en-US" baseline="-25000" dirty="0">
                <a:solidFill>
                  <a:schemeClr val="tx2"/>
                </a:solidFill>
                <a:latin typeface="Arial" charset="0"/>
              </a:rPr>
              <a:t>0</a:t>
            </a:r>
            <a:r>
              <a:rPr lang="en-US" dirty="0">
                <a:solidFill>
                  <a:schemeClr val="tx2"/>
                </a:solidFill>
                <a:latin typeface="Arial" charset="0"/>
              </a:rPr>
              <a:t>: </a:t>
            </a:r>
            <a:r>
              <a:rPr lang="en-US" i="1" dirty="0">
                <a:latin typeface="Arial" charset="0"/>
              </a:rPr>
              <a:t>p</a:t>
            </a:r>
            <a:r>
              <a:rPr lang="en-US" baseline="-25000" dirty="0">
                <a:latin typeface="Arial" charset="0"/>
              </a:rPr>
              <a:t>1</a:t>
            </a:r>
            <a:r>
              <a:rPr lang="en-US" dirty="0">
                <a:latin typeface="Arial" charset="0"/>
              </a:rPr>
              <a:t> = </a:t>
            </a:r>
            <a:r>
              <a:rPr lang="en-US" i="1" dirty="0">
                <a:latin typeface="Arial" charset="0"/>
              </a:rPr>
              <a:t>p</a:t>
            </a:r>
            <a:r>
              <a:rPr lang="en-US" baseline="-25000" dirty="0">
                <a:latin typeface="Arial" charset="0"/>
              </a:rPr>
              <a:t>2</a:t>
            </a:r>
            <a:r>
              <a:rPr lang="en-US" dirty="0">
                <a:latin typeface="Arial" charset="0"/>
              </a:rPr>
              <a:t> = </a:t>
            </a:r>
            <a:r>
              <a:rPr lang="en-US" i="1" dirty="0">
                <a:latin typeface="Arial" charset="0"/>
              </a:rPr>
              <a:t>p</a:t>
            </a:r>
            <a:r>
              <a:rPr lang="en-US" baseline="-25000" dirty="0">
                <a:latin typeface="Arial" charset="0"/>
              </a:rPr>
              <a:t>3</a:t>
            </a:r>
            <a:r>
              <a:rPr lang="en-US" dirty="0">
                <a:latin typeface="Arial" charset="0"/>
              </a:rPr>
              <a:t> = 1/3 </a:t>
            </a:r>
          </a:p>
          <a:p>
            <a:pPr marL="0" indent="0" eaLnBrk="1" hangingPunct="1">
              <a:buNone/>
              <a:tabLst>
                <a:tab pos="1371600" algn="l"/>
                <a:tab pos="2686050" algn="l"/>
              </a:tabLst>
            </a:pPr>
            <a:r>
              <a:rPr lang="en-US" dirty="0">
                <a:solidFill>
                  <a:schemeClr val="tx2"/>
                </a:solidFill>
                <a:latin typeface="Arial" charset="0"/>
              </a:rPr>
              <a:t>H</a:t>
            </a:r>
            <a:r>
              <a:rPr lang="en-US" baseline="-25000" dirty="0">
                <a:solidFill>
                  <a:schemeClr val="tx2"/>
                </a:solidFill>
                <a:latin typeface="Arial" charset="0"/>
              </a:rPr>
              <a:t>1</a:t>
            </a:r>
            <a:r>
              <a:rPr lang="en-US" dirty="0">
                <a:solidFill>
                  <a:schemeClr val="tx2"/>
                </a:solidFill>
                <a:latin typeface="Arial" charset="0"/>
              </a:rPr>
              <a:t>: </a:t>
            </a:r>
            <a:r>
              <a:rPr lang="en-US" dirty="0">
                <a:latin typeface="Arial" charset="0"/>
              </a:rPr>
              <a:t>At least 1 is different</a:t>
            </a:r>
          </a:p>
          <a:p>
            <a:pPr marL="0" indent="0" eaLnBrk="1" hangingPunct="1">
              <a:buNone/>
              <a:tabLst>
                <a:tab pos="1371600" algn="l"/>
                <a:tab pos="2686050" algn="l"/>
              </a:tabLst>
            </a:pPr>
            <a:endParaRPr lang="en-US" sz="2000" dirty="0">
              <a:solidFill>
                <a:srgbClr val="FF0000"/>
              </a:solidFill>
              <a:latin typeface="Arial" charset="0"/>
            </a:endParaRPr>
          </a:p>
          <a:p>
            <a:pPr marL="0" indent="0" eaLnBrk="1" hangingPunct="1">
              <a:buNone/>
              <a:tabLst>
                <a:tab pos="1371600" algn="l"/>
                <a:tab pos="2686050" algn="l"/>
              </a:tabLst>
            </a:pPr>
            <a:r>
              <a:rPr lang="en-US" sz="2000" dirty="0">
                <a:solidFill>
                  <a:srgbClr val="FF0000"/>
                </a:solidFill>
                <a:latin typeface="Arial" charset="0"/>
              </a:rPr>
              <a:t>ii. Find the critical value:</a:t>
            </a:r>
            <a:endParaRPr lang="en-US" dirty="0">
              <a:solidFill>
                <a:schemeClr val="tx2"/>
              </a:solidFill>
              <a:latin typeface="Symbol" charset="0"/>
            </a:endParaRPr>
          </a:p>
          <a:p>
            <a:pPr marL="0" indent="0" eaLnBrk="1" hangingPunct="1">
              <a:buNone/>
              <a:tabLst>
                <a:tab pos="1371600" algn="l"/>
                <a:tab pos="2686050" algn="l"/>
              </a:tabLst>
            </a:pPr>
            <a:r>
              <a:rPr lang="en-US" dirty="0">
                <a:solidFill>
                  <a:schemeClr val="tx2"/>
                </a:solidFill>
                <a:latin typeface="Symbol" charset="0"/>
              </a:rPr>
              <a:t></a:t>
            </a:r>
            <a:r>
              <a:rPr lang="en-US" dirty="0">
                <a:solidFill>
                  <a:schemeClr val="tx2"/>
                </a:solidFill>
                <a:latin typeface="Arial" charset="0"/>
              </a:rPr>
              <a:t> = </a:t>
            </a:r>
            <a:r>
              <a:rPr lang="en-US" dirty="0">
                <a:latin typeface="Arial" charset="0"/>
              </a:rPr>
              <a:t>0.05; k = 3-1 = 2</a:t>
            </a:r>
          </a:p>
        </p:txBody>
      </p:sp>
      <p:sp>
        <p:nvSpPr>
          <p:cNvPr id="8" name="TextBox 7"/>
          <p:cNvSpPr txBox="1"/>
          <p:nvPr/>
        </p:nvSpPr>
        <p:spPr>
          <a:xfrm>
            <a:off x="3719736" y="332656"/>
            <a:ext cx="6408712" cy="707886"/>
          </a:xfrm>
          <a:prstGeom prst="rect">
            <a:avLst/>
          </a:prstGeom>
        </p:spPr>
        <p:style>
          <a:lnRef idx="2">
            <a:schemeClr val="accent3"/>
          </a:lnRef>
          <a:fillRef idx="1">
            <a:schemeClr val="lt1"/>
          </a:fillRef>
          <a:effectRef idx="0">
            <a:schemeClr val="accent3"/>
          </a:effectRef>
          <a:fontRef idx="minor">
            <a:schemeClr val="dk1"/>
          </a:fontRef>
        </p:style>
        <p:txBody>
          <a:bodyPr wrap="square" rtlCol="0">
            <a:spAutoFit/>
          </a:bodyPr>
          <a:lstStyle/>
          <a:p>
            <a:pPr algn="ctr"/>
            <a:r>
              <a:rPr lang="en-US" sz="4000" dirty="0"/>
              <a:t>Example 2 – Solution </a:t>
            </a:r>
            <a:r>
              <a:rPr lang="en-US" dirty="0"/>
              <a:t>(cont.)</a:t>
            </a:r>
          </a:p>
        </p:txBody>
      </p:sp>
      <p:sp>
        <p:nvSpPr>
          <p:cNvPr id="6" name="Freeform 4"/>
          <p:cNvSpPr>
            <a:spLocks/>
          </p:cNvSpPr>
          <p:nvPr/>
        </p:nvSpPr>
        <p:spPr bwMode="auto">
          <a:xfrm>
            <a:off x="8451850" y="5033542"/>
            <a:ext cx="1555750" cy="244475"/>
          </a:xfrm>
          <a:custGeom>
            <a:avLst/>
            <a:gdLst>
              <a:gd name="T0" fmla="*/ 2147483647 w 980"/>
              <a:gd name="T1" fmla="*/ 2147483647 h 154"/>
              <a:gd name="T2" fmla="*/ 0 w 980"/>
              <a:gd name="T3" fmla="*/ 0 h 154"/>
              <a:gd name="T4" fmla="*/ 2147483647 w 980"/>
              <a:gd name="T5" fmla="*/ 2147483647 h 154"/>
              <a:gd name="T6" fmla="*/ 2147483647 w 980"/>
              <a:gd name="T7" fmla="*/ 2147483647 h 154"/>
              <a:gd name="T8" fmla="*/ 2147483647 w 980"/>
              <a:gd name="T9" fmla="*/ 2147483647 h 154"/>
              <a:gd name="T10" fmla="*/ 2147483647 w 980"/>
              <a:gd name="T11" fmla="*/ 2147483647 h 154"/>
              <a:gd name="T12" fmla="*/ 2147483647 w 980"/>
              <a:gd name="T13" fmla="*/ 2147483647 h 154"/>
              <a:gd name="T14" fmla="*/ 2147483647 w 980"/>
              <a:gd name="T15" fmla="*/ 2147483647 h 154"/>
              <a:gd name="T16" fmla="*/ 2147483647 w 980"/>
              <a:gd name="T17" fmla="*/ 2147483647 h 154"/>
              <a:gd name="T18" fmla="*/ 2147483647 w 980"/>
              <a:gd name="T19" fmla="*/ 2147483647 h 15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980" h="154">
                <a:moveTo>
                  <a:pt x="4" y="154"/>
                </a:moveTo>
                <a:lnTo>
                  <a:pt x="0" y="0"/>
                </a:lnTo>
                <a:lnTo>
                  <a:pt x="83" y="39"/>
                </a:lnTo>
                <a:lnTo>
                  <a:pt x="154" y="61"/>
                </a:lnTo>
                <a:lnTo>
                  <a:pt x="209" y="76"/>
                </a:lnTo>
                <a:lnTo>
                  <a:pt x="283" y="91"/>
                </a:lnTo>
                <a:lnTo>
                  <a:pt x="428" y="111"/>
                </a:lnTo>
                <a:lnTo>
                  <a:pt x="592" y="126"/>
                </a:lnTo>
                <a:lnTo>
                  <a:pt x="979" y="141"/>
                </a:lnTo>
                <a:lnTo>
                  <a:pt x="980" y="154"/>
                </a:lnTo>
              </a:path>
            </a:pathLst>
          </a:custGeom>
          <a:solidFill>
            <a:schemeClr val="accent2"/>
          </a:solidFill>
          <a:ln>
            <a:noFill/>
          </a:ln>
          <a:effectLst/>
          <a:extLst>
            <a:ext uri="{91240B29-F687-4F45-9708-019B960494DF}">
              <a14:hiddenLine xmlns:a14="http://schemas.microsoft.com/office/drawing/2010/main" w="9525" cap="flat" cmpd="sng">
                <a:solidFill>
                  <a:schemeClr val="tx1"/>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7" name="Freeform 5"/>
          <p:cNvSpPr>
            <a:spLocks/>
          </p:cNvSpPr>
          <p:nvPr/>
        </p:nvSpPr>
        <p:spPr bwMode="auto">
          <a:xfrm>
            <a:off x="6773864" y="3668292"/>
            <a:ext cx="3513137" cy="1614487"/>
          </a:xfrm>
          <a:custGeom>
            <a:avLst/>
            <a:gdLst>
              <a:gd name="T0" fmla="*/ 0 w 3388"/>
              <a:gd name="T1" fmla="*/ 0 h 1023"/>
              <a:gd name="T2" fmla="*/ 0 w 3388"/>
              <a:gd name="T3" fmla="*/ 2147483647 h 1023"/>
              <a:gd name="T4" fmla="*/ 2147483647 w 3388"/>
              <a:gd name="T5" fmla="*/ 2147483647 h 1023"/>
              <a:gd name="T6" fmla="*/ 0 60000 65536"/>
              <a:gd name="T7" fmla="*/ 0 60000 65536"/>
              <a:gd name="T8" fmla="*/ 0 60000 65536"/>
            </a:gdLst>
            <a:ahLst/>
            <a:cxnLst>
              <a:cxn ang="T6">
                <a:pos x="T0" y="T1"/>
              </a:cxn>
              <a:cxn ang="T7">
                <a:pos x="T2" y="T3"/>
              </a:cxn>
              <a:cxn ang="T8">
                <a:pos x="T4" y="T5"/>
              </a:cxn>
            </a:cxnLst>
            <a:rect l="0" t="0" r="r" b="b"/>
            <a:pathLst>
              <a:path w="3388" h="1023">
                <a:moveTo>
                  <a:pt x="0" y="0"/>
                </a:moveTo>
                <a:lnTo>
                  <a:pt x="0" y="1022"/>
                </a:lnTo>
                <a:lnTo>
                  <a:pt x="3387" y="1022"/>
                </a:lnTo>
              </a:path>
            </a:pathLst>
          </a:custGeom>
          <a:noFill/>
          <a:ln w="25400" cap="rnd" cmpd="sng">
            <a:solidFill>
              <a:schemeClr val="tx1"/>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 name="Rectangle 6"/>
          <p:cNvSpPr>
            <a:spLocks noChangeArrowheads="1"/>
          </p:cNvSpPr>
          <p:nvPr/>
        </p:nvSpPr>
        <p:spPr bwMode="auto">
          <a:xfrm>
            <a:off x="6553200" y="5054179"/>
            <a:ext cx="457200" cy="638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0488" tIns="44450" rIns="90488" bIns="44450">
            <a:spAutoFit/>
          </a:bodyPr>
          <a:lstStyle/>
          <a:p>
            <a:pPr>
              <a:spcBef>
                <a:spcPct val="50000"/>
              </a:spcBef>
            </a:pPr>
            <a:r>
              <a:rPr lang="en-US"/>
              <a:t>0</a:t>
            </a:r>
            <a:r>
              <a:rPr lang="en-US" sz="3600" b="1">
                <a:latin typeface="Times New Roman" charset="0"/>
              </a:rPr>
              <a:t> </a:t>
            </a:r>
          </a:p>
        </p:txBody>
      </p:sp>
      <p:sp>
        <p:nvSpPr>
          <p:cNvPr id="10" name="Line 7"/>
          <p:cNvSpPr>
            <a:spLocks noChangeShapeType="1"/>
          </p:cNvSpPr>
          <p:nvPr/>
        </p:nvSpPr>
        <p:spPr bwMode="auto">
          <a:xfrm>
            <a:off x="6916739" y="3987378"/>
            <a:ext cx="3175" cy="0"/>
          </a:xfrm>
          <a:prstGeom prst="line">
            <a:avLst/>
          </a:prstGeom>
          <a:noFill/>
          <a:ln w="508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1" name="Freeform 8"/>
          <p:cNvSpPr>
            <a:spLocks/>
          </p:cNvSpPr>
          <p:nvPr/>
        </p:nvSpPr>
        <p:spPr bwMode="auto">
          <a:xfrm>
            <a:off x="6781800" y="3682578"/>
            <a:ext cx="3429000" cy="1620838"/>
          </a:xfrm>
          <a:custGeom>
            <a:avLst/>
            <a:gdLst>
              <a:gd name="T0" fmla="*/ 0 w 3492"/>
              <a:gd name="T1" fmla="*/ 2147483647 h 1021"/>
              <a:gd name="T2" fmla="*/ 2147483647 w 3492"/>
              <a:gd name="T3" fmla="*/ 2147483647 h 1021"/>
              <a:gd name="T4" fmla="*/ 2147483647 w 3492"/>
              <a:gd name="T5" fmla="*/ 2147483647 h 1021"/>
              <a:gd name="T6" fmla="*/ 2147483647 w 3492"/>
              <a:gd name="T7" fmla="*/ 2147483647 h 1021"/>
              <a:gd name="T8" fmla="*/ 2147483647 w 3492"/>
              <a:gd name="T9" fmla="*/ 2147483647 h 102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92" h="1021">
                <a:moveTo>
                  <a:pt x="0" y="1011"/>
                </a:moveTo>
                <a:cubicBezTo>
                  <a:pt x="27" y="982"/>
                  <a:pt x="43" y="1005"/>
                  <a:pt x="162" y="837"/>
                </a:cubicBezTo>
                <a:cubicBezTo>
                  <a:pt x="281" y="669"/>
                  <a:pt x="453" y="0"/>
                  <a:pt x="714" y="3"/>
                </a:cubicBezTo>
                <a:cubicBezTo>
                  <a:pt x="975" y="6"/>
                  <a:pt x="1265" y="689"/>
                  <a:pt x="1728" y="855"/>
                </a:cubicBezTo>
                <a:cubicBezTo>
                  <a:pt x="2191" y="1021"/>
                  <a:pt x="3125" y="969"/>
                  <a:pt x="3492" y="999"/>
                </a:cubicBezTo>
              </a:path>
            </a:pathLst>
          </a:custGeom>
          <a:noFill/>
          <a:ln w="38100" cap="flat" cmpd="sng">
            <a:solidFill>
              <a:schemeClr val="folHlink"/>
            </a:solid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12" name="Line 9"/>
          <p:cNvSpPr>
            <a:spLocks noChangeShapeType="1"/>
          </p:cNvSpPr>
          <p:nvPr/>
        </p:nvSpPr>
        <p:spPr bwMode="auto">
          <a:xfrm>
            <a:off x="8458200" y="5054178"/>
            <a:ext cx="1588" cy="228600"/>
          </a:xfrm>
          <a:prstGeom prst="line">
            <a:avLst/>
          </a:prstGeom>
          <a:noFill/>
          <a:ln w="1905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endParaRPr lang="en-US"/>
          </a:p>
        </p:txBody>
      </p:sp>
      <p:sp>
        <p:nvSpPr>
          <p:cNvPr id="13" name="Line 10"/>
          <p:cNvSpPr>
            <a:spLocks noChangeShapeType="1"/>
          </p:cNvSpPr>
          <p:nvPr/>
        </p:nvSpPr>
        <p:spPr bwMode="auto">
          <a:xfrm flipH="1">
            <a:off x="8763000" y="4825578"/>
            <a:ext cx="76200" cy="30480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endParaRPr lang="en-US"/>
          </a:p>
        </p:txBody>
      </p:sp>
      <p:sp>
        <p:nvSpPr>
          <p:cNvPr id="14" name="Text Box 11"/>
          <p:cNvSpPr txBox="1">
            <a:spLocks noChangeArrowheads="1"/>
          </p:cNvSpPr>
          <p:nvPr/>
        </p:nvSpPr>
        <p:spPr bwMode="auto">
          <a:xfrm>
            <a:off x="8686800" y="4520778"/>
            <a:ext cx="151365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defRPr sz="2400">
                <a:solidFill>
                  <a:schemeClr val="tx1"/>
                </a:solidFill>
                <a:latin typeface="Arial" charset="0"/>
                <a:ea typeface="ＭＳ Ｐゴシック" charset="0"/>
              </a:defRPr>
            </a:lvl1pPr>
            <a:lvl2pPr>
              <a:defRPr sz="2000">
                <a:solidFill>
                  <a:schemeClr val="tx1"/>
                </a:solidFill>
                <a:latin typeface="Arial" charset="0"/>
                <a:ea typeface="ＭＳ Ｐゴシック" charset="0"/>
              </a:defRPr>
            </a:lvl2pPr>
            <a:lvl3pPr>
              <a:defRPr sz="2000">
                <a:solidFill>
                  <a:schemeClr val="tx1"/>
                </a:solidFill>
                <a:latin typeface="Arial" charset="0"/>
                <a:ea typeface="ＭＳ Ｐゴシック" charset="0"/>
              </a:defRPr>
            </a:lvl3pPr>
            <a:lvl4pPr>
              <a:defRPr sz="2000">
                <a:solidFill>
                  <a:schemeClr val="tx1"/>
                </a:solidFill>
                <a:latin typeface="Arial" charset="0"/>
                <a:ea typeface="ＭＳ Ｐゴシック" charset="0"/>
              </a:defRPr>
            </a:lvl4pPr>
            <a:lvl5pPr>
              <a:defRPr sz="2000">
                <a:solidFill>
                  <a:schemeClr val="tx1"/>
                </a:solidFill>
                <a:latin typeface="Arial" charset="0"/>
                <a:ea typeface="ＭＳ Ｐゴシック" charset="0"/>
              </a:defRPr>
            </a:lvl5pPr>
            <a:lvl6pPr eaLnBrk="0" hangingPunct="0">
              <a:defRPr sz="2000">
                <a:solidFill>
                  <a:schemeClr val="tx1"/>
                </a:solidFill>
                <a:latin typeface="Arial" charset="0"/>
                <a:ea typeface="ＭＳ Ｐゴシック" charset="0"/>
              </a:defRPr>
            </a:lvl6pPr>
            <a:lvl7pPr eaLnBrk="0" hangingPunct="0">
              <a:defRPr sz="2000">
                <a:solidFill>
                  <a:schemeClr val="tx1"/>
                </a:solidFill>
                <a:latin typeface="Arial" charset="0"/>
                <a:ea typeface="ＭＳ Ｐゴシック" charset="0"/>
              </a:defRPr>
            </a:lvl7pPr>
            <a:lvl8pPr eaLnBrk="0" hangingPunct="0">
              <a:defRPr sz="2000">
                <a:solidFill>
                  <a:schemeClr val="tx1"/>
                </a:solidFill>
                <a:latin typeface="Arial" charset="0"/>
                <a:ea typeface="ＭＳ Ｐゴシック" charset="0"/>
              </a:defRPr>
            </a:lvl8pPr>
            <a:lvl9pPr eaLnBrk="0" hangingPunct="0">
              <a:defRPr sz="2000">
                <a:solidFill>
                  <a:schemeClr val="tx1"/>
                </a:solidFill>
                <a:latin typeface="Arial" charset="0"/>
                <a:ea typeface="ＭＳ Ｐゴシック" charset="0"/>
              </a:defRPr>
            </a:lvl9pPr>
          </a:lstStyle>
          <a:p>
            <a:pPr eaLnBrk="1" hangingPunct="1">
              <a:spcBef>
                <a:spcPct val="50000"/>
              </a:spcBef>
            </a:pPr>
            <a:r>
              <a:rPr lang="en-US" sz="2000" dirty="0">
                <a:sym typeface="Symbol" charset="0"/>
              </a:rPr>
              <a:t> = 0.05</a:t>
            </a:r>
            <a:endParaRPr lang="en-US" sz="2000" baseline="-25000" dirty="0">
              <a:sym typeface="Symbol" charset="0"/>
            </a:endParaRPr>
          </a:p>
        </p:txBody>
      </p:sp>
      <p:sp>
        <p:nvSpPr>
          <p:cNvPr id="15" name="Line 12"/>
          <p:cNvSpPr>
            <a:spLocks noChangeShapeType="1"/>
          </p:cNvSpPr>
          <p:nvPr/>
        </p:nvSpPr>
        <p:spPr bwMode="auto">
          <a:xfrm flipV="1">
            <a:off x="8458200" y="5282778"/>
            <a:ext cx="0" cy="685800"/>
          </a:xfrm>
          <a:prstGeom prst="line">
            <a:avLst/>
          </a:prstGeom>
          <a:noFill/>
          <a:ln w="28575">
            <a:solidFill>
              <a:schemeClr val="hlink"/>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endParaRPr lang="en-US"/>
          </a:p>
        </p:txBody>
      </p:sp>
      <p:sp>
        <p:nvSpPr>
          <p:cNvPr id="16" name="Line 13"/>
          <p:cNvSpPr>
            <a:spLocks noChangeShapeType="1"/>
          </p:cNvSpPr>
          <p:nvPr/>
        </p:nvSpPr>
        <p:spPr bwMode="auto">
          <a:xfrm flipH="1">
            <a:off x="6858000" y="5511378"/>
            <a:ext cx="1600200" cy="0"/>
          </a:xfrm>
          <a:prstGeom prst="line">
            <a:avLst/>
          </a:prstGeom>
          <a:noFill/>
          <a:ln w="9525">
            <a:solidFill>
              <a:schemeClr val="tx1"/>
            </a:solidFill>
            <a:miter lim="800000"/>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endParaRPr lang="en-US"/>
          </a:p>
        </p:txBody>
      </p:sp>
      <p:sp>
        <p:nvSpPr>
          <p:cNvPr id="17" name="Line 14"/>
          <p:cNvSpPr>
            <a:spLocks noChangeShapeType="1"/>
          </p:cNvSpPr>
          <p:nvPr/>
        </p:nvSpPr>
        <p:spPr bwMode="auto">
          <a:xfrm flipH="1">
            <a:off x="8458200" y="5511378"/>
            <a:ext cx="1447800" cy="0"/>
          </a:xfrm>
          <a:prstGeom prst="line">
            <a:avLst/>
          </a:prstGeom>
          <a:noFill/>
          <a:ln w="9525">
            <a:solidFill>
              <a:schemeClr val="tx1"/>
            </a:solidFill>
            <a:miter lim="800000"/>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endParaRPr lang="en-US"/>
          </a:p>
        </p:txBody>
      </p:sp>
      <p:sp>
        <p:nvSpPr>
          <p:cNvPr id="18" name="Rectangle 15"/>
          <p:cNvSpPr>
            <a:spLocks noChangeArrowheads="1"/>
          </p:cNvSpPr>
          <p:nvPr/>
        </p:nvSpPr>
        <p:spPr bwMode="auto">
          <a:xfrm>
            <a:off x="8686800" y="5435178"/>
            <a:ext cx="990600" cy="305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0488" tIns="44450" rIns="90488" bIns="44450">
            <a:spAutoFit/>
          </a:bodyPr>
          <a:lstStyle/>
          <a:p>
            <a:pPr>
              <a:spcBef>
                <a:spcPct val="50000"/>
              </a:spcBef>
            </a:pPr>
            <a:r>
              <a:rPr lang="en-US" sz="1400"/>
              <a:t>Reject H</a:t>
            </a:r>
            <a:r>
              <a:rPr lang="en-US" sz="1400" baseline="-25000"/>
              <a:t>0</a:t>
            </a:r>
          </a:p>
        </p:txBody>
      </p:sp>
      <p:sp>
        <p:nvSpPr>
          <p:cNvPr id="19" name="Rectangle 16"/>
          <p:cNvSpPr>
            <a:spLocks noChangeArrowheads="1"/>
          </p:cNvSpPr>
          <p:nvPr/>
        </p:nvSpPr>
        <p:spPr bwMode="auto">
          <a:xfrm>
            <a:off x="7162800" y="5435179"/>
            <a:ext cx="914400" cy="4926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0488" tIns="44450" rIns="90488" bIns="44450">
            <a:spAutoFit/>
          </a:bodyPr>
          <a:lstStyle/>
          <a:p>
            <a:pPr>
              <a:spcBef>
                <a:spcPct val="50000"/>
              </a:spcBef>
            </a:pPr>
            <a:r>
              <a:rPr lang="en-US" sz="1400"/>
              <a:t>Do not </a:t>
            </a:r>
          </a:p>
          <a:p>
            <a:pPr>
              <a:lnSpc>
                <a:spcPct val="20000"/>
              </a:lnSpc>
              <a:spcBef>
                <a:spcPct val="50000"/>
              </a:spcBef>
            </a:pPr>
            <a:r>
              <a:rPr lang="en-US" sz="1400"/>
              <a:t>reject H</a:t>
            </a:r>
            <a:r>
              <a:rPr lang="en-US" sz="1400" baseline="-25000"/>
              <a:t>0</a:t>
            </a:r>
          </a:p>
        </p:txBody>
      </p:sp>
      <p:sp>
        <p:nvSpPr>
          <p:cNvPr id="20" name="Rectangle 19"/>
          <p:cNvSpPr>
            <a:spLocks noChangeArrowheads="1"/>
          </p:cNvSpPr>
          <p:nvPr/>
        </p:nvSpPr>
        <p:spPr bwMode="auto">
          <a:xfrm>
            <a:off x="7772400" y="5968578"/>
            <a:ext cx="1905000" cy="412750"/>
          </a:xfrm>
          <a:prstGeom prst="rect">
            <a:avLst/>
          </a:prstGeom>
          <a:noFill/>
          <a:ln w="19050">
            <a:solidFill>
              <a:schemeClr val="hlink"/>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0488" tIns="44450" rIns="90488" bIns="44450">
            <a:spAutoFit/>
          </a:bodyPr>
          <a:lstStyle/>
          <a:p>
            <a:pPr>
              <a:spcBef>
                <a:spcPct val="50000"/>
              </a:spcBef>
            </a:pPr>
            <a:r>
              <a:rPr lang="en-US" sz="2000" dirty="0">
                <a:solidFill>
                  <a:schemeClr val="hlink"/>
                </a:solidFill>
                <a:sym typeface="Symbol" charset="0"/>
              </a:rPr>
              <a:t></a:t>
            </a:r>
            <a:r>
              <a:rPr lang="en-US" sz="2000" baseline="30000" dirty="0">
                <a:solidFill>
                  <a:schemeClr val="hlink"/>
                </a:solidFill>
                <a:sym typeface="Symbol" charset="0"/>
              </a:rPr>
              <a:t>2</a:t>
            </a:r>
            <a:r>
              <a:rPr lang="en-US" sz="2000" baseline="-25000" dirty="0">
                <a:solidFill>
                  <a:schemeClr val="hlink"/>
                </a:solidFill>
                <a:sym typeface="Symbol" charset="0"/>
              </a:rPr>
              <a:t>2, 0.05</a:t>
            </a:r>
            <a:r>
              <a:rPr lang="en-US" sz="2000" dirty="0">
                <a:solidFill>
                  <a:schemeClr val="hlink"/>
                </a:solidFill>
                <a:sym typeface="Symbol" charset="0"/>
              </a:rPr>
              <a:t> = 5.991</a:t>
            </a:r>
            <a:endParaRPr lang="en-US" sz="2000" dirty="0">
              <a:solidFill>
                <a:schemeClr val="hlink"/>
              </a:solidFill>
            </a:endParaRPr>
          </a:p>
        </p:txBody>
      </p:sp>
    </p:spTree>
    <p:extLst>
      <p:ext uri="{BB962C8B-B14F-4D97-AF65-F5344CB8AC3E}">
        <p14:creationId xmlns:p14="http://schemas.microsoft.com/office/powerpoint/2010/main" val="3350468375"/>
      </p:ext>
    </p:extLst>
  </p:cSld>
  <p:clrMapOvr>
    <a:masterClrMapping/>
  </p:clrMapOvr>
  <p:transition>
    <p:wipe dir="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3" name="Slide Number Placeholder 5"/>
          <p:cNvSpPr>
            <a:spLocks noGrp="1"/>
          </p:cNvSpPr>
          <p:nvPr>
            <p:ph type="sldNum" sz="quarter" idx="12"/>
          </p:nvPr>
        </p:nvSpPr>
        <p:spPr>
          <a:noFill/>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a:defRPr sz="2400">
                <a:solidFill>
                  <a:schemeClr val="tx1"/>
                </a:solidFill>
                <a:latin typeface="Arial" charset="0"/>
                <a:ea typeface="ＭＳ Ｐゴシック" charset="0"/>
              </a:defRPr>
            </a:lvl1pPr>
            <a:lvl2pPr>
              <a:defRPr sz="2000">
                <a:solidFill>
                  <a:schemeClr val="tx1"/>
                </a:solidFill>
                <a:latin typeface="Arial" charset="0"/>
                <a:ea typeface="ＭＳ Ｐゴシック" charset="0"/>
              </a:defRPr>
            </a:lvl2pPr>
            <a:lvl3pPr>
              <a:defRPr sz="2000">
                <a:solidFill>
                  <a:schemeClr val="tx1"/>
                </a:solidFill>
                <a:latin typeface="Arial" charset="0"/>
                <a:ea typeface="ＭＳ Ｐゴシック" charset="0"/>
              </a:defRPr>
            </a:lvl3pPr>
            <a:lvl4pPr>
              <a:defRPr sz="2000">
                <a:solidFill>
                  <a:schemeClr val="tx1"/>
                </a:solidFill>
                <a:latin typeface="Arial" charset="0"/>
                <a:ea typeface="ＭＳ Ｐゴシック" charset="0"/>
              </a:defRPr>
            </a:lvl4pPr>
            <a:lvl5pPr>
              <a:defRPr sz="2000">
                <a:solidFill>
                  <a:schemeClr val="tx1"/>
                </a:solidFill>
                <a:latin typeface="Arial" charset="0"/>
                <a:ea typeface="ＭＳ Ｐゴシック" charset="0"/>
              </a:defRPr>
            </a:lvl5pPr>
            <a:lvl6pPr eaLnBrk="0" hangingPunct="0">
              <a:defRPr sz="2000">
                <a:solidFill>
                  <a:schemeClr val="tx1"/>
                </a:solidFill>
                <a:latin typeface="Arial" charset="0"/>
                <a:ea typeface="ＭＳ Ｐゴシック" charset="0"/>
              </a:defRPr>
            </a:lvl6pPr>
            <a:lvl7pPr eaLnBrk="0" hangingPunct="0">
              <a:defRPr sz="2000">
                <a:solidFill>
                  <a:schemeClr val="tx1"/>
                </a:solidFill>
                <a:latin typeface="Arial" charset="0"/>
                <a:ea typeface="ＭＳ Ｐゴシック" charset="0"/>
              </a:defRPr>
            </a:lvl7pPr>
            <a:lvl8pPr eaLnBrk="0" hangingPunct="0">
              <a:defRPr sz="2000">
                <a:solidFill>
                  <a:schemeClr val="tx1"/>
                </a:solidFill>
                <a:latin typeface="Arial" charset="0"/>
                <a:ea typeface="ＭＳ Ｐゴシック" charset="0"/>
              </a:defRPr>
            </a:lvl8pPr>
            <a:lvl9pPr eaLnBrk="0" hangingPunct="0">
              <a:defRPr sz="2000">
                <a:solidFill>
                  <a:schemeClr val="tx1"/>
                </a:solidFill>
                <a:latin typeface="Arial" charset="0"/>
                <a:ea typeface="ＭＳ Ｐゴシック" charset="0"/>
              </a:defRPr>
            </a:lvl9pPr>
          </a:lstStyle>
          <a:p>
            <a:fld id="{A7EB3D5F-6794-014B-ABB9-0F8D700AF7DD}" type="slidenum">
              <a:rPr lang="en-US" sz="1000">
                <a:solidFill>
                  <a:schemeClr val="bg1"/>
                </a:solidFill>
              </a:rPr>
              <a:pPr/>
              <a:t>31</a:t>
            </a:fld>
            <a:endParaRPr lang="en-US" sz="1000">
              <a:solidFill>
                <a:schemeClr val="bg1"/>
              </a:solidFill>
            </a:endParaRPr>
          </a:p>
        </p:txBody>
      </p:sp>
      <p:graphicFrame>
        <p:nvGraphicFramePr>
          <p:cNvPr id="139337" name="Group 73"/>
          <p:cNvGraphicFramePr>
            <a:graphicFrameLocks noGrp="1"/>
          </p:cNvGraphicFramePr>
          <p:nvPr>
            <p:ph idx="1"/>
            <p:extLst>
              <p:ext uri="{D42A27DB-BD31-4B8C-83A1-F6EECF244321}">
                <p14:modId xmlns:p14="http://schemas.microsoft.com/office/powerpoint/2010/main" val="25421176"/>
              </p:ext>
            </p:extLst>
          </p:nvPr>
        </p:nvGraphicFramePr>
        <p:xfrm>
          <a:off x="2057400" y="2262336"/>
          <a:ext cx="8153400" cy="4191000"/>
        </p:xfrm>
        <a:graphic>
          <a:graphicData uri="http://schemas.openxmlformats.org/drawingml/2006/table">
            <a:tbl>
              <a:tblPr/>
              <a:tblGrid>
                <a:gridCol w="1981200">
                  <a:extLst>
                    <a:ext uri="{9D8B030D-6E8A-4147-A177-3AD203B41FA5}">
                      <a16:colId xmlns:a16="http://schemas.microsoft.com/office/drawing/2014/main" val="20000"/>
                    </a:ext>
                  </a:extLst>
                </a:gridCol>
                <a:gridCol w="2057400">
                  <a:extLst>
                    <a:ext uri="{9D8B030D-6E8A-4147-A177-3AD203B41FA5}">
                      <a16:colId xmlns:a16="http://schemas.microsoft.com/office/drawing/2014/main" val="20001"/>
                    </a:ext>
                  </a:extLst>
                </a:gridCol>
                <a:gridCol w="2057400">
                  <a:extLst>
                    <a:ext uri="{9D8B030D-6E8A-4147-A177-3AD203B41FA5}">
                      <a16:colId xmlns:a16="http://schemas.microsoft.com/office/drawing/2014/main" val="20002"/>
                    </a:ext>
                  </a:extLst>
                </a:gridCol>
                <a:gridCol w="2057400">
                  <a:extLst>
                    <a:ext uri="{9D8B030D-6E8A-4147-A177-3AD203B41FA5}">
                      <a16:colId xmlns:a16="http://schemas.microsoft.com/office/drawing/2014/main" val="20003"/>
                    </a:ext>
                  </a:extLst>
                </a:gridCol>
              </a:tblGrid>
              <a:tr h="838200">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a:solidFill>
                            <a:schemeClr val="tx1"/>
                          </a:solidFill>
                          <a:latin typeface="Arial" charset="0"/>
                        </a:defRPr>
                      </a:lvl3pPr>
                      <a:lvl4pPr>
                        <a:spcBef>
                          <a:spcPct val="20000"/>
                        </a:spcBef>
                        <a:defRPr>
                          <a:solidFill>
                            <a:schemeClr val="tx1"/>
                          </a:solidFill>
                          <a:latin typeface="Arial" charset="0"/>
                        </a:defRPr>
                      </a:lvl4pPr>
                      <a:lvl5pPr>
                        <a:spcBef>
                          <a:spcPct val="20000"/>
                        </a:spcBef>
                        <a:defRPr>
                          <a:solidFill>
                            <a:schemeClr val="tx1"/>
                          </a:solidFill>
                          <a:latin typeface="Arial" charset="0"/>
                        </a:defRPr>
                      </a:lvl5pPr>
                      <a:lvl6pPr fontAlgn="base">
                        <a:spcBef>
                          <a:spcPct val="20000"/>
                        </a:spcBef>
                        <a:spcAft>
                          <a:spcPct val="0"/>
                        </a:spcAft>
                        <a:defRPr>
                          <a:solidFill>
                            <a:schemeClr val="tx1"/>
                          </a:solidFill>
                          <a:latin typeface="Arial" charset="0"/>
                        </a:defRPr>
                      </a:lvl6pPr>
                      <a:lvl7pPr fontAlgn="base">
                        <a:spcBef>
                          <a:spcPct val="20000"/>
                        </a:spcBef>
                        <a:spcAft>
                          <a:spcPct val="0"/>
                        </a:spcAft>
                        <a:defRPr>
                          <a:solidFill>
                            <a:schemeClr val="tx1"/>
                          </a:solidFill>
                          <a:latin typeface="Arial" charset="0"/>
                        </a:defRPr>
                      </a:lvl7pPr>
                      <a:lvl8pPr fontAlgn="base">
                        <a:spcBef>
                          <a:spcPct val="20000"/>
                        </a:spcBef>
                        <a:spcAft>
                          <a:spcPct val="0"/>
                        </a:spcAft>
                        <a:defRPr>
                          <a:solidFill>
                            <a:schemeClr val="tx1"/>
                          </a:solidFill>
                          <a:latin typeface="Arial" charset="0"/>
                        </a:defRPr>
                      </a:lvl8pPr>
                      <a:lvl9pPr fontAlgn="base">
                        <a:spcBef>
                          <a:spcPct val="20000"/>
                        </a:spcBef>
                        <a:spcAft>
                          <a:spcPct val="0"/>
                        </a:spcAft>
                        <a:defRPr>
                          <a:solidFill>
                            <a:schemeClr val="tx1"/>
                          </a:solidFill>
                          <a:latin typeface="Arial"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000" b="0" i="0" u="none" strike="noStrike" cap="none" normalizeH="0" baseline="0" dirty="0">
                          <a:ln>
                            <a:noFill/>
                          </a:ln>
                          <a:solidFill>
                            <a:schemeClr val="tx1"/>
                          </a:solidFill>
                          <a:effectLst/>
                          <a:latin typeface="Arial" charset="0"/>
                        </a:rPr>
                        <a:t>Cell, </a:t>
                      </a:r>
                      <a:r>
                        <a:rPr kumimoji="0" lang="en-US" altLang="en-US" sz="2000" b="0" i="0" u="none" strike="noStrike" cap="none" normalizeH="0" baseline="0" dirty="0" err="1">
                          <a:ln>
                            <a:noFill/>
                          </a:ln>
                          <a:solidFill>
                            <a:schemeClr val="tx1"/>
                          </a:solidFill>
                          <a:effectLst/>
                          <a:latin typeface="Arial" charset="0"/>
                        </a:rPr>
                        <a:t>i</a:t>
                      </a:r>
                      <a:endParaRPr kumimoji="0" lang="en-US" altLang="en-US" sz="2000" b="0" i="0" u="none" strike="noStrike" cap="none" normalizeH="0" baseline="0" dirty="0">
                        <a:ln>
                          <a:noFill/>
                        </a:ln>
                        <a:solidFill>
                          <a:schemeClr val="tx1"/>
                        </a:solidFill>
                        <a:effectLst/>
                        <a:latin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a:solidFill>
                            <a:schemeClr val="tx1"/>
                          </a:solidFill>
                          <a:latin typeface="Arial" charset="0"/>
                        </a:defRPr>
                      </a:lvl3pPr>
                      <a:lvl4pPr>
                        <a:spcBef>
                          <a:spcPct val="20000"/>
                        </a:spcBef>
                        <a:defRPr>
                          <a:solidFill>
                            <a:schemeClr val="tx1"/>
                          </a:solidFill>
                          <a:latin typeface="Arial" charset="0"/>
                        </a:defRPr>
                      </a:lvl4pPr>
                      <a:lvl5pPr>
                        <a:spcBef>
                          <a:spcPct val="20000"/>
                        </a:spcBef>
                        <a:defRPr>
                          <a:solidFill>
                            <a:schemeClr val="tx1"/>
                          </a:solidFill>
                          <a:latin typeface="Arial" charset="0"/>
                        </a:defRPr>
                      </a:lvl5pPr>
                      <a:lvl6pPr fontAlgn="base">
                        <a:spcBef>
                          <a:spcPct val="20000"/>
                        </a:spcBef>
                        <a:spcAft>
                          <a:spcPct val="0"/>
                        </a:spcAft>
                        <a:defRPr>
                          <a:solidFill>
                            <a:schemeClr val="tx1"/>
                          </a:solidFill>
                          <a:latin typeface="Arial" charset="0"/>
                        </a:defRPr>
                      </a:lvl6pPr>
                      <a:lvl7pPr fontAlgn="base">
                        <a:spcBef>
                          <a:spcPct val="20000"/>
                        </a:spcBef>
                        <a:spcAft>
                          <a:spcPct val="0"/>
                        </a:spcAft>
                        <a:defRPr>
                          <a:solidFill>
                            <a:schemeClr val="tx1"/>
                          </a:solidFill>
                          <a:latin typeface="Arial" charset="0"/>
                        </a:defRPr>
                      </a:lvl7pPr>
                      <a:lvl8pPr fontAlgn="base">
                        <a:spcBef>
                          <a:spcPct val="20000"/>
                        </a:spcBef>
                        <a:spcAft>
                          <a:spcPct val="0"/>
                        </a:spcAft>
                        <a:defRPr>
                          <a:solidFill>
                            <a:schemeClr val="tx1"/>
                          </a:solidFill>
                          <a:latin typeface="Arial" charset="0"/>
                        </a:defRPr>
                      </a:lvl8pPr>
                      <a:lvl9pPr fontAlgn="base">
                        <a:spcBef>
                          <a:spcPct val="20000"/>
                        </a:spcBef>
                        <a:spcAft>
                          <a:spcPct val="0"/>
                        </a:spcAft>
                        <a:defRPr>
                          <a:solidFill>
                            <a:schemeClr val="tx1"/>
                          </a:solidFill>
                          <a:latin typeface="Arial"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000" b="0" i="0" u="none" strike="noStrike" cap="none" normalizeH="0" baseline="0" dirty="0">
                          <a:ln>
                            <a:noFill/>
                          </a:ln>
                          <a:solidFill>
                            <a:schemeClr val="tx1"/>
                          </a:solidFill>
                          <a:effectLst/>
                          <a:latin typeface="Arial" charset="0"/>
                        </a:rPr>
                        <a:t>Observed Count, </a:t>
                      </a:r>
                      <a:r>
                        <a:rPr kumimoji="0" lang="en-US" altLang="en-US" sz="2000" b="0" i="0" u="none" strike="noStrike" cap="none" normalizeH="0" baseline="0" dirty="0" err="1">
                          <a:ln>
                            <a:noFill/>
                          </a:ln>
                          <a:solidFill>
                            <a:schemeClr val="tx1"/>
                          </a:solidFill>
                          <a:effectLst/>
                          <a:latin typeface="Arial" charset="0"/>
                        </a:rPr>
                        <a:t>o</a:t>
                      </a:r>
                      <a:r>
                        <a:rPr kumimoji="0" lang="en-US" altLang="en-US" sz="2000" b="0" i="0" u="none" strike="noStrike" cap="none" normalizeH="0" baseline="-25000" dirty="0" err="1">
                          <a:ln>
                            <a:noFill/>
                          </a:ln>
                          <a:solidFill>
                            <a:schemeClr val="tx1"/>
                          </a:solidFill>
                          <a:effectLst/>
                          <a:latin typeface="Arial" charset="0"/>
                        </a:rPr>
                        <a:t>i</a:t>
                      </a:r>
                      <a:endParaRPr kumimoji="0" lang="en-US" altLang="en-US" sz="2000" b="0" i="0" u="none" strike="noStrike" cap="none" normalizeH="0" baseline="-25000" dirty="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a:solidFill>
                            <a:schemeClr val="tx1"/>
                          </a:solidFill>
                          <a:latin typeface="Arial" charset="0"/>
                        </a:defRPr>
                      </a:lvl3pPr>
                      <a:lvl4pPr>
                        <a:spcBef>
                          <a:spcPct val="20000"/>
                        </a:spcBef>
                        <a:defRPr>
                          <a:solidFill>
                            <a:schemeClr val="tx1"/>
                          </a:solidFill>
                          <a:latin typeface="Arial" charset="0"/>
                        </a:defRPr>
                      </a:lvl4pPr>
                      <a:lvl5pPr>
                        <a:spcBef>
                          <a:spcPct val="20000"/>
                        </a:spcBef>
                        <a:defRPr>
                          <a:solidFill>
                            <a:schemeClr val="tx1"/>
                          </a:solidFill>
                          <a:latin typeface="Arial" charset="0"/>
                        </a:defRPr>
                      </a:lvl5pPr>
                      <a:lvl6pPr fontAlgn="base">
                        <a:spcBef>
                          <a:spcPct val="20000"/>
                        </a:spcBef>
                        <a:spcAft>
                          <a:spcPct val="0"/>
                        </a:spcAft>
                        <a:defRPr>
                          <a:solidFill>
                            <a:schemeClr val="tx1"/>
                          </a:solidFill>
                          <a:latin typeface="Arial" charset="0"/>
                        </a:defRPr>
                      </a:lvl6pPr>
                      <a:lvl7pPr fontAlgn="base">
                        <a:spcBef>
                          <a:spcPct val="20000"/>
                        </a:spcBef>
                        <a:spcAft>
                          <a:spcPct val="0"/>
                        </a:spcAft>
                        <a:defRPr>
                          <a:solidFill>
                            <a:schemeClr val="tx1"/>
                          </a:solidFill>
                          <a:latin typeface="Arial" charset="0"/>
                        </a:defRPr>
                      </a:lvl7pPr>
                      <a:lvl8pPr fontAlgn="base">
                        <a:spcBef>
                          <a:spcPct val="20000"/>
                        </a:spcBef>
                        <a:spcAft>
                          <a:spcPct val="0"/>
                        </a:spcAft>
                        <a:defRPr>
                          <a:solidFill>
                            <a:schemeClr val="tx1"/>
                          </a:solidFill>
                          <a:latin typeface="Arial" charset="0"/>
                        </a:defRPr>
                      </a:lvl8pPr>
                      <a:lvl9pPr fontAlgn="base">
                        <a:spcBef>
                          <a:spcPct val="20000"/>
                        </a:spcBef>
                        <a:spcAft>
                          <a:spcPct val="0"/>
                        </a:spcAft>
                        <a:defRPr>
                          <a:solidFill>
                            <a:schemeClr val="tx1"/>
                          </a:solidFill>
                          <a:latin typeface="Arial"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Arial" charset="0"/>
                        </a:rPr>
                        <a:t>Expected Count, e</a:t>
                      </a:r>
                      <a:r>
                        <a:rPr kumimoji="0" lang="en-US" altLang="en-US" sz="2000" b="0" i="0" u="none" strike="noStrike" cap="none" normalizeH="0" baseline="-25000">
                          <a:ln>
                            <a:noFill/>
                          </a:ln>
                          <a:solidFill>
                            <a:schemeClr val="tx1"/>
                          </a:solidFill>
                          <a:effectLst/>
                          <a:latin typeface="Arial" charset="0"/>
                        </a:rPr>
                        <a:t>i</a:t>
                      </a:r>
                      <a:endParaRPr kumimoji="0" lang="en-US" altLang="en-US" sz="2000" b="0"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a:solidFill>
                            <a:schemeClr val="tx1"/>
                          </a:solidFill>
                          <a:latin typeface="Arial" charset="0"/>
                        </a:defRPr>
                      </a:lvl3pPr>
                      <a:lvl4pPr>
                        <a:spcBef>
                          <a:spcPct val="20000"/>
                        </a:spcBef>
                        <a:defRPr>
                          <a:solidFill>
                            <a:schemeClr val="tx1"/>
                          </a:solidFill>
                          <a:latin typeface="Arial" charset="0"/>
                        </a:defRPr>
                      </a:lvl4pPr>
                      <a:lvl5pPr>
                        <a:spcBef>
                          <a:spcPct val="20000"/>
                        </a:spcBef>
                        <a:defRPr>
                          <a:solidFill>
                            <a:schemeClr val="tx1"/>
                          </a:solidFill>
                          <a:latin typeface="Arial" charset="0"/>
                        </a:defRPr>
                      </a:lvl5pPr>
                      <a:lvl6pPr fontAlgn="base">
                        <a:spcBef>
                          <a:spcPct val="20000"/>
                        </a:spcBef>
                        <a:spcAft>
                          <a:spcPct val="0"/>
                        </a:spcAft>
                        <a:defRPr>
                          <a:solidFill>
                            <a:schemeClr val="tx1"/>
                          </a:solidFill>
                          <a:latin typeface="Arial" charset="0"/>
                        </a:defRPr>
                      </a:lvl6pPr>
                      <a:lvl7pPr fontAlgn="base">
                        <a:spcBef>
                          <a:spcPct val="20000"/>
                        </a:spcBef>
                        <a:spcAft>
                          <a:spcPct val="0"/>
                        </a:spcAft>
                        <a:defRPr>
                          <a:solidFill>
                            <a:schemeClr val="tx1"/>
                          </a:solidFill>
                          <a:latin typeface="Arial" charset="0"/>
                        </a:defRPr>
                      </a:lvl7pPr>
                      <a:lvl8pPr fontAlgn="base">
                        <a:spcBef>
                          <a:spcPct val="20000"/>
                        </a:spcBef>
                        <a:spcAft>
                          <a:spcPct val="0"/>
                        </a:spcAft>
                        <a:defRPr>
                          <a:solidFill>
                            <a:schemeClr val="tx1"/>
                          </a:solidFill>
                          <a:latin typeface="Arial" charset="0"/>
                        </a:defRPr>
                      </a:lvl8pPr>
                      <a:lvl9pPr fontAlgn="base">
                        <a:spcBef>
                          <a:spcPct val="20000"/>
                        </a:spcBef>
                        <a:spcAft>
                          <a:spcPct val="0"/>
                        </a:spcAft>
                        <a:defRPr>
                          <a:solidFill>
                            <a:schemeClr val="tx1"/>
                          </a:solidFill>
                          <a:latin typeface="Arial"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Arial" charset="0"/>
                        </a:rPr>
                        <a:t>[o</a:t>
                      </a:r>
                      <a:r>
                        <a:rPr kumimoji="0" lang="en-US" altLang="en-US" sz="2000" b="0" i="0" u="none" strike="noStrike" cap="none" normalizeH="0" baseline="-25000">
                          <a:ln>
                            <a:noFill/>
                          </a:ln>
                          <a:solidFill>
                            <a:schemeClr val="tx1"/>
                          </a:solidFill>
                          <a:effectLst/>
                          <a:latin typeface="Arial" charset="0"/>
                        </a:rPr>
                        <a:t>i</a:t>
                      </a:r>
                      <a:r>
                        <a:rPr kumimoji="0" lang="en-US" altLang="en-US" sz="2000" b="0" i="0" u="none" strike="noStrike" cap="none" normalizeH="0" baseline="0">
                          <a:ln>
                            <a:noFill/>
                          </a:ln>
                          <a:solidFill>
                            <a:schemeClr val="tx1"/>
                          </a:solidFill>
                          <a:effectLst/>
                          <a:latin typeface="Arial" charset="0"/>
                        </a:rPr>
                        <a:t> -e</a:t>
                      </a:r>
                      <a:r>
                        <a:rPr kumimoji="0" lang="en-US" altLang="en-US" sz="2000" b="0" i="0" u="none" strike="noStrike" cap="none" normalizeH="0" baseline="-25000">
                          <a:ln>
                            <a:noFill/>
                          </a:ln>
                          <a:solidFill>
                            <a:schemeClr val="tx1"/>
                          </a:solidFill>
                          <a:effectLst/>
                          <a:latin typeface="Arial" charset="0"/>
                        </a:rPr>
                        <a:t>i</a:t>
                      </a:r>
                      <a:r>
                        <a:rPr kumimoji="0" lang="en-US" altLang="en-US" sz="2000" b="0" i="0" u="none" strike="noStrike" cap="none" normalizeH="0" baseline="0">
                          <a:ln>
                            <a:noFill/>
                          </a:ln>
                          <a:solidFill>
                            <a:schemeClr val="tx1"/>
                          </a:solidFill>
                          <a:effectLst/>
                          <a:latin typeface="Arial" charset="0"/>
                        </a:rPr>
                        <a:t>)]</a:t>
                      </a:r>
                      <a:r>
                        <a:rPr kumimoji="0" lang="en-US" altLang="en-US" sz="2000" b="0" i="0" u="none" strike="noStrike" cap="none" normalizeH="0" baseline="30000">
                          <a:ln>
                            <a:noFill/>
                          </a:ln>
                          <a:solidFill>
                            <a:schemeClr val="tx1"/>
                          </a:solidFill>
                          <a:effectLst/>
                          <a:latin typeface="Arial" charset="0"/>
                        </a:rPr>
                        <a:t>2</a:t>
                      </a:r>
                      <a:r>
                        <a:rPr kumimoji="0" lang="en-US" altLang="en-US" sz="2000" b="0" i="0" u="none" strike="noStrike" cap="none" normalizeH="0" baseline="0">
                          <a:ln>
                            <a:noFill/>
                          </a:ln>
                          <a:solidFill>
                            <a:schemeClr val="tx1"/>
                          </a:solidFill>
                          <a:effectLst/>
                          <a:latin typeface="Arial" charset="0"/>
                        </a:rPr>
                        <a:t>/ e</a:t>
                      </a:r>
                      <a:r>
                        <a:rPr kumimoji="0" lang="en-US" altLang="en-US" sz="2000" b="0" i="0" u="none" strike="noStrike" cap="none" normalizeH="0" baseline="-25000">
                          <a:ln>
                            <a:noFill/>
                          </a:ln>
                          <a:solidFill>
                            <a:schemeClr val="tx1"/>
                          </a:solidFill>
                          <a:effectLst/>
                          <a:latin typeface="Arial" charset="0"/>
                        </a:rPr>
                        <a:t>i</a:t>
                      </a:r>
                      <a:endParaRPr kumimoji="0" lang="en-US" altLang="en-US" sz="2000" b="0"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838200">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a:solidFill>
                            <a:schemeClr val="tx1"/>
                          </a:solidFill>
                          <a:latin typeface="Arial" charset="0"/>
                        </a:defRPr>
                      </a:lvl3pPr>
                      <a:lvl4pPr>
                        <a:spcBef>
                          <a:spcPct val="20000"/>
                        </a:spcBef>
                        <a:defRPr>
                          <a:solidFill>
                            <a:schemeClr val="tx1"/>
                          </a:solidFill>
                          <a:latin typeface="Arial" charset="0"/>
                        </a:defRPr>
                      </a:lvl4pPr>
                      <a:lvl5pPr>
                        <a:spcBef>
                          <a:spcPct val="20000"/>
                        </a:spcBef>
                        <a:defRPr>
                          <a:solidFill>
                            <a:schemeClr val="tx1"/>
                          </a:solidFill>
                          <a:latin typeface="Arial" charset="0"/>
                        </a:defRPr>
                      </a:lvl5pPr>
                      <a:lvl6pPr fontAlgn="base">
                        <a:spcBef>
                          <a:spcPct val="20000"/>
                        </a:spcBef>
                        <a:spcAft>
                          <a:spcPct val="0"/>
                        </a:spcAft>
                        <a:defRPr>
                          <a:solidFill>
                            <a:schemeClr val="tx1"/>
                          </a:solidFill>
                          <a:latin typeface="Arial" charset="0"/>
                        </a:defRPr>
                      </a:lvl6pPr>
                      <a:lvl7pPr fontAlgn="base">
                        <a:spcBef>
                          <a:spcPct val="20000"/>
                        </a:spcBef>
                        <a:spcAft>
                          <a:spcPct val="0"/>
                        </a:spcAft>
                        <a:defRPr>
                          <a:solidFill>
                            <a:schemeClr val="tx1"/>
                          </a:solidFill>
                          <a:latin typeface="Arial" charset="0"/>
                        </a:defRPr>
                      </a:lvl7pPr>
                      <a:lvl8pPr fontAlgn="base">
                        <a:spcBef>
                          <a:spcPct val="20000"/>
                        </a:spcBef>
                        <a:spcAft>
                          <a:spcPct val="0"/>
                        </a:spcAft>
                        <a:defRPr>
                          <a:solidFill>
                            <a:schemeClr val="tx1"/>
                          </a:solidFill>
                          <a:latin typeface="Arial" charset="0"/>
                        </a:defRPr>
                      </a:lvl8pPr>
                      <a:lvl9pPr fontAlgn="base">
                        <a:spcBef>
                          <a:spcPct val="20000"/>
                        </a:spcBef>
                        <a:spcAft>
                          <a:spcPct val="0"/>
                        </a:spcAft>
                        <a:defRPr>
                          <a:solidFill>
                            <a:schemeClr val="tx1"/>
                          </a:solidFill>
                          <a:latin typeface="Arial"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Arial" charset="0"/>
                        </a:rPr>
                        <a:t>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a:solidFill>
                            <a:schemeClr val="tx1"/>
                          </a:solidFill>
                          <a:latin typeface="Arial" charset="0"/>
                        </a:defRPr>
                      </a:lvl3pPr>
                      <a:lvl4pPr>
                        <a:spcBef>
                          <a:spcPct val="20000"/>
                        </a:spcBef>
                        <a:defRPr>
                          <a:solidFill>
                            <a:schemeClr val="tx1"/>
                          </a:solidFill>
                          <a:latin typeface="Arial" charset="0"/>
                        </a:defRPr>
                      </a:lvl4pPr>
                      <a:lvl5pPr>
                        <a:spcBef>
                          <a:spcPct val="20000"/>
                        </a:spcBef>
                        <a:defRPr>
                          <a:solidFill>
                            <a:schemeClr val="tx1"/>
                          </a:solidFill>
                          <a:latin typeface="Arial" charset="0"/>
                        </a:defRPr>
                      </a:lvl5pPr>
                      <a:lvl6pPr fontAlgn="base">
                        <a:spcBef>
                          <a:spcPct val="20000"/>
                        </a:spcBef>
                        <a:spcAft>
                          <a:spcPct val="0"/>
                        </a:spcAft>
                        <a:defRPr>
                          <a:solidFill>
                            <a:schemeClr val="tx1"/>
                          </a:solidFill>
                          <a:latin typeface="Arial" charset="0"/>
                        </a:defRPr>
                      </a:lvl6pPr>
                      <a:lvl7pPr fontAlgn="base">
                        <a:spcBef>
                          <a:spcPct val="20000"/>
                        </a:spcBef>
                        <a:spcAft>
                          <a:spcPct val="0"/>
                        </a:spcAft>
                        <a:defRPr>
                          <a:solidFill>
                            <a:schemeClr val="tx1"/>
                          </a:solidFill>
                          <a:latin typeface="Arial" charset="0"/>
                        </a:defRPr>
                      </a:lvl7pPr>
                      <a:lvl8pPr fontAlgn="base">
                        <a:spcBef>
                          <a:spcPct val="20000"/>
                        </a:spcBef>
                        <a:spcAft>
                          <a:spcPct val="0"/>
                        </a:spcAft>
                        <a:defRPr>
                          <a:solidFill>
                            <a:schemeClr val="tx1"/>
                          </a:solidFill>
                          <a:latin typeface="Arial" charset="0"/>
                        </a:defRPr>
                      </a:lvl8pPr>
                      <a:lvl9pPr fontAlgn="base">
                        <a:spcBef>
                          <a:spcPct val="20000"/>
                        </a:spcBef>
                        <a:spcAft>
                          <a:spcPct val="0"/>
                        </a:spcAft>
                        <a:defRPr>
                          <a:solidFill>
                            <a:schemeClr val="tx1"/>
                          </a:solidFill>
                          <a:latin typeface="Arial"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Arial" charset="0"/>
                        </a:rPr>
                        <a:t>63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a:solidFill>
                            <a:schemeClr val="tx1"/>
                          </a:solidFill>
                          <a:latin typeface="Arial" charset="0"/>
                        </a:defRPr>
                      </a:lvl3pPr>
                      <a:lvl4pPr>
                        <a:spcBef>
                          <a:spcPct val="20000"/>
                        </a:spcBef>
                        <a:defRPr>
                          <a:solidFill>
                            <a:schemeClr val="tx1"/>
                          </a:solidFill>
                          <a:latin typeface="Arial" charset="0"/>
                        </a:defRPr>
                      </a:lvl4pPr>
                      <a:lvl5pPr>
                        <a:spcBef>
                          <a:spcPct val="20000"/>
                        </a:spcBef>
                        <a:defRPr>
                          <a:solidFill>
                            <a:schemeClr val="tx1"/>
                          </a:solidFill>
                          <a:latin typeface="Arial" charset="0"/>
                        </a:defRPr>
                      </a:lvl5pPr>
                      <a:lvl6pPr fontAlgn="base">
                        <a:spcBef>
                          <a:spcPct val="20000"/>
                        </a:spcBef>
                        <a:spcAft>
                          <a:spcPct val="0"/>
                        </a:spcAft>
                        <a:defRPr>
                          <a:solidFill>
                            <a:schemeClr val="tx1"/>
                          </a:solidFill>
                          <a:latin typeface="Arial" charset="0"/>
                        </a:defRPr>
                      </a:lvl6pPr>
                      <a:lvl7pPr fontAlgn="base">
                        <a:spcBef>
                          <a:spcPct val="20000"/>
                        </a:spcBef>
                        <a:spcAft>
                          <a:spcPct val="0"/>
                        </a:spcAft>
                        <a:defRPr>
                          <a:solidFill>
                            <a:schemeClr val="tx1"/>
                          </a:solidFill>
                          <a:latin typeface="Arial" charset="0"/>
                        </a:defRPr>
                      </a:lvl7pPr>
                      <a:lvl8pPr fontAlgn="base">
                        <a:spcBef>
                          <a:spcPct val="20000"/>
                        </a:spcBef>
                        <a:spcAft>
                          <a:spcPct val="0"/>
                        </a:spcAft>
                        <a:defRPr>
                          <a:solidFill>
                            <a:schemeClr val="tx1"/>
                          </a:solidFill>
                          <a:latin typeface="Arial" charset="0"/>
                        </a:defRPr>
                      </a:lvl8pPr>
                      <a:lvl9pPr fontAlgn="base">
                        <a:spcBef>
                          <a:spcPct val="20000"/>
                        </a:spcBef>
                        <a:spcAft>
                          <a:spcPct val="0"/>
                        </a:spcAft>
                        <a:defRPr>
                          <a:solidFill>
                            <a:schemeClr val="tx1"/>
                          </a:solidFill>
                          <a:latin typeface="Arial"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Arial" charset="0"/>
                        </a:rPr>
                        <a:t>(1/3)</a:t>
                      </a:r>
                      <a:r>
                        <a:rPr kumimoji="0" lang="en-US" altLang="en-US" sz="2000" b="0" i="0" u="none" strike="noStrike" cap="none" normalizeH="0" baseline="0">
                          <a:ln>
                            <a:noFill/>
                          </a:ln>
                          <a:solidFill>
                            <a:schemeClr val="tx1"/>
                          </a:solidFill>
                          <a:effectLst/>
                          <a:latin typeface="Arial" charset="0"/>
                          <a:sym typeface="Symbol" pitchFamily="18" charset="2"/>
                        </a:rPr>
                        <a:t></a:t>
                      </a:r>
                      <a:r>
                        <a:rPr kumimoji="0" lang="en-US" altLang="en-US" sz="2000" b="0" i="0" u="none" strike="noStrike" cap="none" normalizeH="0" baseline="0">
                          <a:ln>
                            <a:noFill/>
                          </a:ln>
                          <a:solidFill>
                            <a:schemeClr val="tx1"/>
                          </a:solidFill>
                          <a:effectLst/>
                          <a:latin typeface="Arial" charset="0"/>
                        </a:rPr>
                        <a:t>180=60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a:solidFill>
                            <a:schemeClr val="tx1"/>
                          </a:solidFill>
                          <a:latin typeface="Arial" charset="0"/>
                        </a:defRPr>
                      </a:lvl3pPr>
                      <a:lvl4pPr>
                        <a:spcBef>
                          <a:spcPct val="20000"/>
                        </a:spcBef>
                        <a:defRPr>
                          <a:solidFill>
                            <a:schemeClr val="tx1"/>
                          </a:solidFill>
                          <a:latin typeface="Arial" charset="0"/>
                        </a:defRPr>
                      </a:lvl4pPr>
                      <a:lvl5pPr>
                        <a:spcBef>
                          <a:spcPct val="20000"/>
                        </a:spcBef>
                        <a:defRPr>
                          <a:solidFill>
                            <a:schemeClr val="tx1"/>
                          </a:solidFill>
                          <a:latin typeface="Arial" charset="0"/>
                        </a:defRPr>
                      </a:lvl5pPr>
                      <a:lvl6pPr fontAlgn="base">
                        <a:spcBef>
                          <a:spcPct val="20000"/>
                        </a:spcBef>
                        <a:spcAft>
                          <a:spcPct val="0"/>
                        </a:spcAft>
                        <a:defRPr>
                          <a:solidFill>
                            <a:schemeClr val="tx1"/>
                          </a:solidFill>
                          <a:latin typeface="Arial" charset="0"/>
                        </a:defRPr>
                      </a:lvl6pPr>
                      <a:lvl7pPr fontAlgn="base">
                        <a:spcBef>
                          <a:spcPct val="20000"/>
                        </a:spcBef>
                        <a:spcAft>
                          <a:spcPct val="0"/>
                        </a:spcAft>
                        <a:defRPr>
                          <a:solidFill>
                            <a:schemeClr val="tx1"/>
                          </a:solidFill>
                          <a:latin typeface="Arial" charset="0"/>
                        </a:defRPr>
                      </a:lvl7pPr>
                      <a:lvl8pPr fontAlgn="base">
                        <a:spcBef>
                          <a:spcPct val="20000"/>
                        </a:spcBef>
                        <a:spcAft>
                          <a:spcPct val="0"/>
                        </a:spcAft>
                        <a:defRPr>
                          <a:solidFill>
                            <a:schemeClr val="tx1"/>
                          </a:solidFill>
                          <a:latin typeface="Arial" charset="0"/>
                        </a:defRPr>
                      </a:lvl8pPr>
                      <a:lvl9pPr fontAlgn="base">
                        <a:spcBef>
                          <a:spcPct val="20000"/>
                        </a:spcBef>
                        <a:spcAft>
                          <a:spcPct val="0"/>
                        </a:spcAft>
                        <a:defRPr>
                          <a:solidFill>
                            <a:schemeClr val="tx1"/>
                          </a:solidFill>
                          <a:latin typeface="Arial"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Arial" charset="0"/>
                        </a:rPr>
                        <a:t>0.15</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838200">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a:solidFill>
                            <a:schemeClr val="tx1"/>
                          </a:solidFill>
                          <a:latin typeface="Arial" charset="0"/>
                        </a:defRPr>
                      </a:lvl3pPr>
                      <a:lvl4pPr>
                        <a:spcBef>
                          <a:spcPct val="20000"/>
                        </a:spcBef>
                        <a:defRPr>
                          <a:solidFill>
                            <a:schemeClr val="tx1"/>
                          </a:solidFill>
                          <a:latin typeface="Arial" charset="0"/>
                        </a:defRPr>
                      </a:lvl4pPr>
                      <a:lvl5pPr>
                        <a:spcBef>
                          <a:spcPct val="20000"/>
                        </a:spcBef>
                        <a:defRPr>
                          <a:solidFill>
                            <a:schemeClr val="tx1"/>
                          </a:solidFill>
                          <a:latin typeface="Arial" charset="0"/>
                        </a:defRPr>
                      </a:lvl5pPr>
                      <a:lvl6pPr fontAlgn="base">
                        <a:spcBef>
                          <a:spcPct val="20000"/>
                        </a:spcBef>
                        <a:spcAft>
                          <a:spcPct val="0"/>
                        </a:spcAft>
                        <a:defRPr>
                          <a:solidFill>
                            <a:schemeClr val="tx1"/>
                          </a:solidFill>
                          <a:latin typeface="Arial" charset="0"/>
                        </a:defRPr>
                      </a:lvl6pPr>
                      <a:lvl7pPr fontAlgn="base">
                        <a:spcBef>
                          <a:spcPct val="20000"/>
                        </a:spcBef>
                        <a:spcAft>
                          <a:spcPct val="0"/>
                        </a:spcAft>
                        <a:defRPr>
                          <a:solidFill>
                            <a:schemeClr val="tx1"/>
                          </a:solidFill>
                          <a:latin typeface="Arial" charset="0"/>
                        </a:defRPr>
                      </a:lvl7pPr>
                      <a:lvl8pPr fontAlgn="base">
                        <a:spcBef>
                          <a:spcPct val="20000"/>
                        </a:spcBef>
                        <a:spcAft>
                          <a:spcPct val="0"/>
                        </a:spcAft>
                        <a:defRPr>
                          <a:solidFill>
                            <a:schemeClr val="tx1"/>
                          </a:solidFill>
                          <a:latin typeface="Arial" charset="0"/>
                        </a:defRPr>
                      </a:lvl8pPr>
                      <a:lvl9pPr fontAlgn="base">
                        <a:spcBef>
                          <a:spcPct val="20000"/>
                        </a:spcBef>
                        <a:spcAft>
                          <a:spcPct val="0"/>
                        </a:spcAft>
                        <a:defRPr>
                          <a:solidFill>
                            <a:schemeClr val="tx1"/>
                          </a:solidFill>
                          <a:latin typeface="Arial"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Arial" charset="0"/>
                        </a:rPr>
                        <a:t>2</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a:solidFill>
                            <a:schemeClr val="tx1"/>
                          </a:solidFill>
                          <a:latin typeface="Arial" charset="0"/>
                        </a:defRPr>
                      </a:lvl3pPr>
                      <a:lvl4pPr>
                        <a:spcBef>
                          <a:spcPct val="20000"/>
                        </a:spcBef>
                        <a:defRPr>
                          <a:solidFill>
                            <a:schemeClr val="tx1"/>
                          </a:solidFill>
                          <a:latin typeface="Arial" charset="0"/>
                        </a:defRPr>
                      </a:lvl4pPr>
                      <a:lvl5pPr>
                        <a:spcBef>
                          <a:spcPct val="20000"/>
                        </a:spcBef>
                        <a:defRPr>
                          <a:solidFill>
                            <a:schemeClr val="tx1"/>
                          </a:solidFill>
                          <a:latin typeface="Arial" charset="0"/>
                        </a:defRPr>
                      </a:lvl5pPr>
                      <a:lvl6pPr fontAlgn="base">
                        <a:spcBef>
                          <a:spcPct val="20000"/>
                        </a:spcBef>
                        <a:spcAft>
                          <a:spcPct val="0"/>
                        </a:spcAft>
                        <a:defRPr>
                          <a:solidFill>
                            <a:schemeClr val="tx1"/>
                          </a:solidFill>
                          <a:latin typeface="Arial" charset="0"/>
                        </a:defRPr>
                      </a:lvl6pPr>
                      <a:lvl7pPr fontAlgn="base">
                        <a:spcBef>
                          <a:spcPct val="20000"/>
                        </a:spcBef>
                        <a:spcAft>
                          <a:spcPct val="0"/>
                        </a:spcAft>
                        <a:defRPr>
                          <a:solidFill>
                            <a:schemeClr val="tx1"/>
                          </a:solidFill>
                          <a:latin typeface="Arial" charset="0"/>
                        </a:defRPr>
                      </a:lvl7pPr>
                      <a:lvl8pPr fontAlgn="base">
                        <a:spcBef>
                          <a:spcPct val="20000"/>
                        </a:spcBef>
                        <a:spcAft>
                          <a:spcPct val="0"/>
                        </a:spcAft>
                        <a:defRPr>
                          <a:solidFill>
                            <a:schemeClr val="tx1"/>
                          </a:solidFill>
                          <a:latin typeface="Arial" charset="0"/>
                        </a:defRPr>
                      </a:lvl8pPr>
                      <a:lvl9pPr fontAlgn="base">
                        <a:spcBef>
                          <a:spcPct val="20000"/>
                        </a:spcBef>
                        <a:spcAft>
                          <a:spcPct val="0"/>
                        </a:spcAft>
                        <a:defRPr>
                          <a:solidFill>
                            <a:schemeClr val="tx1"/>
                          </a:solidFill>
                          <a:latin typeface="Arial"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Arial" charset="0"/>
                        </a:rPr>
                        <a:t>45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a:solidFill>
                            <a:schemeClr val="tx1"/>
                          </a:solidFill>
                          <a:latin typeface="Arial" charset="0"/>
                        </a:defRPr>
                      </a:lvl3pPr>
                      <a:lvl4pPr>
                        <a:spcBef>
                          <a:spcPct val="20000"/>
                        </a:spcBef>
                        <a:defRPr>
                          <a:solidFill>
                            <a:schemeClr val="tx1"/>
                          </a:solidFill>
                          <a:latin typeface="Arial" charset="0"/>
                        </a:defRPr>
                      </a:lvl4pPr>
                      <a:lvl5pPr>
                        <a:spcBef>
                          <a:spcPct val="20000"/>
                        </a:spcBef>
                        <a:defRPr>
                          <a:solidFill>
                            <a:schemeClr val="tx1"/>
                          </a:solidFill>
                          <a:latin typeface="Arial" charset="0"/>
                        </a:defRPr>
                      </a:lvl5pPr>
                      <a:lvl6pPr fontAlgn="base">
                        <a:spcBef>
                          <a:spcPct val="20000"/>
                        </a:spcBef>
                        <a:spcAft>
                          <a:spcPct val="0"/>
                        </a:spcAft>
                        <a:defRPr>
                          <a:solidFill>
                            <a:schemeClr val="tx1"/>
                          </a:solidFill>
                          <a:latin typeface="Arial" charset="0"/>
                        </a:defRPr>
                      </a:lvl6pPr>
                      <a:lvl7pPr fontAlgn="base">
                        <a:spcBef>
                          <a:spcPct val="20000"/>
                        </a:spcBef>
                        <a:spcAft>
                          <a:spcPct val="0"/>
                        </a:spcAft>
                        <a:defRPr>
                          <a:solidFill>
                            <a:schemeClr val="tx1"/>
                          </a:solidFill>
                          <a:latin typeface="Arial" charset="0"/>
                        </a:defRPr>
                      </a:lvl7pPr>
                      <a:lvl8pPr fontAlgn="base">
                        <a:spcBef>
                          <a:spcPct val="20000"/>
                        </a:spcBef>
                        <a:spcAft>
                          <a:spcPct val="0"/>
                        </a:spcAft>
                        <a:defRPr>
                          <a:solidFill>
                            <a:schemeClr val="tx1"/>
                          </a:solidFill>
                          <a:latin typeface="Arial" charset="0"/>
                        </a:defRPr>
                      </a:lvl8pPr>
                      <a:lvl9pPr fontAlgn="base">
                        <a:spcBef>
                          <a:spcPct val="20000"/>
                        </a:spcBef>
                        <a:spcAft>
                          <a:spcPct val="0"/>
                        </a:spcAft>
                        <a:defRPr>
                          <a:solidFill>
                            <a:schemeClr val="tx1"/>
                          </a:solidFill>
                          <a:latin typeface="Arial"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Arial" charset="0"/>
                        </a:rPr>
                        <a:t>(1/3)</a:t>
                      </a:r>
                      <a:r>
                        <a:rPr kumimoji="0" lang="en-US" altLang="en-US" sz="2000" b="0" i="0" u="none" strike="noStrike" cap="none" normalizeH="0" baseline="0">
                          <a:ln>
                            <a:noFill/>
                          </a:ln>
                          <a:solidFill>
                            <a:schemeClr val="tx1"/>
                          </a:solidFill>
                          <a:effectLst/>
                          <a:latin typeface="Arial" charset="0"/>
                          <a:sym typeface="Symbol" pitchFamily="18" charset="2"/>
                        </a:rPr>
                        <a:t></a:t>
                      </a:r>
                      <a:r>
                        <a:rPr kumimoji="0" lang="en-US" altLang="en-US" sz="2000" b="0" i="0" u="none" strike="noStrike" cap="none" normalizeH="0" baseline="0">
                          <a:ln>
                            <a:noFill/>
                          </a:ln>
                          <a:solidFill>
                            <a:schemeClr val="tx1"/>
                          </a:solidFill>
                          <a:effectLst/>
                          <a:latin typeface="Arial" charset="0"/>
                        </a:rPr>
                        <a:t>180=60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a:solidFill>
                            <a:schemeClr val="tx1"/>
                          </a:solidFill>
                          <a:latin typeface="Arial" charset="0"/>
                        </a:defRPr>
                      </a:lvl3pPr>
                      <a:lvl4pPr>
                        <a:spcBef>
                          <a:spcPct val="20000"/>
                        </a:spcBef>
                        <a:defRPr>
                          <a:solidFill>
                            <a:schemeClr val="tx1"/>
                          </a:solidFill>
                          <a:latin typeface="Arial" charset="0"/>
                        </a:defRPr>
                      </a:lvl4pPr>
                      <a:lvl5pPr>
                        <a:spcBef>
                          <a:spcPct val="20000"/>
                        </a:spcBef>
                        <a:defRPr>
                          <a:solidFill>
                            <a:schemeClr val="tx1"/>
                          </a:solidFill>
                          <a:latin typeface="Arial" charset="0"/>
                        </a:defRPr>
                      </a:lvl5pPr>
                      <a:lvl6pPr fontAlgn="base">
                        <a:spcBef>
                          <a:spcPct val="20000"/>
                        </a:spcBef>
                        <a:spcAft>
                          <a:spcPct val="0"/>
                        </a:spcAft>
                        <a:defRPr>
                          <a:solidFill>
                            <a:schemeClr val="tx1"/>
                          </a:solidFill>
                          <a:latin typeface="Arial" charset="0"/>
                        </a:defRPr>
                      </a:lvl6pPr>
                      <a:lvl7pPr fontAlgn="base">
                        <a:spcBef>
                          <a:spcPct val="20000"/>
                        </a:spcBef>
                        <a:spcAft>
                          <a:spcPct val="0"/>
                        </a:spcAft>
                        <a:defRPr>
                          <a:solidFill>
                            <a:schemeClr val="tx1"/>
                          </a:solidFill>
                          <a:latin typeface="Arial" charset="0"/>
                        </a:defRPr>
                      </a:lvl7pPr>
                      <a:lvl8pPr fontAlgn="base">
                        <a:spcBef>
                          <a:spcPct val="20000"/>
                        </a:spcBef>
                        <a:spcAft>
                          <a:spcPct val="0"/>
                        </a:spcAft>
                        <a:defRPr>
                          <a:solidFill>
                            <a:schemeClr val="tx1"/>
                          </a:solidFill>
                          <a:latin typeface="Arial" charset="0"/>
                        </a:defRPr>
                      </a:lvl8pPr>
                      <a:lvl9pPr fontAlgn="base">
                        <a:spcBef>
                          <a:spcPct val="20000"/>
                        </a:spcBef>
                        <a:spcAft>
                          <a:spcPct val="0"/>
                        </a:spcAft>
                        <a:defRPr>
                          <a:solidFill>
                            <a:schemeClr val="tx1"/>
                          </a:solidFill>
                          <a:latin typeface="Arial"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Arial" charset="0"/>
                        </a:rPr>
                        <a:t>3.75</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838200">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a:solidFill>
                            <a:schemeClr val="tx1"/>
                          </a:solidFill>
                          <a:latin typeface="Arial" charset="0"/>
                        </a:defRPr>
                      </a:lvl3pPr>
                      <a:lvl4pPr>
                        <a:spcBef>
                          <a:spcPct val="20000"/>
                        </a:spcBef>
                        <a:defRPr>
                          <a:solidFill>
                            <a:schemeClr val="tx1"/>
                          </a:solidFill>
                          <a:latin typeface="Arial" charset="0"/>
                        </a:defRPr>
                      </a:lvl4pPr>
                      <a:lvl5pPr>
                        <a:spcBef>
                          <a:spcPct val="20000"/>
                        </a:spcBef>
                        <a:defRPr>
                          <a:solidFill>
                            <a:schemeClr val="tx1"/>
                          </a:solidFill>
                          <a:latin typeface="Arial" charset="0"/>
                        </a:defRPr>
                      </a:lvl5pPr>
                      <a:lvl6pPr fontAlgn="base">
                        <a:spcBef>
                          <a:spcPct val="20000"/>
                        </a:spcBef>
                        <a:spcAft>
                          <a:spcPct val="0"/>
                        </a:spcAft>
                        <a:defRPr>
                          <a:solidFill>
                            <a:schemeClr val="tx1"/>
                          </a:solidFill>
                          <a:latin typeface="Arial" charset="0"/>
                        </a:defRPr>
                      </a:lvl6pPr>
                      <a:lvl7pPr fontAlgn="base">
                        <a:spcBef>
                          <a:spcPct val="20000"/>
                        </a:spcBef>
                        <a:spcAft>
                          <a:spcPct val="0"/>
                        </a:spcAft>
                        <a:defRPr>
                          <a:solidFill>
                            <a:schemeClr val="tx1"/>
                          </a:solidFill>
                          <a:latin typeface="Arial" charset="0"/>
                        </a:defRPr>
                      </a:lvl7pPr>
                      <a:lvl8pPr fontAlgn="base">
                        <a:spcBef>
                          <a:spcPct val="20000"/>
                        </a:spcBef>
                        <a:spcAft>
                          <a:spcPct val="0"/>
                        </a:spcAft>
                        <a:defRPr>
                          <a:solidFill>
                            <a:schemeClr val="tx1"/>
                          </a:solidFill>
                          <a:latin typeface="Arial" charset="0"/>
                        </a:defRPr>
                      </a:lvl8pPr>
                      <a:lvl9pPr fontAlgn="base">
                        <a:spcBef>
                          <a:spcPct val="20000"/>
                        </a:spcBef>
                        <a:spcAft>
                          <a:spcPct val="0"/>
                        </a:spcAft>
                        <a:defRPr>
                          <a:solidFill>
                            <a:schemeClr val="tx1"/>
                          </a:solidFill>
                          <a:latin typeface="Arial"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Arial" charset="0"/>
                        </a:rPr>
                        <a:t>3</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a:solidFill>
                            <a:schemeClr val="tx1"/>
                          </a:solidFill>
                          <a:latin typeface="Arial" charset="0"/>
                        </a:defRPr>
                      </a:lvl3pPr>
                      <a:lvl4pPr>
                        <a:spcBef>
                          <a:spcPct val="20000"/>
                        </a:spcBef>
                        <a:defRPr>
                          <a:solidFill>
                            <a:schemeClr val="tx1"/>
                          </a:solidFill>
                          <a:latin typeface="Arial" charset="0"/>
                        </a:defRPr>
                      </a:lvl4pPr>
                      <a:lvl5pPr>
                        <a:spcBef>
                          <a:spcPct val="20000"/>
                        </a:spcBef>
                        <a:defRPr>
                          <a:solidFill>
                            <a:schemeClr val="tx1"/>
                          </a:solidFill>
                          <a:latin typeface="Arial" charset="0"/>
                        </a:defRPr>
                      </a:lvl5pPr>
                      <a:lvl6pPr fontAlgn="base">
                        <a:spcBef>
                          <a:spcPct val="20000"/>
                        </a:spcBef>
                        <a:spcAft>
                          <a:spcPct val="0"/>
                        </a:spcAft>
                        <a:defRPr>
                          <a:solidFill>
                            <a:schemeClr val="tx1"/>
                          </a:solidFill>
                          <a:latin typeface="Arial" charset="0"/>
                        </a:defRPr>
                      </a:lvl6pPr>
                      <a:lvl7pPr fontAlgn="base">
                        <a:spcBef>
                          <a:spcPct val="20000"/>
                        </a:spcBef>
                        <a:spcAft>
                          <a:spcPct val="0"/>
                        </a:spcAft>
                        <a:defRPr>
                          <a:solidFill>
                            <a:schemeClr val="tx1"/>
                          </a:solidFill>
                          <a:latin typeface="Arial" charset="0"/>
                        </a:defRPr>
                      </a:lvl7pPr>
                      <a:lvl8pPr fontAlgn="base">
                        <a:spcBef>
                          <a:spcPct val="20000"/>
                        </a:spcBef>
                        <a:spcAft>
                          <a:spcPct val="0"/>
                        </a:spcAft>
                        <a:defRPr>
                          <a:solidFill>
                            <a:schemeClr val="tx1"/>
                          </a:solidFill>
                          <a:latin typeface="Arial" charset="0"/>
                        </a:defRPr>
                      </a:lvl8pPr>
                      <a:lvl9pPr fontAlgn="base">
                        <a:spcBef>
                          <a:spcPct val="20000"/>
                        </a:spcBef>
                        <a:spcAft>
                          <a:spcPct val="0"/>
                        </a:spcAft>
                        <a:defRPr>
                          <a:solidFill>
                            <a:schemeClr val="tx1"/>
                          </a:solidFill>
                          <a:latin typeface="Arial"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Arial" charset="0"/>
                        </a:rPr>
                        <a:t>72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a:solidFill>
                            <a:schemeClr val="tx1"/>
                          </a:solidFill>
                          <a:latin typeface="Arial" charset="0"/>
                        </a:defRPr>
                      </a:lvl3pPr>
                      <a:lvl4pPr>
                        <a:spcBef>
                          <a:spcPct val="20000"/>
                        </a:spcBef>
                        <a:defRPr>
                          <a:solidFill>
                            <a:schemeClr val="tx1"/>
                          </a:solidFill>
                          <a:latin typeface="Arial" charset="0"/>
                        </a:defRPr>
                      </a:lvl4pPr>
                      <a:lvl5pPr>
                        <a:spcBef>
                          <a:spcPct val="20000"/>
                        </a:spcBef>
                        <a:defRPr>
                          <a:solidFill>
                            <a:schemeClr val="tx1"/>
                          </a:solidFill>
                          <a:latin typeface="Arial" charset="0"/>
                        </a:defRPr>
                      </a:lvl5pPr>
                      <a:lvl6pPr fontAlgn="base">
                        <a:spcBef>
                          <a:spcPct val="20000"/>
                        </a:spcBef>
                        <a:spcAft>
                          <a:spcPct val="0"/>
                        </a:spcAft>
                        <a:defRPr>
                          <a:solidFill>
                            <a:schemeClr val="tx1"/>
                          </a:solidFill>
                          <a:latin typeface="Arial" charset="0"/>
                        </a:defRPr>
                      </a:lvl6pPr>
                      <a:lvl7pPr fontAlgn="base">
                        <a:spcBef>
                          <a:spcPct val="20000"/>
                        </a:spcBef>
                        <a:spcAft>
                          <a:spcPct val="0"/>
                        </a:spcAft>
                        <a:defRPr>
                          <a:solidFill>
                            <a:schemeClr val="tx1"/>
                          </a:solidFill>
                          <a:latin typeface="Arial" charset="0"/>
                        </a:defRPr>
                      </a:lvl7pPr>
                      <a:lvl8pPr fontAlgn="base">
                        <a:spcBef>
                          <a:spcPct val="20000"/>
                        </a:spcBef>
                        <a:spcAft>
                          <a:spcPct val="0"/>
                        </a:spcAft>
                        <a:defRPr>
                          <a:solidFill>
                            <a:schemeClr val="tx1"/>
                          </a:solidFill>
                          <a:latin typeface="Arial" charset="0"/>
                        </a:defRPr>
                      </a:lvl8pPr>
                      <a:lvl9pPr fontAlgn="base">
                        <a:spcBef>
                          <a:spcPct val="20000"/>
                        </a:spcBef>
                        <a:spcAft>
                          <a:spcPct val="0"/>
                        </a:spcAft>
                        <a:defRPr>
                          <a:solidFill>
                            <a:schemeClr val="tx1"/>
                          </a:solidFill>
                          <a:latin typeface="Arial"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Arial" charset="0"/>
                        </a:rPr>
                        <a:t>(1/3)</a:t>
                      </a:r>
                      <a:r>
                        <a:rPr kumimoji="0" lang="en-US" altLang="en-US" sz="2000" b="0" i="0" u="none" strike="noStrike" cap="none" normalizeH="0" baseline="0">
                          <a:ln>
                            <a:noFill/>
                          </a:ln>
                          <a:solidFill>
                            <a:schemeClr val="tx1"/>
                          </a:solidFill>
                          <a:effectLst/>
                          <a:latin typeface="Arial" charset="0"/>
                          <a:sym typeface="Symbol" pitchFamily="18" charset="2"/>
                        </a:rPr>
                        <a:t></a:t>
                      </a:r>
                      <a:r>
                        <a:rPr kumimoji="0" lang="en-US" altLang="en-US" sz="2000" b="0" i="0" u="none" strike="noStrike" cap="none" normalizeH="0" baseline="0">
                          <a:ln>
                            <a:noFill/>
                          </a:ln>
                          <a:solidFill>
                            <a:schemeClr val="tx1"/>
                          </a:solidFill>
                          <a:effectLst/>
                          <a:latin typeface="Arial" charset="0"/>
                        </a:rPr>
                        <a:t>180=60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a:solidFill>
                            <a:schemeClr val="tx1"/>
                          </a:solidFill>
                          <a:latin typeface="Arial" charset="0"/>
                        </a:defRPr>
                      </a:lvl3pPr>
                      <a:lvl4pPr>
                        <a:spcBef>
                          <a:spcPct val="20000"/>
                        </a:spcBef>
                        <a:defRPr>
                          <a:solidFill>
                            <a:schemeClr val="tx1"/>
                          </a:solidFill>
                          <a:latin typeface="Arial" charset="0"/>
                        </a:defRPr>
                      </a:lvl4pPr>
                      <a:lvl5pPr>
                        <a:spcBef>
                          <a:spcPct val="20000"/>
                        </a:spcBef>
                        <a:defRPr>
                          <a:solidFill>
                            <a:schemeClr val="tx1"/>
                          </a:solidFill>
                          <a:latin typeface="Arial" charset="0"/>
                        </a:defRPr>
                      </a:lvl5pPr>
                      <a:lvl6pPr fontAlgn="base">
                        <a:spcBef>
                          <a:spcPct val="20000"/>
                        </a:spcBef>
                        <a:spcAft>
                          <a:spcPct val="0"/>
                        </a:spcAft>
                        <a:defRPr>
                          <a:solidFill>
                            <a:schemeClr val="tx1"/>
                          </a:solidFill>
                          <a:latin typeface="Arial" charset="0"/>
                        </a:defRPr>
                      </a:lvl6pPr>
                      <a:lvl7pPr fontAlgn="base">
                        <a:spcBef>
                          <a:spcPct val="20000"/>
                        </a:spcBef>
                        <a:spcAft>
                          <a:spcPct val="0"/>
                        </a:spcAft>
                        <a:defRPr>
                          <a:solidFill>
                            <a:schemeClr val="tx1"/>
                          </a:solidFill>
                          <a:latin typeface="Arial" charset="0"/>
                        </a:defRPr>
                      </a:lvl7pPr>
                      <a:lvl8pPr fontAlgn="base">
                        <a:spcBef>
                          <a:spcPct val="20000"/>
                        </a:spcBef>
                        <a:spcAft>
                          <a:spcPct val="0"/>
                        </a:spcAft>
                        <a:defRPr>
                          <a:solidFill>
                            <a:schemeClr val="tx1"/>
                          </a:solidFill>
                          <a:latin typeface="Arial" charset="0"/>
                        </a:defRPr>
                      </a:lvl8pPr>
                      <a:lvl9pPr fontAlgn="base">
                        <a:spcBef>
                          <a:spcPct val="20000"/>
                        </a:spcBef>
                        <a:spcAft>
                          <a:spcPct val="0"/>
                        </a:spcAft>
                        <a:defRPr>
                          <a:solidFill>
                            <a:schemeClr val="tx1"/>
                          </a:solidFill>
                          <a:latin typeface="Arial"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Arial" charset="0"/>
                        </a:rPr>
                        <a:t>2.40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838200">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a:solidFill>
                            <a:schemeClr val="tx1"/>
                          </a:solidFill>
                          <a:latin typeface="Arial" charset="0"/>
                        </a:defRPr>
                      </a:lvl3pPr>
                      <a:lvl4pPr>
                        <a:spcBef>
                          <a:spcPct val="20000"/>
                        </a:spcBef>
                        <a:defRPr>
                          <a:solidFill>
                            <a:schemeClr val="tx1"/>
                          </a:solidFill>
                          <a:latin typeface="Arial" charset="0"/>
                        </a:defRPr>
                      </a:lvl4pPr>
                      <a:lvl5pPr>
                        <a:spcBef>
                          <a:spcPct val="20000"/>
                        </a:spcBef>
                        <a:defRPr>
                          <a:solidFill>
                            <a:schemeClr val="tx1"/>
                          </a:solidFill>
                          <a:latin typeface="Arial" charset="0"/>
                        </a:defRPr>
                      </a:lvl5pPr>
                      <a:lvl6pPr fontAlgn="base">
                        <a:spcBef>
                          <a:spcPct val="20000"/>
                        </a:spcBef>
                        <a:spcAft>
                          <a:spcPct val="0"/>
                        </a:spcAft>
                        <a:defRPr>
                          <a:solidFill>
                            <a:schemeClr val="tx1"/>
                          </a:solidFill>
                          <a:latin typeface="Arial" charset="0"/>
                        </a:defRPr>
                      </a:lvl6pPr>
                      <a:lvl7pPr fontAlgn="base">
                        <a:spcBef>
                          <a:spcPct val="20000"/>
                        </a:spcBef>
                        <a:spcAft>
                          <a:spcPct val="0"/>
                        </a:spcAft>
                        <a:defRPr>
                          <a:solidFill>
                            <a:schemeClr val="tx1"/>
                          </a:solidFill>
                          <a:latin typeface="Arial" charset="0"/>
                        </a:defRPr>
                      </a:lvl7pPr>
                      <a:lvl8pPr fontAlgn="base">
                        <a:spcBef>
                          <a:spcPct val="20000"/>
                        </a:spcBef>
                        <a:spcAft>
                          <a:spcPct val="0"/>
                        </a:spcAft>
                        <a:defRPr>
                          <a:solidFill>
                            <a:schemeClr val="tx1"/>
                          </a:solidFill>
                          <a:latin typeface="Arial" charset="0"/>
                        </a:defRPr>
                      </a:lvl8pPr>
                      <a:lvl9pPr fontAlgn="base">
                        <a:spcBef>
                          <a:spcPct val="20000"/>
                        </a:spcBef>
                        <a:spcAft>
                          <a:spcPct val="0"/>
                        </a:spcAft>
                        <a:defRPr>
                          <a:solidFill>
                            <a:schemeClr val="tx1"/>
                          </a:solidFill>
                          <a:latin typeface="Arial"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Arial" charset="0"/>
                        </a:rPr>
                        <a:t>Total</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a:solidFill>
                            <a:schemeClr val="tx1"/>
                          </a:solidFill>
                          <a:latin typeface="Arial" charset="0"/>
                        </a:defRPr>
                      </a:lvl3pPr>
                      <a:lvl4pPr>
                        <a:spcBef>
                          <a:spcPct val="20000"/>
                        </a:spcBef>
                        <a:defRPr>
                          <a:solidFill>
                            <a:schemeClr val="tx1"/>
                          </a:solidFill>
                          <a:latin typeface="Arial" charset="0"/>
                        </a:defRPr>
                      </a:lvl4pPr>
                      <a:lvl5pPr>
                        <a:spcBef>
                          <a:spcPct val="20000"/>
                        </a:spcBef>
                        <a:defRPr>
                          <a:solidFill>
                            <a:schemeClr val="tx1"/>
                          </a:solidFill>
                          <a:latin typeface="Arial" charset="0"/>
                        </a:defRPr>
                      </a:lvl5pPr>
                      <a:lvl6pPr fontAlgn="base">
                        <a:spcBef>
                          <a:spcPct val="20000"/>
                        </a:spcBef>
                        <a:spcAft>
                          <a:spcPct val="0"/>
                        </a:spcAft>
                        <a:defRPr>
                          <a:solidFill>
                            <a:schemeClr val="tx1"/>
                          </a:solidFill>
                          <a:latin typeface="Arial" charset="0"/>
                        </a:defRPr>
                      </a:lvl6pPr>
                      <a:lvl7pPr fontAlgn="base">
                        <a:spcBef>
                          <a:spcPct val="20000"/>
                        </a:spcBef>
                        <a:spcAft>
                          <a:spcPct val="0"/>
                        </a:spcAft>
                        <a:defRPr>
                          <a:solidFill>
                            <a:schemeClr val="tx1"/>
                          </a:solidFill>
                          <a:latin typeface="Arial" charset="0"/>
                        </a:defRPr>
                      </a:lvl7pPr>
                      <a:lvl8pPr fontAlgn="base">
                        <a:spcBef>
                          <a:spcPct val="20000"/>
                        </a:spcBef>
                        <a:spcAft>
                          <a:spcPct val="0"/>
                        </a:spcAft>
                        <a:defRPr>
                          <a:solidFill>
                            <a:schemeClr val="tx1"/>
                          </a:solidFill>
                          <a:latin typeface="Arial" charset="0"/>
                        </a:defRPr>
                      </a:lvl8pPr>
                      <a:lvl9pPr fontAlgn="base">
                        <a:spcBef>
                          <a:spcPct val="20000"/>
                        </a:spcBef>
                        <a:spcAft>
                          <a:spcPct val="0"/>
                        </a:spcAft>
                        <a:defRPr>
                          <a:solidFill>
                            <a:schemeClr val="tx1"/>
                          </a:solidFill>
                          <a:latin typeface="Arial"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Arial" charset="0"/>
                        </a:rPr>
                        <a:t>180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a:solidFill>
                            <a:schemeClr val="tx1"/>
                          </a:solidFill>
                          <a:latin typeface="Arial" charset="0"/>
                        </a:defRPr>
                      </a:lvl3pPr>
                      <a:lvl4pPr>
                        <a:spcBef>
                          <a:spcPct val="20000"/>
                        </a:spcBef>
                        <a:defRPr>
                          <a:solidFill>
                            <a:schemeClr val="tx1"/>
                          </a:solidFill>
                          <a:latin typeface="Arial" charset="0"/>
                        </a:defRPr>
                      </a:lvl4pPr>
                      <a:lvl5pPr>
                        <a:spcBef>
                          <a:spcPct val="20000"/>
                        </a:spcBef>
                        <a:defRPr>
                          <a:solidFill>
                            <a:schemeClr val="tx1"/>
                          </a:solidFill>
                          <a:latin typeface="Arial" charset="0"/>
                        </a:defRPr>
                      </a:lvl5pPr>
                      <a:lvl6pPr fontAlgn="base">
                        <a:spcBef>
                          <a:spcPct val="20000"/>
                        </a:spcBef>
                        <a:spcAft>
                          <a:spcPct val="0"/>
                        </a:spcAft>
                        <a:defRPr>
                          <a:solidFill>
                            <a:schemeClr val="tx1"/>
                          </a:solidFill>
                          <a:latin typeface="Arial" charset="0"/>
                        </a:defRPr>
                      </a:lvl6pPr>
                      <a:lvl7pPr fontAlgn="base">
                        <a:spcBef>
                          <a:spcPct val="20000"/>
                        </a:spcBef>
                        <a:spcAft>
                          <a:spcPct val="0"/>
                        </a:spcAft>
                        <a:defRPr>
                          <a:solidFill>
                            <a:schemeClr val="tx1"/>
                          </a:solidFill>
                          <a:latin typeface="Arial" charset="0"/>
                        </a:defRPr>
                      </a:lvl7pPr>
                      <a:lvl8pPr fontAlgn="base">
                        <a:spcBef>
                          <a:spcPct val="20000"/>
                        </a:spcBef>
                        <a:spcAft>
                          <a:spcPct val="0"/>
                        </a:spcAft>
                        <a:defRPr>
                          <a:solidFill>
                            <a:schemeClr val="tx1"/>
                          </a:solidFill>
                          <a:latin typeface="Arial" charset="0"/>
                        </a:defRPr>
                      </a:lvl8pPr>
                      <a:lvl9pPr fontAlgn="base">
                        <a:spcBef>
                          <a:spcPct val="20000"/>
                        </a:spcBef>
                        <a:spcAft>
                          <a:spcPct val="0"/>
                        </a:spcAft>
                        <a:defRPr>
                          <a:solidFill>
                            <a:schemeClr val="tx1"/>
                          </a:solidFill>
                          <a:latin typeface="Arial"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000" b="0" i="0" u="none" strike="noStrike" cap="none" normalizeH="0" baseline="0" dirty="0">
                          <a:ln>
                            <a:noFill/>
                          </a:ln>
                          <a:solidFill>
                            <a:schemeClr val="tx1"/>
                          </a:solidFill>
                          <a:effectLst/>
                          <a:latin typeface="Arial" charset="0"/>
                        </a:rPr>
                        <a:t>180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a:solidFill>
                            <a:schemeClr val="tx1"/>
                          </a:solidFill>
                          <a:latin typeface="Arial" charset="0"/>
                        </a:defRPr>
                      </a:lvl3pPr>
                      <a:lvl4pPr>
                        <a:spcBef>
                          <a:spcPct val="20000"/>
                        </a:spcBef>
                        <a:defRPr>
                          <a:solidFill>
                            <a:schemeClr val="tx1"/>
                          </a:solidFill>
                          <a:latin typeface="Arial" charset="0"/>
                        </a:defRPr>
                      </a:lvl4pPr>
                      <a:lvl5pPr>
                        <a:spcBef>
                          <a:spcPct val="20000"/>
                        </a:spcBef>
                        <a:defRPr>
                          <a:solidFill>
                            <a:schemeClr val="tx1"/>
                          </a:solidFill>
                          <a:latin typeface="Arial" charset="0"/>
                        </a:defRPr>
                      </a:lvl5pPr>
                      <a:lvl6pPr fontAlgn="base">
                        <a:spcBef>
                          <a:spcPct val="20000"/>
                        </a:spcBef>
                        <a:spcAft>
                          <a:spcPct val="0"/>
                        </a:spcAft>
                        <a:defRPr>
                          <a:solidFill>
                            <a:schemeClr val="tx1"/>
                          </a:solidFill>
                          <a:latin typeface="Arial" charset="0"/>
                        </a:defRPr>
                      </a:lvl6pPr>
                      <a:lvl7pPr fontAlgn="base">
                        <a:spcBef>
                          <a:spcPct val="20000"/>
                        </a:spcBef>
                        <a:spcAft>
                          <a:spcPct val="0"/>
                        </a:spcAft>
                        <a:defRPr>
                          <a:solidFill>
                            <a:schemeClr val="tx1"/>
                          </a:solidFill>
                          <a:latin typeface="Arial" charset="0"/>
                        </a:defRPr>
                      </a:lvl7pPr>
                      <a:lvl8pPr fontAlgn="base">
                        <a:spcBef>
                          <a:spcPct val="20000"/>
                        </a:spcBef>
                        <a:spcAft>
                          <a:spcPct val="0"/>
                        </a:spcAft>
                        <a:defRPr>
                          <a:solidFill>
                            <a:schemeClr val="tx1"/>
                          </a:solidFill>
                          <a:latin typeface="Arial" charset="0"/>
                        </a:defRPr>
                      </a:lvl8pPr>
                      <a:lvl9pPr fontAlgn="base">
                        <a:spcBef>
                          <a:spcPct val="20000"/>
                        </a:spcBef>
                        <a:spcAft>
                          <a:spcPct val="0"/>
                        </a:spcAft>
                        <a:defRPr>
                          <a:solidFill>
                            <a:schemeClr val="tx1"/>
                          </a:solidFill>
                          <a:latin typeface="Arial"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2000" b="0" i="0" u="none" strike="noStrike" cap="none" normalizeH="0" baseline="0" dirty="0">
                          <a:ln>
                            <a:noFill/>
                          </a:ln>
                          <a:solidFill>
                            <a:schemeClr val="tx1"/>
                          </a:solidFill>
                          <a:effectLst/>
                          <a:latin typeface="Arial" charset="0"/>
                          <a:sym typeface="Symbol" pitchFamily="18" charset="2"/>
                        </a:rPr>
                        <a:t> </a:t>
                      </a:r>
                      <a:r>
                        <a:rPr kumimoji="0" lang="en-US" altLang="en-US" sz="2000" b="0" i="0" u="none" strike="noStrike" cap="none" normalizeH="0" baseline="30000" dirty="0">
                          <a:ln>
                            <a:noFill/>
                          </a:ln>
                          <a:solidFill>
                            <a:schemeClr val="tx1"/>
                          </a:solidFill>
                          <a:effectLst/>
                          <a:latin typeface="Arial" charset="0"/>
                          <a:sym typeface="Symbol" pitchFamily="18" charset="2"/>
                        </a:rPr>
                        <a:t>2  </a:t>
                      </a:r>
                      <a:r>
                        <a:rPr kumimoji="0" lang="en-US" altLang="en-US" sz="2000" b="0" i="0" u="none" strike="noStrike" cap="none" normalizeH="0" baseline="0" dirty="0">
                          <a:ln>
                            <a:noFill/>
                          </a:ln>
                          <a:solidFill>
                            <a:schemeClr val="tx1"/>
                          </a:solidFill>
                          <a:effectLst/>
                          <a:latin typeface="Arial" charset="0"/>
                          <a:sym typeface="Symbol" pitchFamily="18" charset="2"/>
                        </a:rPr>
                        <a:t>=</a:t>
                      </a:r>
                      <a:r>
                        <a:rPr kumimoji="0" lang="en-US" altLang="en-US" sz="2000" b="0" i="0" u="none" strike="noStrike" cap="none" normalizeH="0" baseline="0" dirty="0">
                          <a:ln>
                            <a:noFill/>
                          </a:ln>
                          <a:solidFill>
                            <a:schemeClr val="tx1"/>
                          </a:solidFill>
                          <a:effectLst/>
                          <a:latin typeface="Arial" charset="0"/>
                        </a:rPr>
                        <a:t>  6.30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6" name="TextBox 5"/>
          <p:cNvSpPr txBox="1"/>
          <p:nvPr/>
        </p:nvSpPr>
        <p:spPr>
          <a:xfrm>
            <a:off x="3719736" y="332656"/>
            <a:ext cx="6408712" cy="707886"/>
          </a:xfrm>
          <a:prstGeom prst="rect">
            <a:avLst/>
          </a:prstGeom>
        </p:spPr>
        <p:style>
          <a:lnRef idx="2">
            <a:schemeClr val="accent3"/>
          </a:lnRef>
          <a:fillRef idx="1">
            <a:schemeClr val="lt1"/>
          </a:fillRef>
          <a:effectRef idx="0">
            <a:schemeClr val="accent3"/>
          </a:effectRef>
          <a:fontRef idx="minor">
            <a:schemeClr val="dk1"/>
          </a:fontRef>
        </p:style>
        <p:txBody>
          <a:bodyPr wrap="square" rtlCol="0">
            <a:spAutoFit/>
          </a:bodyPr>
          <a:lstStyle/>
          <a:p>
            <a:pPr algn="ctr"/>
            <a:r>
              <a:rPr lang="en-US" sz="4000" dirty="0"/>
              <a:t>Example 2 – Solution </a:t>
            </a:r>
            <a:r>
              <a:rPr lang="en-US" dirty="0"/>
              <a:t>(cont.)</a:t>
            </a:r>
          </a:p>
        </p:txBody>
      </p:sp>
      <p:sp>
        <p:nvSpPr>
          <p:cNvPr id="2" name="Rectangle 1"/>
          <p:cNvSpPr/>
          <p:nvPr/>
        </p:nvSpPr>
        <p:spPr>
          <a:xfrm>
            <a:off x="1991545" y="1268761"/>
            <a:ext cx="4198585" cy="646331"/>
          </a:xfrm>
          <a:prstGeom prst="rect">
            <a:avLst/>
          </a:prstGeom>
        </p:spPr>
        <p:txBody>
          <a:bodyPr wrap="none">
            <a:spAutoFit/>
          </a:bodyPr>
          <a:lstStyle/>
          <a:p>
            <a:pPr>
              <a:tabLst>
                <a:tab pos="1371600" algn="l"/>
                <a:tab pos="2686050" algn="l"/>
              </a:tabLst>
            </a:pPr>
            <a:r>
              <a:rPr lang="en-US" dirty="0">
                <a:solidFill>
                  <a:srgbClr val="FF0000"/>
                </a:solidFill>
                <a:latin typeface="Arial" charset="0"/>
              </a:rPr>
              <a:t>iii. Calculate the expected counts and,  </a:t>
            </a:r>
          </a:p>
          <a:p>
            <a:pPr>
              <a:tabLst>
                <a:tab pos="1371600" algn="l"/>
                <a:tab pos="2686050" algn="l"/>
              </a:tabLst>
            </a:pPr>
            <a:r>
              <a:rPr lang="en-US" dirty="0">
                <a:solidFill>
                  <a:srgbClr val="FF0000"/>
                </a:solidFill>
                <a:latin typeface="Arial" charset="0"/>
              </a:rPr>
              <a:t>iv. Find the test statistics value:</a:t>
            </a:r>
            <a:endParaRPr lang="en-US" dirty="0">
              <a:solidFill>
                <a:schemeClr val="tx2"/>
              </a:solidFill>
              <a:latin typeface="Symbol" charset="0"/>
            </a:endParaRPr>
          </a:p>
        </p:txBody>
      </p:sp>
    </p:spTree>
    <p:extLst>
      <p:ext uri="{BB962C8B-B14F-4D97-AF65-F5344CB8AC3E}">
        <p14:creationId xmlns:p14="http://schemas.microsoft.com/office/powerpoint/2010/main" val="381459856"/>
      </p:ext>
    </p:extLst>
  </p:cSld>
  <p:clrMapOvr>
    <a:masterClrMapping/>
  </p:clrMapOvr>
  <p:transition>
    <p:wipe dir="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7" name="Slide Number Placeholder 6"/>
          <p:cNvSpPr>
            <a:spLocks noGrp="1"/>
          </p:cNvSpPr>
          <p:nvPr>
            <p:ph type="sldNum" sz="quarter" idx="12"/>
          </p:nvPr>
        </p:nvSpPr>
        <p:spPr>
          <a:noFill/>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a:defRPr sz="2400">
                <a:solidFill>
                  <a:schemeClr val="tx1"/>
                </a:solidFill>
                <a:latin typeface="Arial" charset="0"/>
                <a:ea typeface="ＭＳ Ｐゴシック" charset="0"/>
              </a:defRPr>
            </a:lvl1pPr>
            <a:lvl2pPr>
              <a:defRPr sz="2000">
                <a:solidFill>
                  <a:schemeClr val="tx1"/>
                </a:solidFill>
                <a:latin typeface="Arial" charset="0"/>
                <a:ea typeface="ＭＳ Ｐゴシック" charset="0"/>
              </a:defRPr>
            </a:lvl2pPr>
            <a:lvl3pPr>
              <a:defRPr sz="2000">
                <a:solidFill>
                  <a:schemeClr val="tx1"/>
                </a:solidFill>
                <a:latin typeface="Arial" charset="0"/>
                <a:ea typeface="ＭＳ Ｐゴシック" charset="0"/>
              </a:defRPr>
            </a:lvl3pPr>
            <a:lvl4pPr>
              <a:defRPr sz="2000">
                <a:solidFill>
                  <a:schemeClr val="tx1"/>
                </a:solidFill>
                <a:latin typeface="Arial" charset="0"/>
                <a:ea typeface="ＭＳ Ｐゴシック" charset="0"/>
              </a:defRPr>
            </a:lvl4pPr>
            <a:lvl5pPr>
              <a:defRPr sz="2000">
                <a:solidFill>
                  <a:schemeClr val="tx1"/>
                </a:solidFill>
                <a:latin typeface="Arial" charset="0"/>
                <a:ea typeface="ＭＳ Ｐゴシック" charset="0"/>
              </a:defRPr>
            </a:lvl5pPr>
            <a:lvl6pPr eaLnBrk="0" hangingPunct="0">
              <a:defRPr sz="2000">
                <a:solidFill>
                  <a:schemeClr val="tx1"/>
                </a:solidFill>
                <a:latin typeface="Arial" charset="0"/>
                <a:ea typeface="ＭＳ Ｐゴシック" charset="0"/>
              </a:defRPr>
            </a:lvl6pPr>
            <a:lvl7pPr eaLnBrk="0" hangingPunct="0">
              <a:defRPr sz="2000">
                <a:solidFill>
                  <a:schemeClr val="tx1"/>
                </a:solidFill>
                <a:latin typeface="Arial" charset="0"/>
                <a:ea typeface="ＭＳ Ｐゴシック" charset="0"/>
              </a:defRPr>
            </a:lvl7pPr>
            <a:lvl8pPr eaLnBrk="0" hangingPunct="0">
              <a:defRPr sz="2000">
                <a:solidFill>
                  <a:schemeClr val="tx1"/>
                </a:solidFill>
                <a:latin typeface="Arial" charset="0"/>
                <a:ea typeface="ＭＳ Ｐゴシック" charset="0"/>
              </a:defRPr>
            </a:lvl8pPr>
            <a:lvl9pPr eaLnBrk="0" hangingPunct="0">
              <a:defRPr sz="2000">
                <a:solidFill>
                  <a:schemeClr val="tx1"/>
                </a:solidFill>
                <a:latin typeface="Arial" charset="0"/>
                <a:ea typeface="ＭＳ Ｐゴシック" charset="0"/>
              </a:defRPr>
            </a:lvl9pPr>
          </a:lstStyle>
          <a:p>
            <a:fld id="{A4D00D16-C2BA-E04A-9D0A-395D4270E1F2}" type="slidenum">
              <a:rPr lang="en-US" sz="1000">
                <a:solidFill>
                  <a:schemeClr val="bg1"/>
                </a:solidFill>
              </a:rPr>
              <a:pPr/>
              <a:t>32</a:t>
            </a:fld>
            <a:endParaRPr lang="en-US" sz="1000">
              <a:solidFill>
                <a:schemeClr val="bg1"/>
              </a:solidFill>
            </a:endParaRPr>
          </a:p>
        </p:txBody>
      </p:sp>
      <p:sp>
        <p:nvSpPr>
          <p:cNvPr id="52229" name="Rectangle 4"/>
          <p:cNvSpPr>
            <a:spLocks noChangeArrowheads="1"/>
          </p:cNvSpPr>
          <p:nvPr/>
        </p:nvSpPr>
        <p:spPr bwMode="auto">
          <a:xfrm>
            <a:off x="5735960" y="1196752"/>
            <a:ext cx="3810000" cy="4114800"/>
          </a:xfrm>
          <a:prstGeom prst="rect">
            <a:avLst/>
          </a:prstGeom>
          <a:ln/>
        </p:spPr>
        <p:style>
          <a:lnRef idx="2">
            <a:schemeClr val="accent4"/>
          </a:lnRef>
          <a:fillRef idx="1">
            <a:schemeClr val="lt1"/>
          </a:fillRef>
          <a:effectRef idx="0">
            <a:schemeClr val="accent4"/>
          </a:effectRef>
          <a:fontRef idx="minor">
            <a:schemeClr val="dk1"/>
          </a:fontRef>
        </p:style>
        <p:txBody>
          <a:bodyPr lIns="90488" tIns="44450" rIns="90488" bIns="44450"/>
          <a:lstStyle/>
          <a:p>
            <a:pPr>
              <a:spcBef>
                <a:spcPct val="20000"/>
              </a:spcBef>
            </a:pPr>
            <a:r>
              <a:rPr lang="en-US" b="1" dirty="0">
                <a:solidFill>
                  <a:schemeClr val="tx2"/>
                </a:solidFill>
              </a:rPr>
              <a:t>Test Statistic: </a:t>
            </a:r>
          </a:p>
          <a:p>
            <a:pPr>
              <a:spcBef>
                <a:spcPct val="20000"/>
              </a:spcBef>
            </a:pPr>
            <a:endParaRPr lang="en-US" b="1" dirty="0">
              <a:solidFill>
                <a:schemeClr val="tx2"/>
              </a:solidFill>
            </a:endParaRPr>
          </a:p>
          <a:p>
            <a:pPr>
              <a:spcBef>
                <a:spcPct val="20000"/>
              </a:spcBef>
            </a:pPr>
            <a:r>
              <a:rPr lang="en-US" b="1" dirty="0">
                <a:solidFill>
                  <a:schemeClr val="tx2"/>
                </a:solidFill>
              </a:rPr>
              <a:t>Critical value:  </a:t>
            </a:r>
          </a:p>
          <a:p>
            <a:pPr>
              <a:spcBef>
                <a:spcPct val="20000"/>
              </a:spcBef>
            </a:pPr>
            <a:endParaRPr lang="en-US" b="1" dirty="0">
              <a:solidFill>
                <a:schemeClr val="tx2"/>
              </a:solidFill>
            </a:endParaRPr>
          </a:p>
          <a:p>
            <a:pPr>
              <a:spcBef>
                <a:spcPct val="20000"/>
              </a:spcBef>
            </a:pPr>
            <a:endParaRPr lang="en-US" b="1" dirty="0">
              <a:solidFill>
                <a:schemeClr val="tx2"/>
              </a:solidFill>
            </a:endParaRPr>
          </a:p>
          <a:p>
            <a:pPr>
              <a:spcBef>
                <a:spcPct val="20000"/>
              </a:spcBef>
            </a:pPr>
            <a:r>
              <a:rPr lang="en-US" b="1" dirty="0">
                <a:solidFill>
                  <a:schemeClr val="tx2"/>
                </a:solidFill>
              </a:rPr>
              <a:t>Conclusion:</a:t>
            </a:r>
          </a:p>
          <a:p>
            <a:pPr latinLnBrk="1">
              <a:spcBef>
                <a:spcPct val="20000"/>
              </a:spcBef>
            </a:pPr>
            <a:endParaRPr lang="en-US" b="1" dirty="0">
              <a:solidFill>
                <a:schemeClr val="tx2"/>
              </a:solidFill>
            </a:endParaRPr>
          </a:p>
        </p:txBody>
      </p:sp>
      <p:sp>
        <p:nvSpPr>
          <p:cNvPr id="52233" name="Rectangle 8"/>
          <p:cNvSpPr>
            <a:spLocks noChangeArrowheads="1"/>
          </p:cNvSpPr>
          <p:nvPr/>
        </p:nvSpPr>
        <p:spPr bwMode="auto">
          <a:xfrm>
            <a:off x="7198883" y="1196753"/>
            <a:ext cx="1724025"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0488" tIns="44450" rIns="90488" bIns="44450">
            <a:spAutoFit/>
          </a:bodyPr>
          <a:lstStyle/>
          <a:p>
            <a:pPr>
              <a:spcBef>
                <a:spcPct val="50000"/>
              </a:spcBef>
            </a:pPr>
            <a:r>
              <a:rPr lang="en-US" dirty="0">
                <a:latin typeface="Symbol" charset="0"/>
              </a:rPr>
              <a:t></a:t>
            </a:r>
            <a:r>
              <a:rPr lang="en-US" baseline="30000" dirty="0"/>
              <a:t>2</a:t>
            </a:r>
            <a:r>
              <a:rPr lang="en-US" dirty="0"/>
              <a:t> = 6.3</a:t>
            </a:r>
          </a:p>
        </p:txBody>
      </p:sp>
      <p:sp>
        <p:nvSpPr>
          <p:cNvPr id="52235" name="Rectangle 11"/>
          <p:cNvSpPr>
            <a:spLocks noChangeArrowheads="1"/>
          </p:cNvSpPr>
          <p:nvPr/>
        </p:nvSpPr>
        <p:spPr bwMode="auto">
          <a:xfrm>
            <a:off x="5865785" y="3295717"/>
            <a:ext cx="3581400"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0488" tIns="44450" rIns="90488" bIns="44450">
            <a:spAutoFit/>
          </a:bodyPr>
          <a:lstStyle/>
          <a:p>
            <a:pPr>
              <a:spcBef>
                <a:spcPct val="50000"/>
              </a:spcBef>
            </a:pPr>
            <a:r>
              <a:rPr lang="en-US" dirty="0"/>
              <a:t>Reject H</a:t>
            </a:r>
            <a:r>
              <a:rPr lang="en-US" baseline="-25000" dirty="0"/>
              <a:t>0</a:t>
            </a:r>
            <a:r>
              <a:rPr lang="en-US" dirty="0"/>
              <a:t> at </a:t>
            </a:r>
            <a:r>
              <a:rPr lang="en-US" dirty="0">
                <a:latin typeface="Symbol" charset="0"/>
              </a:rPr>
              <a:t></a:t>
            </a:r>
            <a:r>
              <a:rPr lang="en-US" dirty="0"/>
              <a:t> = .05</a:t>
            </a:r>
          </a:p>
        </p:txBody>
      </p:sp>
      <p:sp>
        <p:nvSpPr>
          <p:cNvPr id="52236" name="Rectangle 12"/>
          <p:cNvSpPr>
            <a:spLocks noChangeArrowheads="1"/>
          </p:cNvSpPr>
          <p:nvPr/>
        </p:nvSpPr>
        <p:spPr bwMode="auto">
          <a:xfrm>
            <a:off x="5827685" y="3749741"/>
            <a:ext cx="3657600" cy="643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0488" tIns="44450" rIns="90488" bIns="44450">
            <a:spAutoFit/>
          </a:bodyPr>
          <a:lstStyle/>
          <a:p>
            <a:pPr>
              <a:spcBef>
                <a:spcPct val="50000"/>
              </a:spcBef>
            </a:pPr>
            <a:r>
              <a:rPr lang="en-US" dirty="0"/>
              <a:t>There is evidence of a difference in proportions.</a:t>
            </a:r>
          </a:p>
        </p:txBody>
      </p:sp>
      <p:sp>
        <p:nvSpPr>
          <p:cNvPr id="14" name="TextBox 13"/>
          <p:cNvSpPr txBox="1"/>
          <p:nvPr/>
        </p:nvSpPr>
        <p:spPr>
          <a:xfrm>
            <a:off x="3719736" y="332656"/>
            <a:ext cx="6408712" cy="707886"/>
          </a:xfrm>
          <a:prstGeom prst="rect">
            <a:avLst/>
          </a:prstGeom>
        </p:spPr>
        <p:style>
          <a:lnRef idx="2">
            <a:schemeClr val="accent3"/>
          </a:lnRef>
          <a:fillRef idx="1">
            <a:schemeClr val="lt1"/>
          </a:fillRef>
          <a:effectRef idx="0">
            <a:schemeClr val="accent3"/>
          </a:effectRef>
          <a:fontRef idx="minor">
            <a:schemeClr val="dk1"/>
          </a:fontRef>
        </p:style>
        <p:txBody>
          <a:bodyPr wrap="square" rtlCol="0">
            <a:spAutoFit/>
          </a:bodyPr>
          <a:lstStyle/>
          <a:p>
            <a:pPr algn="ctr"/>
            <a:r>
              <a:rPr lang="en-US" sz="4000" dirty="0"/>
              <a:t>Example 2 – Solution </a:t>
            </a:r>
            <a:r>
              <a:rPr lang="en-US" dirty="0"/>
              <a:t>(cont.)</a:t>
            </a:r>
          </a:p>
        </p:txBody>
      </p:sp>
      <p:sp>
        <p:nvSpPr>
          <p:cNvPr id="16" name="Rectangle 8"/>
          <p:cNvSpPr>
            <a:spLocks noChangeArrowheads="1"/>
          </p:cNvSpPr>
          <p:nvPr/>
        </p:nvSpPr>
        <p:spPr bwMode="auto">
          <a:xfrm>
            <a:off x="7176120" y="1822848"/>
            <a:ext cx="2304256" cy="7822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lIns="90488" tIns="44450" rIns="90488" bIns="44450">
            <a:spAutoFit/>
          </a:bodyPr>
          <a:lstStyle/>
          <a:p>
            <a:pPr>
              <a:spcBef>
                <a:spcPct val="50000"/>
              </a:spcBef>
            </a:pPr>
            <a:r>
              <a:rPr lang="en-US" dirty="0">
                <a:latin typeface="Symbol" charset="0"/>
              </a:rPr>
              <a:t></a:t>
            </a:r>
            <a:r>
              <a:rPr lang="en-US" baseline="30000" dirty="0"/>
              <a:t>2</a:t>
            </a:r>
            <a:r>
              <a:rPr lang="en-US" dirty="0"/>
              <a:t> (</a:t>
            </a:r>
            <a:r>
              <a:rPr lang="en-US" dirty="0" err="1"/>
              <a:t>df</a:t>
            </a:r>
            <a:r>
              <a:rPr lang="en-US" dirty="0"/>
              <a:t>=2, </a:t>
            </a:r>
            <a:r>
              <a:rPr lang="en-US" dirty="0">
                <a:latin typeface="Symbol" panose="05050102010706020507" pitchFamily="18" charset="2"/>
                <a:ea typeface="Cambria Math" panose="02040503050406030204" pitchFamily="18" charset="0"/>
              </a:rPr>
              <a:t>a</a:t>
            </a:r>
            <a:r>
              <a:rPr lang="en-US" dirty="0"/>
              <a:t>=0.05) </a:t>
            </a:r>
          </a:p>
          <a:p>
            <a:pPr>
              <a:spcBef>
                <a:spcPct val="50000"/>
              </a:spcBef>
            </a:pPr>
            <a:r>
              <a:rPr lang="en-US" dirty="0"/>
              <a:t>= 5.991</a:t>
            </a:r>
          </a:p>
        </p:txBody>
      </p:sp>
      <p:sp>
        <p:nvSpPr>
          <p:cNvPr id="3" name="Rectangle 2"/>
          <p:cNvSpPr/>
          <p:nvPr/>
        </p:nvSpPr>
        <p:spPr>
          <a:xfrm>
            <a:off x="1703512" y="1340768"/>
            <a:ext cx="2323222" cy="369332"/>
          </a:xfrm>
          <a:prstGeom prst="rect">
            <a:avLst/>
          </a:prstGeom>
        </p:spPr>
        <p:txBody>
          <a:bodyPr wrap="none">
            <a:spAutoFit/>
          </a:bodyPr>
          <a:lstStyle/>
          <a:p>
            <a:pPr>
              <a:tabLst>
                <a:tab pos="1371600" algn="l"/>
                <a:tab pos="2686050" algn="l"/>
              </a:tabLst>
            </a:pPr>
            <a:r>
              <a:rPr lang="en-US" dirty="0">
                <a:solidFill>
                  <a:srgbClr val="FF0000"/>
                </a:solidFill>
                <a:latin typeface="Arial" charset="0"/>
              </a:rPr>
              <a:t>v. State the decision:</a:t>
            </a:r>
            <a:endParaRPr lang="en-US" dirty="0">
              <a:solidFill>
                <a:schemeClr val="tx2"/>
              </a:solidFill>
              <a:latin typeface="Symbol" charset="0"/>
            </a:endParaRPr>
          </a:p>
        </p:txBody>
      </p:sp>
      <p:sp>
        <p:nvSpPr>
          <p:cNvPr id="15" name="Freeform 4"/>
          <p:cNvSpPr>
            <a:spLocks/>
          </p:cNvSpPr>
          <p:nvPr/>
        </p:nvSpPr>
        <p:spPr bwMode="auto">
          <a:xfrm>
            <a:off x="3602162" y="5033542"/>
            <a:ext cx="1555750" cy="244475"/>
          </a:xfrm>
          <a:custGeom>
            <a:avLst/>
            <a:gdLst>
              <a:gd name="T0" fmla="*/ 2147483647 w 980"/>
              <a:gd name="T1" fmla="*/ 2147483647 h 154"/>
              <a:gd name="T2" fmla="*/ 0 w 980"/>
              <a:gd name="T3" fmla="*/ 0 h 154"/>
              <a:gd name="T4" fmla="*/ 2147483647 w 980"/>
              <a:gd name="T5" fmla="*/ 2147483647 h 154"/>
              <a:gd name="T6" fmla="*/ 2147483647 w 980"/>
              <a:gd name="T7" fmla="*/ 2147483647 h 154"/>
              <a:gd name="T8" fmla="*/ 2147483647 w 980"/>
              <a:gd name="T9" fmla="*/ 2147483647 h 154"/>
              <a:gd name="T10" fmla="*/ 2147483647 w 980"/>
              <a:gd name="T11" fmla="*/ 2147483647 h 154"/>
              <a:gd name="T12" fmla="*/ 2147483647 w 980"/>
              <a:gd name="T13" fmla="*/ 2147483647 h 154"/>
              <a:gd name="T14" fmla="*/ 2147483647 w 980"/>
              <a:gd name="T15" fmla="*/ 2147483647 h 154"/>
              <a:gd name="T16" fmla="*/ 2147483647 w 980"/>
              <a:gd name="T17" fmla="*/ 2147483647 h 154"/>
              <a:gd name="T18" fmla="*/ 2147483647 w 980"/>
              <a:gd name="T19" fmla="*/ 2147483647 h 15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980" h="154">
                <a:moveTo>
                  <a:pt x="4" y="154"/>
                </a:moveTo>
                <a:lnTo>
                  <a:pt x="0" y="0"/>
                </a:lnTo>
                <a:lnTo>
                  <a:pt x="83" y="39"/>
                </a:lnTo>
                <a:lnTo>
                  <a:pt x="154" y="61"/>
                </a:lnTo>
                <a:lnTo>
                  <a:pt x="209" y="76"/>
                </a:lnTo>
                <a:lnTo>
                  <a:pt x="283" y="91"/>
                </a:lnTo>
                <a:lnTo>
                  <a:pt x="428" y="111"/>
                </a:lnTo>
                <a:lnTo>
                  <a:pt x="592" y="126"/>
                </a:lnTo>
                <a:lnTo>
                  <a:pt x="979" y="141"/>
                </a:lnTo>
                <a:lnTo>
                  <a:pt x="980" y="154"/>
                </a:lnTo>
              </a:path>
            </a:pathLst>
          </a:custGeom>
          <a:solidFill>
            <a:schemeClr val="accent2"/>
          </a:solidFill>
          <a:ln>
            <a:noFill/>
          </a:ln>
          <a:effectLst/>
          <a:extLst>
            <a:ext uri="{91240B29-F687-4F45-9708-019B960494DF}">
              <a14:hiddenLine xmlns:a14="http://schemas.microsoft.com/office/drawing/2010/main" w="9525" cap="flat" cmpd="sng">
                <a:solidFill>
                  <a:schemeClr val="tx1"/>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17" name="Freeform 5"/>
          <p:cNvSpPr>
            <a:spLocks/>
          </p:cNvSpPr>
          <p:nvPr/>
        </p:nvSpPr>
        <p:spPr bwMode="auto">
          <a:xfrm>
            <a:off x="1924176" y="3668292"/>
            <a:ext cx="3513137" cy="1614487"/>
          </a:xfrm>
          <a:custGeom>
            <a:avLst/>
            <a:gdLst>
              <a:gd name="T0" fmla="*/ 0 w 3388"/>
              <a:gd name="T1" fmla="*/ 0 h 1023"/>
              <a:gd name="T2" fmla="*/ 0 w 3388"/>
              <a:gd name="T3" fmla="*/ 2147483647 h 1023"/>
              <a:gd name="T4" fmla="*/ 2147483647 w 3388"/>
              <a:gd name="T5" fmla="*/ 2147483647 h 1023"/>
              <a:gd name="T6" fmla="*/ 0 60000 65536"/>
              <a:gd name="T7" fmla="*/ 0 60000 65536"/>
              <a:gd name="T8" fmla="*/ 0 60000 65536"/>
            </a:gdLst>
            <a:ahLst/>
            <a:cxnLst>
              <a:cxn ang="T6">
                <a:pos x="T0" y="T1"/>
              </a:cxn>
              <a:cxn ang="T7">
                <a:pos x="T2" y="T3"/>
              </a:cxn>
              <a:cxn ang="T8">
                <a:pos x="T4" y="T5"/>
              </a:cxn>
            </a:cxnLst>
            <a:rect l="0" t="0" r="r" b="b"/>
            <a:pathLst>
              <a:path w="3388" h="1023">
                <a:moveTo>
                  <a:pt x="0" y="0"/>
                </a:moveTo>
                <a:lnTo>
                  <a:pt x="0" y="1022"/>
                </a:lnTo>
                <a:lnTo>
                  <a:pt x="3387" y="1022"/>
                </a:lnTo>
              </a:path>
            </a:pathLst>
          </a:custGeom>
          <a:noFill/>
          <a:ln w="25400" cap="rnd" cmpd="sng">
            <a:solidFill>
              <a:schemeClr val="tx1"/>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8" name="Rectangle 6"/>
          <p:cNvSpPr>
            <a:spLocks noChangeArrowheads="1"/>
          </p:cNvSpPr>
          <p:nvPr/>
        </p:nvSpPr>
        <p:spPr bwMode="auto">
          <a:xfrm>
            <a:off x="1703512" y="5054179"/>
            <a:ext cx="457200" cy="638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0488" tIns="44450" rIns="90488" bIns="44450">
            <a:spAutoFit/>
          </a:bodyPr>
          <a:lstStyle/>
          <a:p>
            <a:pPr>
              <a:spcBef>
                <a:spcPct val="50000"/>
              </a:spcBef>
            </a:pPr>
            <a:r>
              <a:rPr lang="en-US"/>
              <a:t>0</a:t>
            </a:r>
            <a:r>
              <a:rPr lang="en-US" sz="3600" b="1">
                <a:latin typeface="Times New Roman" charset="0"/>
              </a:rPr>
              <a:t> </a:t>
            </a:r>
          </a:p>
        </p:txBody>
      </p:sp>
      <p:sp>
        <p:nvSpPr>
          <p:cNvPr id="19" name="Line 7"/>
          <p:cNvSpPr>
            <a:spLocks noChangeShapeType="1"/>
          </p:cNvSpPr>
          <p:nvPr/>
        </p:nvSpPr>
        <p:spPr bwMode="auto">
          <a:xfrm>
            <a:off x="2067051" y="3987378"/>
            <a:ext cx="3175" cy="0"/>
          </a:xfrm>
          <a:prstGeom prst="line">
            <a:avLst/>
          </a:prstGeom>
          <a:noFill/>
          <a:ln w="508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20" name="Freeform 8"/>
          <p:cNvSpPr>
            <a:spLocks/>
          </p:cNvSpPr>
          <p:nvPr/>
        </p:nvSpPr>
        <p:spPr bwMode="auto">
          <a:xfrm>
            <a:off x="1932112" y="3682578"/>
            <a:ext cx="3429000" cy="1620838"/>
          </a:xfrm>
          <a:custGeom>
            <a:avLst/>
            <a:gdLst>
              <a:gd name="T0" fmla="*/ 0 w 3492"/>
              <a:gd name="T1" fmla="*/ 2147483647 h 1021"/>
              <a:gd name="T2" fmla="*/ 2147483647 w 3492"/>
              <a:gd name="T3" fmla="*/ 2147483647 h 1021"/>
              <a:gd name="T4" fmla="*/ 2147483647 w 3492"/>
              <a:gd name="T5" fmla="*/ 2147483647 h 1021"/>
              <a:gd name="T6" fmla="*/ 2147483647 w 3492"/>
              <a:gd name="T7" fmla="*/ 2147483647 h 1021"/>
              <a:gd name="T8" fmla="*/ 2147483647 w 3492"/>
              <a:gd name="T9" fmla="*/ 2147483647 h 102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92" h="1021">
                <a:moveTo>
                  <a:pt x="0" y="1011"/>
                </a:moveTo>
                <a:cubicBezTo>
                  <a:pt x="27" y="982"/>
                  <a:pt x="43" y="1005"/>
                  <a:pt x="162" y="837"/>
                </a:cubicBezTo>
                <a:cubicBezTo>
                  <a:pt x="281" y="669"/>
                  <a:pt x="453" y="0"/>
                  <a:pt x="714" y="3"/>
                </a:cubicBezTo>
                <a:cubicBezTo>
                  <a:pt x="975" y="6"/>
                  <a:pt x="1265" y="689"/>
                  <a:pt x="1728" y="855"/>
                </a:cubicBezTo>
                <a:cubicBezTo>
                  <a:pt x="2191" y="1021"/>
                  <a:pt x="3125" y="969"/>
                  <a:pt x="3492" y="999"/>
                </a:cubicBezTo>
              </a:path>
            </a:pathLst>
          </a:custGeom>
          <a:noFill/>
          <a:ln w="38100" cap="flat" cmpd="sng">
            <a:solidFill>
              <a:schemeClr val="folHlink"/>
            </a:solid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21" name="Line 9"/>
          <p:cNvSpPr>
            <a:spLocks noChangeShapeType="1"/>
          </p:cNvSpPr>
          <p:nvPr/>
        </p:nvSpPr>
        <p:spPr bwMode="auto">
          <a:xfrm>
            <a:off x="3608512" y="5054178"/>
            <a:ext cx="1588" cy="228600"/>
          </a:xfrm>
          <a:prstGeom prst="line">
            <a:avLst/>
          </a:prstGeom>
          <a:noFill/>
          <a:ln w="1905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endParaRPr lang="en-US"/>
          </a:p>
        </p:txBody>
      </p:sp>
      <p:sp>
        <p:nvSpPr>
          <p:cNvPr id="22" name="Line 10"/>
          <p:cNvSpPr>
            <a:spLocks noChangeShapeType="1"/>
          </p:cNvSpPr>
          <p:nvPr/>
        </p:nvSpPr>
        <p:spPr bwMode="auto">
          <a:xfrm flipH="1">
            <a:off x="3913312" y="4825578"/>
            <a:ext cx="76200" cy="30480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endParaRPr lang="en-US"/>
          </a:p>
        </p:txBody>
      </p:sp>
      <p:sp>
        <p:nvSpPr>
          <p:cNvPr id="23" name="Text Box 11"/>
          <p:cNvSpPr txBox="1">
            <a:spLocks noChangeArrowheads="1"/>
          </p:cNvSpPr>
          <p:nvPr/>
        </p:nvSpPr>
        <p:spPr bwMode="auto">
          <a:xfrm>
            <a:off x="3837112" y="4520778"/>
            <a:ext cx="151365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defRPr sz="2400">
                <a:solidFill>
                  <a:schemeClr val="tx1"/>
                </a:solidFill>
                <a:latin typeface="Arial" charset="0"/>
                <a:ea typeface="ＭＳ Ｐゴシック" charset="0"/>
              </a:defRPr>
            </a:lvl1pPr>
            <a:lvl2pPr>
              <a:defRPr sz="2000">
                <a:solidFill>
                  <a:schemeClr val="tx1"/>
                </a:solidFill>
                <a:latin typeface="Arial" charset="0"/>
                <a:ea typeface="ＭＳ Ｐゴシック" charset="0"/>
              </a:defRPr>
            </a:lvl2pPr>
            <a:lvl3pPr>
              <a:defRPr sz="2000">
                <a:solidFill>
                  <a:schemeClr val="tx1"/>
                </a:solidFill>
                <a:latin typeface="Arial" charset="0"/>
                <a:ea typeface="ＭＳ Ｐゴシック" charset="0"/>
              </a:defRPr>
            </a:lvl3pPr>
            <a:lvl4pPr>
              <a:defRPr sz="2000">
                <a:solidFill>
                  <a:schemeClr val="tx1"/>
                </a:solidFill>
                <a:latin typeface="Arial" charset="0"/>
                <a:ea typeface="ＭＳ Ｐゴシック" charset="0"/>
              </a:defRPr>
            </a:lvl4pPr>
            <a:lvl5pPr>
              <a:defRPr sz="2000">
                <a:solidFill>
                  <a:schemeClr val="tx1"/>
                </a:solidFill>
                <a:latin typeface="Arial" charset="0"/>
                <a:ea typeface="ＭＳ Ｐゴシック" charset="0"/>
              </a:defRPr>
            </a:lvl5pPr>
            <a:lvl6pPr eaLnBrk="0" hangingPunct="0">
              <a:defRPr sz="2000">
                <a:solidFill>
                  <a:schemeClr val="tx1"/>
                </a:solidFill>
                <a:latin typeface="Arial" charset="0"/>
                <a:ea typeface="ＭＳ Ｐゴシック" charset="0"/>
              </a:defRPr>
            </a:lvl6pPr>
            <a:lvl7pPr eaLnBrk="0" hangingPunct="0">
              <a:defRPr sz="2000">
                <a:solidFill>
                  <a:schemeClr val="tx1"/>
                </a:solidFill>
                <a:latin typeface="Arial" charset="0"/>
                <a:ea typeface="ＭＳ Ｐゴシック" charset="0"/>
              </a:defRPr>
            </a:lvl7pPr>
            <a:lvl8pPr eaLnBrk="0" hangingPunct="0">
              <a:defRPr sz="2000">
                <a:solidFill>
                  <a:schemeClr val="tx1"/>
                </a:solidFill>
                <a:latin typeface="Arial" charset="0"/>
                <a:ea typeface="ＭＳ Ｐゴシック" charset="0"/>
              </a:defRPr>
            </a:lvl8pPr>
            <a:lvl9pPr eaLnBrk="0" hangingPunct="0">
              <a:defRPr sz="2000">
                <a:solidFill>
                  <a:schemeClr val="tx1"/>
                </a:solidFill>
                <a:latin typeface="Arial" charset="0"/>
                <a:ea typeface="ＭＳ Ｐゴシック" charset="0"/>
              </a:defRPr>
            </a:lvl9pPr>
          </a:lstStyle>
          <a:p>
            <a:pPr eaLnBrk="1" hangingPunct="1">
              <a:spcBef>
                <a:spcPct val="50000"/>
              </a:spcBef>
            </a:pPr>
            <a:r>
              <a:rPr lang="en-US" sz="2000" dirty="0">
                <a:sym typeface="Symbol" charset="0"/>
              </a:rPr>
              <a:t> = 0.05</a:t>
            </a:r>
            <a:endParaRPr lang="en-US" sz="2000" baseline="-25000" dirty="0">
              <a:sym typeface="Symbol" charset="0"/>
            </a:endParaRPr>
          </a:p>
        </p:txBody>
      </p:sp>
      <p:sp>
        <p:nvSpPr>
          <p:cNvPr id="24" name="Line 12"/>
          <p:cNvSpPr>
            <a:spLocks noChangeShapeType="1"/>
          </p:cNvSpPr>
          <p:nvPr/>
        </p:nvSpPr>
        <p:spPr bwMode="auto">
          <a:xfrm flipV="1">
            <a:off x="3608512" y="5282778"/>
            <a:ext cx="0" cy="685800"/>
          </a:xfrm>
          <a:prstGeom prst="line">
            <a:avLst/>
          </a:prstGeom>
          <a:noFill/>
          <a:ln w="28575">
            <a:solidFill>
              <a:schemeClr val="hlink"/>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endParaRPr lang="en-US"/>
          </a:p>
        </p:txBody>
      </p:sp>
      <p:sp>
        <p:nvSpPr>
          <p:cNvPr id="25" name="Line 13"/>
          <p:cNvSpPr>
            <a:spLocks noChangeShapeType="1"/>
          </p:cNvSpPr>
          <p:nvPr/>
        </p:nvSpPr>
        <p:spPr bwMode="auto">
          <a:xfrm flipH="1">
            <a:off x="2008312" y="5511378"/>
            <a:ext cx="1600200" cy="0"/>
          </a:xfrm>
          <a:prstGeom prst="line">
            <a:avLst/>
          </a:prstGeom>
          <a:noFill/>
          <a:ln w="9525">
            <a:solidFill>
              <a:schemeClr val="tx1"/>
            </a:solidFill>
            <a:miter lim="800000"/>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endParaRPr lang="en-US"/>
          </a:p>
        </p:txBody>
      </p:sp>
      <p:sp>
        <p:nvSpPr>
          <p:cNvPr id="26" name="Line 14"/>
          <p:cNvSpPr>
            <a:spLocks noChangeShapeType="1"/>
          </p:cNvSpPr>
          <p:nvPr/>
        </p:nvSpPr>
        <p:spPr bwMode="auto">
          <a:xfrm flipH="1">
            <a:off x="3608512" y="5511378"/>
            <a:ext cx="1447800" cy="0"/>
          </a:xfrm>
          <a:prstGeom prst="line">
            <a:avLst/>
          </a:prstGeom>
          <a:noFill/>
          <a:ln w="9525">
            <a:solidFill>
              <a:schemeClr val="tx1"/>
            </a:solidFill>
            <a:miter lim="800000"/>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endParaRPr lang="en-US"/>
          </a:p>
        </p:txBody>
      </p:sp>
      <p:sp>
        <p:nvSpPr>
          <p:cNvPr id="27" name="Rectangle 15"/>
          <p:cNvSpPr>
            <a:spLocks noChangeArrowheads="1"/>
          </p:cNvSpPr>
          <p:nvPr/>
        </p:nvSpPr>
        <p:spPr bwMode="auto">
          <a:xfrm>
            <a:off x="3837112" y="5435178"/>
            <a:ext cx="990600" cy="305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0488" tIns="44450" rIns="90488" bIns="44450">
            <a:spAutoFit/>
          </a:bodyPr>
          <a:lstStyle/>
          <a:p>
            <a:pPr>
              <a:spcBef>
                <a:spcPct val="50000"/>
              </a:spcBef>
            </a:pPr>
            <a:r>
              <a:rPr lang="en-US" sz="1400"/>
              <a:t>Reject H</a:t>
            </a:r>
            <a:r>
              <a:rPr lang="en-US" sz="1400" baseline="-25000"/>
              <a:t>0</a:t>
            </a:r>
          </a:p>
        </p:txBody>
      </p:sp>
      <p:sp>
        <p:nvSpPr>
          <p:cNvPr id="28" name="Rectangle 16"/>
          <p:cNvSpPr>
            <a:spLocks noChangeArrowheads="1"/>
          </p:cNvSpPr>
          <p:nvPr/>
        </p:nvSpPr>
        <p:spPr bwMode="auto">
          <a:xfrm>
            <a:off x="2313112" y="5435179"/>
            <a:ext cx="914400" cy="4926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0488" tIns="44450" rIns="90488" bIns="44450">
            <a:spAutoFit/>
          </a:bodyPr>
          <a:lstStyle/>
          <a:p>
            <a:pPr>
              <a:spcBef>
                <a:spcPct val="50000"/>
              </a:spcBef>
            </a:pPr>
            <a:r>
              <a:rPr lang="en-US" sz="1400"/>
              <a:t>Do not </a:t>
            </a:r>
          </a:p>
          <a:p>
            <a:pPr>
              <a:lnSpc>
                <a:spcPct val="20000"/>
              </a:lnSpc>
              <a:spcBef>
                <a:spcPct val="50000"/>
              </a:spcBef>
            </a:pPr>
            <a:r>
              <a:rPr lang="en-US" sz="1400"/>
              <a:t>reject H</a:t>
            </a:r>
            <a:r>
              <a:rPr lang="en-US" sz="1400" baseline="-25000"/>
              <a:t>0</a:t>
            </a:r>
          </a:p>
        </p:txBody>
      </p:sp>
      <p:sp>
        <p:nvSpPr>
          <p:cNvPr id="29" name="Rectangle 28"/>
          <p:cNvSpPr>
            <a:spLocks noChangeArrowheads="1"/>
          </p:cNvSpPr>
          <p:nvPr/>
        </p:nvSpPr>
        <p:spPr bwMode="auto">
          <a:xfrm>
            <a:off x="2922712" y="5968578"/>
            <a:ext cx="1905000" cy="412750"/>
          </a:xfrm>
          <a:prstGeom prst="rect">
            <a:avLst/>
          </a:prstGeom>
          <a:noFill/>
          <a:ln w="19050">
            <a:solidFill>
              <a:schemeClr val="hlink"/>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0488" tIns="44450" rIns="90488" bIns="44450">
            <a:spAutoFit/>
          </a:bodyPr>
          <a:lstStyle/>
          <a:p>
            <a:pPr>
              <a:spcBef>
                <a:spcPct val="50000"/>
              </a:spcBef>
            </a:pPr>
            <a:r>
              <a:rPr lang="en-US" sz="2000" dirty="0">
                <a:solidFill>
                  <a:schemeClr val="hlink"/>
                </a:solidFill>
                <a:sym typeface="Symbol" charset="0"/>
              </a:rPr>
              <a:t></a:t>
            </a:r>
            <a:r>
              <a:rPr lang="en-US" sz="2000" baseline="30000" dirty="0">
                <a:solidFill>
                  <a:schemeClr val="hlink"/>
                </a:solidFill>
                <a:sym typeface="Symbol" charset="0"/>
              </a:rPr>
              <a:t>2</a:t>
            </a:r>
            <a:r>
              <a:rPr lang="en-US" sz="2000" baseline="-25000" dirty="0">
                <a:solidFill>
                  <a:schemeClr val="hlink"/>
                </a:solidFill>
                <a:sym typeface="Symbol" charset="0"/>
              </a:rPr>
              <a:t>2, 0.05</a:t>
            </a:r>
            <a:r>
              <a:rPr lang="en-US" sz="2000" dirty="0">
                <a:solidFill>
                  <a:schemeClr val="hlink"/>
                </a:solidFill>
                <a:sym typeface="Symbol" charset="0"/>
              </a:rPr>
              <a:t> = 5.991</a:t>
            </a:r>
            <a:endParaRPr lang="en-US" sz="2000" dirty="0">
              <a:solidFill>
                <a:schemeClr val="hlink"/>
              </a:solidFill>
            </a:endParaRPr>
          </a:p>
        </p:txBody>
      </p:sp>
    </p:spTree>
    <p:extLst>
      <p:ext uri="{BB962C8B-B14F-4D97-AF65-F5344CB8AC3E}">
        <p14:creationId xmlns:p14="http://schemas.microsoft.com/office/powerpoint/2010/main" val="3568919962"/>
      </p:ext>
    </p:extLst>
  </p:cSld>
  <p:clrMapOvr>
    <a:masterClrMapping/>
  </p:clrMapOvr>
  <p:transition>
    <p:wipe dir="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1" name="Slide Number Placeholder 5"/>
          <p:cNvSpPr>
            <a:spLocks noGrp="1"/>
          </p:cNvSpPr>
          <p:nvPr>
            <p:ph type="sldNum" sz="quarter" idx="4294967295"/>
          </p:nvPr>
        </p:nvSpPr>
        <p:spPr>
          <a:xfrm>
            <a:off x="9345488" y="6553200"/>
            <a:ext cx="1143000" cy="304800"/>
          </a:xfrm>
          <a:prstGeom prst="rect">
            <a:avLst/>
          </a:prstGeom>
          <a:noFill/>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a:defRPr sz="2400">
                <a:solidFill>
                  <a:schemeClr val="tx1"/>
                </a:solidFill>
                <a:latin typeface="Arial" charset="0"/>
                <a:ea typeface="ＭＳ Ｐゴシック" charset="0"/>
              </a:defRPr>
            </a:lvl1pPr>
            <a:lvl2pPr>
              <a:defRPr sz="2000">
                <a:solidFill>
                  <a:schemeClr val="tx1"/>
                </a:solidFill>
                <a:latin typeface="Arial" charset="0"/>
                <a:ea typeface="ＭＳ Ｐゴシック" charset="0"/>
              </a:defRPr>
            </a:lvl2pPr>
            <a:lvl3pPr>
              <a:defRPr sz="2000">
                <a:solidFill>
                  <a:schemeClr val="tx1"/>
                </a:solidFill>
                <a:latin typeface="Arial" charset="0"/>
                <a:ea typeface="ＭＳ Ｐゴシック" charset="0"/>
              </a:defRPr>
            </a:lvl3pPr>
            <a:lvl4pPr>
              <a:defRPr sz="2000">
                <a:solidFill>
                  <a:schemeClr val="tx1"/>
                </a:solidFill>
                <a:latin typeface="Arial" charset="0"/>
                <a:ea typeface="ＭＳ Ｐゴシック" charset="0"/>
              </a:defRPr>
            </a:lvl4pPr>
            <a:lvl5pPr>
              <a:defRPr sz="2000">
                <a:solidFill>
                  <a:schemeClr val="tx1"/>
                </a:solidFill>
                <a:latin typeface="Arial" charset="0"/>
                <a:ea typeface="ＭＳ Ｐゴシック" charset="0"/>
              </a:defRPr>
            </a:lvl5pPr>
            <a:lvl6pPr eaLnBrk="0" hangingPunct="0">
              <a:defRPr sz="2000">
                <a:solidFill>
                  <a:schemeClr val="tx1"/>
                </a:solidFill>
                <a:latin typeface="Arial" charset="0"/>
                <a:ea typeface="ＭＳ Ｐゴシック" charset="0"/>
              </a:defRPr>
            </a:lvl6pPr>
            <a:lvl7pPr eaLnBrk="0" hangingPunct="0">
              <a:defRPr sz="2000">
                <a:solidFill>
                  <a:schemeClr val="tx1"/>
                </a:solidFill>
                <a:latin typeface="Arial" charset="0"/>
                <a:ea typeface="ＭＳ Ｐゴシック" charset="0"/>
              </a:defRPr>
            </a:lvl7pPr>
            <a:lvl8pPr eaLnBrk="0" hangingPunct="0">
              <a:defRPr sz="2000">
                <a:solidFill>
                  <a:schemeClr val="tx1"/>
                </a:solidFill>
                <a:latin typeface="Arial" charset="0"/>
                <a:ea typeface="ＭＳ Ｐゴシック" charset="0"/>
              </a:defRPr>
            </a:lvl8pPr>
            <a:lvl9pPr eaLnBrk="0" hangingPunct="0">
              <a:defRPr sz="2000">
                <a:solidFill>
                  <a:schemeClr val="tx1"/>
                </a:solidFill>
                <a:latin typeface="Arial" charset="0"/>
                <a:ea typeface="ＭＳ Ｐゴシック" charset="0"/>
              </a:defRPr>
            </a:lvl9pPr>
          </a:lstStyle>
          <a:p>
            <a:fld id="{D3C6BCA5-46AB-A143-B60B-3E25E0BC3AC6}" type="slidenum">
              <a:rPr lang="en-US" sz="1000">
                <a:solidFill>
                  <a:schemeClr val="bg1"/>
                </a:solidFill>
              </a:rPr>
              <a:pPr/>
              <a:t>33</a:t>
            </a:fld>
            <a:endParaRPr lang="en-US" sz="1000">
              <a:solidFill>
                <a:schemeClr val="bg1"/>
              </a:solidFill>
            </a:endParaRPr>
          </a:p>
        </p:txBody>
      </p:sp>
      <p:sp>
        <p:nvSpPr>
          <p:cNvPr id="53252" name="Rectangle 2"/>
          <p:cNvSpPr>
            <a:spLocks noGrp="1" noChangeArrowheads="1"/>
          </p:cNvSpPr>
          <p:nvPr>
            <p:ph type="title"/>
          </p:nvPr>
        </p:nvSpPr>
        <p:spPr>
          <a:xfrm>
            <a:off x="3647728" y="274638"/>
            <a:ext cx="6563072" cy="706090"/>
          </a:xfrm>
        </p:spPr>
        <p:style>
          <a:lnRef idx="2">
            <a:schemeClr val="accent3"/>
          </a:lnRef>
          <a:fillRef idx="1">
            <a:schemeClr val="lt1"/>
          </a:fillRef>
          <a:effectRef idx="0">
            <a:schemeClr val="accent3"/>
          </a:effectRef>
          <a:fontRef idx="minor">
            <a:schemeClr val="dk1"/>
          </a:fontRef>
        </p:style>
        <p:txBody>
          <a:bodyPr/>
          <a:lstStyle/>
          <a:p>
            <a:pPr eaLnBrk="1" hangingPunct="1"/>
            <a:r>
              <a:rPr lang="en-US" dirty="0">
                <a:latin typeface="Arial" charset="0"/>
              </a:rPr>
              <a:t>Example 3</a:t>
            </a:r>
          </a:p>
        </p:txBody>
      </p:sp>
      <p:sp>
        <p:nvSpPr>
          <p:cNvPr id="53253" name="Rectangle 3"/>
          <p:cNvSpPr>
            <a:spLocks noGrp="1" noChangeArrowheads="1"/>
          </p:cNvSpPr>
          <p:nvPr>
            <p:ph type="body" idx="1"/>
          </p:nvPr>
        </p:nvSpPr>
        <p:spPr>
          <a:xfrm>
            <a:off x="1919536" y="1268761"/>
            <a:ext cx="8443664" cy="4525963"/>
          </a:xfrm>
        </p:spPr>
        <p:txBody>
          <a:bodyPr/>
          <a:lstStyle/>
          <a:p>
            <a:pPr eaLnBrk="1" hangingPunct="1"/>
            <a:r>
              <a:rPr lang="en-US" sz="2800" dirty="0">
                <a:latin typeface="Arial" charset="0"/>
              </a:rPr>
              <a:t>Are technical support calls equal across all days of the week?</a:t>
            </a:r>
          </a:p>
        </p:txBody>
      </p:sp>
      <p:sp>
        <p:nvSpPr>
          <p:cNvPr id="53254" name="Rectangle 4"/>
          <p:cNvSpPr>
            <a:spLocks noChangeArrowheads="1"/>
          </p:cNvSpPr>
          <p:nvPr/>
        </p:nvSpPr>
        <p:spPr bwMode="auto">
          <a:xfrm>
            <a:off x="3581400" y="3124200"/>
            <a:ext cx="5181600" cy="3276600"/>
          </a:xfrm>
          <a:prstGeom prst="rect">
            <a:avLst/>
          </a:prstGeom>
          <a:solidFill>
            <a:srgbClr val="FFFFCC"/>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AU"/>
          </a:p>
        </p:txBody>
      </p:sp>
      <p:sp>
        <p:nvSpPr>
          <p:cNvPr id="53255" name="Rectangle 5"/>
          <p:cNvSpPr>
            <a:spLocks noChangeArrowheads="1"/>
          </p:cNvSpPr>
          <p:nvPr/>
        </p:nvSpPr>
        <p:spPr bwMode="auto">
          <a:xfrm>
            <a:off x="2555304" y="2229481"/>
            <a:ext cx="8077200" cy="35702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85342" tIns="42672" rIns="85342" bIns="42672">
            <a:spAutoFit/>
          </a:bodyPr>
          <a:lstStyle/>
          <a:p>
            <a:pPr marL="425450" lvl="1" defTabSz="852488">
              <a:spcBef>
                <a:spcPct val="20000"/>
              </a:spcBef>
            </a:pPr>
            <a:endParaRPr lang="en-US" sz="2000" dirty="0"/>
          </a:p>
          <a:p>
            <a:pPr marL="693738" lvl="1" indent="-268288" defTabSz="852488">
              <a:spcBef>
                <a:spcPct val="20000"/>
              </a:spcBef>
              <a:buBlip>
                <a:blip r:embed="rId2"/>
              </a:buBlip>
            </a:pPr>
            <a:r>
              <a:rPr lang="en-US" sz="2800" dirty="0"/>
              <a:t>Sample data:</a:t>
            </a:r>
          </a:p>
          <a:p>
            <a:pPr marL="693738" lvl="1" indent="-268288" defTabSz="852488">
              <a:spcBef>
                <a:spcPct val="20000"/>
              </a:spcBef>
            </a:pPr>
            <a:r>
              <a:rPr lang="en-US" dirty="0"/>
              <a:t>					</a:t>
            </a:r>
            <a:r>
              <a:rPr lang="en-US" u="sng" dirty="0"/>
              <a:t>Sum of calls for each day</a:t>
            </a:r>
            <a:r>
              <a:rPr lang="en-US" dirty="0"/>
              <a:t>:</a:t>
            </a:r>
          </a:p>
          <a:p>
            <a:pPr marL="1068388" lvl="2" indent="-215900" defTabSz="852488">
              <a:spcBef>
                <a:spcPct val="20000"/>
              </a:spcBef>
            </a:pPr>
            <a:r>
              <a:rPr lang="en-US" dirty="0"/>
              <a:t>		Monday		            290</a:t>
            </a:r>
          </a:p>
          <a:p>
            <a:pPr marL="1068388" lvl="2" indent="-215900" defTabSz="852488">
              <a:spcBef>
                <a:spcPct val="20000"/>
              </a:spcBef>
            </a:pPr>
            <a:r>
              <a:rPr lang="en-US" dirty="0"/>
              <a:t>		Tuesday	                            250</a:t>
            </a:r>
          </a:p>
          <a:p>
            <a:pPr marL="1068388" lvl="2" indent="-215900" defTabSz="852488">
              <a:spcBef>
                <a:spcPct val="20000"/>
              </a:spcBef>
            </a:pPr>
            <a:r>
              <a:rPr lang="en-US" dirty="0"/>
              <a:t>		Wednesday	            238</a:t>
            </a:r>
          </a:p>
          <a:p>
            <a:pPr marL="1068388" lvl="2" indent="-215900" defTabSz="852488">
              <a:spcBef>
                <a:spcPct val="20000"/>
              </a:spcBef>
            </a:pPr>
            <a:r>
              <a:rPr lang="en-US" dirty="0"/>
              <a:t>		Thursday                             257</a:t>
            </a:r>
          </a:p>
          <a:p>
            <a:pPr marL="1068388" lvl="2" indent="-215900" defTabSz="852488">
              <a:spcBef>
                <a:spcPct val="20000"/>
              </a:spcBef>
            </a:pPr>
            <a:r>
              <a:rPr lang="en-US" dirty="0"/>
              <a:t>		Friday		            265</a:t>
            </a:r>
          </a:p>
          <a:p>
            <a:pPr marL="1068388" lvl="2" indent="-215900" defTabSz="852488">
              <a:spcBef>
                <a:spcPct val="20000"/>
              </a:spcBef>
            </a:pPr>
            <a:r>
              <a:rPr lang="en-US" dirty="0"/>
              <a:t>		Saturday		            230</a:t>
            </a:r>
          </a:p>
          <a:p>
            <a:pPr marL="1068388" lvl="2" indent="-215900" defTabSz="852488">
              <a:spcBef>
                <a:spcPct val="20000"/>
              </a:spcBef>
            </a:pPr>
            <a:r>
              <a:rPr lang="en-US" dirty="0"/>
              <a:t>		Sunday		            192</a:t>
            </a:r>
          </a:p>
        </p:txBody>
      </p:sp>
      <p:sp>
        <p:nvSpPr>
          <p:cNvPr id="53256" name="Text Box 6"/>
          <p:cNvSpPr txBox="1">
            <a:spLocks noChangeArrowheads="1"/>
          </p:cNvSpPr>
          <p:nvPr/>
        </p:nvSpPr>
        <p:spPr bwMode="auto">
          <a:xfrm>
            <a:off x="6324600" y="5943601"/>
            <a:ext cx="16002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sz="2400">
                <a:solidFill>
                  <a:schemeClr val="tx1"/>
                </a:solidFill>
                <a:latin typeface="Arial" charset="0"/>
                <a:ea typeface="ＭＳ Ｐゴシック" charset="0"/>
              </a:defRPr>
            </a:lvl1pPr>
            <a:lvl2pPr>
              <a:defRPr sz="2000">
                <a:solidFill>
                  <a:schemeClr val="tx1"/>
                </a:solidFill>
                <a:latin typeface="Arial" charset="0"/>
                <a:ea typeface="ＭＳ Ｐゴシック" charset="0"/>
              </a:defRPr>
            </a:lvl2pPr>
            <a:lvl3pPr>
              <a:defRPr sz="2000">
                <a:solidFill>
                  <a:schemeClr val="tx1"/>
                </a:solidFill>
                <a:latin typeface="Arial" charset="0"/>
                <a:ea typeface="ＭＳ Ｐゴシック" charset="0"/>
              </a:defRPr>
            </a:lvl3pPr>
            <a:lvl4pPr>
              <a:defRPr sz="2000">
                <a:solidFill>
                  <a:schemeClr val="tx1"/>
                </a:solidFill>
                <a:latin typeface="Arial" charset="0"/>
                <a:ea typeface="ＭＳ Ｐゴシック" charset="0"/>
              </a:defRPr>
            </a:lvl4pPr>
            <a:lvl5pPr>
              <a:defRPr sz="2000">
                <a:solidFill>
                  <a:schemeClr val="tx1"/>
                </a:solidFill>
                <a:latin typeface="Arial" charset="0"/>
                <a:ea typeface="ＭＳ Ｐゴシック" charset="0"/>
              </a:defRPr>
            </a:lvl5pPr>
            <a:lvl6pPr eaLnBrk="0" hangingPunct="0">
              <a:defRPr sz="2000">
                <a:solidFill>
                  <a:schemeClr val="tx1"/>
                </a:solidFill>
                <a:latin typeface="Arial" charset="0"/>
                <a:ea typeface="ＭＳ Ｐゴシック" charset="0"/>
              </a:defRPr>
            </a:lvl6pPr>
            <a:lvl7pPr eaLnBrk="0" hangingPunct="0">
              <a:defRPr sz="2000">
                <a:solidFill>
                  <a:schemeClr val="tx1"/>
                </a:solidFill>
                <a:latin typeface="Arial" charset="0"/>
                <a:ea typeface="ＭＳ Ｐゴシック" charset="0"/>
              </a:defRPr>
            </a:lvl7pPr>
            <a:lvl8pPr eaLnBrk="0" hangingPunct="0">
              <a:defRPr sz="2000">
                <a:solidFill>
                  <a:schemeClr val="tx1"/>
                </a:solidFill>
                <a:latin typeface="Arial" charset="0"/>
                <a:ea typeface="ＭＳ Ｐゴシック" charset="0"/>
              </a:defRPr>
            </a:lvl8pPr>
            <a:lvl9pPr eaLnBrk="0" hangingPunct="0">
              <a:defRPr sz="2000">
                <a:solidFill>
                  <a:schemeClr val="tx1"/>
                </a:solidFill>
                <a:latin typeface="Arial" charset="0"/>
                <a:ea typeface="ＭＳ Ｐゴシック" charset="0"/>
              </a:defRPr>
            </a:lvl9pPr>
          </a:lstStyle>
          <a:p>
            <a:pPr eaLnBrk="1" hangingPunct="1">
              <a:spcBef>
                <a:spcPct val="50000"/>
              </a:spcBef>
            </a:pPr>
            <a:r>
              <a:rPr lang="en-US" sz="2000">
                <a:sym typeface="Symbol" charset="0"/>
              </a:rPr>
              <a:t> = 1722</a:t>
            </a:r>
          </a:p>
        </p:txBody>
      </p:sp>
    </p:spTree>
    <p:extLst>
      <p:ext uri="{BB962C8B-B14F-4D97-AF65-F5344CB8AC3E}">
        <p14:creationId xmlns:p14="http://schemas.microsoft.com/office/powerpoint/2010/main" val="77347086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5" name="Slide Number Placeholder 6"/>
          <p:cNvSpPr>
            <a:spLocks noGrp="1"/>
          </p:cNvSpPr>
          <p:nvPr>
            <p:ph type="sldNum" sz="quarter" idx="12"/>
          </p:nvPr>
        </p:nvSpPr>
        <p:spPr>
          <a:noFill/>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a:defRPr sz="2400">
                <a:solidFill>
                  <a:schemeClr val="tx1"/>
                </a:solidFill>
                <a:latin typeface="Arial" charset="0"/>
                <a:ea typeface="ＭＳ Ｐゴシック" charset="0"/>
              </a:defRPr>
            </a:lvl1pPr>
            <a:lvl2pPr>
              <a:defRPr sz="2000">
                <a:solidFill>
                  <a:schemeClr val="tx1"/>
                </a:solidFill>
                <a:latin typeface="Arial" charset="0"/>
                <a:ea typeface="ＭＳ Ｐゴシック" charset="0"/>
              </a:defRPr>
            </a:lvl2pPr>
            <a:lvl3pPr>
              <a:defRPr sz="2000">
                <a:solidFill>
                  <a:schemeClr val="tx1"/>
                </a:solidFill>
                <a:latin typeface="Arial" charset="0"/>
                <a:ea typeface="ＭＳ Ｐゴシック" charset="0"/>
              </a:defRPr>
            </a:lvl3pPr>
            <a:lvl4pPr>
              <a:defRPr sz="2000">
                <a:solidFill>
                  <a:schemeClr val="tx1"/>
                </a:solidFill>
                <a:latin typeface="Arial" charset="0"/>
                <a:ea typeface="ＭＳ Ｐゴシック" charset="0"/>
              </a:defRPr>
            </a:lvl4pPr>
            <a:lvl5pPr>
              <a:defRPr sz="2000">
                <a:solidFill>
                  <a:schemeClr val="tx1"/>
                </a:solidFill>
                <a:latin typeface="Arial" charset="0"/>
                <a:ea typeface="ＭＳ Ｐゴシック" charset="0"/>
              </a:defRPr>
            </a:lvl5pPr>
            <a:lvl6pPr eaLnBrk="0" hangingPunct="0">
              <a:defRPr sz="2000">
                <a:solidFill>
                  <a:schemeClr val="tx1"/>
                </a:solidFill>
                <a:latin typeface="Arial" charset="0"/>
                <a:ea typeface="ＭＳ Ｐゴシック" charset="0"/>
              </a:defRPr>
            </a:lvl6pPr>
            <a:lvl7pPr eaLnBrk="0" hangingPunct="0">
              <a:defRPr sz="2000">
                <a:solidFill>
                  <a:schemeClr val="tx1"/>
                </a:solidFill>
                <a:latin typeface="Arial" charset="0"/>
                <a:ea typeface="ＭＳ Ｐゴシック" charset="0"/>
              </a:defRPr>
            </a:lvl7pPr>
            <a:lvl8pPr eaLnBrk="0" hangingPunct="0">
              <a:defRPr sz="2000">
                <a:solidFill>
                  <a:schemeClr val="tx1"/>
                </a:solidFill>
                <a:latin typeface="Arial" charset="0"/>
                <a:ea typeface="ＭＳ Ｐゴシック" charset="0"/>
              </a:defRPr>
            </a:lvl8pPr>
            <a:lvl9pPr eaLnBrk="0" hangingPunct="0">
              <a:defRPr sz="2000">
                <a:solidFill>
                  <a:schemeClr val="tx1"/>
                </a:solidFill>
                <a:latin typeface="Arial" charset="0"/>
                <a:ea typeface="ＭＳ Ｐゴシック" charset="0"/>
              </a:defRPr>
            </a:lvl9pPr>
          </a:lstStyle>
          <a:p>
            <a:fld id="{C0564FC0-B227-D644-A939-931B15089DE0}" type="slidenum">
              <a:rPr lang="en-US" sz="1000">
                <a:solidFill>
                  <a:schemeClr val="bg1"/>
                </a:solidFill>
              </a:rPr>
              <a:pPr/>
              <a:t>34</a:t>
            </a:fld>
            <a:endParaRPr lang="en-US" sz="1000">
              <a:solidFill>
                <a:schemeClr val="bg1"/>
              </a:solidFill>
            </a:endParaRPr>
          </a:p>
        </p:txBody>
      </p:sp>
      <p:sp>
        <p:nvSpPr>
          <p:cNvPr id="54277" name="Rectangle 3"/>
          <p:cNvSpPr>
            <a:spLocks noGrp="1" noChangeArrowheads="1"/>
          </p:cNvSpPr>
          <p:nvPr>
            <p:ph type="body" sz="half" idx="1"/>
          </p:nvPr>
        </p:nvSpPr>
        <p:spPr>
          <a:xfrm>
            <a:off x="1847528" y="1340768"/>
            <a:ext cx="8352928" cy="5184576"/>
          </a:xfrm>
        </p:spPr>
        <p:txBody>
          <a:bodyPr/>
          <a:lstStyle/>
          <a:p>
            <a:pPr eaLnBrk="1" hangingPunct="1">
              <a:spcBef>
                <a:spcPct val="50000"/>
              </a:spcBef>
              <a:buFont typeface="Wingdings" charset="0"/>
              <a:buChar char="§"/>
            </a:pPr>
            <a:r>
              <a:rPr lang="en-US" dirty="0">
                <a:latin typeface="Arial" charset="0"/>
              </a:rPr>
              <a:t>If calls </a:t>
            </a:r>
            <a:r>
              <a:rPr lang="en-US" b="1" dirty="0">
                <a:latin typeface="Arial" charset="0"/>
              </a:rPr>
              <a:t>are</a:t>
            </a:r>
            <a:r>
              <a:rPr lang="en-US" dirty="0">
                <a:latin typeface="Arial" charset="0"/>
              </a:rPr>
              <a:t> equal across all days of the week, the 1722 calls would be expected to be equally divided across the 7 days:</a:t>
            </a:r>
          </a:p>
          <a:p>
            <a:pPr eaLnBrk="1" hangingPunct="1">
              <a:spcBef>
                <a:spcPct val="50000"/>
              </a:spcBef>
              <a:buFont typeface="Wingdings" charset="0"/>
              <a:buChar char="§"/>
            </a:pPr>
            <a:endParaRPr lang="en-US" dirty="0">
              <a:latin typeface="Arial" charset="0"/>
            </a:endParaRPr>
          </a:p>
          <a:p>
            <a:pPr marL="0" indent="0" eaLnBrk="1" hangingPunct="1">
              <a:spcBef>
                <a:spcPct val="50000"/>
              </a:spcBef>
              <a:buNone/>
            </a:pPr>
            <a:endParaRPr lang="en-US" dirty="0">
              <a:solidFill>
                <a:srgbClr val="0000FF"/>
              </a:solidFill>
              <a:latin typeface="Arial" charset="0"/>
            </a:endParaRPr>
          </a:p>
          <a:p>
            <a:pPr marL="571500" indent="-571500" eaLnBrk="1" hangingPunct="1">
              <a:spcBef>
                <a:spcPct val="50000"/>
              </a:spcBef>
              <a:buAutoNum type="romanLcPeriod"/>
            </a:pPr>
            <a:r>
              <a:rPr lang="en-US" dirty="0">
                <a:solidFill>
                  <a:srgbClr val="0000FF"/>
                </a:solidFill>
                <a:latin typeface="Arial" charset="0"/>
              </a:rPr>
              <a:t>Test hypothesis:</a:t>
            </a:r>
            <a:endParaRPr lang="en-US" dirty="0">
              <a:latin typeface="Arial" charset="0"/>
            </a:endParaRPr>
          </a:p>
          <a:p>
            <a:pPr eaLnBrk="1" hangingPunct="1">
              <a:buFontTx/>
              <a:buNone/>
            </a:pPr>
            <a:r>
              <a:rPr lang="en-US" dirty="0">
                <a:latin typeface="Arial" charset="0"/>
              </a:rPr>
              <a:t>        </a:t>
            </a:r>
            <a:r>
              <a:rPr lang="en-US" dirty="0">
                <a:solidFill>
                  <a:srgbClr val="FF0000"/>
                </a:solidFill>
                <a:latin typeface="Arial" charset="0"/>
              </a:rPr>
              <a:t>H</a:t>
            </a:r>
            <a:r>
              <a:rPr lang="en-US" baseline="-25000" dirty="0">
                <a:solidFill>
                  <a:srgbClr val="FF0000"/>
                </a:solidFill>
                <a:latin typeface="Arial" charset="0"/>
              </a:rPr>
              <a:t>0</a:t>
            </a:r>
            <a:r>
              <a:rPr lang="en-US" dirty="0">
                <a:solidFill>
                  <a:srgbClr val="FF0000"/>
                </a:solidFill>
                <a:latin typeface="Arial" charset="0"/>
              </a:rPr>
              <a:t>:</a:t>
            </a:r>
            <a:r>
              <a:rPr lang="en-US" dirty="0">
                <a:solidFill>
                  <a:schemeClr val="tx2"/>
                </a:solidFill>
                <a:latin typeface="Arial" charset="0"/>
              </a:rPr>
              <a:t> </a:t>
            </a:r>
            <a:r>
              <a:rPr lang="en-US" i="1" dirty="0">
                <a:latin typeface="Arial" charset="0"/>
              </a:rPr>
              <a:t>p</a:t>
            </a:r>
            <a:r>
              <a:rPr lang="en-US" baseline="-25000" dirty="0">
                <a:latin typeface="Arial" charset="0"/>
              </a:rPr>
              <a:t>1</a:t>
            </a:r>
            <a:r>
              <a:rPr lang="en-US" dirty="0">
                <a:latin typeface="Arial" charset="0"/>
              </a:rPr>
              <a:t> = </a:t>
            </a:r>
            <a:r>
              <a:rPr lang="en-US" i="1" dirty="0">
                <a:latin typeface="Arial" charset="0"/>
              </a:rPr>
              <a:t>p</a:t>
            </a:r>
            <a:r>
              <a:rPr lang="en-US" baseline="-25000" dirty="0">
                <a:latin typeface="Arial" charset="0"/>
              </a:rPr>
              <a:t>2</a:t>
            </a:r>
            <a:r>
              <a:rPr lang="en-US" dirty="0">
                <a:latin typeface="Arial" charset="0"/>
              </a:rPr>
              <a:t> = </a:t>
            </a:r>
            <a:r>
              <a:rPr lang="en-US" i="1" dirty="0">
                <a:latin typeface="Arial" charset="0"/>
              </a:rPr>
              <a:t>p</a:t>
            </a:r>
            <a:r>
              <a:rPr lang="en-US" baseline="-25000" dirty="0">
                <a:latin typeface="Arial" charset="0"/>
              </a:rPr>
              <a:t>3</a:t>
            </a:r>
            <a:r>
              <a:rPr lang="en-US" dirty="0">
                <a:latin typeface="Arial" charset="0"/>
              </a:rPr>
              <a:t> = </a:t>
            </a:r>
            <a:r>
              <a:rPr lang="en-US" i="1" dirty="0">
                <a:latin typeface="Arial" charset="0"/>
              </a:rPr>
              <a:t>p</a:t>
            </a:r>
            <a:r>
              <a:rPr lang="en-US" baseline="-25000" dirty="0">
                <a:latin typeface="Arial" charset="0"/>
              </a:rPr>
              <a:t>4</a:t>
            </a:r>
            <a:r>
              <a:rPr lang="en-US" dirty="0">
                <a:latin typeface="Arial" charset="0"/>
              </a:rPr>
              <a:t> = </a:t>
            </a:r>
            <a:r>
              <a:rPr lang="en-US" i="1" dirty="0">
                <a:latin typeface="Arial" charset="0"/>
              </a:rPr>
              <a:t>p</a:t>
            </a:r>
            <a:r>
              <a:rPr lang="en-US" baseline="-25000" dirty="0">
                <a:latin typeface="Arial" charset="0"/>
              </a:rPr>
              <a:t>5</a:t>
            </a:r>
            <a:r>
              <a:rPr lang="en-US" dirty="0">
                <a:latin typeface="Arial" charset="0"/>
              </a:rPr>
              <a:t> = </a:t>
            </a:r>
            <a:r>
              <a:rPr lang="en-US" i="1" dirty="0">
                <a:latin typeface="Arial" charset="0"/>
              </a:rPr>
              <a:t>p</a:t>
            </a:r>
            <a:r>
              <a:rPr lang="en-US" baseline="-25000" dirty="0">
                <a:latin typeface="Arial" charset="0"/>
              </a:rPr>
              <a:t>6</a:t>
            </a:r>
            <a:r>
              <a:rPr lang="en-US" dirty="0">
                <a:latin typeface="Arial" charset="0"/>
              </a:rPr>
              <a:t> = </a:t>
            </a:r>
            <a:r>
              <a:rPr lang="en-US" i="1" dirty="0">
                <a:latin typeface="Arial" charset="0"/>
              </a:rPr>
              <a:t>p</a:t>
            </a:r>
            <a:r>
              <a:rPr lang="en-US" baseline="-25000" dirty="0">
                <a:latin typeface="Arial" charset="0"/>
              </a:rPr>
              <a:t>7</a:t>
            </a:r>
            <a:r>
              <a:rPr lang="en-US" dirty="0">
                <a:latin typeface="Arial" charset="0"/>
              </a:rPr>
              <a:t> =1/7 </a:t>
            </a:r>
          </a:p>
          <a:p>
            <a:pPr eaLnBrk="1" hangingPunct="1">
              <a:buFontTx/>
              <a:buNone/>
            </a:pPr>
            <a:r>
              <a:rPr lang="en-US" dirty="0">
                <a:solidFill>
                  <a:schemeClr val="tx2"/>
                </a:solidFill>
                <a:latin typeface="Arial" charset="0"/>
              </a:rPr>
              <a:t>		</a:t>
            </a:r>
            <a:r>
              <a:rPr lang="en-US" dirty="0">
                <a:solidFill>
                  <a:srgbClr val="FF0000"/>
                </a:solidFill>
                <a:latin typeface="Arial" charset="0"/>
              </a:rPr>
              <a:t>H</a:t>
            </a:r>
            <a:r>
              <a:rPr lang="en-US" baseline="-25000" dirty="0">
                <a:solidFill>
                  <a:srgbClr val="FF0000"/>
                </a:solidFill>
                <a:latin typeface="Arial" charset="0"/>
              </a:rPr>
              <a:t>1</a:t>
            </a:r>
            <a:r>
              <a:rPr lang="en-US" dirty="0">
                <a:solidFill>
                  <a:srgbClr val="FF0000"/>
                </a:solidFill>
                <a:latin typeface="Arial" charset="0"/>
              </a:rPr>
              <a:t>:</a:t>
            </a:r>
            <a:r>
              <a:rPr lang="en-US" dirty="0">
                <a:solidFill>
                  <a:schemeClr val="tx2"/>
                </a:solidFill>
                <a:latin typeface="Arial" charset="0"/>
              </a:rPr>
              <a:t> </a:t>
            </a:r>
            <a:r>
              <a:rPr lang="en-US" dirty="0">
                <a:latin typeface="Arial" charset="0"/>
              </a:rPr>
              <a:t>At least 1 is different</a:t>
            </a:r>
          </a:p>
        </p:txBody>
      </p:sp>
      <p:graphicFrame>
        <p:nvGraphicFramePr>
          <p:cNvPr id="54278" name="Object 6"/>
          <p:cNvGraphicFramePr>
            <a:graphicFrameLocks noGrp="1" noChangeAspect="1"/>
          </p:cNvGraphicFramePr>
          <p:nvPr>
            <p:ph sz="half" idx="2"/>
            <p:extLst>
              <p:ext uri="{D42A27DB-BD31-4B8C-83A1-F6EECF244321}">
                <p14:modId xmlns:p14="http://schemas.microsoft.com/office/powerpoint/2010/main" val="2307827418"/>
              </p:ext>
            </p:extLst>
          </p:nvPr>
        </p:nvGraphicFramePr>
        <p:xfrm>
          <a:off x="2779268" y="3212976"/>
          <a:ext cx="6701109" cy="1193924"/>
        </p:xfrm>
        <a:graphic>
          <a:graphicData uri="http://schemas.openxmlformats.org/presentationml/2006/ole">
            <mc:AlternateContent xmlns:mc="http://schemas.openxmlformats.org/markup-compatibility/2006">
              <mc:Choice xmlns:v="urn:schemas-microsoft-com:vml" Requires="v">
                <p:oleObj name="Equation" r:id="rId2" imgW="2209800" imgH="393700" progId="Equation.3">
                  <p:embed/>
                </p:oleObj>
              </mc:Choice>
              <mc:Fallback>
                <p:oleObj name="Equation" r:id="rId2" imgW="2209800" imgH="393700" progId="Equation.3">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79268" y="3212976"/>
                        <a:ext cx="6701109" cy="1193924"/>
                      </a:xfrm>
                      <a:prstGeom prst="rect">
                        <a:avLst/>
                      </a:prstGeom>
                      <a:solidFill>
                        <a:srgbClr val="FFFFCC"/>
                      </a:solidFill>
                      <a:ln>
                        <a:noFill/>
                      </a:ln>
                      <a:effectLst/>
                    </p:spPr>
                  </p:pic>
                </p:oleObj>
              </mc:Fallback>
            </mc:AlternateContent>
          </a:graphicData>
        </a:graphic>
      </p:graphicFrame>
      <p:sp>
        <p:nvSpPr>
          <p:cNvPr id="9" name="TextBox 8"/>
          <p:cNvSpPr txBox="1"/>
          <p:nvPr/>
        </p:nvSpPr>
        <p:spPr>
          <a:xfrm>
            <a:off x="3719736" y="332656"/>
            <a:ext cx="6408712" cy="707886"/>
          </a:xfrm>
          <a:prstGeom prst="rect">
            <a:avLst/>
          </a:prstGeom>
        </p:spPr>
        <p:style>
          <a:lnRef idx="2">
            <a:schemeClr val="accent3"/>
          </a:lnRef>
          <a:fillRef idx="1">
            <a:schemeClr val="lt1"/>
          </a:fillRef>
          <a:effectRef idx="0">
            <a:schemeClr val="accent3"/>
          </a:effectRef>
          <a:fontRef idx="minor">
            <a:schemeClr val="dk1"/>
          </a:fontRef>
        </p:style>
        <p:txBody>
          <a:bodyPr wrap="square" rtlCol="0">
            <a:spAutoFit/>
          </a:bodyPr>
          <a:lstStyle/>
          <a:p>
            <a:pPr algn="ctr"/>
            <a:r>
              <a:rPr lang="en-US" sz="4000" dirty="0"/>
              <a:t>Example 3 – Solution</a:t>
            </a:r>
            <a:endParaRPr lang="en-US" dirty="0"/>
          </a:p>
        </p:txBody>
      </p:sp>
    </p:spTree>
    <p:extLst>
      <p:ext uri="{BB962C8B-B14F-4D97-AF65-F5344CB8AC3E}">
        <p14:creationId xmlns:p14="http://schemas.microsoft.com/office/powerpoint/2010/main" val="394534339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9" name="Slide Number Placeholder 5"/>
          <p:cNvSpPr>
            <a:spLocks noGrp="1"/>
          </p:cNvSpPr>
          <p:nvPr>
            <p:ph type="sldNum" sz="quarter" idx="12"/>
          </p:nvPr>
        </p:nvSpPr>
        <p:spPr>
          <a:noFill/>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a:defRPr sz="2400">
                <a:solidFill>
                  <a:schemeClr val="tx1"/>
                </a:solidFill>
                <a:latin typeface="Arial" charset="0"/>
                <a:ea typeface="ＭＳ Ｐゴシック" charset="0"/>
              </a:defRPr>
            </a:lvl1pPr>
            <a:lvl2pPr>
              <a:defRPr sz="2000">
                <a:solidFill>
                  <a:schemeClr val="tx1"/>
                </a:solidFill>
                <a:latin typeface="Arial" charset="0"/>
                <a:ea typeface="ＭＳ Ｐゴシック" charset="0"/>
              </a:defRPr>
            </a:lvl2pPr>
            <a:lvl3pPr>
              <a:defRPr sz="2000">
                <a:solidFill>
                  <a:schemeClr val="tx1"/>
                </a:solidFill>
                <a:latin typeface="Arial" charset="0"/>
                <a:ea typeface="ＭＳ Ｐゴシック" charset="0"/>
              </a:defRPr>
            </a:lvl3pPr>
            <a:lvl4pPr>
              <a:defRPr sz="2000">
                <a:solidFill>
                  <a:schemeClr val="tx1"/>
                </a:solidFill>
                <a:latin typeface="Arial" charset="0"/>
                <a:ea typeface="ＭＳ Ｐゴシック" charset="0"/>
              </a:defRPr>
            </a:lvl4pPr>
            <a:lvl5pPr>
              <a:defRPr sz="2000">
                <a:solidFill>
                  <a:schemeClr val="tx1"/>
                </a:solidFill>
                <a:latin typeface="Arial" charset="0"/>
                <a:ea typeface="ＭＳ Ｐゴシック" charset="0"/>
              </a:defRPr>
            </a:lvl5pPr>
            <a:lvl6pPr eaLnBrk="0" hangingPunct="0">
              <a:defRPr sz="2000">
                <a:solidFill>
                  <a:schemeClr val="tx1"/>
                </a:solidFill>
                <a:latin typeface="Arial" charset="0"/>
                <a:ea typeface="ＭＳ Ｐゴシック" charset="0"/>
              </a:defRPr>
            </a:lvl6pPr>
            <a:lvl7pPr eaLnBrk="0" hangingPunct="0">
              <a:defRPr sz="2000">
                <a:solidFill>
                  <a:schemeClr val="tx1"/>
                </a:solidFill>
                <a:latin typeface="Arial" charset="0"/>
                <a:ea typeface="ＭＳ Ｐゴシック" charset="0"/>
              </a:defRPr>
            </a:lvl7pPr>
            <a:lvl8pPr eaLnBrk="0" hangingPunct="0">
              <a:defRPr sz="2000">
                <a:solidFill>
                  <a:schemeClr val="tx1"/>
                </a:solidFill>
                <a:latin typeface="Arial" charset="0"/>
                <a:ea typeface="ＭＳ Ｐゴシック" charset="0"/>
              </a:defRPr>
            </a:lvl8pPr>
            <a:lvl9pPr eaLnBrk="0" hangingPunct="0">
              <a:defRPr sz="2000">
                <a:solidFill>
                  <a:schemeClr val="tx1"/>
                </a:solidFill>
                <a:latin typeface="Arial" charset="0"/>
                <a:ea typeface="ＭＳ Ｐゴシック" charset="0"/>
              </a:defRPr>
            </a:lvl9pPr>
          </a:lstStyle>
          <a:p>
            <a:fld id="{3CFE5D78-C2E1-6148-9BF5-BFF8476833C5}" type="slidenum">
              <a:rPr lang="en-US" sz="1000">
                <a:solidFill>
                  <a:schemeClr val="bg1"/>
                </a:solidFill>
              </a:rPr>
              <a:pPr/>
              <a:t>35</a:t>
            </a:fld>
            <a:endParaRPr lang="en-US" sz="1000">
              <a:solidFill>
                <a:schemeClr val="bg1"/>
              </a:solidFill>
            </a:endParaRPr>
          </a:p>
        </p:txBody>
      </p:sp>
      <p:graphicFrame>
        <p:nvGraphicFramePr>
          <p:cNvPr id="201778" name="Group 50"/>
          <p:cNvGraphicFramePr>
            <a:graphicFrameLocks noGrp="1"/>
          </p:cNvGraphicFramePr>
          <p:nvPr>
            <p:ph idx="1"/>
          </p:nvPr>
        </p:nvGraphicFramePr>
        <p:xfrm>
          <a:off x="2514600" y="1905000"/>
          <a:ext cx="7467600" cy="4191000"/>
        </p:xfrm>
        <a:graphic>
          <a:graphicData uri="http://schemas.openxmlformats.org/drawingml/2006/table">
            <a:tbl>
              <a:tblPr/>
              <a:tblGrid>
                <a:gridCol w="1768475">
                  <a:extLst>
                    <a:ext uri="{9D8B030D-6E8A-4147-A177-3AD203B41FA5}">
                      <a16:colId xmlns:a16="http://schemas.microsoft.com/office/drawing/2014/main" val="20000"/>
                    </a:ext>
                  </a:extLst>
                </a:gridCol>
                <a:gridCol w="1812925">
                  <a:extLst>
                    <a:ext uri="{9D8B030D-6E8A-4147-A177-3AD203B41FA5}">
                      <a16:colId xmlns:a16="http://schemas.microsoft.com/office/drawing/2014/main" val="20001"/>
                    </a:ext>
                  </a:extLst>
                </a:gridCol>
                <a:gridCol w="2057400">
                  <a:extLst>
                    <a:ext uri="{9D8B030D-6E8A-4147-A177-3AD203B41FA5}">
                      <a16:colId xmlns:a16="http://schemas.microsoft.com/office/drawing/2014/main" val="20002"/>
                    </a:ext>
                  </a:extLst>
                </a:gridCol>
                <a:gridCol w="1828800">
                  <a:extLst>
                    <a:ext uri="{9D8B030D-6E8A-4147-A177-3AD203B41FA5}">
                      <a16:colId xmlns:a16="http://schemas.microsoft.com/office/drawing/2014/main" val="20003"/>
                    </a:ext>
                  </a:extLst>
                </a:gridCol>
              </a:tblGrid>
              <a:tr h="760413">
                <a:tc>
                  <a:txBody>
                    <a:bodyPr/>
                    <a:lstStyle>
                      <a:lvl1pPr defTabSz="852488">
                        <a:spcBef>
                          <a:spcPct val="20000"/>
                        </a:spcBef>
                        <a:defRPr sz="2000">
                          <a:solidFill>
                            <a:schemeClr val="tx1"/>
                          </a:solidFill>
                          <a:latin typeface="Arial" charset="0"/>
                        </a:defRPr>
                      </a:lvl1pPr>
                      <a:lvl2pPr marL="425450" defTabSz="852488">
                        <a:spcBef>
                          <a:spcPct val="20000"/>
                        </a:spcBef>
                        <a:defRPr>
                          <a:solidFill>
                            <a:schemeClr val="tx1"/>
                          </a:solidFill>
                          <a:latin typeface="Arial" charset="0"/>
                        </a:defRPr>
                      </a:lvl2pPr>
                      <a:lvl3pPr marL="852488" defTabSz="852488">
                        <a:spcBef>
                          <a:spcPct val="20000"/>
                        </a:spcBef>
                        <a:defRPr>
                          <a:solidFill>
                            <a:schemeClr val="tx1"/>
                          </a:solidFill>
                          <a:latin typeface="Arial" charset="0"/>
                        </a:defRPr>
                      </a:lvl3pPr>
                      <a:lvl4pPr marL="1281113" defTabSz="852488">
                        <a:spcBef>
                          <a:spcPct val="20000"/>
                        </a:spcBef>
                        <a:defRPr>
                          <a:solidFill>
                            <a:schemeClr val="tx1"/>
                          </a:solidFill>
                          <a:latin typeface="Arial" charset="0"/>
                        </a:defRPr>
                      </a:lvl4pPr>
                      <a:lvl5pPr marL="1706563" defTabSz="852488">
                        <a:spcBef>
                          <a:spcPct val="20000"/>
                        </a:spcBef>
                        <a:defRPr>
                          <a:solidFill>
                            <a:schemeClr val="tx1"/>
                          </a:solidFill>
                          <a:latin typeface="Arial" charset="0"/>
                        </a:defRPr>
                      </a:lvl5pPr>
                      <a:lvl6pPr marL="2163763" defTabSz="852488" fontAlgn="base">
                        <a:spcBef>
                          <a:spcPct val="20000"/>
                        </a:spcBef>
                        <a:spcAft>
                          <a:spcPct val="0"/>
                        </a:spcAft>
                        <a:defRPr>
                          <a:solidFill>
                            <a:schemeClr val="tx1"/>
                          </a:solidFill>
                          <a:latin typeface="Arial" charset="0"/>
                        </a:defRPr>
                      </a:lvl6pPr>
                      <a:lvl7pPr marL="2620963" defTabSz="852488" fontAlgn="base">
                        <a:spcBef>
                          <a:spcPct val="20000"/>
                        </a:spcBef>
                        <a:spcAft>
                          <a:spcPct val="0"/>
                        </a:spcAft>
                        <a:defRPr>
                          <a:solidFill>
                            <a:schemeClr val="tx1"/>
                          </a:solidFill>
                          <a:latin typeface="Arial" charset="0"/>
                        </a:defRPr>
                      </a:lvl7pPr>
                      <a:lvl8pPr marL="3078163" defTabSz="852488" fontAlgn="base">
                        <a:spcBef>
                          <a:spcPct val="20000"/>
                        </a:spcBef>
                        <a:spcAft>
                          <a:spcPct val="0"/>
                        </a:spcAft>
                        <a:defRPr>
                          <a:solidFill>
                            <a:schemeClr val="tx1"/>
                          </a:solidFill>
                          <a:latin typeface="Arial" charset="0"/>
                        </a:defRPr>
                      </a:lvl8pPr>
                      <a:lvl9pPr marL="3535363" defTabSz="852488" fontAlgn="base">
                        <a:spcBef>
                          <a:spcPct val="20000"/>
                        </a:spcBef>
                        <a:spcAft>
                          <a:spcPct val="0"/>
                        </a:spcAft>
                        <a:defRPr>
                          <a:solidFill>
                            <a:schemeClr val="tx1"/>
                          </a:solidFill>
                          <a:latin typeface="Arial" charset="0"/>
                        </a:defRPr>
                      </a:lvl9pPr>
                    </a:lstStyle>
                    <a:p>
                      <a:pPr marL="0" marR="0" lvl="0" indent="0" algn="l" defTabSz="852488" rtl="0" eaLnBrk="1" fontAlgn="base" latinLnBrk="0" hangingPunct="1">
                        <a:lnSpc>
                          <a:spcPct val="100000"/>
                        </a:lnSpc>
                        <a:spcBef>
                          <a:spcPct val="20000"/>
                        </a:spcBef>
                        <a:spcAft>
                          <a:spcPct val="0"/>
                        </a:spcAft>
                        <a:buClrTx/>
                        <a:buSzTx/>
                        <a:buFontTx/>
                        <a:buNone/>
                        <a:tabLst/>
                      </a:pPr>
                      <a:endParaRPr kumimoji="0" lang="en-US" altLang="en-US" sz="2100" b="0" i="0" u="none" strike="noStrike" cap="none" normalizeH="0" baseline="0">
                        <a:ln>
                          <a:noFill/>
                        </a:ln>
                        <a:solidFill>
                          <a:schemeClr val="tx1"/>
                        </a:solidFill>
                        <a:effectLst/>
                        <a:latin typeface="Arial" charset="0"/>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defTabSz="852488">
                        <a:spcBef>
                          <a:spcPct val="20000"/>
                        </a:spcBef>
                        <a:defRPr sz="2000">
                          <a:solidFill>
                            <a:schemeClr val="tx1"/>
                          </a:solidFill>
                          <a:latin typeface="Arial" charset="0"/>
                        </a:defRPr>
                      </a:lvl1pPr>
                      <a:lvl2pPr marL="425450" defTabSz="852488">
                        <a:spcBef>
                          <a:spcPct val="20000"/>
                        </a:spcBef>
                        <a:defRPr>
                          <a:solidFill>
                            <a:schemeClr val="tx1"/>
                          </a:solidFill>
                          <a:latin typeface="Arial" charset="0"/>
                        </a:defRPr>
                      </a:lvl2pPr>
                      <a:lvl3pPr marL="852488" defTabSz="852488">
                        <a:spcBef>
                          <a:spcPct val="20000"/>
                        </a:spcBef>
                        <a:defRPr>
                          <a:solidFill>
                            <a:schemeClr val="tx1"/>
                          </a:solidFill>
                          <a:latin typeface="Arial" charset="0"/>
                        </a:defRPr>
                      </a:lvl3pPr>
                      <a:lvl4pPr marL="1281113" defTabSz="852488">
                        <a:spcBef>
                          <a:spcPct val="20000"/>
                        </a:spcBef>
                        <a:defRPr>
                          <a:solidFill>
                            <a:schemeClr val="tx1"/>
                          </a:solidFill>
                          <a:latin typeface="Arial" charset="0"/>
                        </a:defRPr>
                      </a:lvl4pPr>
                      <a:lvl5pPr marL="1706563" defTabSz="852488">
                        <a:spcBef>
                          <a:spcPct val="20000"/>
                        </a:spcBef>
                        <a:defRPr>
                          <a:solidFill>
                            <a:schemeClr val="tx1"/>
                          </a:solidFill>
                          <a:latin typeface="Arial" charset="0"/>
                        </a:defRPr>
                      </a:lvl5pPr>
                      <a:lvl6pPr marL="2163763" defTabSz="852488" fontAlgn="base">
                        <a:spcBef>
                          <a:spcPct val="20000"/>
                        </a:spcBef>
                        <a:spcAft>
                          <a:spcPct val="0"/>
                        </a:spcAft>
                        <a:defRPr>
                          <a:solidFill>
                            <a:schemeClr val="tx1"/>
                          </a:solidFill>
                          <a:latin typeface="Arial" charset="0"/>
                        </a:defRPr>
                      </a:lvl6pPr>
                      <a:lvl7pPr marL="2620963" defTabSz="852488" fontAlgn="base">
                        <a:spcBef>
                          <a:spcPct val="20000"/>
                        </a:spcBef>
                        <a:spcAft>
                          <a:spcPct val="0"/>
                        </a:spcAft>
                        <a:defRPr>
                          <a:solidFill>
                            <a:schemeClr val="tx1"/>
                          </a:solidFill>
                          <a:latin typeface="Arial" charset="0"/>
                        </a:defRPr>
                      </a:lvl7pPr>
                      <a:lvl8pPr marL="3078163" defTabSz="852488" fontAlgn="base">
                        <a:spcBef>
                          <a:spcPct val="20000"/>
                        </a:spcBef>
                        <a:spcAft>
                          <a:spcPct val="0"/>
                        </a:spcAft>
                        <a:defRPr>
                          <a:solidFill>
                            <a:schemeClr val="tx1"/>
                          </a:solidFill>
                          <a:latin typeface="Arial" charset="0"/>
                        </a:defRPr>
                      </a:lvl8pPr>
                      <a:lvl9pPr marL="3535363" defTabSz="852488" fontAlgn="base">
                        <a:spcBef>
                          <a:spcPct val="20000"/>
                        </a:spcBef>
                        <a:spcAft>
                          <a:spcPct val="0"/>
                        </a:spcAft>
                        <a:defRPr>
                          <a:solidFill>
                            <a:schemeClr val="tx1"/>
                          </a:solidFill>
                          <a:latin typeface="Arial" charset="0"/>
                        </a:defRPr>
                      </a:lvl9pPr>
                    </a:lstStyle>
                    <a:p>
                      <a:pPr marL="0" marR="0" lvl="0" indent="0" algn="ctr" defTabSz="852488" rtl="0" eaLnBrk="1" fontAlgn="base" latinLnBrk="0" hangingPunct="1">
                        <a:lnSpc>
                          <a:spcPct val="100000"/>
                        </a:lnSpc>
                        <a:spcBef>
                          <a:spcPct val="20000"/>
                        </a:spcBef>
                        <a:spcAft>
                          <a:spcPct val="0"/>
                        </a:spcAft>
                        <a:buClrTx/>
                        <a:buSzTx/>
                        <a:buFontTx/>
                        <a:buNone/>
                        <a:tabLst/>
                      </a:pPr>
                      <a:r>
                        <a:rPr kumimoji="0" lang="en-US" altLang="en-US" sz="2100" b="0" i="0" u="none" strike="noStrike" cap="none" normalizeH="0" baseline="0">
                          <a:ln>
                            <a:noFill/>
                          </a:ln>
                          <a:solidFill>
                            <a:schemeClr val="tx1"/>
                          </a:solidFill>
                          <a:effectLst/>
                          <a:latin typeface="Arial" charset="0"/>
                        </a:rPr>
                        <a:t>Observed</a:t>
                      </a:r>
                    </a:p>
                    <a:p>
                      <a:pPr marL="0" marR="0" lvl="0" indent="0" algn="ctr" defTabSz="852488" rtl="0" eaLnBrk="1" fontAlgn="base" latinLnBrk="0" hangingPunct="1">
                        <a:lnSpc>
                          <a:spcPct val="80000"/>
                        </a:lnSpc>
                        <a:spcBef>
                          <a:spcPct val="20000"/>
                        </a:spcBef>
                        <a:spcAft>
                          <a:spcPct val="0"/>
                        </a:spcAft>
                        <a:buClrTx/>
                        <a:buSzTx/>
                        <a:buFontTx/>
                        <a:buNone/>
                        <a:tabLst/>
                      </a:pPr>
                      <a:r>
                        <a:rPr kumimoji="0" lang="en-US" altLang="en-US" sz="2100" b="0" i="0" u="none" strike="noStrike" cap="none" normalizeH="0" baseline="0">
                          <a:ln>
                            <a:noFill/>
                          </a:ln>
                          <a:solidFill>
                            <a:schemeClr val="tx1"/>
                          </a:solidFill>
                          <a:effectLst/>
                          <a:latin typeface="Arial" charset="0"/>
                        </a:rPr>
                        <a:t>o</a:t>
                      </a:r>
                      <a:r>
                        <a:rPr kumimoji="0" lang="en-US" altLang="en-US" sz="2100" b="0" i="0" u="none" strike="noStrike" cap="none" normalizeH="0" baseline="-25000">
                          <a:ln>
                            <a:noFill/>
                          </a:ln>
                          <a:solidFill>
                            <a:schemeClr val="tx1"/>
                          </a:solidFill>
                          <a:effectLst/>
                          <a:latin typeface="Arial" charset="0"/>
                        </a:rPr>
                        <a:t>i</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rgbClr val="FFFFCC"/>
                    </a:solidFill>
                  </a:tcPr>
                </a:tc>
                <a:tc>
                  <a:txBody>
                    <a:bodyPr/>
                    <a:lstStyle>
                      <a:lvl1pPr defTabSz="852488">
                        <a:spcBef>
                          <a:spcPct val="20000"/>
                        </a:spcBef>
                        <a:defRPr sz="2000">
                          <a:solidFill>
                            <a:schemeClr val="tx1"/>
                          </a:solidFill>
                          <a:latin typeface="Arial" charset="0"/>
                        </a:defRPr>
                      </a:lvl1pPr>
                      <a:lvl2pPr marL="425450" defTabSz="852488">
                        <a:spcBef>
                          <a:spcPct val="20000"/>
                        </a:spcBef>
                        <a:defRPr>
                          <a:solidFill>
                            <a:schemeClr val="tx1"/>
                          </a:solidFill>
                          <a:latin typeface="Arial" charset="0"/>
                        </a:defRPr>
                      </a:lvl2pPr>
                      <a:lvl3pPr marL="852488" defTabSz="852488">
                        <a:spcBef>
                          <a:spcPct val="20000"/>
                        </a:spcBef>
                        <a:defRPr>
                          <a:solidFill>
                            <a:schemeClr val="tx1"/>
                          </a:solidFill>
                          <a:latin typeface="Arial" charset="0"/>
                        </a:defRPr>
                      </a:lvl3pPr>
                      <a:lvl4pPr marL="1281113" defTabSz="852488">
                        <a:spcBef>
                          <a:spcPct val="20000"/>
                        </a:spcBef>
                        <a:defRPr>
                          <a:solidFill>
                            <a:schemeClr val="tx1"/>
                          </a:solidFill>
                          <a:latin typeface="Arial" charset="0"/>
                        </a:defRPr>
                      </a:lvl4pPr>
                      <a:lvl5pPr marL="1706563" defTabSz="852488">
                        <a:spcBef>
                          <a:spcPct val="20000"/>
                        </a:spcBef>
                        <a:defRPr>
                          <a:solidFill>
                            <a:schemeClr val="tx1"/>
                          </a:solidFill>
                          <a:latin typeface="Arial" charset="0"/>
                        </a:defRPr>
                      </a:lvl5pPr>
                      <a:lvl6pPr marL="2163763" defTabSz="852488" fontAlgn="base">
                        <a:spcBef>
                          <a:spcPct val="20000"/>
                        </a:spcBef>
                        <a:spcAft>
                          <a:spcPct val="0"/>
                        </a:spcAft>
                        <a:defRPr>
                          <a:solidFill>
                            <a:schemeClr val="tx1"/>
                          </a:solidFill>
                          <a:latin typeface="Arial" charset="0"/>
                        </a:defRPr>
                      </a:lvl6pPr>
                      <a:lvl7pPr marL="2620963" defTabSz="852488" fontAlgn="base">
                        <a:spcBef>
                          <a:spcPct val="20000"/>
                        </a:spcBef>
                        <a:spcAft>
                          <a:spcPct val="0"/>
                        </a:spcAft>
                        <a:defRPr>
                          <a:solidFill>
                            <a:schemeClr val="tx1"/>
                          </a:solidFill>
                          <a:latin typeface="Arial" charset="0"/>
                        </a:defRPr>
                      </a:lvl7pPr>
                      <a:lvl8pPr marL="3078163" defTabSz="852488" fontAlgn="base">
                        <a:spcBef>
                          <a:spcPct val="20000"/>
                        </a:spcBef>
                        <a:spcAft>
                          <a:spcPct val="0"/>
                        </a:spcAft>
                        <a:defRPr>
                          <a:solidFill>
                            <a:schemeClr val="tx1"/>
                          </a:solidFill>
                          <a:latin typeface="Arial" charset="0"/>
                        </a:defRPr>
                      </a:lvl8pPr>
                      <a:lvl9pPr marL="3535363" defTabSz="852488" fontAlgn="base">
                        <a:spcBef>
                          <a:spcPct val="20000"/>
                        </a:spcBef>
                        <a:spcAft>
                          <a:spcPct val="0"/>
                        </a:spcAft>
                        <a:defRPr>
                          <a:solidFill>
                            <a:schemeClr val="tx1"/>
                          </a:solidFill>
                          <a:latin typeface="Arial" charset="0"/>
                        </a:defRPr>
                      </a:lvl9pPr>
                    </a:lstStyle>
                    <a:p>
                      <a:pPr marL="0" marR="0" lvl="0" indent="0" algn="ctr" defTabSz="852488" rtl="0" eaLnBrk="1" fontAlgn="base" latinLnBrk="0" hangingPunct="1">
                        <a:lnSpc>
                          <a:spcPct val="100000"/>
                        </a:lnSpc>
                        <a:spcBef>
                          <a:spcPct val="20000"/>
                        </a:spcBef>
                        <a:spcAft>
                          <a:spcPct val="0"/>
                        </a:spcAft>
                        <a:buClrTx/>
                        <a:buSzTx/>
                        <a:buFontTx/>
                        <a:buNone/>
                        <a:tabLst/>
                      </a:pPr>
                      <a:r>
                        <a:rPr kumimoji="0" lang="en-US" altLang="en-US" sz="2100" b="0" i="0" u="none" strike="noStrike" cap="none" normalizeH="0" baseline="0">
                          <a:ln>
                            <a:noFill/>
                          </a:ln>
                          <a:solidFill>
                            <a:schemeClr val="tx1"/>
                          </a:solidFill>
                          <a:effectLst/>
                          <a:latin typeface="Arial" charset="0"/>
                        </a:rPr>
                        <a:t>Expected</a:t>
                      </a:r>
                    </a:p>
                    <a:p>
                      <a:pPr marL="0" marR="0" lvl="0" indent="0" algn="ctr" defTabSz="852488" rtl="0" eaLnBrk="1" fontAlgn="base" latinLnBrk="0" hangingPunct="1">
                        <a:lnSpc>
                          <a:spcPct val="80000"/>
                        </a:lnSpc>
                        <a:spcBef>
                          <a:spcPct val="20000"/>
                        </a:spcBef>
                        <a:spcAft>
                          <a:spcPct val="0"/>
                        </a:spcAft>
                        <a:buClrTx/>
                        <a:buSzTx/>
                        <a:buFontTx/>
                        <a:buNone/>
                        <a:tabLst/>
                      </a:pPr>
                      <a:r>
                        <a:rPr kumimoji="0" lang="en-US" altLang="en-US" sz="2100" b="0" i="0" u="none" strike="noStrike" cap="none" normalizeH="0" baseline="0">
                          <a:ln>
                            <a:noFill/>
                          </a:ln>
                          <a:solidFill>
                            <a:schemeClr val="tx1"/>
                          </a:solidFill>
                          <a:effectLst/>
                          <a:latin typeface="Arial" charset="0"/>
                        </a:rPr>
                        <a:t>e</a:t>
                      </a:r>
                      <a:r>
                        <a:rPr kumimoji="0" lang="en-US" altLang="en-US" sz="2100" b="0" i="0" u="none" strike="noStrike" cap="none" normalizeH="0" baseline="-25000">
                          <a:ln>
                            <a:noFill/>
                          </a:ln>
                          <a:solidFill>
                            <a:schemeClr val="tx1"/>
                          </a:solidFill>
                          <a:effectLst/>
                          <a:latin typeface="Arial" charset="0"/>
                        </a:rPr>
                        <a:t>i</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rgbClr val="CCFFFF"/>
                    </a:solidFill>
                  </a:tcPr>
                </a:tc>
                <a:tc>
                  <a:txBody>
                    <a:bodyPr/>
                    <a:lstStyle>
                      <a:lvl1pPr defTabSz="852488">
                        <a:spcBef>
                          <a:spcPct val="20000"/>
                        </a:spcBef>
                        <a:defRPr sz="2000">
                          <a:solidFill>
                            <a:schemeClr val="tx1"/>
                          </a:solidFill>
                          <a:latin typeface="Arial" charset="0"/>
                        </a:defRPr>
                      </a:lvl1pPr>
                      <a:lvl2pPr marL="425450" defTabSz="852488">
                        <a:spcBef>
                          <a:spcPct val="20000"/>
                        </a:spcBef>
                        <a:defRPr>
                          <a:solidFill>
                            <a:schemeClr val="tx1"/>
                          </a:solidFill>
                          <a:latin typeface="Arial" charset="0"/>
                        </a:defRPr>
                      </a:lvl2pPr>
                      <a:lvl3pPr marL="852488" defTabSz="852488">
                        <a:spcBef>
                          <a:spcPct val="20000"/>
                        </a:spcBef>
                        <a:defRPr>
                          <a:solidFill>
                            <a:schemeClr val="tx1"/>
                          </a:solidFill>
                          <a:latin typeface="Arial" charset="0"/>
                        </a:defRPr>
                      </a:lvl3pPr>
                      <a:lvl4pPr marL="1281113" defTabSz="852488">
                        <a:spcBef>
                          <a:spcPct val="20000"/>
                        </a:spcBef>
                        <a:defRPr>
                          <a:solidFill>
                            <a:schemeClr val="tx1"/>
                          </a:solidFill>
                          <a:latin typeface="Arial" charset="0"/>
                        </a:defRPr>
                      </a:lvl4pPr>
                      <a:lvl5pPr marL="1706563" defTabSz="852488">
                        <a:spcBef>
                          <a:spcPct val="20000"/>
                        </a:spcBef>
                        <a:defRPr>
                          <a:solidFill>
                            <a:schemeClr val="tx1"/>
                          </a:solidFill>
                          <a:latin typeface="Arial" charset="0"/>
                        </a:defRPr>
                      </a:lvl5pPr>
                      <a:lvl6pPr marL="2163763" defTabSz="852488" fontAlgn="base">
                        <a:spcBef>
                          <a:spcPct val="20000"/>
                        </a:spcBef>
                        <a:spcAft>
                          <a:spcPct val="0"/>
                        </a:spcAft>
                        <a:defRPr>
                          <a:solidFill>
                            <a:schemeClr val="tx1"/>
                          </a:solidFill>
                          <a:latin typeface="Arial" charset="0"/>
                        </a:defRPr>
                      </a:lvl6pPr>
                      <a:lvl7pPr marL="2620963" defTabSz="852488" fontAlgn="base">
                        <a:spcBef>
                          <a:spcPct val="20000"/>
                        </a:spcBef>
                        <a:spcAft>
                          <a:spcPct val="0"/>
                        </a:spcAft>
                        <a:defRPr>
                          <a:solidFill>
                            <a:schemeClr val="tx1"/>
                          </a:solidFill>
                          <a:latin typeface="Arial" charset="0"/>
                        </a:defRPr>
                      </a:lvl7pPr>
                      <a:lvl8pPr marL="3078163" defTabSz="852488" fontAlgn="base">
                        <a:spcBef>
                          <a:spcPct val="20000"/>
                        </a:spcBef>
                        <a:spcAft>
                          <a:spcPct val="0"/>
                        </a:spcAft>
                        <a:defRPr>
                          <a:solidFill>
                            <a:schemeClr val="tx1"/>
                          </a:solidFill>
                          <a:latin typeface="Arial" charset="0"/>
                        </a:defRPr>
                      </a:lvl8pPr>
                      <a:lvl9pPr marL="3535363" defTabSz="852488" fontAlgn="base">
                        <a:spcBef>
                          <a:spcPct val="20000"/>
                        </a:spcBef>
                        <a:spcAft>
                          <a:spcPct val="0"/>
                        </a:spcAft>
                        <a:defRPr>
                          <a:solidFill>
                            <a:schemeClr val="tx1"/>
                          </a:solidFill>
                          <a:latin typeface="Arial" charset="0"/>
                        </a:defRPr>
                      </a:lvl9pPr>
                    </a:lstStyle>
                    <a:p>
                      <a:pPr marL="0" marR="0" lvl="0" indent="0" algn="ctr" defTabSz="852488" rtl="0" eaLnBrk="1" fontAlgn="base" latinLnBrk="0" hangingPunct="1">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Arial" charset="0"/>
                        </a:rPr>
                        <a:t>[o</a:t>
                      </a:r>
                      <a:r>
                        <a:rPr kumimoji="0" lang="en-US" altLang="en-US" sz="2000" b="0" i="0" u="none" strike="noStrike" cap="none" normalizeH="0" baseline="-25000">
                          <a:ln>
                            <a:noFill/>
                          </a:ln>
                          <a:solidFill>
                            <a:schemeClr val="tx1"/>
                          </a:solidFill>
                          <a:effectLst/>
                          <a:latin typeface="Arial" charset="0"/>
                        </a:rPr>
                        <a:t>i</a:t>
                      </a:r>
                      <a:r>
                        <a:rPr kumimoji="0" lang="en-US" altLang="en-US" sz="2000" b="0" i="0" u="none" strike="noStrike" cap="none" normalizeH="0" baseline="0">
                          <a:ln>
                            <a:noFill/>
                          </a:ln>
                          <a:solidFill>
                            <a:schemeClr val="tx1"/>
                          </a:solidFill>
                          <a:effectLst/>
                          <a:latin typeface="Arial" charset="0"/>
                        </a:rPr>
                        <a:t> -e</a:t>
                      </a:r>
                      <a:r>
                        <a:rPr kumimoji="0" lang="en-US" altLang="en-US" sz="2000" b="0" i="0" u="none" strike="noStrike" cap="none" normalizeH="0" baseline="-25000">
                          <a:ln>
                            <a:noFill/>
                          </a:ln>
                          <a:solidFill>
                            <a:schemeClr val="tx1"/>
                          </a:solidFill>
                          <a:effectLst/>
                          <a:latin typeface="Arial" charset="0"/>
                        </a:rPr>
                        <a:t>i</a:t>
                      </a:r>
                      <a:r>
                        <a:rPr kumimoji="0" lang="en-US" altLang="en-US" sz="2000" b="0" i="0" u="none" strike="noStrike" cap="none" normalizeH="0" baseline="0">
                          <a:ln>
                            <a:noFill/>
                          </a:ln>
                          <a:solidFill>
                            <a:schemeClr val="tx1"/>
                          </a:solidFill>
                          <a:effectLst/>
                          <a:latin typeface="Arial" charset="0"/>
                        </a:rPr>
                        <a:t>)]</a:t>
                      </a:r>
                      <a:r>
                        <a:rPr kumimoji="0" lang="en-US" altLang="en-US" sz="2000" b="0" i="0" u="none" strike="noStrike" cap="none" normalizeH="0" baseline="30000">
                          <a:ln>
                            <a:noFill/>
                          </a:ln>
                          <a:solidFill>
                            <a:schemeClr val="tx1"/>
                          </a:solidFill>
                          <a:effectLst/>
                          <a:latin typeface="Arial" charset="0"/>
                        </a:rPr>
                        <a:t>2</a:t>
                      </a:r>
                      <a:r>
                        <a:rPr kumimoji="0" lang="en-US" altLang="en-US" sz="2000" b="0" i="0" u="none" strike="noStrike" cap="none" normalizeH="0" baseline="0">
                          <a:ln>
                            <a:noFill/>
                          </a:ln>
                          <a:solidFill>
                            <a:schemeClr val="tx1"/>
                          </a:solidFill>
                          <a:effectLst/>
                          <a:latin typeface="Arial" charset="0"/>
                        </a:rPr>
                        <a:t>/ e</a:t>
                      </a:r>
                      <a:r>
                        <a:rPr kumimoji="0" lang="en-US" altLang="en-US" sz="2000" b="0" i="0" u="none" strike="noStrike" cap="none" normalizeH="0" baseline="-25000">
                          <a:ln>
                            <a:noFill/>
                          </a:ln>
                          <a:solidFill>
                            <a:schemeClr val="tx1"/>
                          </a:solidFill>
                          <a:effectLst/>
                          <a:latin typeface="Arial" charset="0"/>
                        </a:rPr>
                        <a:t>i</a:t>
                      </a:r>
                      <a:endParaRPr kumimoji="0" lang="en-US" altLang="en-US" sz="2000" b="0" i="0" u="none" strike="noStrike" cap="none" normalizeH="0" baseline="0">
                        <a:ln>
                          <a:noFill/>
                        </a:ln>
                        <a:solidFill>
                          <a:schemeClr val="tx1"/>
                        </a:solidFill>
                        <a:effectLst/>
                        <a:latin typeface="Arial" charset="0"/>
                      </a:endParaRPr>
                    </a:p>
                    <a:p>
                      <a:pPr marL="0" marR="0" lvl="0" indent="0" algn="ctr" defTabSz="852488" rtl="0" eaLnBrk="1" fontAlgn="base" latinLnBrk="0" hangingPunct="1">
                        <a:lnSpc>
                          <a:spcPct val="100000"/>
                        </a:lnSpc>
                        <a:spcBef>
                          <a:spcPct val="20000"/>
                        </a:spcBef>
                        <a:spcAft>
                          <a:spcPct val="0"/>
                        </a:spcAft>
                        <a:buClrTx/>
                        <a:buSzTx/>
                        <a:buFontTx/>
                        <a:buNone/>
                        <a:tabLst/>
                      </a:pPr>
                      <a:endParaRPr kumimoji="0" lang="en-US" altLang="en-US" sz="2100" b="0" i="0" u="none" strike="noStrike" cap="none" normalizeH="0" baseline="-25000">
                        <a:ln>
                          <a:noFill/>
                        </a:ln>
                        <a:solidFill>
                          <a:schemeClr val="tx1"/>
                        </a:solidFill>
                        <a:effectLst/>
                        <a:latin typeface="Arial"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rgbClr val="CCFFFF"/>
                    </a:solidFill>
                  </a:tcPr>
                </a:tc>
                <a:extLst>
                  <a:ext uri="{0D108BD9-81ED-4DB2-BD59-A6C34878D82A}">
                    <a16:rowId xmlns:a16="http://schemas.microsoft.com/office/drawing/2014/main" val="10000"/>
                  </a:ext>
                </a:extLst>
              </a:tr>
              <a:tr h="2857499">
                <a:tc>
                  <a:txBody>
                    <a:bodyPr/>
                    <a:lstStyle>
                      <a:lvl1pPr defTabSz="852488">
                        <a:spcBef>
                          <a:spcPct val="20000"/>
                        </a:spcBef>
                        <a:defRPr sz="2000">
                          <a:solidFill>
                            <a:schemeClr val="tx1"/>
                          </a:solidFill>
                          <a:latin typeface="Arial" charset="0"/>
                        </a:defRPr>
                      </a:lvl1pPr>
                      <a:lvl2pPr marL="425450" defTabSz="852488">
                        <a:spcBef>
                          <a:spcPct val="20000"/>
                        </a:spcBef>
                        <a:defRPr>
                          <a:solidFill>
                            <a:schemeClr val="tx1"/>
                          </a:solidFill>
                          <a:latin typeface="Arial" charset="0"/>
                        </a:defRPr>
                      </a:lvl2pPr>
                      <a:lvl3pPr marL="852488" defTabSz="852488">
                        <a:spcBef>
                          <a:spcPct val="20000"/>
                        </a:spcBef>
                        <a:defRPr>
                          <a:solidFill>
                            <a:schemeClr val="tx1"/>
                          </a:solidFill>
                          <a:latin typeface="Arial" charset="0"/>
                        </a:defRPr>
                      </a:lvl3pPr>
                      <a:lvl4pPr marL="1281113" defTabSz="852488">
                        <a:spcBef>
                          <a:spcPct val="20000"/>
                        </a:spcBef>
                        <a:defRPr>
                          <a:solidFill>
                            <a:schemeClr val="tx1"/>
                          </a:solidFill>
                          <a:latin typeface="Arial" charset="0"/>
                        </a:defRPr>
                      </a:lvl4pPr>
                      <a:lvl5pPr marL="1706563" defTabSz="852488">
                        <a:spcBef>
                          <a:spcPct val="20000"/>
                        </a:spcBef>
                        <a:defRPr>
                          <a:solidFill>
                            <a:schemeClr val="tx1"/>
                          </a:solidFill>
                          <a:latin typeface="Arial" charset="0"/>
                        </a:defRPr>
                      </a:lvl5pPr>
                      <a:lvl6pPr marL="2163763" defTabSz="852488" fontAlgn="base">
                        <a:spcBef>
                          <a:spcPct val="20000"/>
                        </a:spcBef>
                        <a:spcAft>
                          <a:spcPct val="0"/>
                        </a:spcAft>
                        <a:defRPr>
                          <a:solidFill>
                            <a:schemeClr val="tx1"/>
                          </a:solidFill>
                          <a:latin typeface="Arial" charset="0"/>
                        </a:defRPr>
                      </a:lvl6pPr>
                      <a:lvl7pPr marL="2620963" defTabSz="852488" fontAlgn="base">
                        <a:spcBef>
                          <a:spcPct val="20000"/>
                        </a:spcBef>
                        <a:spcAft>
                          <a:spcPct val="0"/>
                        </a:spcAft>
                        <a:defRPr>
                          <a:solidFill>
                            <a:schemeClr val="tx1"/>
                          </a:solidFill>
                          <a:latin typeface="Arial" charset="0"/>
                        </a:defRPr>
                      </a:lvl7pPr>
                      <a:lvl8pPr marL="3078163" defTabSz="852488" fontAlgn="base">
                        <a:spcBef>
                          <a:spcPct val="20000"/>
                        </a:spcBef>
                        <a:spcAft>
                          <a:spcPct val="0"/>
                        </a:spcAft>
                        <a:defRPr>
                          <a:solidFill>
                            <a:schemeClr val="tx1"/>
                          </a:solidFill>
                          <a:latin typeface="Arial" charset="0"/>
                        </a:defRPr>
                      </a:lvl8pPr>
                      <a:lvl9pPr marL="3535363" defTabSz="852488" fontAlgn="base">
                        <a:spcBef>
                          <a:spcPct val="20000"/>
                        </a:spcBef>
                        <a:spcAft>
                          <a:spcPct val="0"/>
                        </a:spcAft>
                        <a:defRPr>
                          <a:solidFill>
                            <a:schemeClr val="tx1"/>
                          </a:solidFill>
                          <a:latin typeface="Arial" charset="0"/>
                        </a:defRPr>
                      </a:lvl9pPr>
                    </a:lstStyle>
                    <a:p>
                      <a:pPr marL="0" marR="0" lvl="0" indent="0" algn="l" defTabSz="852488" rtl="0" eaLnBrk="1" fontAlgn="base" latinLnBrk="0" hangingPunct="1">
                        <a:lnSpc>
                          <a:spcPct val="100000"/>
                        </a:lnSpc>
                        <a:spcBef>
                          <a:spcPct val="20000"/>
                        </a:spcBef>
                        <a:spcAft>
                          <a:spcPct val="0"/>
                        </a:spcAft>
                        <a:buClrTx/>
                        <a:buSzTx/>
                        <a:buFontTx/>
                        <a:buNone/>
                        <a:tabLst/>
                      </a:pPr>
                      <a:r>
                        <a:rPr kumimoji="0" lang="en-US" altLang="en-US" sz="2100" b="0" i="0" u="none" strike="noStrike" cap="none" normalizeH="0" baseline="0">
                          <a:ln>
                            <a:noFill/>
                          </a:ln>
                          <a:solidFill>
                            <a:schemeClr val="tx1"/>
                          </a:solidFill>
                          <a:effectLst/>
                          <a:latin typeface="Arial" charset="0"/>
                        </a:rPr>
                        <a:t>Monday</a:t>
                      </a:r>
                    </a:p>
                    <a:p>
                      <a:pPr marL="0" marR="0" lvl="0" indent="0" algn="l" defTabSz="852488" rtl="0" eaLnBrk="1" fontAlgn="base" latinLnBrk="0" hangingPunct="1">
                        <a:lnSpc>
                          <a:spcPct val="100000"/>
                        </a:lnSpc>
                        <a:spcBef>
                          <a:spcPct val="20000"/>
                        </a:spcBef>
                        <a:spcAft>
                          <a:spcPct val="0"/>
                        </a:spcAft>
                        <a:buClrTx/>
                        <a:buSzTx/>
                        <a:buFontTx/>
                        <a:buNone/>
                        <a:tabLst/>
                      </a:pPr>
                      <a:r>
                        <a:rPr kumimoji="0" lang="en-US" altLang="en-US" sz="2100" b="0" i="0" u="none" strike="noStrike" cap="none" normalizeH="0" baseline="0">
                          <a:ln>
                            <a:noFill/>
                          </a:ln>
                          <a:solidFill>
                            <a:schemeClr val="tx1"/>
                          </a:solidFill>
                          <a:effectLst/>
                          <a:latin typeface="Arial" charset="0"/>
                        </a:rPr>
                        <a:t>Tuesday</a:t>
                      </a:r>
                    </a:p>
                    <a:p>
                      <a:pPr marL="0" marR="0" lvl="0" indent="0" algn="l" defTabSz="852488" rtl="0" eaLnBrk="1" fontAlgn="base" latinLnBrk="0" hangingPunct="1">
                        <a:lnSpc>
                          <a:spcPct val="100000"/>
                        </a:lnSpc>
                        <a:spcBef>
                          <a:spcPct val="20000"/>
                        </a:spcBef>
                        <a:spcAft>
                          <a:spcPct val="0"/>
                        </a:spcAft>
                        <a:buClrTx/>
                        <a:buSzTx/>
                        <a:buFontTx/>
                        <a:buNone/>
                        <a:tabLst/>
                      </a:pPr>
                      <a:r>
                        <a:rPr kumimoji="0" lang="en-US" altLang="en-US" sz="2100" b="0" i="0" u="none" strike="noStrike" cap="none" normalizeH="0" baseline="0">
                          <a:ln>
                            <a:noFill/>
                          </a:ln>
                          <a:solidFill>
                            <a:schemeClr val="tx1"/>
                          </a:solidFill>
                          <a:effectLst/>
                          <a:latin typeface="Arial" charset="0"/>
                        </a:rPr>
                        <a:t>Wednesday</a:t>
                      </a:r>
                    </a:p>
                    <a:p>
                      <a:pPr marL="0" marR="0" lvl="0" indent="0" algn="l" defTabSz="852488" rtl="0" eaLnBrk="1" fontAlgn="base" latinLnBrk="0" hangingPunct="1">
                        <a:lnSpc>
                          <a:spcPct val="100000"/>
                        </a:lnSpc>
                        <a:spcBef>
                          <a:spcPct val="20000"/>
                        </a:spcBef>
                        <a:spcAft>
                          <a:spcPct val="0"/>
                        </a:spcAft>
                        <a:buClrTx/>
                        <a:buSzTx/>
                        <a:buFontTx/>
                        <a:buNone/>
                        <a:tabLst/>
                      </a:pPr>
                      <a:r>
                        <a:rPr kumimoji="0" lang="en-US" altLang="en-US" sz="2100" b="0" i="0" u="none" strike="noStrike" cap="none" normalizeH="0" baseline="0">
                          <a:ln>
                            <a:noFill/>
                          </a:ln>
                          <a:solidFill>
                            <a:schemeClr val="tx1"/>
                          </a:solidFill>
                          <a:effectLst/>
                          <a:latin typeface="Arial" charset="0"/>
                        </a:rPr>
                        <a:t>Thursday</a:t>
                      </a:r>
                    </a:p>
                    <a:p>
                      <a:pPr marL="0" marR="0" lvl="0" indent="0" algn="l" defTabSz="852488" rtl="0" eaLnBrk="1" fontAlgn="base" latinLnBrk="0" hangingPunct="1">
                        <a:lnSpc>
                          <a:spcPct val="100000"/>
                        </a:lnSpc>
                        <a:spcBef>
                          <a:spcPct val="20000"/>
                        </a:spcBef>
                        <a:spcAft>
                          <a:spcPct val="0"/>
                        </a:spcAft>
                        <a:buClrTx/>
                        <a:buSzTx/>
                        <a:buFontTx/>
                        <a:buNone/>
                        <a:tabLst/>
                      </a:pPr>
                      <a:r>
                        <a:rPr kumimoji="0" lang="en-US" altLang="en-US" sz="2100" b="0" i="0" u="none" strike="noStrike" cap="none" normalizeH="0" baseline="0">
                          <a:ln>
                            <a:noFill/>
                          </a:ln>
                          <a:solidFill>
                            <a:schemeClr val="tx1"/>
                          </a:solidFill>
                          <a:effectLst/>
                          <a:latin typeface="Arial" charset="0"/>
                        </a:rPr>
                        <a:t>Friday</a:t>
                      </a:r>
                    </a:p>
                    <a:p>
                      <a:pPr marL="0" marR="0" lvl="0" indent="0" algn="l" defTabSz="852488" rtl="0" eaLnBrk="1" fontAlgn="base" latinLnBrk="0" hangingPunct="1">
                        <a:lnSpc>
                          <a:spcPct val="100000"/>
                        </a:lnSpc>
                        <a:spcBef>
                          <a:spcPct val="20000"/>
                        </a:spcBef>
                        <a:spcAft>
                          <a:spcPct val="0"/>
                        </a:spcAft>
                        <a:buClrTx/>
                        <a:buSzTx/>
                        <a:buFontTx/>
                        <a:buNone/>
                        <a:tabLst/>
                      </a:pPr>
                      <a:r>
                        <a:rPr kumimoji="0" lang="en-US" altLang="en-US" sz="2100" b="0" i="0" u="none" strike="noStrike" cap="none" normalizeH="0" baseline="0">
                          <a:ln>
                            <a:noFill/>
                          </a:ln>
                          <a:solidFill>
                            <a:schemeClr val="tx1"/>
                          </a:solidFill>
                          <a:effectLst/>
                          <a:latin typeface="Arial" charset="0"/>
                        </a:rPr>
                        <a:t>Saturday</a:t>
                      </a:r>
                    </a:p>
                    <a:p>
                      <a:pPr marL="0" marR="0" lvl="0" indent="0" algn="l" defTabSz="852488" rtl="0" eaLnBrk="1" fontAlgn="base" latinLnBrk="0" hangingPunct="1">
                        <a:lnSpc>
                          <a:spcPct val="100000"/>
                        </a:lnSpc>
                        <a:spcBef>
                          <a:spcPct val="20000"/>
                        </a:spcBef>
                        <a:spcAft>
                          <a:spcPct val="0"/>
                        </a:spcAft>
                        <a:buClrTx/>
                        <a:buSzTx/>
                        <a:buFontTx/>
                        <a:buNone/>
                        <a:tabLst/>
                      </a:pPr>
                      <a:r>
                        <a:rPr kumimoji="0" lang="en-US" altLang="en-US" sz="2100" b="0" i="0" u="none" strike="noStrike" cap="none" normalizeH="0" baseline="0">
                          <a:ln>
                            <a:noFill/>
                          </a:ln>
                          <a:solidFill>
                            <a:schemeClr val="tx1"/>
                          </a:solidFill>
                          <a:effectLst/>
                          <a:latin typeface="Arial" charset="0"/>
                        </a:rPr>
                        <a:t>Sunday</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defTabSz="852488">
                        <a:spcBef>
                          <a:spcPct val="20000"/>
                        </a:spcBef>
                        <a:defRPr sz="2000">
                          <a:solidFill>
                            <a:schemeClr val="tx1"/>
                          </a:solidFill>
                          <a:latin typeface="Arial" charset="0"/>
                        </a:defRPr>
                      </a:lvl1pPr>
                      <a:lvl2pPr marL="425450" defTabSz="852488">
                        <a:spcBef>
                          <a:spcPct val="20000"/>
                        </a:spcBef>
                        <a:defRPr>
                          <a:solidFill>
                            <a:schemeClr val="tx1"/>
                          </a:solidFill>
                          <a:latin typeface="Arial" charset="0"/>
                        </a:defRPr>
                      </a:lvl2pPr>
                      <a:lvl3pPr marL="852488" defTabSz="852488">
                        <a:spcBef>
                          <a:spcPct val="20000"/>
                        </a:spcBef>
                        <a:defRPr>
                          <a:solidFill>
                            <a:schemeClr val="tx1"/>
                          </a:solidFill>
                          <a:latin typeface="Arial" charset="0"/>
                        </a:defRPr>
                      </a:lvl3pPr>
                      <a:lvl4pPr marL="1281113" defTabSz="852488">
                        <a:spcBef>
                          <a:spcPct val="20000"/>
                        </a:spcBef>
                        <a:defRPr>
                          <a:solidFill>
                            <a:schemeClr val="tx1"/>
                          </a:solidFill>
                          <a:latin typeface="Arial" charset="0"/>
                        </a:defRPr>
                      </a:lvl4pPr>
                      <a:lvl5pPr marL="1706563" defTabSz="852488">
                        <a:spcBef>
                          <a:spcPct val="20000"/>
                        </a:spcBef>
                        <a:defRPr>
                          <a:solidFill>
                            <a:schemeClr val="tx1"/>
                          </a:solidFill>
                          <a:latin typeface="Arial" charset="0"/>
                        </a:defRPr>
                      </a:lvl5pPr>
                      <a:lvl6pPr marL="2163763" defTabSz="852488" fontAlgn="base">
                        <a:spcBef>
                          <a:spcPct val="20000"/>
                        </a:spcBef>
                        <a:spcAft>
                          <a:spcPct val="0"/>
                        </a:spcAft>
                        <a:defRPr>
                          <a:solidFill>
                            <a:schemeClr val="tx1"/>
                          </a:solidFill>
                          <a:latin typeface="Arial" charset="0"/>
                        </a:defRPr>
                      </a:lvl6pPr>
                      <a:lvl7pPr marL="2620963" defTabSz="852488" fontAlgn="base">
                        <a:spcBef>
                          <a:spcPct val="20000"/>
                        </a:spcBef>
                        <a:spcAft>
                          <a:spcPct val="0"/>
                        </a:spcAft>
                        <a:defRPr>
                          <a:solidFill>
                            <a:schemeClr val="tx1"/>
                          </a:solidFill>
                          <a:latin typeface="Arial" charset="0"/>
                        </a:defRPr>
                      </a:lvl7pPr>
                      <a:lvl8pPr marL="3078163" defTabSz="852488" fontAlgn="base">
                        <a:spcBef>
                          <a:spcPct val="20000"/>
                        </a:spcBef>
                        <a:spcAft>
                          <a:spcPct val="0"/>
                        </a:spcAft>
                        <a:defRPr>
                          <a:solidFill>
                            <a:schemeClr val="tx1"/>
                          </a:solidFill>
                          <a:latin typeface="Arial" charset="0"/>
                        </a:defRPr>
                      </a:lvl8pPr>
                      <a:lvl9pPr marL="3535363" defTabSz="852488" fontAlgn="base">
                        <a:spcBef>
                          <a:spcPct val="20000"/>
                        </a:spcBef>
                        <a:spcAft>
                          <a:spcPct val="0"/>
                        </a:spcAft>
                        <a:defRPr>
                          <a:solidFill>
                            <a:schemeClr val="tx1"/>
                          </a:solidFill>
                          <a:latin typeface="Arial" charset="0"/>
                        </a:defRPr>
                      </a:lvl9pPr>
                    </a:lstStyle>
                    <a:p>
                      <a:pPr marL="0" marR="0" lvl="0" indent="0" algn="ctr" defTabSz="852488" rtl="0" eaLnBrk="1" fontAlgn="base" latinLnBrk="0" hangingPunct="1">
                        <a:lnSpc>
                          <a:spcPct val="100000"/>
                        </a:lnSpc>
                        <a:spcBef>
                          <a:spcPct val="20000"/>
                        </a:spcBef>
                        <a:spcAft>
                          <a:spcPct val="0"/>
                        </a:spcAft>
                        <a:buClrTx/>
                        <a:buSzTx/>
                        <a:buFontTx/>
                        <a:buNone/>
                        <a:tabLst/>
                      </a:pPr>
                      <a:r>
                        <a:rPr kumimoji="0" lang="en-US" altLang="en-US" sz="2100" b="0" i="0" u="none" strike="noStrike" cap="none" normalizeH="0" baseline="0">
                          <a:ln>
                            <a:noFill/>
                          </a:ln>
                          <a:solidFill>
                            <a:schemeClr val="tx1"/>
                          </a:solidFill>
                          <a:effectLst/>
                          <a:latin typeface="Arial" charset="0"/>
                        </a:rPr>
                        <a:t>290</a:t>
                      </a:r>
                    </a:p>
                    <a:p>
                      <a:pPr marL="0" marR="0" lvl="0" indent="0" algn="ctr" defTabSz="852488" rtl="0" eaLnBrk="1" fontAlgn="base" latinLnBrk="0" hangingPunct="1">
                        <a:lnSpc>
                          <a:spcPct val="100000"/>
                        </a:lnSpc>
                        <a:spcBef>
                          <a:spcPct val="20000"/>
                        </a:spcBef>
                        <a:spcAft>
                          <a:spcPct val="0"/>
                        </a:spcAft>
                        <a:buClrTx/>
                        <a:buSzTx/>
                        <a:buFontTx/>
                        <a:buNone/>
                        <a:tabLst/>
                      </a:pPr>
                      <a:r>
                        <a:rPr kumimoji="0" lang="en-US" altLang="en-US" sz="2100" b="0" i="0" u="none" strike="noStrike" cap="none" normalizeH="0" baseline="0">
                          <a:ln>
                            <a:noFill/>
                          </a:ln>
                          <a:solidFill>
                            <a:schemeClr val="tx1"/>
                          </a:solidFill>
                          <a:effectLst/>
                          <a:latin typeface="Arial" charset="0"/>
                        </a:rPr>
                        <a:t>250</a:t>
                      </a:r>
                    </a:p>
                    <a:p>
                      <a:pPr marL="0" marR="0" lvl="0" indent="0" algn="ctr" defTabSz="852488" rtl="0" eaLnBrk="1" fontAlgn="base" latinLnBrk="0" hangingPunct="1">
                        <a:lnSpc>
                          <a:spcPct val="100000"/>
                        </a:lnSpc>
                        <a:spcBef>
                          <a:spcPct val="20000"/>
                        </a:spcBef>
                        <a:spcAft>
                          <a:spcPct val="0"/>
                        </a:spcAft>
                        <a:buClrTx/>
                        <a:buSzTx/>
                        <a:buFontTx/>
                        <a:buNone/>
                        <a:tabLst/>
                      </a:pPr>
                      <a:r>
                        <a:rPr kumimoji="0" lang="en-US" altLang="en-US" sz="2100" b="0" i="0" u="none" strike="noStrike" cap="none" normalizeH="0" baseline="0">
                          <a:ln>
                            <a:noFill/>
                          </a:ln>
                          <a:solidFill>
                            <a:schemeClr val="tx1"/>
                          </a:solidFill>
                          <a:effectLst/>
                          <a:latin typeface="Arial" charset="0"/>
                        </a:rPr>
                        <a:t>238</a:t>
                      </a:r>
                    </a:p>
                    <a:p>
                      <a:pPr marL="0" marR="0" lvl="0" indent="0" algn="ctr" defTabSz="852488" rtl="0" eaLnBrk="1" fontAlgn="base" latinLnBrk="0" hangingPunct="1">
                        <a:lnSpc>
                          <a:spcPct val="100000"/>
                        </a:lnSpc>
                        <a:spcBef>
                          <a:spcPct val="20000"/>
                        </a:spcBef>
                        <a:spcAft>
                          <a:spcPct val="0"/>
                        </a:spcAft>
                        <a:buClrTx/>
                        <a:buSzTx/>
                        <a:buFontTx/>
                        <a:buNone/>
                        <a:tabLst/>
                      </a:pPr>
                      <a:r>
                        <a:rPr kumimoji="0" lang="en-US" altLang="en-US" sz="2100" b="0" i="0" u="none" strike="noStrike" cap="none" normalizeH="0" baseline="0">
                          <a:ln>
                            <a:noFill/>
                          </a:ln>
                          <a:solidFill>
                            <a:schemeClr val="tx1"/>
                          </a:solidFill>
                          <a:effectLst/>
                          <a:latin typeface="Arial" charset="0"/>
                        </a:rPr>
                        <a:t>257</a:t>
                      </a:r>
                    </a:p>
                    <a:p>
                      <a:pPr marL="0" marR="0" lvl="0" indent="0" algn="ctr" defTabSz="852488" rtl="0" eaLnBrk="1" fontAlgn="base" latinLnBrk="0" hangingPunct="1">
                        <a:lnSpc>
                          <a:spcPct val="100000"/>
                        </a:lnSpc>
                        <a:spcBef>
                          <a:spcPct val="20000"/>
                        </a:spcBef>
                        <a:spcAft>
                          <a:spcPct val="0"/>
                        </a:spcAft>
                        <a:buClrTx/>
                        <a:buSzTx/>
                        <a:buFontTx/>
                        <a:buNone/>
                        <a:tabLst/>
                      </a:pPr>
                      <a:r>
                        <a:rPr kumimoji="0" lang="en-US" altLang="en-US" sz="2100" b="0" i="0" u="none" strike="noStrike" cap="none" normalizeH="0" baseline="0">
                          <a:ln>
                            <a:noFill/>
                          </a:ln>
                          <a:solidFill>
                            <a:schemeClr val="tx1"/>
                          </a:solidFill>
                          <a:effectLst/>
                          <a:latin typeface="Arial" charset="0"/>
                        </a:rPr>
                        <a:t>265</a:t>
                      </a:r>
                    </a:p>
                    <a:p>
                      <a:pPr marL="0" marR="0" lvl="0" indent="0" algn="ctr" defTabSz="852488" rtl="0" eaLnBrk="1" fontAlgn="base" latinLnBrk="0" hangingPunct="1">
                        <a:lnSpc>
                          <a:spcPct val="100000"/>
                        </a:lnSpc>
                        <a:spcBef>
                          <a:spcPct val="20000"/>
                        </a:spcBef>
                        <a:spcAft>
                          <a:spcPct val="0"/>
                        </a:spcAft>
                        <a:buClrTx/>
                        <a:buSzTx/>
                        <a:buFontTx/>
                        <a:buNone/>
                        <a:tabLst/>
                      </a:pPr>
                      <a:r>
                        <a:rPr kumimoji="0" lang="en-US" altLang="en-US" sz="2100" b="0" i="0" u="none" strike="noStrike" cap="none" normalizeH="0" baseline="0">
                          <a:ln>
                            <a:noFill/>
                          </a:ln>
                          <a:solidFill>
                            <a:schemeClr val="tx1"/>
                          </a:solidFill>
                          <a:effectLst/>
                          <a:latin typeface="Arial" charset="0"/>
                        </a:rPr>
                        <a:t>230</a:t>
                      </a:r>
                    </a:p>
                    <a:p>
                      <a:pPr marL="0" marR="0" lvl="0" indent="0" algn="ctr" defTabSz="852488" rtl="0" eaLnBrk="1" fontAlgn="base" latinLnBrk="0" hangingPunct="1">
                        <a:lnSpc>
                          <a:spcPct val="100000"/>
                        </a:lnSpc>
                        <a:spcBef>
                          <a:spcPct val="20000"/>
                        </a:spcBef>
                        <a:spcAft>
                          <a:spcPct val="0"/>
                        </a:spcAft>
                        <a:buClrTx/>
                        <a:buSzTx/>
                        <a:buFontTx/>
                        <a:buNone/>
                        <a:tabLst/>
                      </a:pPr>
                      <a:r>
                        <a:rPr kumimoji="0" lang="en-US" altLang="en-US" sz="2100" b="0" i="0" u="none" strike="noStrike" cap="none" normalizeH="0" baseline="0">
                          <a:ln>
                            <a:noFill/>
                          </a:ln>
                          <a:solidFill>
                            <a:schemeClr val="tx1"/>
                          </a:solidFill>
                          <a:effectLst/>
                          <a:latin typeface="Arial" charset="0"/>
                        </a:rPr>
                        <a:t>192</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rgbClr val="FFFFCC"/>
                    </a:solidFill>
                  </a:tcPr>
                </a:tc>
                <a:tc>
                  <a:txBody>
                    <a:bodyPr/>
                    <a:lstStyle>
                      <a:lvl1pPr defTabSz="852488">
                        <a:spcBef>
                          <a:spcPct val="20000"/>
                        </a:spcBef>
                        <a:defRPr sz="2000">
                          <a:solidFill>
                            <a:schemeClr val="tx1"/>
                          </a:solidFill>
                          <a:latin typeface="Arial" charset="0"/>
                        </a:defRPr>
                      </a:lvl1pPr>
                      <a:lvl2pPr marL="425450" defTabSz="852488">
                        <a:spcBef>
                          <a:spcPct val="20000"/>
                        </a:spcBef>
                        <a:defRPr>
                          <a:solidFill>
                            <a:schemeClr val="tx1"/>
                          </a:solidFill>
                          <a:latin typeface="Arial" charset="0"/>
                        </a:defRPr>
                      </a:lvl2pPr>
                      <a:lvl3pPr marL="852488" defTabSz="852488">
                        <a:spcBef>
                          <a:spcPct val="20000"/>
                        </a:spcBef>
                        <a:defRPr>
                          <a:solidFill>
                            <a:schemeClr val="tx1"/>
                          </a:solidFill>
                          <a:latin typeface="Arial" charset="0"/>
                        </a:defRPr>
                      </a:lvl3pPr>
                      <a:lvl4pPr marL="1281113" defTabSz="852488">
                        <a:spcBef>
                          <a:spcPct val="20000"/>
                        </a:spcBef>
                        <a:defRPr>
                          <a:solidFill>
                            <a:schemeClr val="tx1"/>
                          </a:solidFill>
                          <a:latin typeface="Arial" charset="0"/>
                        </a:defRPr>
                      </a:lvl4pPr>
                      <a:lvl5pPr marL="1706563" defTabSz="852488">
                        <a:spcBef>
                          <a:spcPct val="20000"/>
                        </a:spcBef>
                        <a:defRPr>
                          <a:solidFill>
                            <a:schemeClr val="tx1"/>
                          </a:solidFill>
                          <a:latin typeface="Arial" charset="0"/>
                        </a:defRPr>
                      </a:lvl5pPr>
                      <a:lvl6pPr marL="2163763" defTabSz="852488" fontAlgn="base">
                        <a:spcBef>
                          <a:spcPct val="20000"/>
                        </a:spcBef>
                        <a:spcAft>
                          <a:spcPct val="0"/>
                        </a:spcAft>
                        <a:defRPr>
                          <a:solidFill>
                            <a:schemeClr val="tx1"/>
                          </a:solidFill>
                          <a:latin typeface="Arial" charset="0"/>
                        </a:defRPr>
                      </a:lvl6pPr>
                      <a:lvl7pPr marL="2620963" defTabSz="852488" fontAlgn="base">
                        <a:spcBef>
                          <a:spcPct val="20000"/>
                        </a:spcBef>
                        <a:spcAft>
                          <a:spcPct val="0"/>
                        </a:spcAft>
                        <a:defRPr>
                          <a:solidFill>
                            <a:schemeClr val="tx1"/>
                          </a:solidFill>
                          <a:latin typeface="Arial" charset="0"/>
                        </a:defRPr>
                      </a:lvl7pPr>
                      <a:lvl8pPr marL="3078163" defTabSz="852488" fontAlgn="base">
                        <a:spcBef>
                          <a:spcPct val="20000"/>
                        </a:spcBef>
                        <a:spcAft>
                          <a:spcPct val="0"/>
                        </a:spcAft>
                        <a:defRPr>
                          <a:solidFill>
                            <a:schemeClr val="tx1"/>
                          </a:solidFill>
                          <a:latin typeface="Arial" charset="0"/>
                        </a:defRPr>
                      </a:lvl8pPr>
                      <a:lvl9pPr marL="3535363" defTabSz="852488" fontAlgn="base">
                        <a:spcBef>
                          <a:spcPct val="20000"/>
                        </a:spcBef>
                        <a:spcAft>
                          <a:spcPct val="0"/>
                        </a:spcAft>
                        <a:defRPr>
                          <a:solidFill>
                            <a:schemeClr val="tx1"/>
                          </a:solidFill>
                          <a:latin typeface="Arial" charset="0"/>
                        </a:defRPr>
                      </a:lvl9pPr>
                    </a:lstStyle>
                    <a:p>
                      <a:pPr marL="0" marR="0" lvl="0" indent="0" algn="ctr" defTabSz="852488" rtl="0" eaLnBrk="1" fontAlgn="base" latinLnBrk="0" hangingPunct="1">
                        <a:lnSpc>
                          <a:spcPct val="100000"/>
                        </a:lnSpc>
                        <a:spcBef>
                          <a:spcPct val="20000"/>
                        </a:spcBef>
                        <a:spcAft>
                          <a:spcPct val="0"/>
                        </a:spcAft>
                        <a:buClrTx/>
                        <a:buSzTx/>
                        <a:buFontTx/>
                        <a:buNone/>
                        <a:tabLst/>
                      </a:pPr>
                      <a:r>
                        <a:rPr kumimoji="0" lang="en-US" altLang="en-US" sz="2100" b="0" i="0" u="none" strike="noStrike" cap="none" normalizeH="0" baseline="0">
                          <a:ln>
                            <a:noFill/>
                          </a:ln>
                          <a:solidFill>
                            <a:schemeClr val="tx1"/>
                          </a:solidFill>
                          <a:effectLst/>
                          <a:latin typeface="Arial" charset="0"/>
                        </a:rPr>
                        <a:t>246</a:t>
                      </a:r>
                    </a:p>
                    <a:p>
                      <a:pPr marL="0" marR="0" lvl="0" indent="0" algn="ctr" defTabSz="852488" rtl="0" eaLnBrk="1" fontAlgn="base" latinLnBrk="0" hangingPunct="1">
                        <a:lnSpc>
                          <a:spcPct val="100000"/>
                        </a:lnSpc>
                        <a:spcBef>
                          <a:spcPct val="20000"/>
                        </a:spcBef>
                        <a:spcAft>
                          <a:spcPct val="0"/>
                        </a:spcAft>
                        <a:buClrTx/>
                        <a:buSzTx/>
                        <a:buFontTx/>
                        <a:buNone/>
                        <a:tabLst/>
                      </a:pPr>
                      <a:r>
                        <a:rPr kumimoji="0" lang="en-US" altLang="en-US" sz="2100" b="0" i="0" u="none" strike="noStrike" cap="none" normalizeH="0" baseline="0">
                          <a:ln>
                            <a:noFill/>
                          </a:ln>
                          <a:solidFill>
                            <a:schemeClr val="tx1"/>
                          </a:solidFill>
                          <a:effectLst/>
                          <a:latin typeface="Arial" charset="0"/>
                        </a:rPr>
                        <a:t>246</a:t>
                      </a:r>
                    </a:p>
                    <a:p>
                      <a:pPr marL="0" marR="0" lvl="0" indent="0" algn="ctr" defTabSz="852488" rtl="0" eaLnBrk="1" fontAlgn="base" latinLnBrk="0" hangingPunct="1">
                        <a:lnSpc>
                          <a:spcPct val="100000"/>
                        </a:lnSpc>
                        <a:spcBef>
                          <a:spcPct val="20000"/>
                        </a:spcBef>
                        <a:spcAft>
                          <a:spcPct val="0"/>
                        </a:spcAft>
                        <a:buClrTx/>
                        <a:buSzTx/>
                        <a:buFontTx/>
                        <a:buNone/>
                        <a:tabLst/>
                      </a:pPr>
                      <a:r>
                        <a:rPr kumimoji="0" lang="en-US" altLang="en-US" sz="2100" b="0" i="0" u="none" strike="noStrike" cap="none" normalizeH="0" baseline="0">
                          <a:ln>
                            <a:noFill/>
                          </a:ln>
                          <a:solidFill>
                            <a:schemeClr val="tx1"/>
                          </a:solidFill>
                          <a:effectLst/>
                          <a:latin typeface="Arial" charset="0"/>
                        </a:rPr>
                        <a:t>246</a:t>
                      </a:r>
                    </a:p>
                    <a:p>
                      <a:pPr marL="0" marR="0" lvl="0" indent="0" algn="ctr" defTabSz="852488" rtl="0" eaLnBrk="1" fontAlgn="base" latinLnBrk="0" hangingPunct="1">
                        <a:lnSpc>
                          <a:spcPct val="100000"/>
                        </a:lnSpc>
                        <a:spcBef>
                          <a:spcPct val="20000"/>
                        </a:spcBef>
                        <a:spcAft>
                          <a:spcPct val="0"/>
                        </a:spcAft>
                        <a:buClrTx/>
                        <a:buSzTx/>
                        <a:buFontTx/>
                        <a:buNone/>
                        <a:tabLst/>
                      </a:pPr>
                      <a:r>
                        <a:rPr kumimoji="0" lang="en-US" altLang="en-US" sz="2100" b="0" i="0" u="none" strike="noStrike" cap="none" normalizeH="0" baseline="0">
                          <a:ln>
                            <a:noFill/>
                          </a:ln>
                          <a:solidFill>
                            <a:schemeClr val="tx1"/>
                          </a:solidFill>
                          <a:effectLst/>
                          <a:latin typeface="Arial" charset="0"/>
                        </a:rPr>
                        <a:t>246</a:t>
                      </a:r>
                    </a:p>
                    <a:p>
                      <a:pPr marL="0" marR="0" lvl="0" indent="0" algn="ctr" defTabSz="852488" rtl="0" eaLnBrk="1" fontAlgn="base" latinLnBrk="0" hangingPunct="1">
                        <a:lnSpc>
                          <a:spcPct val="100000"/>
                        </a:lnSpc>
                        <a:spcBef>
                          <a:spcPct val="20000"/>
                        </a:spcBef>
                        <a:spcAft>
                          <a:spcPct val="0"/>
                        </a:spcAft>
                        <a:buClrTx/>
                        <a:buSzTx/>
                        <a:buFontTx/>
                        <a:buNone/>
                        <a:tabLst/>
                      </a:pPr>
                      <a:r>
                        <a:rPr kumimoji="0" lang="en-US" altLang="en-US" sz="2100" b="0" i="0" u="none" strike="noStrike" cap="none" normalizeH="0" baseline="0">
                          <a:ln>
                            <a:noFill/>
                          </a:ln>
                          <a:solidFill>
                            <a:schemeClr val="tx1"/>
                          </a:solidFill>
                          <a:effectLst/>
                          <a:latin typeface="Arial" charset="0"/>
                        </a:rPr>
                        <a:t>246</a:t>
                      </a:r>
                    </a:p>
                    <a:p>
                      <a:pPr marL="0" marR="0" lvl="0" indent="0" algn="ctr" defTabSz="852488" rtl="0" eaLnBrk="1" fontAlgn="base" latinLnBrk="0" hangingPunct="1">
                        <a:lnSpc>
                          <a:spcPct val="100000"/>
                        </a:lnSpc>
                        <a:spcBef>
                          <a:spcPct val="20000"/>
                        </a:spcBef>
                        <a:spcAft>
                          <a:spcPct val="0"/>
                        </a:spcAft>
                        <a:buClrTx/>
                        <a:buSzTx/>
                        <a:buFontTx/>
                        <a:buNone/>
                        <a:tabLst/>
                      </a:pPr>
                      <a:r>
                        <a:rPr kumimoji="0" lang="en-US" altLang="en-US" sz="2100" b="0" i="0" u="none" strike="noStrike" cap="none" normalizeH="0" baseline="0">
                          <a:ln>
                            <a:noFill/>
                          </a:ln>
                          <a:solidFill>
                            <a:schemeClr val="tx1"/>
                          </a:solidFill>
                          <a:effectLst/>
                          <a:latin typeface="Arial" charset="0"/>
                        </a:rPr>
                        <a:t>246</a:t>
                      </a:r>
                    </a:p>
                    <a:p>
                      <a:pPr marL="0" marR="0" lvl="0" indent="0" algn="ctr" defTabSz="852488" rtl="0" eaLnBrk="1" fontAlgn="base" latinLnBrk="0" hangingPunct="1">
                        <a:lnSpc>
                          <a:spcPct val="100000"/>
                        </a:lnSpc>
                        <a:spcBef>
                          <a:spcPct val="20000"/>
                        </a:spcBef>
                        <a:spcAft>
                          <a:spcPct val="0"/>
                        </a:spcAft>
                        <a:buClrTx/>
                        <a:buSzTx/>
                        <a:buFontTx/>
                        <a:buNone/>
                        <a:tabLst/>
                      </a:pPr>
                      <a:r>
                        <a:rPr kumimoji="0" lang="en-US" altLang="en-US" sz="2100" b="0" i="0" u="none" strike="noStrike" cap="none" normalizeH="0" baseline="0">
                          <a:ln>
                            <a:noFill/>
                          </a:ln>
                          <a:solidFill>
                            <a:schemeClr val="tx1"/>
                          </a:solidFill>
                          <a:effectLst/>
                          <a:latin typeface="Arial" charset="0"/>
                        </a:rPr>
                        <a:t>246</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rgbClr val="CCFFFF"/>
                    </a:solidFill>
                  </a:tcPr>
                </a:tc>
                <a:tc>
                  <a:txBody>
                    <a:bodyPr/>
                    <a:lstStyle>
                      <a:lvl1pPr defTabSz="852488">
                        <a:spcBef>
                          <a:spcPct val="20000"/>
                        </a:spcBef>
                        <a:defRPr sz="2000">
                          <a:solidFill>
                            <a:schemeClr val="tx1"/>
                          </a:solidFill>
                          <a:latin typeface="Arial" charset="0"/>
                        </a:defRPr>
                      </a:lvl1pPr>
                      <a:lvl2pPr marL="425450" defTabSz="852488">
                        <a:spcBef>
                          <a:spcPct val="20000"/>
                        </a:spcBef>
                        <a:defRPr>
                          <a:solidFill>
                            <a:schemeClr val="tx1"/>
                          </a:solidFill>
                          <a:latin typeface="Arial" charset="0"/>
                        </a:defRPr>
                      </a:lvl2pPr>
                      <a:lvl3pPr marL="852488" defTabSz="852488">
                        <a:spcBef>
                          <a:spcPct val="20000"/>
                        </a:spcBef>
                        <a:defRPr>
                          <a:solidFill>
                            <a:schemeClr val="tx1"/>
                          </a:solidFill>
                          <a:latin typeface="Arial" charset="0"/>
                        </a:defRPr>
                      </a:lvl3pPr>
                      <a:lvl4pPr marL="1281113" defTabSz="852488">
                        <a:spcBef>
                          <a:spcPct val="20000"/>
                        </a:spcBef>
                        <a:defRPr>
                          <a:solidFill>
                            <a:schemeClr val="tx1"/>
                          </a:solidFill>
                          <a:latin typeface="Arial" charset="0"/>
                        </a:defRPr>
                      </a:lvl4pPr>
                      <a:lvl5pPr marL="1706563" defTabSz="852488">
                        <a:spcBef>
                          <a:spcPct val="20000"/>
                        </a:spcBef>
                        <a:defRPr>
                          <a:solidFill>
                            <a:schemeClr val="tx1"/>
                          </a:solidFill>
                          <a:latin typeface="Arial" charset="0"/>
                        </a:defRPr>
                      </a:lvl5pPr>
                      <a:lvl6pPr marL="2163763" defTabSz="852488" fontAlgn="base">
                        <a:spcBef>
                          <a:spcPct val="20000"/>
                        </a:spcBef>
                        <a:spcAft>
                          <a:spcPct val="0"/>
                        </a:spcAft>
                        <a:defRPr>
                          <a:solidFill>
                            <a:schemeClr val="tx1"/>
                          </a:solidFill>
                          <a:latin typeface="Arial" charset="0"/>
                        </a:defRPr>
                      </a:lvl6pPr>
                      <a:lvl7pPr marL="2620963" defTabSz="852488" fontAlgn="base">
                        <a:spcBef>
                          <a:spcPct val="20000"/>
                        </a:spcBef>
                        <a:spcAft>
                          <a:spcPct val="0"/>
                        </a:spcAft>
                        <a:defRPr>
                          <a:solidFill>
                            <a:schemeClr val="tx1"/>
                          </a:solidFill>
                          <a:latin typeface="Arial" charset="0"/>
                        </a:defRPr>
                      </a:lvl7pPr>
                      <a:lvl8pPr marL="3078163" defTabSz="852488" fontAlgn="base">
                        <a:spcBef>
                          <a:spcPct val="20000"/>
                        </a:spcBef>
                        <a:spcAft>
                          <a:spcPct val="0"/>
                        </a:spcAft>
                        <a:defRPr>
                          <a:solidFill>
                            <a:schemeClr val="tx1"/>
                          </a:solidFill>
                          <a:latin typeface="Arial" charset="0"/>
                        </a:defRPr>
                      </a:lvl8pPr>
                      <a:lvl9pPr marL="3535363" defTabSz="852488" fontAlgn="base">
                        <a:spcBef>
                          <a:spcPct val="20000"/>
                        </a:spcBef>
                        <a:spcAft>
                          <a:spcPct val="0"/>
                        </a:spcAft>
                        <a:defRPr>
                          <a:solidFill>
                            <a:schemeClr val="tx1"/>
                          </a:solidFill>
                          <a:latin typeface="Arial" charset="0"/>
                        </a:defRPr>
                      </a:lvl9pPr>
                    </a:lstStyle>
                    <a:p>
                      <a:pPr marL="0" marR="0" lvl="0" indent="0" algn="ctr" defTabSz="852488" rtl="0" eaLnBrk="1" fontAlgn="base" latinLnBrk="0" hangingPunct="1">
                        <a:lnSpc>
                          <a:spcPct val="100000"/>
                        </a:lnSpc>
                        <a:spcBef>
                          <a:spcPct val="20000"/>
                        </a:spcBef>
                        <a:spcAft>
                          <a:spcPct val="0"/>
                        </a:spcAft>
                        <a:buClrTx/>
                        <a:buSzTx/>
                        <a:buFontTx/>
                        <a:buNone/>
                        <a:tabLst/>
                      </a:pPr>
                      <a:r>
                        <a:rPr kumimoji="0" lang="en-US" altLang="en-US" sz="2100" b="0" i="0" u="none" strike="noStrike" cap="none" normalizeH="0" baseline="0">
                          <a:ln>
                            <a:noFill/>
                          </a:ln>
                          <a:solidFill>
                            <a:schemeClr val="tx1"/>
                          </a:solidFill>
                          <a:effectLst/>
                          <a:latin typeface="Arial" charset="0"/>
                        </a:rPr>
                        <a:t>7.8699</a:t>
                      </a:r>
                    </a:p>
                    <a:p>
                      <a:pPr marL="0" marR="0" lvl="0" indent="0" algn="ctr" defTabSz="852488" rtl="0" eaLnBrk="1" fontAlgn="base" latinLnBrk="0" hangingPunct="1">
                        <a:lnSpc>
                          <a:spcPct val="100000"/>
                        </a:lnSpc>
                        <a:spcBef>
                          <a:spcPct val="20000"/>
                        </a:spcBef>
                        <a:spcAft>
                          <a:spcPct val="0"/>
                        </a:spcAft>
                        <a:buClrTx/>
                        <a:buSzTx/>
                        <a:buFontTx/>
                        <a:buNone/>
                        <a:tabLst/>
                      </a:pPr>
                      <a:r>
                        <a:rPr kumimoji="0" lang="en-US" altLang="en-US" sz="2100" b="0" i="0" u="none" strike="noStrike" cap="none" normalizeH="0" baseline="0">
                          <a:ln>
                            <a:noFill/>
                          </a:ln>
                          <a:solidFill>
                            <a:schemeClr val="tx1"/>
                          </a:solidFill>
                          <a:effectLst/>
                          <a:latin typeface="Arial" charset="0"/>
                        </a:rPr>
                        <a:t>0.0650</a:t>
                      </a:r>
                    </a:p>
                    <a:p>
                      <a:pPr marL="0" marR="0" lvl="0" indent="0" algn="ctr" defTabSz="852488" rtl="0" eaLnBrk="1" fontAlgn="base" latinLnBrk="0" hangingPunct="1">
                        <a:lnSpc>
                          <a:spcPct val="100000"/>
                        </a:lnSpc>
                        <a:spcBef>
                          <a:spcPct val="20000"/>
                        </a:spcBef>
                        <a:spcAft>
                          <a:spcPct val="0"/>
                        </a:spcAft>
                        <a:buClrTx/>
                        <a:buSzTx/>
                        <a:buFontTx/>
                        <a:buNone/>
                        <a:tabLst/>
                      </a:pPr>
                      <a:r>
                        <a:rPr kumimoji="0" lang="en-US" altLang="en-US" sz="2100" b="0" i="0" u="none" strike="noStrike" cap="none" normalizeH="0" baseline="0">
                          <a:ln>
                            <a:noFill/>
                          </a:ln>
                          <a:solidFill>
                            <a:schemeClr val="tx1"/>
                          </a:solidFill>
                          <a:effectLst/>
                          <a:latin typeface="Arial" charset="0"/>
                        </a:rPr>
                        <a:t>0.2602</a:t>
                      </a:r>
                    </a:p>
                    <a:p>
                      <a:pPr marL="0" marR="0" lvl="0" indent="0" algn="ctr" defTabSz="852488" rtl="0" eaLnBrk="1" fontAlgn="base" latinLnBrk="0" hangingPunct="1">
                        <a:lnSpc>
                          <a:spcPct val="100000"/>
                        </a:lnSpc>
                        <a:spcBef>
                          <a:spcPct val="20000"/>
                        </a:spcBef>
                        <a:spcAft>
                          <a:spcPct val="0"/>
                        </a:spcAft>
                        <a:buClrTx/>
                        <a:buSzTx/>
                        <a:buFontTx/>
                        <a:buNone/>
                        <a:tabLst/>
                      </a:pPr>
                      <a:r>
                        <a:rPr kumimoji="0" lang="en-US" altLang="en-US" sz="2100" b="0" i="0" u="none" strike="noStrike" cap="none" normalizeH="0" baseline="0">
                          <a:ln>
                            <a:noFill/>
                          </a:ln>
                          <a:solidFill>
                            <a:schemeClr val="tx1"/>
                          </a:solidFill>
                          <a:effectLst/>
                          <a:latin typeface="Arial" charset="0"/>
                        </a:rPr>
                        <a:t>0.4919</a:t>
                      </a:r>
                    </a:p>
                    <a:p>
                      <a:pPr marL="0" marR="0" lvl="0" indent="0" algn="ctr" defTabSz="852488" rtl="0" eaLnBrk="1" fontAlgn="base" latinLnBrk="0" hangingPunct="1">
                        <a:lnSpc>
                          <a:spcPct val="100000"/>
                        </a:lnSpc>
                        <a:spcBef>
                          <a:spcPct val="20000"/>
                        </a:spcBef>
                        <a:spcAft>
                          <a:spcPct val="0"/>
                        </a:spcAft>
                        <a:buClrTx/>
                        <a:buSzTx/>
                        <a:buFontTx/>
                        <a:buNone/>
                        <a:tabLst/>
                      </a:pPr>
                      <a:r>
                        <a:rPr kumimoji="0" lang="en-US" altLang="en-US" sz="2100" b="0" i="0" u="none" strike="noStrike" cap="none" normalizeH="0" baseline="0">
                          <a:ln>
                            <a:noFill/>
                          </a:ln>
                          <a:solidFill>
                            <a:schemeClr val="tx1"/>
                          </a:solidFill>
                          <a:effectLst/>
                          <a:latin typeface="Arial" charset="0"/>
                        </a:rPr>
                        <a:t>1.4675</a:t>
                      </a:r>
                    </a:p>
                    <a:p>
                      <a:pPr marL="0" marR="0" lvl="0" indent="0" algn="ctr" defTabSz="852488" rtl="0" eaLnBrk="1" fontAlgn="base" latinLnBrk="0" hangingPunct="1">
                        <a:lnSpc>
                          <a:spcPct val="100000"/>
                        </a:lnSpc>
                        <a:spcBef>
                          <a:spcPct val="20000"/>
                        </a:spcBef>
                        <a:spcAft>
                          <a:spcPct val="0"/>
                        </a:spcAft>
                        <a:buClrTx/>
                        <a:buSzTx/>
                        <a:buFontTx/>
                        <a:buNone/>
                        <a:tabLst/>
                      </a:pPr>
                      <a:r>
                        <a:rPr kumimoji="0" lang="en-US" altLang="en-US" sz="2100" b="0" i="0" u="none" strike="noStrike" cap="none" normalizeH="0" baseline="0">
                          <a:ln>
                            <a:noFill/>
                          </a:ln>
                          <a:solidFill>
                            <a:schemeClr val="tx1"/>
                          </a:solidFill>
                          <a:effectLst/>
                          <a:latin typeface="Arial" charset="0"/>
                        </a:rPr>
                        <a:t>1.0407</a:t>
                      </a:r>
                    </a:p>
                    <a:p>
                      <a:pPr marL="0" marR="0" lvl="0" indent="0" algn="ctr" defTabSz="852488" rtl="0" eaLnBrk="1" fontAlgn="base" latinLnBrk="0" hangingPunct="1">
                        <a:lnSpc>
                          <a:spcPct val="100000"/>
                        </a:lnSpc>
                        <a:spcBef>
                          <a:spcPct val="20000"/>
                        </a:spcBef>
                        <a:spcAft>
                          <a:spcPct val="0"/>
                        </a:spcAft>
                        <a:buClrTx/>
                        <a:buSzTx/>
                        <a:buFontTx/>
                        <a:buNone/>
                        <a:tabLst/>
                      </a:pPr>
                      <a:r>
                        <a:rPr kumimoji="0" lang="en-US" altLang="en-US" sz="2100" b="0" i="0" u="none" strike="noStrike" cap="none" normalizeH="0" baseline="0">
                          <a:ln>
                            <a:noFill/>
                          </a:ln>
                          <a:solidFill>
                            <a:schemeClr val="tx1"/>
                          </a:solidFill>
                          <a:effectLst/>
                          <a:latin typeface="Arial" charset="0"/>
                        </a:rPr>
                        <a:t>11.8537</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rgbClr val="CCFFFF"/>
                    </a:solidFill>
                  </a:tcPr>
                </a:tc>
                <a:extLst>
                  <a:ext uri="{0D108BD9-81ED-4DB2-BD59-A6C34878D82A}">
                    <a16:rowId xmlns:a16="http://schemas.microsoft.com/office/drawing/2014/main" val="10001"/>
                  </a:ext>
                </a:extLst>
              </a:tr>
              <a:tr h="573088">
                <a:tc>
                  <a:txBody>
                    <a:bodyPr/>
                    <a:lstStyle>
                      <a:lvl1pPr defTabSz="852488">
                        <a:spcBef>
                          <a:spcPct val="20000"/>
                        </a:spcBef>
                        <a:defRPr sz="2000">
                          <a:solidFill>
                            <a:schemeClr val="tx1"/>
                          </a:solidFill>
                          <a:latin typeface="Arial" charset="0"/>
                        </a:defRPr>
                      </a:lvl1pPr>
                      <a:lvl2pPr marL="425450" defTabSz="852488">
                        <a:spcBef>
                          <a:spcPct val="20000"/>
                        </a:spcBef>
                        <a:defRPr>
                          <a:solidFill>
                            <a:schemeClr val="tx1"/>
                          </a:solidFill>
                          <a:latin typeface="Arial" charset="0"/>
                        </a:defRPr>
                      </a:lvl2pPr>
                      <a:lvl3pPr marL="852488" defTabSz="852488">
                        <a:spcBef>
                          <a:spcPct val="20000"/>
                        </a:spcBef>
                        <a:defRPr>
                          <a:solidFill>
                            <a:schemeClr val="tx1"/>
                          </a:solidFill>
                          <a:latin typeface="Arial" charset="0"/>
                        </a:defRPr>
                      </a:lvl3pPr>
                      <a:lvl4pPr marL="1281113" defTabSz="852488">
                        <a:spcBef>
                          <a:spcPct val="20000"/>
                        </a:spcBef>
                        <a:defRPr>
                          <a:solidFill>
                            <a:schemeClr val="tx1"/>
                          </a:solidFill>
                          <a:latin typeface="Arial" charset="0"/>
                        </a:defRPr>
                      </a:lvl4pPr>
                      <a:lvl5pPr marL="1706563" defTabSz="852488">
                        <a:spcBef>
                          <a:spcPct val="20000"/>
                        </a:spcBef>
                        <a:defRPr>
                          <a:solidFill>
                            <a:schemeClr val="tx1"/>
                          </a:solidFill>
                          <a:latin typeface="Arial" charset="0"/>
                        </a:defRPr>
                      </a:lvl5pPr>
                      <a:lvl6pPr marL="2163763" defTabSz="852488" fontAlgn="base">
                        <a:spcBef>
                          <a:spcPct val="20000"/>
                        </a:spcBef>
                        <a:spcAft>
                          <a:spcPct val="0"/>
                        </a:spcAft>
                        <a:defRPr>
                          <a:solidFill>
                            <a:schemeClr val="tx1"/>
                          </a:solidFill>
                          <a:latin typeface="Arial" charset="0"/>
                        </a:defRPr>
                      </a:lvl6pPr>
                      <a:lvl7pPr marL="2620963" defTabSz="852488" fontAlgn="base">
                        <a:spcBef>
                          <a:spcPct val="20000"/>
                        </a:spcBef>
                        <a:spcAft>
                          <a:spcPct val="0"/>
                        </a:spcAft>
                        <a:defRPr>
                          <a:solidFill>
                            <a:schemeClr val="tx1"/>
                          </a:solidFill>
                          <a:latin typeface="Arial" charset="0"/>
                        </a:defRPr>
                      </a:lvl7pPr>
                      <a:lvl8pPr marL="3078163" defTabSz="852488" fontAlgn="base">
                        <a:spcBef>
                          <a:spcPct val="20000"/>
                        </a:spcBef>
                        <a:spcAft>
                          <a:spcPct val="0"/>
                        </a:spcAft>
                        <a:defRPr>
                          <a:solidFill>
                            <a:schemeClr val="tx1"/>
                          </a:solidFill>
                          <a:latin typeface="Arial" charset="0"/>
                        </a:defRPr>
                      </a:lvl8pPr>
                      <a:lvl9pPr marL="3535363" defTabSz="852488" fontAlgn="base">
                        <a:spcBef>
                          <a:spcPct val="20000"/>
                        </a:spcBef>
                        <a:spcAft>
                          <a:spcPct val="0"/>
                        </a:spcAft>
                        <a:defRPr>
                          <a:solidFill>
                            <a:schemeClr val="tx1"/>
                          </a:solidFill>
                          <a:latin typeface="Arial" charset="0"/>
                        </a:defRPr>
                      </a:lvl9pPr>
                    </a:lstStyle>
                    <a:p>
                      <a:pPr marL="0" marR="0" lvl="0" indent="0" algn="l" defTabSz="852488" rtl="0" eaLnBrk="1" fontAlgn="base" latinLnBrk="0" hangingPunct="1">
                        <a:lnSpc>
                          <a:spcPct val="100000"/>
                        </a:lnSpc>
                        <a:spcBef>
                          <a:spcPct val="20000"/>
                        </a:spcBef>
                        <a:spcAft>
                          <a:spcPct val="0"/>
                        </a:spcAft>
                        <a:buClrTx/>
                        <a:buSzTx/>
                        <a:buFontTx/>
                        <a:buNone/>
                        <a:tabLst/>
                      </a:pPr>
                      <a:r>
                        <a:rPr kumimoji="0" lang="en-US" altLang="en-US" sz="2100" b="0" i="0" u="none" strike="noStrike" cap="none" normalizeH="0" baseline="0">
                          <a:ln>
                            <a:noFill/>
                          </a:ln>
                          <a:solidFill>
                            <a:schemeClr val="tx1"/>
                          </a:solidFill>
                          <a:effectLst/>
                          <a:latin typeface="Arial" charset="0"/>
                        </a:rPr>
                        <a:t>TOTAL</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lvl1pPr defTabSz="852488">
                        <a:spcBef>
                          <a:spcPct val="20000"/>
                        </a:spcBef>
                        <a:defRPr sz="2000">
                          <a:solidFill>
                            <a:schemeClr val="tx1"/>
                          </a:solidFill>
                          <a:latin typeface="Arial" charset="0"/>
                        </a:defRPr>
                      </a:lvl1pPr>
                      <a:lvl2pPr marL="425450" defTabSz="852488">
                        <a:spcBef>
                          <a:spcPct val="20000"/>
                        </a:spcBef>
                        <a:defRPr>
                          <a:solidFill>
                            <a:schemeClr val="tx1"/>
                          </a:solidFill>
                          <a:latin typeface="Arial" charset="0"/>
                        </a:defRPr>
                      </a:lvl2pPr>
                      <a:lvl3pPr marL="852488" defTabSz="852488">
                        <a:spcBef>
                          <a:spcPct val="20000"/>
                        </a:spcBef>
                        <a:defRPr>
                          <a:solidFill>
                            <a:schemeClr val="tx1"/>
                          </a:solidFill>
                          <a:latin typeface="Arial" charset="0"/>
                        </a:defRPr>
                      </a:lvl3pPr>
                      <a:lvl4pPr marL="1281113" defTabSz="852488">
                        <a:spcBef>
                          <a:spcPct val="20000"/>
                        </a:spcBef>
                        <a:defRPr>
                          <a:solidFill>
                            <a:schemeClr val="tx1"/>
                          </a:solidFill>
                          <a:latin typeface="Arial" charset="0"/>
                        </a:defRPr>
                      </a:lvl4pPr>
                      <a:lvl5pPr marL="1706563" defTabSz="852488">
                        <a:spcBef>
                          <a:spcPct val="20000"/>
                        </a:spcBef>
                        <a:defRPr>
                          <a:solidFill>
                            <a:schemeClr val="tx1"/>
                          </a:solidFill>
                          <a:latin typeface="Arial" charset="0"/>
                        </a:defRPr>
                      </a:lvl5pPr>
                      <a:lvl6pPr marL="2163763" defTabSz="852488" fontAlgn="base">
                        <a:spcBef>
                          <a:spcPct val="20000"/>
                        </a:spcBef>
                        <a:spcAft>
                          <a:spcPct val="0"/>
                        </a:spcAft>
                        <a:defRPr>
                          <a:solidFill>
                            <a:schemeClr val="tx1"/>
                          </a:solidFill>
                          <a:latin typeface="Arial" charset="0"/>
                        </a:defRPr>
                      </a:lvl6pPr>
                      <a:lvl7pPr marL="2620963" defTabSz="852488" fontAlgn="base">
                        <a:spcBef>
                          <a:spcPct val="20000"/>
                        </a:spcBef>
                        <a:spcAft>
                          <a:spcPct val="0"/>
                        </a:spcAft>
                        <a:defRPr>
                          <a:solidFill>
                            <a:schemeClr val="tx1"/>
                          </a:solidFill>
                          <a:latin typeface="Arial" charset="0"/>
                        </a:defRPr>
                      </a:lvl7pPr>
                      <a:lvl8pPr marL="3078163" defTabSz="852488" fontAlgn="base">
                        <a:spcBef>
                          <a:spcPct val="20000"/>
                        </a:spcBef>
                        <a:spcAft>
                          <a:spcPct val="0"/>
                        </a:spcAft>
                        <a:defRPr>
                          <a:solidFill>
                            <a:schemeClr val="tx1"/>
                          </a:solidFill>
                          <a:latin typeface="Arial" charset="0"/>
                        </a:defRPr>
                      </a:lvl8pPr>
                      <a:lvl9pPr marL="3535363" defTabSz="852488" fontAlgn="base">
                        <a:spcBef>
                          <a:spcPct val="20000"/>
                        </a:spcBef>
                        <a:spcAft>
                          <a:spcPct val="0"/>
                        </a:spcAft>
                        <a:defRPr>
                          <a:solidFill>
                            <a:schemeClr val="tx1"/>
                          </a:solidFill>
                          <a:latin typeface="Arial" charset="0"/>
                        </a:defRPr>
                      </a:lvl9pPr>
                    </a:lstStyle>
                    <a:p>
                      <a:pPr marL="0" marR="0" lvl="0" indent="0" algn="ctr" defTabSz="852488" rtl="0" eaLnBrk="1" fontAlgn="base" latinLnBrk="0" hangingPunct="1">
                        <a:lnSpc>
                          <a:spcPct val="100000"/>
                        </a:lnSpc>
                        <a:spcBef>
                          <a:spcPct val="20000"/>
                        </a:spcBef>
                        <a:spcAft>
                          <a:spcPct val="0"/>
                        </a:spcAft>
                        <a:buClrTx/>
                        <a:buSzTx/>
                        <a:buFontTx/>
                        <a:buNone/>
                        <a:tabLst/>
                      </a:pPr>
                      <a:r>
                        <a:rPr kumimoji="0" lang="en-US" altLang="en-US" sz="2100" b="0" i="0" u="none" strike="noStrike" cap="none" normalizeH="0" baseline="0">
                          <a:ln>
                            <a:noFill/>
                          </a:ln>
                          <a:solidFill>
                            <a:schemeClr val="tx1"/>
                          </a:solidFill>
                          <a:effectLst/>
                          <a:latin typeface="Arial" charset="0"/>
                        </a:rPr>
                        <a:t>1722</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solidFill>
                      <a:srgbClr val="FFFFCC"/>
                    </a:solidFill>
                  </a:tcPr>
                </a:tc>
                <a:tc>
                  <a:txBody>
                    <a:bodyPr/>
                    <a:lstStyle>
                      <a:lvl1pPr defTabSz="852488">
                        <a:spcBef>
                          <a:spcPct val="20000"/>
                        </a:spcBef>
                        <a:defRPr sz="2000">
                          <a:solidFill>
                            <a:schemeClr val="tx1"/>
                          </a:solidFill>
                          <a:latin typeface="Arial" charset="0"/>
                        </a:defRPr>
                      </a:lvl1pPr>
                      <a:lvl2pPr marL="425450" defTabSz="852488">
                        <a:spcBef>
                          <a:spcPct val="20000"/>
                        </a:spcBef>
                        <a:defRPr>
                          <a:solidFill>
                            <a:schemeClr val="tx1"/>
                          </a:solidFill>
                          <a:latin typeface="Arial" charset="0"/>
                        </a:defRPr>
                      </a:lvl2pPr>
                      <a:lvl3pPr marL="852488" defTabSz="852488">
                        <a:spcBef>
                          <a:spcPct val="20000"/>
                        </a:spcBef>
                        <a:defRPr>
                          <a:solidFill>
                            <a:schemeClr val="tx1"/>
                          </a:solidFill>
                          <a:latin typeface="Arial" charset="0"/>
                        </a:defRPr>
                      </a:lvl3pPr>
                      <a:lvl4pPr marL="1281113" defTabSz="852488">
                        <a:spcBef>
                          <a:spcPct val="20000"/>
                        </a:spcBef>
                        <a:defRPr>
                          <a:solidFill>
                            <a:schemeClr val="tx1"/>
                          </a:solidFill>
                          <a:latin typeface="Arial" charset="0"/>
                        </a:defRPr>
                      </a:lvl4pPr>
                      <a:lvl5pPr marL="1706563" defTabSz="852488">
                        <a:spcBef>
                          <a:spcPct val="20000"/>
                        </a:spcBef>
                        <a:defRPr>
                          <a:solidFill>
                            <a:schemeClr val="tx1"/>
                          </a:solidFill>
                          <a:latin typeface="Arial" charset="0"/>
                        </a:defRPr>
                      </a:lvl5pPr>
                      <a:lvl6pPr marL="2163763" defTabSz="852488" fontAlgn="base">
                        <a:spcBef>
                          <a:spcPct val="20000"/>
                        </a:spcBef>
                        <a:spcAft>
                          <a:spcPct val="0"/>
                        </a:spcAft>
                        <a:defRPr>
                          <a:solidFill>
                            <a:schemeClr val="tx1"/>
                          </a:solidFill>
                          <a:latin typeface="Arial" charset="0"/>
                        </a:defRPr>
                      </a:lvl6pPr>
                      <a:lvl7pPr marL="2620963" defTabSz="852488" fontAlgn="base">
                        <a:spcBef>
                          <a:spcPct val="20000"/>
                        </a:spcBef>
                        <a:spcAft>
                          <a:spcPct val="0"/>
                        </a:spcAft>
                        <a:defRPr>
                          <a:solidFill>
                            <a:schemeClr val="tx1"/>
                          </a:solidFill>
                          <a:latin typeface="Arial" charset="0"/>
                        </a:defRPr>
                      </a:lvl7pPr>
                      <a:lvl8pPr marL="3078163" defTabSz="852488" fontAlgn="base">
                        <a:spcBef>
                          <a:spcPct val="20000"/>
                        </a:spcBef>
                        <a:spcAft>
                          <a:spcPct val="0"/>
                        </a:spcAft>
                        <a:defRPr>
                          <a:solidFill>
                            <a:schemeClr val="tx1"/>
                          </a:solidFill>
                          <a:latin typeface="Arial" charset="0"/>
                        </a:defRPr>
                      </a:lvl8pPr>
                      <a:lvl9pPr marL="3535363" defTabSz="852488" fontAlgn="base">
                        <a:spcBef>
                          <a:spcPct val="20000"/>
                        </a:spcBef>
                        <a:spcAft>
                          <a:spcPct val="0"/>
                        </a:spcAft>
                        <a:defRPr>
                          <a:solidFill>
                            <a:schemeClr val="tx1"/>
                          </a:solidFill>
                          <a:latin typeface="Arial" charset="0"/>
                        </a:defRPr>
                      </a:lvl9pPr>
                    </a:lstStyle>
                    <a:p>
                      <a:pPr marL="0" marR="0" lvl="0" indent="0" algn="ctr" defTabSz="852488" rtl="0" eaLnBrk="1" fontAlgn="base" latinLnBrk="0" hangingPunct="1">
                        <a:lnSpc>
                          <a:spcPct val="100000"/>
                        </a:lnSpc>
                        <a:spcBef>
                          <a:spcPct val="20000"/>
                        </a:spcBef>
                        <a:spcAft>
                          <a:spcPct val="0"/>
                        </a:spcAft>
                        <a:buClrTx/>
                        <a:buSzTx/>
                        <a:buFontTx/>
                        <a:buNone/>
                        <a:tabLst/>
                      </a:pPr>
                      <a:r>
                        <a:rPr kumimoji="0" lang="en-US" altLang="en-US" sz="2100" b="0" i="0" u="none" strike="noStrike" cap="none" normalizeH="0" baseline="0">
                          <a:ln>
                            <a:noFill/>
                          </a:ln>
                          <a:solidFill>
                            <a:schemeClr val="tx1"/>
                          </a:solidFill>
                          <a:effectLst/>
                          <a:latin typeface="Arial" charset="0"/>
                        </a:rPr>
                        <a:t>1722</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solidFill>
                      <a:srgbClr val="CCFFFF"/>
                    </a:solidFill>
                  </a:tcPr>
                </a:tc>
                <a:tc>
                  <a:txBody>
                    <a:bodyPr/>
                    <a:lstStyle>
                      <a:lvl1pPr defTabSz="852488">
                        <a:spcBef>
                          <a:spcPct val="20000"/>
                        </a:spcBef>
                        <a:defRPr sz="2000">
                          <a:solidFill>
                            <a:schemeClr val="tx1"/>
                          </a:solidFill>
                          <a:latin typeface="Arial" charset="0"/>
                        </a:defRPr>
                      </a:lvl1pPr>
                      <a:lvl2pPr marL="425450" defTabSz="852488">
                        <a:spcBef>
                          <a:spcPct val="20000"/>
                        </a:spcBef>
                        <a:defRPr>
                          <a:solidFill>
                            <a:schemeClr val="tx1"/>
                          </a:solidFill>
                          <a:latin typeface="Arial" charset="0"/>
                        </a:defRPr>
                      </a:lvl2pPr>
                      <a:lvl3pPr marL="852488" defTabSz="852488">
                        <a:spcBef>
                          <a:spcPct val="20000"/>
                        </a:spcBef>
                        <a:defRPr>
                          <a:solidFill>
                            <a:schemeClr val="tx1"/>
                          </a:solidFill>
                          <a:latin typeface="Arial" charset="0"/>
                        </a:defRPr>
                      </a:lvl3pPr>
                      <a:lvl4pPr marL="1281113" defTabSz="852488">
                        <a:spcBef>
                          <a:spcPct val="20000"/>
                        </a:spcBef>
                        <a:defRPr>
                          <a:solidFill>
                            <a:schemeClr val="tx1"/>
                          </a:solidFill>
                          <a:latin typeface="Arial" charset="0"/>
                        </a:defRPr>
                      </a:lvl4pPr>
                      <a:lvl5pPr marL="1706563" defTabSz="852488">
                        <a:spcBef>
                          <a:spcPct val="20000"/>
                        </a:spcBef>
                        <a:defRPr>
                          <a:solidFill>
                            <a:schemeClr val="tx1"/>
                          </a:solidFill>
                          <a:latin typeface="Arial" charset="0"/>
                        </a:defRPr>
                      </a:lvl5pPr>
                      <a:lvl6pPr marL="2163763" defTabSz="852488" fontAlgn="base">
                        <a:spcBef>
                          <a:spcPct val="20000"/>
                        </a:spcBef>
                        <a:spcAft>
                          <a:spcPct val="0"/>
                        </a:spcAft>
                        <a:defRPr>
                          <a:solidFill>
                            <a:schemeClr val="tx1"/>
                          </a:solidFill>
                          <a:latin typeface="Arial" charset="0"/>
                        </a:defRPr>
                      </a:lvl6pPr>
                      <a:lvl7pPr marL="2620963" defTabSz="852488" fontAlgn="base">
                        <a:spcBef>
                          <a:spcPct val="20000"/>
                        </a:spcBef>
                        <a:spcAft>
                          <a:spcPct val="0"/>
                        </a:spcAft>
                        <a:defRPr>
                          <a:solidFill>
                            <a:schemeClr val="tx1"/>
                          </a:solidFill>
                          <a:latin typeface="Arial" charset="0"/>
                        </a:defRPr>
                      </a:lvl7pPr>
                      <a:lvl8pPr marL="3078163" defTabSz="852488" fontAlgn="base">
                        <a:spcBef>
                          <a:spcPct val="20000"/>
                        </a:spcBef>
                        <a:spcAft>
                          <a:spcPct val="0"/>
                        </a:spcAft>
                        <a:defRPr>
                          <a:solidFill>
                            <a:schemeClr val="tx1"/>
                          </a:solidFill>
                          <a:latin typeface="Arial" charset="0"/>
                        </a:defRPr>
                      </a:lvl8pPr>
                      <a:lvl9pPr marL="3535363" defTabSz="852488" fontAlgn="base">
                        <a:spcBef>
                          <a:spcPct val="20000"/>
                        </a:spcBef>
                        <a:spcAft>
                          <a:spcPct val="0"/>
                        </a:spcAft>
                        <a:defRPr>
                          <a:solidFill>
                            <a:schemeClr val="tx1"/>
                          </a:solidFill>
                          <a:latin typeface="Arial" charset="0"/>
                        </a:defRPr>
                      </a:lvl9pPr>
                    </a:lstStyle>
                    <a:p>
                      <a:pPr marL="0" marR="0" lvl="0" indent="0" algn="l" defTabSz="852488" rtl="0" eaLnBrk="1" fontAlgn="base" latinLnBrk="0" hangingPunct="1">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Arial" charset="0"/>
                          <a:sym typeface="Symbol" pitchFamily="18" charset="2"/>
                        </a:rPr>
                        <a:t></a:t>
                      </a:r>
                      <a:r>
                        <a:rPr kumimoji="0" lang="en-US" altLang="en-US" sz="2000" b="0" i="0" u="none" strike="noStrike" cap="none" normalizeH="0" baseline="30000">
                          <a:ln>
                            <a:noFill/>
                          </a:ln>
                          <a:solidFill>
                            <a:schemeClr val="tx1"/>
                          </a:solidFill>
                          <a:effectLst/>
                          <a:latin typeface="Arial" charset="0"/>
                          <a:sym typeface="Symbol" pitchFamily="18" charset="2"/>
                        </a:rPr>
                        <a:t>2  </a:t>
                      </a:r>
                      <a:r>
                        <a:rPr kumimoji="0" lang="en-US" altLang="en-US" sz="2000" b="0" i="0" u="none" strike="noStrike" cap="none" normalizeH="0" baseline="0">
                          <a:ln>
                            <a:noFill/>
                          </a:ln>
                          <a:solidFill>
                            <a:schemeClr val="tx1"/>
                          </a:solidFill>
                          <a:effectLst/>
                          <a:latin typeface="Arial" charset="0"/>
                          <a:sym typeface="Symbol" pitchFamily="18" charset="2"/>
                        </a:rPr>
                        <a:t>= 23.0489</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solidFill>
                      <a:srgbClr val="CCFFFF"/>
                    </a:solidFill>
                  </a:tcPr>
                </a:tc>
                <a:extLst>
                  <a:ext uri="{0D108BD9-81ED-4DB2-BD59-A6C34878D82A}">
                    <a16:rowId xmlns:a16="http://schemas.microsoft.com/office/drawing/2014/main" val="10002"/>
                  </a:ext>
                </a:extLst>
              </a:tr>
            </a:tbl>
          </a:graphicData>
        </a:graphic>
      </p:graphicFrame>
      <p:sp>
        <p:nvSpPr>
          <p:cNvPr id="7" name="TextBox 6"/>
          <p:cNvSpPr txBox="1"/>
          <p:nvPr/>
        </p:nvSpPr>
        <p:spPr>
          <a:xfrm>
            <a:off x="3719736" y="332656"/>
            <a:ext cx="6408712" cy="707886"/>
          </a:xfrm>
          <a:prstGeom prst="rect">
            <a:avLst/>
          </a:prstGeom>
        </p:spPr>
        <p:style>
          <a:lnRef idx="2">
            <a:schemeClr val="accent3"/>
          </a:lnRef>
          <a:fillRef idx="1">
            <a:schemeClr val="lt1"/>
          </a:fillRef>
          <a:effectRef idx="0">
            <a:schemeClr val="accent3"/>
          </a:effectRef>
          <a:fontRef idx="minor">
            <a:schemeClr val="dk1"/>
          </a:fontRef>
        </p:style>
        <p:txBody>
          <a:bodyPr wrap="square" rtlCol="0">
            <a:spAutoFit/>
          </a:bodyPr>
          <a:lstStyle/>
          <a:p>
            <a:pPr algn="ctr"/>
            <a:r>
              <a:rPr lang="en-US" sz="4000" dirty="0"/>
              <a:t>Example 3 – Solution </a:t>
            </a:r>
            <a:r>
              <a:rPr lang="en-US" dirty="0"/>
              <a:t>(cont.)</a:t>
            </a:r>
          </a:p>
        </p:txBody>
      </p:sp>
      <p:sp>
        <p:nvSpPr>
          <p:cNvPr id="5" name="Rectangle 4"/>
          <p:cNvSpPr/>
          <p:nvPr/>
        </p:nvSpPr>
        <p:spPr>
          <a:xfrm>
            <a:off x="1991545" y="1268761"/>
            <a:ext cx="4147289" cy="646331"/>
          </a:xfrm>
          <a:prstGeom prst="rect">
            <a:avLst/>
          </a:prstGeom>
        </p:spPr>
        <p:txBody>
          <a:bodyPr wrap="none">
            <a:spAutoFit/>
          </a:bodyPr>
          <a:lstStyle/>
          <a:p>
            <a:pPr>
              <a:tabLst>
                <a:tab pos="1371600" algn="l"/>
                <a:tab pos="2686050" algn="l"/>
              </a:tabLst>
            </a:pPr>
            <a:r>
              <a:rPr lang="en-US" dirty="0">
                <a:solidFill>
                  <a:srgbClr val="FF0000"/>
                </a:solidFill>
                <a:latin typeface="Arial" charset="0"/>
              </a:rPr>
              <a:t>ii. Calculate the expected counts and,  </a:t>
            </a:r>
          </a:p>
          <a:p>
            <a:pPr>
              <a:tabLst>
                <a:tab pos="1371600" algn="l"/>
                <a:tab pos="2686050" algn="l"/>
              </a:tabLst>
            </a:pPr>
            <a:r>
              <a:rPr lang="en-US" dirty="0">
                <a:solidFill>
                  <a:srgbClr val="FF0000"/>
                </a:solidFill>
                <a:latin typeface="Arial" charset="0"/>
              </a:rPr>
              <a:t>iii. Find the test statistics value:</a:t>
            </a:r>
            <a:endParaRPr lang="en-US" dirty="0">
              <a:solidFill>
                <a:schemeClr val="tx2"/>
              </a:solidFill>
              <a:latin typeface="Symbol" charset="0"/>
            </a:endParaRPr>
          </a:p>
        </p:txBody>
      </p:sp>
    </p:spTree>
    <p:extLst>
      <p:ext uri="{BB962C8B-B14F-4D97-AF65-F5344CB8AC3E}">
        <p14:creationId xmlns:p14="http://schemas.microsoft.com/office/powerpoint/2010/main" val="271300211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3" name="Slide Number Placeholder 5"/>
          <p:cNvSpPr>
            <a:spLocks noGrp="1"/>
          </p:cNvSpPr>
          <p:nvPr>
            <p:ph type="sldNum" sz="quarter" idx="4294967295"/>
          </p:nvPr>
        </p:nvSpPr>
        <p:spPr>
          <a:xfrm>
            <a:off x="9417496" y="6553200"/>
            <a:ext cx="1143000" cy="304800"/>
          </a:xfrm>
          <a:prstGeom prst="rect">
            <a:avLst/>
          </a:prstGeom>
          <a:noFill/>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a:defRPr sz="2400">
                <a:solidFill>
                  <a:schemeClr val="tx1"/>
                </a:solidFill>
                <a:latin typeface="Arial" charset="0"/>
                <a:ea typeface="ＭＳ Ｐゴシック" charset="0"/>
              </a:defRPr>
            </a:lvl1pPr>
            <a:lvl2pPr>
              <a:defRPr sz="2000">
                <a:solidFill>
                  <a:schemeClr val="tx1"/>
                </a:solidFill>
                <a:latin typeface="Arial" charset="0"/>
                <a:ea typeface="ＭＳ Ｐゴシック" charset="0"/>
              </a:defRPr>
            </a:lvl2pPr>
            <a:lvl3pPr>
              <a:defRPr sz="2000">
                <a:solidFill>
                  <a:schemeClr val="tx1"/>
                </a:solidFill>
                <a:latin typeface="Arial" charset="0"/>
                <a:ea typeface="ＭＳ Ｐゴシック" charset="0"/>
              </a:defRPr>
            </a:lvl3pPr>
            <a:lvl4pPr>
              <a:defRPr sz="2000">
                <a:solidFill>
                  <a:schemeClr val="tx1"/>
                </a:solidFill>
                <a:latin typeface="Arial" charset="0"/>
                <a:ea typeface="ＭＳ Ｐゴシック" charset="0"/>
              </a:defRPr>
            </a:lvl4pPr>
            <a:lvl5pPr>
              <a:defRPr sz="2000">
                <a:solidFill>
                  <a:schemeClr val="tx1"/>
                </a:solidFill>
                <a:latin typeface="Arial" charset="0"/>
                <a:ea typeface="ＭＳ Ｐゴシック" charset="0"/>
              </a:defRPr>
            </a:lvl5pPr>
            <a:lvl6pPr eaLnBrk="0" hangingPunct="0">
              <a:defRPr sz="2000">
                <a:solidFill>
                  <a:schemeClr val="tx1"/>
                </a:solidFill>
                <a:latin typeface="Arial" charset="0"/>
                <a:ea typeface="ＭＳ Ｐゴシック" charset="0"/>
              </a:defRPr>
            </a:lvl6pPr>
            <a:lvl7pPr eaLnBrk="0" hangingPunct="0">
              <a:defRPr sz="2000">
                <a:solidFill>
                  <a:schemeClr val="tx1"/>
                </a:solidFill>
                <a:latin typeface="Arial" charset="0"/>
                <a:ea typeface="ＭＳ Ｐゴシック" charset="0"/>
              </a:defRPr>
            </a:lvl7pPr>
            <a:lvl8pPr eaLnBrk="0" hangingPunct="0">
              <a:defRPr sz="2000">
                <a:solidFill>
                  <a:schemeClr val="tx1"/>
                </a:solidFill>
                <a:latin typeface="Arial" charset="0"/>
                <a:ea typeface="ＭＳ Ｐゴシック" charset="0"/>
              </a:defRPr>
            </a:lvl8pPr>
            <a:lvl9pPr eaLnBrk="0" hangingPunct="0">
              <a:defRPr sz="2000">
                <a:solidFill>
                  <a:schemeClr val="tx1"/>
                </a:solidFill>
                <a:latin typeface="Arial" charset="0"/>
                <a:ea typeface="ＭＳ Ｐゴシック" charset="0"/>
              </a:defRPr>
            </a:lvl9pPr>
          </a:lstStyle>
          <a:p>
            <a:fld id="{458FA877-BC2F-5B47-8F64-A30C8A0AFEFE}" type="slidenum">
              <a:rPr lang="en-US" sz="1000">
                <a:solidFill>
                  <a:schemeClr val="bg1"/>
                </a:solidFill>
              </a:rPr>
              <a:pPr/>
              <a:t>36</a:t>
            </a:fld>
            <a:endParaRPr lang="en-US" sz="1000" dirty="0">
              <a:solidFill>
                <a:schemeClr val="bg1"/>
              </a:solidFill>
            </a:endParaRPr>
          </a:p>
        </p:txBody>
      </p:sp>
      <p:sp>
        <p:nvSpPr>
          <p:cNvPr id="56325" name="Rectangle 3"/>
          <p:cNvSpPr>
            <a:spLocks noGrp="1" noChangeArrowheads="1"/>
          </p:cNvSpPr>
          <p:nvPr>
            <p:ph type="body" idx="1"/>
          </p:nvPr>
        </p:nvSpPr>
        <p:spPr>
          <a:xfrm>
            <a:off x="1847528" y="1567334"/>
            <a:ext cx="8147248" cy="1645643"/>
          </a:xfrm>
        </p:spPr>
        <p:txBody>
          <a:bodyPr/>
          <a:lstStyle/>
          <a:p>
            <a:pPr eaLnBrk="1" hangingPunct="1"/>
            <a:r>
              <a:rPr lang="en-US" sz="2400" dirty="0">
                <a:latin typeface="Arial" charset="0"/>
              </a:rPr>
              <a:t>k – 1 = 6  (7 days of the week) so use 6 degrees of freedom</a:t>
            </a:r>
          </a:p>
        </p:txBody>
      </p:sp>
      <p:sp>
        <p:nvSpPr>
          <p:cNvPr id="56326" name="Freeform 4"/>
          <p:cNvSpPr>
            <a:spLocks/>
          </p:cNvSpPr>
          <p:nvPr/>
        </p:nvSpPr>
        <p:spPr bwMode="auto">
          <a:xfrm>
            <a:off x="8451850" y="4017964"/>
            <a:ext cx="1555750" cy="244475"/>
          </a:xfrm>
          <a:custGeom>
            <a:avLst/>
            <a:gdLst>
              <a:gd name="T0" fmla="*/ 2147483647 w 980"/>
              <a:gd name="T1" fmla="*/ 2147483647 h 154"/>
              <a:gd name="T2" fmla="*/ 0 w 980"/>
              <a:gd name="T3" fmla="*/ 0 h 154"/>
              <a:gd name="T4" fmla="*/ 2147483647 w 980"/>
              <a:gd name="T5" fmla="*/ 2147483647 h 154"/>
              <a:gd name="T6" fmla="*/ 2147483647 w 980"/>
              <a:gd name="T7" fmla="*/ 2147483647 h 154"/>
              <a:gd name="T8" fmla="*/ 2147483647 w 980"/>
              <a:gd name="T9" fmla="*/ 2147483647 h 154"/>
              <a:gd name="T10" fmla="*/ 2147483647 w 980"/>
              <a:gd name="T11" fmla="*/ 2147483647 h 154"/>
              <a:gd name="T12" fmla="*/ 2147483647 w 980"/>
              <a:gd name="T13" fmla="*/ 2147483647 h 154"/>
              <a:gd name="T14" fmla="*/ 2147483647 w 980"/>
              <a:gd name="T15" fmla="*/ 2147483647 h 154"/>
              <a:gd name="T16" fmla="*/ 2147483647 w 980"/>
              <a:gd name="T17" fmla="*/ 2147483647 h 154"/>
              <a:gd name="T18" fmla="*/ 2147483647 w 980"/>
              <a:gd name="T19" fmla="*/ 2147483647 h 15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980" h="154">
                <a:moveTo>
                  <a:pt x="4" y="154"/>
                </a:moveTo>
                <a:lnTo>
                  <a:pt x="0" y="0"/>
                </a:lnTo>
                <a:lnTo>
                  <a:pt x="83" y="39"/>
                </a:lnTo>
                <a:lnTo>
                  <a:pt x="154" y="61"/>
                </a:lnTo>
                <a:lnTo>
                  <a:pt x="209" y="76"/>
                </a:lnTo>
                <a:lnTo>
                  <a:pt x="283" y="91"/>
                </a:lnTo>
                <a:lnTo>
                  <a:pt x="428" y="111"/>
                </a:lnTo>
                <a:lnTo>
                  <a:pt x="592" y="126"/>
                </a:lnTo>
                <a:lnTo>
                  <a:pt x="979" y="141"/>
                </a:lnTo>
                <a:lnTo>
                  <a:pt x="980" y="154"/>
                </a:lnTo>
              </a:path>
            </a:pathLst>
          </a:custGeom>
          <a:solidFill>
            <a:schemeClr val="accent2"/>
          </a:solidFill>
          <a:ln>
            <a:noFill/>
          </a:ln>
          <a:effectLst/>
          <a:extLst>
            <a:ext uri="{91240B29-F687-4F45-9708-019B960494DF}">
              <a14:hiddenLine xmlns:a14="http://schemas.microsoft.com/office/drawing/2010/main" w="9525" cap="flat" cmpd="sng">
                <a:solidFill>
                  <a:schemeClr val="tx1"/>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56327" name="Freeform 5"/>
          <p:cNvSpPr>
            <a:spLocks/>
          </p:cNvSpPr>
          <p:nvPr/>
        </p:nvSpPr>
        <p:spPr bwMode="auto">
          <a:xfrm>
            <a:off x="6773864" y="2652714"/>
            <a:ext cx="3513137" cy="1614487"/>
          </a:xfrm>
          <a:custGeom>
            <a:avLst/>
            <a:gdLst>
              <a:gd name="T0" fmla="*/ 0 w 3388"/>
              <a:gd name="T1" fmla="*/ 0 h 1023"/>
              <a:gd name="T2" fmla="*/ 0 w 3388"/>
              <a:gd name="T3" fmla="*/ 2147483647 h 1023"/>
              <a:gd name="T4" fmla="*/ 2147483647 w 3388"/>
              <a:gd name="T5" fmla="*/ 2147483647 h 1023"/>
              <a:gd name="T6" fmla="*/ 0 60000 65536"/>
              <a:gd name="T7" fmla="*/ 0 60000 65536"/>
              <a:gd name="T8" fmla="*/ 0 60000 65536"/>
            </a:gdLst>
            <a:ahLst/>
            <a:cxnLst>
              <a:cxn ang="T6">
                <a:pos x="T0" y="T1"/>
              </a:cxn>
              <a:cxn ang="T7">
                <a:pos x="T2" y="T3"/>
              </a:cxn>
              <a:cxn ang="T8">
                <a:pos x="T4" y="T5"/>
              </a:cxn>
            </a:cxnLst>
            <a:rect l="0" t="0" r="r" b="b"/>
            <a:pathLst>
              <a:path w="3388" h="1023">
                <a:moveTo>
                  <a:pt x="0" y="0"/>
                </a:moveTo>
                <a:lnTo>
                  <a:pt x="0" y="1022"/>
                </a:lnTo>
                <a:lnTo>
                  <a:pt x="3387" y="1022"/>
                </a:lnTo>
              </a:path>
            </a:pathLst>
          </a:custGeom>
          <a:noFill/>
          <a:ln w="25400" cap="rnd" cmpd="sng">
            <a:solidFill>
              <a:schemeClr val="tx1"/>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6328" name="Rectangle 6"/>
          <p:cNvSpPr>
            <a:spLocks noChangeArrowheads="1"/>
          </p:cNvSpPr>
          <p:nvPr/>
        </p:nvSpPr>
        <p:spPr bwMode="auto">
          <a:xfrm>
            <a:off x="6553200" y="4038601"/>
            <a:ext cx="457200" cy="638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0488" tIns="44450" rIns="90488" bIns="44450">
            <a:spAutoFit/>
          </a:bodyPr>
          <a:lstStyle/>
          <a:p>
            <a:pPr>
              <a:spcBef>
                <a:spcPct val="50000"/>
              </a:spcBef>
            </a:pPr>
            <a:r>
              <a:rPr lang="en-US"/>
              <a:t>0</a:t>
            </a:r>
            <a:r>
              <a:rPr lang="en-US" sz="3600" b="1">
                <a:latin typeface="Times New Roman" charset="0"/>
              </a:rPr>
              <a:t> </a:t>
            </a:r>
          </a:p>
        </p:txBody>
      </p:sp>
      <p:sp>
        <p:nvSpPr>
          <p:cNvPr id="56329" name="Line 7"/>
          <p:cNvSpPr>
            <a:spLocks noChangeShapeType="1"/>
          </p:cNvSpPr>
          <p:nvPr/>
        </p:nvSpPr>
        <p:spPr bwMode="auto">
          <a:xfrm>
            <a:off x="6916739" y="2971800"/>
            <a:ext cx="3175" cy="0"/>
          </a:xfrm>
          <a:prstGeom prst="line">
            <a:avLst/>
          </a:prstGeom>
          <a:noFill/>
          <a:ln w="508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56330" name="Freeform 8"/>
          <p:cNvSpPr>
            <a:spLocks/>
          </p:cNvSpPr>
          <p:nvPr/>
        </p:nvSpPr>
        <p:spPr bwMode="auto">
          <a:xfrm>
            <a:off x="6781800" y="2667000"/>
            <a:ext cx="3429000" cy="1620838"/>
          </a:xfrm>
          <a:custGeom>
            <a:avLst/>
            <a:gdLst>
              <a:gd name="T0" fmla="*/ 0 w 3492"/>
              <a:gd name="T1" fmla="*/ 2147483647 h 1021"/>
              <a:gd name="T2" fmla="*/ 2147483647 w 3492"/>
              <a:gd name="T3" fmla="*/ 2147483647 h 1021"/>
              <a:gd name="T4" fmla="*/ 2147483647 w 3492"/>
              <a:gd name="T5" fmla="*/ 2147483647 h 1021"/>
              <a:gd name="T6" fmla="*/ 2147483647 w 3492"/>
              <a:gd name="T7" fmla="*/ 2147483647 h 1021"/>
              <a:gd name="T8" fmla="*/ 2147483647 w 3492"/>
              <a:gd name="T9" fmla="*/ 2147483647 h 102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92" h="1021">
                <a:moveTo>
                  <a:pt x="0" y="1011"/>
                </a:moveTo>
                <a:cubicBezTo>
                  <a:pt x="27" y="982"/>
                  <a:pt x="43" y="1005"/>
                  <a:pt x="162" y="837"/>
                </a:cubicBezTo>
                <a:cubicBezTo>
                  <a:pt x="281" y="669"/>
                  <a:pt x="453" y="0"/>
                  <a:pt x="714" y="3"/>
                </a:cubicBezTo>
                <a:cubicBezTo>
                  <a:pt x="975" y="6"/>
                  <a:pt x="1265" y="689"/>
                  <a:pt x="1728" y="855"/>
                </a:cubicBezTo>
                <a:cubicBezTo>
                  <a:pt x="2191" y="1021"/>
                  <a:pt x="3125" y="969"/>
                  <a:pt x="3492" y="999"/>
                </a:cubicBezTo>
              </a:path>
            </a:pathLst>
          </a:custGeom>
          <a:noFill/>
          <a:ln w="38100" cap="flat" cmpd="sng">
            <a:solidFill>
              <a:schemeClr val="folHlink"/>
            </a:solid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56331" name="Line 9"/>
          <p:cNvSpPr>
            <a:spLocks noChangeShapeType="1"/>
          </p:cNvSpPr>
          <p:nvPr/>
        </p:nvSpPr>
        <p:spPr bwMode="auto">
          <a:xfrm>
            <a:off x="8458200" y="4038600"/>
            <a:ext cx="1588" cy="228600"/>
          </a:xfrm>
          <a:prstGeom prst="line">
            <a:avLst/>
          </a:prstGeom>
          <a:noFill/>
          <a:ln w="1905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endParaRPr lang="en-US"/>
          </a:p>
        </p:txBody>
      </p:sp>
      <p:sp>
        <p:nvSpPr>
          <p:cNvPr id="56332" name="Line 10"/>
          <p:cNvSpPr>
            <a:spLocks noChangeShapeType="1"/>
          </p:cNvSpPr>
          <p:nvPr/>
        </p:nvSpPr>
        <p:spPr bwMode="auto">
          <a:xfrm flipH="1">
            <a:off x="8763000" y="3810000"/>
            <a:ext cx="76200" cy="30480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endParaRPr lang="en-US"/>
          </a:p>
        </p:txBody>
      </p:sp>
      <p:sp>
        <p:nvSpPr>
          <p:cNvPr id="56333" name="Text Box 11"/>
          <p:cNvSpPr txBox="1">
            <a:spLocks noChangeArrowheads="1"/>
          </p:cNvSpPr>
          <p:nvPr/>
        </p:nvSpPr>
        <p:spPr bwMode="auto">
          <a:xfrm>
            <a:off x="8686800" y="3505201"/>
            <a:ext cx="9906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sz="2400">
                <a:solidFill>
                  <a:schemeClr val="tx1"/>
                </a:solidFill>
                <a:latin typeface="Arial" charset="0"/>
                <a:ea typeface="ＭＳ Ｐゴシック" charset="0"/>
              </a:defRPr>
            </a:lvl1pPr>
            <a:lvl2pPr>
              <a:defRPr sz="2000">
                <a:solidFill>
                  <a:schemeClr val="tx1"/>
                </a:solidFill>
                <a:latin typeface="Arial" charset="0"/>
                <a:ea typeface="ＭＳ Ｐゴシック" charset="0"/>
              </a:defRPr>
            </a:lvl2pPr>
            <a:lvl3pPr>
              <a:defRPr sz="2000">
                <a:solidFill>
                  <a:schemeClr val="tx1"/>
                </a:solidFill>
                <a:latin typeface="Arial" charset="0"/>
                <a:ea typeface="ＭＳ Ｐゴシック" charset="0"/>
              </a:defRPr>
            </a:lvl3pPr>
            <a:lvl4pPr>
              <a:defRPr sz="2000">
                <a:solidFill>
                  <a:schemeClr val="tx1"/>
                </a:solidFill>
                <a:latin typeface="Arial" charset="0"/>
                <a:ea typeface="ＭＳ Ｐゴシック" charset="0"/>
              </a:defRPr>
            </a:lvl4pPr>
            <a:lvl5pPr>
              <a:defRPr sz="2000">
                <a:solidFill>
                  <a:schemeClr val="tx1"/>
                </a:solidFill>
                <a:latin typeface="Arial" charset="0"/>
                <a:ea typeface="ＭＳ Ｐゴシック" charset="0"/>
              </a:defRPr>
            </a:lvl5pPr>
            <a:lvl6pPr eaLnBrk="0" hangingPunct="0">
              <a:defRPr sz="2000">
                <a:solidFill>
                  <a:schemeClr val="tx1"/>
                </a:solidFill>
                <a:latin typeface="Arial" charset="0"/>
                <a:ea typeface="ＭＳ Ｐゴシック" charset="0"/>
              </a:defRPr>
            </a:lvl6pPr>
            <a:lvl7pPr eaLnBrk="0" hangingPunct="0">
              <a:defRPr sz="2000">
                <a:solidFill>
                  <a:schemeClr val="tx1"/>
                </a:solidFill>
                <a:latin typeface="Arial" charset="0"/>
                <a:ea typeface="ＭＳ Ｐゴシック" charset="0"/>
              </a:defRPr>
            </a:lvl7pPr>
            <a:lvl8pPr eaLnBrk="0" hangingPunct="0">
              <a:defRPr sz="2000">
                <a:solidFill>
                  <a:schemeClr val="tx1"/>
                </a:solidFill>
                <a:latin typeface="Arial" charset="0"/>
                <a:ea typeface="ＭＳ Ｐゴシック" charset="0"/>
              </a:defRPr>
            </a:lvl8pPr>
            <a:lvl9pPr eaLnBrk="0" hangingPunct="0">
              <a:defRPr sz="2000">
                <a:solidFill>
                  <a:schemeClr val="tx1"/>
                </a:solidFill>
                <a:latin typeface="Arial" charset="0"/>
                <a:ea typeface="ＭＳ Ｐゴシック" charset="0"/>
              </a:defRPr>
            </a:lvl9pPr>
          </a:lstStyle>
          <a:p>
            <a:pPr eaLnBrk="1" hangingPunct="1">
              <a:spcBef>
                <a:spcPct val="50000"/>
              </a:spcBef>
            </a:pPr>
            <a:r>
              <a:rPr lang="en-US" sz="2000">
                <a:sym typeface="Symbol" charset="0"/>
              </a:rPr>
              <a:t> = .05</a:t>
            </a:r>
            <a:endParaRPr lang="en-US" sz="2000" baseline="-25000">
              <a:sym typeface="Symbol" charset="0"/>
            </a:endParaRPr>
          </a:p>
        </p:txBody>
      </p:sp>
      <p:sp>
        <p:nvSpPr>
          <p:cNvPr id="56334" name="Line 12"/>
          <p:cNvSpPr>
            <a:spLocks noChangeShapeType="1"/>
          </p:cNvSpPr>
          <p:nvPr/>
        </p:nvSpPr>
        <p:spPr bwMode="auto">
          <a:xfrm flipV="1">
            <a:off x="8458200" y="4267200"/>
            <a:ext cx="0" cy="685800"/>
          </a:xfrm>
          <a:prstGeom prst="line">
            <a:avLst/>
          </a:prstGeom>
          <a:noFill/>
          <a:ln w="28575">
            <a:solidFill>
              <a:schemeClr val="hlink"/>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endParaRPr lang="en-US"/>
          </a:p>
        </p:txBody>
      </p:sp>
      <p:sp>
        <p:nvSpPr>
          <p:cNvPr id="56335" name="Line 13"/>
          <p:cNvSpPr>
            <a:spLocks noChangeShapeType="1"/>
          </p:cNvSpPr>
          <p:nvPr/>
        </p:nvSpPr>
        <p:spPr bwMode="auto">
          <a:xfrm flipH="1">
            <a:off x="6858000" y="4495800"/>
            <a:ext cx="1600200" cy="0"/>
          </a:xfrm>
          <a:prstGeom prst="line">
            <a:avLst/>
          </a:prstGeom>
          <a:noFill/>
          <a:ln w="9525">
            <a:solidFill>
              <a:schemeClr val="tx1"/>
            </a:solidFill>
            <a:miter lim="800000"/>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endParaRPr lang="en-US"/>
          </a:p>
        </p:txBody>
      </p:sp>
      <p:sp>
        <p:nvSpPr>
          <p:cNvPr id="56336" name="Line 14"/>
          <p:cNvSpPr>
            <a:spLocks noChangeShapeType="1"/>
          </p:cNvSpPr>
          <p:nvPr/>
        </p:nvSpPr>
        <p:spPr bwMode="auto">
          <a:xfrm flipH="1">
            <a:off x="8458200" y="4495800"/>
            <a:ext cx="1447800" cy="0"/>
          </a:xfrm>
          <a:prstGeom prst="line">
            <a:avLst/>
          </a:prstGeom>
          <a:noFill/>
          <a:ln w="9525">
            <a:solidFill>
              <a:schemeClr val="tx1"/>
            </a:solidFill>
            <a:miter lim="800000"/>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endParaRPr lang="en-US"/>
          </a:p>
        </p:txBody>
      </p:sp>
      <p:sp>
        <p:nvSpPr>
          <p:cNvPr id="56337" name="Rectangle 15"/>
          <p:cNvSpPr>
            <a:spLocks noChangeArrowheads="1"/>
          </p:cNvSpPr>
          <p:nvPr/>
        </p:nvSpPr>
        <p:spPr bwMode="auto">
          <a:xfrm>
            <a:off x="8686800" y="4419600"/>
            <a:ext cx="990600" cy="305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0488" tIns="44450" rIns="90488" bIns="44450">
            <a:spAutoFit/>
          </a:bodyPr>
          <a:lstStyle/>
          <a:p>
            <a:pPr>
              <a:spcBef>
                <a:spcPct val="50000"/>
              </a:spcBef>
            </a:pPr>
            <a:r>
              <a:rPr lang="en-US" sz="1400"/>
              <a:t>Reject H</a:t>
            </a:r>
            <a:r>
              <a:rPr lang="en-US" sz="1400" baseline="-25000"/>
              <a:t>0</a:t>
            </a:r>
          </a:p>
        </p:txBody>
      </p:sp>
      <p:sp>
        <p:nvSpPr>
          <p:cNvPr id="56338" name="Rectangle 16"/>
          <p:cNvSpPr>
            <a:spLocks noChangeArrowheads="1"/>
          </p:cNvSpPr>
          <p:nvPr/>
        </p:nvSpPr>
        <p:spPr bwMode="auto">
          <a:xfrm>
            <a:off x="7162800" y="4419601"/>
            <a:ext cx="914400" cy="4926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0488" tIns="44450" rIns="90488" bIns="44450">
            <a:spAutoFit/>
          </a:bodyPr>
          <a:lstStyle/>
          <a:p>
            <a:pPr>
              <a:spcBef>
                <a:spcPct val="50000"/>
              </a:spcBef>
            </a:pPr>
            <a:r>
              <a:rPr lang="en-US" sz="1400"/>
              <a:t>Do not </a:t>
            </a:r>
          </a:p>
          <a:p>
            <a:pPr>
              <a:lnSpc>
                <a:spcPct val="20000"/>
              </a:lnSpc>
              <a:spcBef>
                <a:spcPct val="50000"/>
              </a:spcBef>
            </a:pPr>
            <a:r>
              <a:rPr lang="en-US" sz="1400"/>
              <a:t>reject H</a:t>
            </a:r>
            <a:r>
              <a:rPr lang="en-US" sz="1400" baseline="-25000"/>
              <a:t>0</a:t>
            </a:r>
          </a:p>
        </p:txBody>
      </p:sp>
      <p:sp>
        <p:nvSpPr>
          <p:cNvPr id="56340" name="Rectangle 18"/>
          <p:cNvSpPr>
            <a:spLocks noChangeArrowheads="1"/>
          </p:cNvSpPr>
          <p:nvPr/>
        </p:nvSpPr>
        <p:spPr bwMode="auto">
          <a:xfrm>
            <a:off x="2495600" y="2564905"/>
            <a:ext cx="3124200" cy="5206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lIns="90488" tIns="44450" rIns="90488" bIns="44450">
            <a:spAutoFit/>
          </a:bodyPr>
          <a:lstStyle/>
          <a:p>
            <a:pPr>
              <a:spcBef>
                <a:spcPct val="50000"/>
              </a:spcBef>
            </a:pPr>
            <a:r>
              <a:rPr lang="en-US" sz="2800" dirty="0">
                <a:sym typeface="Symbol" charset="0"/>
              </a:rPr>
              <a:t></a:t>
            </a:r>
            <a:r>
              <a:rPr lang="en-US" sz="2800" baseline="30000" dirty="0">
                <a:sym typeface="Symbol" charset="0"/>
              </a:rPr>
              <a:t>2</a:t>
            </a:r>
            <a:r>
              <a:rPr lang="en-US" sz="2800" baseline="-25000" dirty="0">
                <a:sym typeface="Symbol" charset="0"/>
              </a:rPr>
              <a:t>.05,6</a:t>
            </a:r>
            <a:r>
              <a:rPr lang="en-US" sz="2800" dirty="0">
                <a:sym typeface="Symbol" charset="0"/>
              </a:rPr>
              <a:t> = 12.592</a:t>
            </a:r>
            <a:endParaRPr lang="en-US" sz="2800" dirty="0"/>
          </a:p>
        </p:txBody>
      </p:sp>
      <p:sp>
        <p:nvSpPr>
          <p:cNvPr id="56341" name="Rectangle 19"/>
          <p:cNvSpPr>
            <a:spLocks noChangeArrowheads="1"/>
          </p:cNvSpPr>
          <p:nvPr/>
        </p:nvSpPr>
        <p:spPr bwMode="auto">
          <a:xfrm>
            <a:off x="7772400" y="4953000"/>
            <a:ext cx="1905000" cy="412750"/>
          </a:xfrm>
          <a:prstGeom prst="rect">
            <a:avLst/>
          </a:prstGeom>
          <a:noFill/>
          <a:ln w="19050">
            <a:solidFill>
              <a:schemeClr val="hlink"/>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0488" tIns="44450" rIns="90488" bIns="44450">
            <a:spAutoFit/>
          </a:bodyPr>
          <a:lstStyle/>
          <a:p>
            <a:pPr>
              <a:spcBef>
                <a:spcPct val="50000"/>
              </a:spcBef>
            </a:pPr>
            <a:r>
              <a:rPr lang="en-US" sz="2000">
                <a:solidFill>
                  <a:schemeClr val="hlink"/>
                </a:solidFill>
                <a:sym typeface="Symbol" charset="0"/>
              </a:rPr>
              <a:t></a:t>
            </a:r>
            <a:r>
              <a:rPr lang="en-US" sz="2000" baseline="30000">
                <a:solidFill>
                  <a:schemeClr val="hlink"/>
                </a:solidFill>
                <a:sym typeface="Symbol" charset="0"/>
              </a:rPr>
              <a:t>2</a:t>
            </a:r>
            <a:r>
              <a:rPr lang="en-US" sz="2000" baseline="-25000">
                <a:solidFill>
                  <a:schemeClr val="hlink"/>
                </a:solidFill>
                <a:sym typeface="Symbol" charset="0"/>
              </a:rPr>
              <a:t>.05</a:t>
            </a:r>
            <a:r>
              <a:rPr lang="en-US" sz="2000">
                <a:solidFill>
                  <a:schemeClr val="hlink"/>
                </a:solidFill>
                <a:sym typeface="Symbol" charset="0"/>
              </a:rPr>
              <a:t> = 12.592</a:t>
            </a:r>
            <a:endParaRPr lang="en-US" sz="2000">
              <a:solidFill>
                <a:schemeClr val="hlink"/>
              </a:solidFill>
            </a:endParaRPr>
          </a:p>
        </p:txBody>
      </p:sp>
      <p:sp>
        <p:nvSpPr>
          <p:cNvPr id="56342" name="Rectangle 20"/>
          <p:cNvSpPr>
            <a:spLocks noChangeArrowheads="1"/>
          </p:cNvSpPr>
          <p:nvPr/>
        </p:nvSpPr>
        <p:spPr bwMode="auto">
          <a:xfrm>
            <a:off x="1775521" y="4191000"/>
            <a:ext cx="4564063" cy="1902296"/>
          </a:xfrm>
          <a:prstGeom prst="rect">
            <a:avLst/>
          </a:prstGeom>
          <a:solidFill>
            <a:srgbClr val="CCFFFF"/>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85342" tIns="42672" rIns="85342" bIns="42672"/>
          <a:lstStyle/>
          <a:p>
            <a:pPr marL="342900" indent="-342900">
              <a:spcBef>
                <a:spcPct val="10000"/>
              </a:spcBef>
            </a:pPr>
            <a:r>
              <a:rPr lang="en-US" sz="2400" dirty="0"/>
              <a:t>   </a:t>
            </a:r>
            <a:r>
              <a:rPr lang="en-US" sz="2400" b="1" dirty="0"/>
              <a:t>Conclusion:  </a:t>
            </a:r>
          </a:p>
          <a:p>
            <a:pPr marL="342900" indent="-342900">
              <a:spcBef>
                <a:spcPct val="10000"/>
              </a:spcBef>
            </a:pPr>
            <a:r>
              <a:rPr lang="en-US" sz="2400" b="1" dirty="0"/>
              <a:t>     </a:t>
            </a:r>
            <a:r>
              <a:rPr lang="en-US" sz="2400" dirty="0">
                <a:sym typeface="Symbol" charset="0"/>
              </a:rPr>
              <a:t></a:t>
            </a:r>
            <a:r>
              <a:rPr lang="en-US" sz="2400" baseline="30000" dirty="0">
                <a:sym typeface="Symbol" charset="0"/>
              </a:rPr>
              <a:t>2</a:t>
            </a:r>
            <a:r>
              <a:rPr lang="en-US" sz="2400" dirty="0">
                <a:sym typeface="Symbol" charset="0"/>
              </a:rPr>
              <a:t> = 23.0489 &gt; </a:t>
            </a:r>
            <a:r>
              <a:rPr lang="en-US" sz="2400" baseline="30000" dirty="0">
                <a:sym typeface="Symbol" charset="0"/>
              </a:rPr>
              <a:t>2</a:t>
            </a:r>
            <a:r>
              <a:rPr lang="en-US" sz="2400" baseline="-25000" dirty="0">
                <a:sym typeface="Symbol" charset="0"/>
              </a:rPr>
              <a:t></a:t>
            </a:r>
            <a:r>
              <a:rPr lang="en-US" sz="2400" dirty="0">
                <a:sym typeface="Symbol" charset="0"/>
              </a:rPr>
              <a:t> = 12.592 so </a:t>
            </a:r>
            <a:r>
              <a:rPr lang="en-US" sz="2400" b="1" dirty="0">
                <a:sym typeface="Symbol" charset="0"/>
              </a:rPr>
              <a:t>reject H</a:t>
            </a:r>
            <a:r>
              <a:rPr lang="en-US" sz="2400" b="1" baseline="-25000" dirty="0">
                <a:sym typeface="Symbol" charset="0"/>
              </a:rPr>
              <a:t>0</a:t>
            </a:r>
            <a:r>
              <a:rPr lang="en-US" sz="2400" dirty="0">
                <a:sym typeface="Symbol" charset="0"/>
              </a:rPr>
              <a:t> and conclude that the distribution is not uniform. </a:t>
            </a:r>
            <a:endParaRPr lang="en-US" sz="2400" baseline="-25000" dirty="0">
              <a:sym typeface="Symbol" charset="0"/>
            </a:endParaRPr>
          </a:p>
        </p:txBody>
      </p:sp>
      <p:sp>
        <p:nvSpPr>
          <p:cNvPr id="24" name="TextBox 23"/>
          <p:cNvSpPr txBox="1"/>
          <p:nvPr/>
        </p:nvSpPr>
        <p:spPr>
          <a:xfrm>
            <a:off x="3719736" y="332656"/>
            <a:ext cx="6408712" cy="707886"/>
          </a:xfrm>
          <a:prstGeom prst="rect">
            <a:avLst/>
          </a:prstGeom>
        </p:spPr>
        <p:style>
          <a:lnRef idx="2">
            <a:schemeClr val="accent3"/>
          </a:lnRef>
          <a:fillRef idx="1">
            <a:schemeClr val="lt1"/>
          </a:fillRef>
          <a:effectRef idx="0">
            <a:schemeClr val="accent3"/>
          </a:effectRef>
          <a:fontRef idx="minor">
            <a:schemeClr val="dk1"/>
          </a:fontRef>
        </p:style>
        <p:txBody>
          <a:bodyPr wrap="square" rtlCol="0">
            <a:spAutoFit/>
          </a:bodyPr>
          <a:lstStyle/>
          <a:p>
            <a:pPr algn="ctr"/>
            <a:r>
              <a:rPr lang="en-US" sz="4000" dirty="0"/>
              <a:t>Example 3 – Solution </a:t>
            </a:r>
            <a:r>
              <a:rPr lang="en-US" dirty="0"/>
              <a:t>(cont.)</a:t>
            </a:r>
          </a:p>
        </p:txBody>
      </p:sp>
      <p:sp>
        <p:nvSpPr>
          <p:cNvPr id="21" name="Rectangle 20"/>
          <p:cNvSpPr/>
          <p:nvPr/>
        </p:nvSpPr>
        <p:spPr>
          <a:xfrm>
            <a:off x="1631505" y="1124744"/>
            <a:ext cx="2886239" cy="369332"/>
          </a:xfrm>
          <a:prstGeom prst="rect">
            <a:avLst/>
          </a:prstGeom>
        </p:spPr>
        <p:txBody>
          <a:bodyPr wrap="none">
            <a:spAutoFit/>
          </a:bodyPr>
          <a:lstStyle/>
          <a:p>
            <a:pPr>
              <a:tabLst>
                <a:tab pos="1371600" algn="l"/>
                <a:tab pos="2686050" algn="l"/>
              </a:tabLst>
            </a:pPr>
            <a:r>
              <a:rPr lang="en-US" dirty="0">
                <a:solidFill>
                  <a:srgbClr val="FF0000"/>
                </a:solidFill>
                <a:latin typeface="Arial" charset="0"/>
              </a:rPr>
              <a:t>iv. Find the critical value:   </a:t>
            </a:r>
          </a:p>
        </p:txBody>
      </p:sp>
      <p:sp>
        <p:nvSpPr>
          <p:cNvPr id="22" name="Rectangle 21"/>
          <p:cNvSpPr/>
          <p:nvPr/>
        </p:nvSpPr>
        <p:spPr>
          <a:xfrm>
            <a:off x="1775521" y="3635732"/>
            <a:ext cx="2501519" cy="369332"/>
          </a:xfrm>
          <a:prstGeom prst="rect">
            <a:avLst/>
          </a:prstGeom>
        </p:spPr>
        <p:txBody>
          <a:bodyPr wrap="none">
            <a:spAutoFit/>
          </a:bodyPr>
          <a:lstStyle/>
          <a:p>
            <a:pPr>
              <a:tabLst>
                <a:tab pos="1371600" algn="l"/>
                <a:tab pos="2686050" algn="l"/>
              </a:tabLst>
            </a:pPr>
            <a:r>
              <a:rPr lang="en-US" dirty="0">
                <a:solidFill>
                  <a:srgbClr val="FF0000"/>
                </a:solidFill>
                <a:latin typeface="Arial" charset="0"/>
              </a:rPr>
              <a:t>v. State the decision:   </a:t>
            </a:r>
          </a:p>
        </p:txBody>
      </p:sp>
    </p:spTree>
    <p:extLst>
      <p:ext uri="{BB962C8B-B14F-4D97-AF65-F5344CB8AC3E}">
        <p14:creationId xmlns:p14="http://schemas.microsoft.com/office/powerpoint/2010/main" val="101316603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BF0A68-3AB6-B249-93F1-5F6BDE89C294}"/>
              </a:ext>
            </a:extLst>
          </p:cNvPr>
          <p:cNvSpPr>
            <a:spLocks noGrp="1"/>
          </p:cNvSpPr>
          <p:nvPr>
            <p:ph type="title"/>
          </p:nvPr>
        </p:nvSpPr>
        <p:spPr/>
        <p:txBody>
          <a:bodyPr/>
          <a:lstStyle/>
          <a:p>
            <a:r>
              <a:rPr lang="en-US" sz="5400" b="1" dirty="0">
                <a:solidFill>
                  <a:srgbClr val="C00000"/>
                </a:solidFill>
              </a:rPr>
              <a:t>EXERCISE #1</a:t>
            </a:r>
          </a:p>
        </p:txBody>
      </p:sp>
      <p:sp>
        <p:nvSpPr>
          <p:cNvPr id="4" name="Slide Number Placeholder 3">
            <a:extLst>
              <a:ext uri="{FF2B5EF4-FFF2-40B4-BE49-F238E27FC236}">
                <a16:creationId xmlns:a16="http://schemas.microsoft.com/office/drawing/2014/main" id="{5D5B18A8-ECED-C349-A7D7-B6D114E68DC1}"/>
              </a:ext>
            </a:extLst>
          </p:cNvPr>
          <p:cNvSpPr>
            <a:spLocks noGrp="1"/>
          </p:cNvSpPr>
          <p:nvPr>
            <p:ph type="sldNum" sz="quarter" idx="10"/>
          </p:nvPr>
        </p:nvSpPr>
        <p:spPr/>
        <p:txBody>
          <a:bodyPr/>
          <a:lstStyle/>
          <a:p>
            <a:pPr>
              <a:defRPr/>
            </a:pPr>
            <a:fld id="{72AD96D6-FCAC-BF48-A744-D10BE5BBB539}" type="slidenum">
              <a:rPr lang="en-US" smtClean="0"/>
              <a:pPr>
                <a:defRPr/>
              </a:pPr>
              <a:t>37</a:t>
            </a:fld>
            <a:endParaRPr lang="en-US"/>
          </a:p>
        </p:txBody>
      </p:sp>
      <p:sp>
        <p:nvSpPr>
          <p:cNvPr id="7" name="Rectangle 5">
            <a:extLst>
              <a:ext uri="{FF2B5EF4-FFF2-40B4-BE49-F238E27FC236}">
                <a16:creationId xmlns:a16="http://schemas.microsoft.com/office/drawing/2014/main" id="{8FA468E5-022D-EE46-8327-7E44553591EF}"/>
              </a:ext>
            </a:extLst>
          </p:cNvPr>
          <p:cNvSpPr>
            <a:spLocks noChangeArrowheads="1"/>
          </p:cNvSpPr>
          <p:nvPr/>
        </p:nvSpPr>
        <p:spPr bwMode="auto">
          <a:xfrm>
            <a:off x="1760501" y="1417638"/>
            <a:ext cx="8670998"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eaLnBrk="0" hangingPunct="0"/>
            <a:r>
              <a:rPr lang="en-US" altLang="en-US" sz="2400" dirty="0">
                <a:latin typeface="Calibri" panose="020F0502020204030204" pitchFamily="34" charset="0"/>
                <a:ea typeface="Calibri" panose="020F0502020204030204" pitchFamily="34" charset="0"/>
                <a:cs typeface="Calibri" panose="020F0502020204030204" pitchFamily="34" charset="0"/>
              </a:rPr>
              <a:t>A device is design to draw a card fairly from a deck of six cards numbered from 1 to 6.  However, the draw is suspected to be biased. Table 1 shows the outcome after 36 draws. Based on these data, conduct a hypothesis test to prove that the device is not biased. Use significance level, </a:t>
            </a:r>
            <a:r>
              <a:rPr lang="en-US" altLang="en-US" sz="2400" dirty="0">
                <a:latin typeface="Calibri" panose="020F0502020204030204" pitchFamily="34" charset="0"/>
                <a:ea typeface="Calibri" panose="020F0502020204030204" pitchFamily="34" charset="0"/>
                <a:cs typeface="Cambria Math" panose="02040503050406030204" pitchFamily="18" charset="0"/>
              </a:rPr>
              <a:t>𝛼</a:t>
            </a:r>
            <a:r>
              <a:rPr lang="en-US" altLang="en-US" sz="2400" dirty="0">
                <a:latin typeface="Calibri" panose="020F0502020204030204" pitchFamily="34" charset="0"/>
                <a:ea typeface="Calibri" panose="020F0502020204030204" pitchFamily="34" charset="0"/>
                <a:cs typeface="Calibri" panose="020F0502020204030204" pitchFamily="34" charset="0"/>
              </a:rPr>
              <a:t> = 0.05.</a:t>
            </a:r>
            <a:endParaRPr lang="en-US" altLang="en-US" sz="2400" dirty="0"/>
          </a:p>
          <a:p>
            <a:pPr eaLnBrk="0" hangingPunct="0"/>
            <a:endParaRPr lang="en-US" altLang="en-US" sz="2400" dirty="0">
              <a:latin typeface="Arial" panose="020B0604020202020204" pitchFamily="34" charset="0"/>
            </a:endParaRPr>
          </a:p>
        </p:txBody>
      </p:sp>
      <p:pic>
        <p:nvPicPr>
          <p:cNvPr id="139268" name="Picture 1">
            <a:extLst>
              <a:ext uri="{FF2B5EF4-FFF2-40B4-BE49-F238E27FC236}">
                <a16:creationId xmlns:a16="http://schemas.microsoft.com/office/drawing/2014/main" id="{AC5E72C5-0A48-0743-976A-7EACC4E253AE}"/>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l="40459" t="34354" r="40459" b="37735"/>
          <a:stretch>
            <a:fillRect/>
          </a:stretch>
        </p:blipFill>
        <p:spPr bwMode="auto">
          <a:xfrm>
            <a:off x="4587141" y="3725963"/>
            <a:ext cx="3428416" cy="2807325"/>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6">
            <a:extLst>
              <a:ext uri="{FF2B5EF4-FFF2-40B4-BE49-F238E27FC236}">
                <a16:creationId xmlns:a16="http://schemas.microsoft.com/office/drawing/2014/main" id="{6926752E-E2EF-8A41-9847-B8B3F0CB7448}"/>
              </a:ext>
            </a:extLst>
          </p:cNvPr>
          <p:cNvSpPr>
            <a:spLocks noChangeArrowheads="1"/>
          </p:cNvSpPr>
          <p:nvPr/>
        </p:nvSpPr>
        <p:spPr bwMode="auto">
          <a:xfrm>
            <a:off x="1981200" y="17076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9" name="Rectangle 8">
            <a:extLst>
              <a:ext uri="{FF2B5EF4-FFF2-40B4-BE49-F238E27FC236}">
                <a16:creationId xmlns:a16="http://schemas.microsoft.com/office/drawing/2014/main" id="{9EA42E66-79E4-C54C-9A57-4C9FB6472DA3}"/>
              </a:ext>
            </a:extLst>
          </p:cNvPr>
          <p:cNvSpPr/>
          <p:nvPr/>
        </p:nvSpPr>
        <p:spPr>
          <a:xfrm>
            <a:off x="5951984" y="3356630"/>
            <a:ext cx="849528" cy="369332"/>
          </a:xfrm>
          <a:prstGeom prst="rect">
            <a:avLst/>
          </a:prstGeom>
        </p:spPr>
        <p:txBody>
          <a:bodyPr wrap="none">
            <a:spAutoFit/>
          </a:bodyPr>
          <a:lstStyle/>
          <a:p>
            <a:pPr lvl="0" eaLnBrk="0" hangingPunct="0"/>
            <a:r>
              <a:rPr lang="en-US" altLang="en-US" dirty="0">
                <a:latin typeface="Calibri" panose="020F0502020204030204" pitchFamily="34" charset="0"/>
                <a:ea typeface="Calibri" panose="020F0502020204030204" pitchFamily="34" charset="0"/>
                <a:cs typeface="Calibri" panose="020F0502020204030204" pitchFamily="34" charset="0"/>
              </a:rPr>
              <a:t>Table 1</a:t>
            </a:r>
            <a:endParaRPr lang="en-US" altLang="en-US" dirty="0"/>
          </a:p>
        </p:txBody>
      </p:sp>
    </p:spTree>
    <p:extLst>
      <p:ext uri="{BB962C8B-B14F-4D97-AF65-F5344CB8AC3E}">
        <p14:creationId xmlns:p14="http://schemas.microsoft.com/office/powerpoint/2010/main" val="403946698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Content Placeholder 16"/>
          <p:cNvSpPr txBox="1">
            <a:spLocks/>
          </p:cNvSpPr>
          <p:nvPr/>
        </p:nvSpPr>
        <p:spPr bwMode="auto">
          <a:xfrm>
            <a:off x="2566989" y="1700809"/>
            <a:ext cx="7489825" cy="157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Calibri" charset="0"/>
                <a:ea typeface="ＭＳ Ｐゴシック" charset="0"/>
                <a:cs typeface="ＭＳ Ｐゴシック" charset="0"/>
              </a:defRPr>
            </a:lvl1pPr>
            <a:lvl2pPr marL="742950" indent="-285750" eaLnBrk="0" hangingPunct="0">
              <a:defRPr sz="2400">
                <a:solidFill>
                  <a:schemeClr val="tx1"/>
                </a:solidFill>
                <a:latin typeface="Calibri" charset="0"/>
                <a:ea typeface="ＭＳ Ｐゴシック" charset="0"/>
              </a:defRPr>
            </a:lvl2pPr>
            <a:lvl3pPr marL="1143000" indent="-228600" eaLnBrk="0" hangingPunct="0">
              <a:defRPr sz="2400">
                <a:solidFill>
                  <a:schemeClr val="tx1"/>
                </a:solidFill>
                <a:latin typeface="Calibri" charset="0"/>
                <a:ea typeface="ＭＳ Ｐゴシック" charset="0"/>
              </a:defRPr>
            </a:lvl3pPr>
            <a:lvl4pPr marL="1600200" indent="-228600" eaLnBrk="0" hangingPunct="0">
              <a:defRPr sz="2400">
                <a:solidFill>
                  <a:schemeClr val="tx1"/>
                </a:solidFill>
                <a:latin typeface="Calibri" charset="0"/>
                <a:ea typeface="ＭＳ Ｐゴシック" charset="0"/>
              </a:defRPr>
            </a:lvl4pPr>
            <a:lvl5pPr marL="2057400" indent="-228600" eaLnBrk="0" hangingPunct="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algn="ctr" eaLnBrk="1" hangingPunct="1">
              <a:buFont typeface="Arial" charset="0"/>
              <a:buNone/>
            </a:pPr>
            <a:r>
              <a:rPr lang="en-US" sz="4800" dirty="0">
                <a:solidFill>
                  <a:srgbClr val="0070C0"/>
                </a:solidFill>
                <a:latin typeface="Britannic Bold" charset="0"/>
                <a:cs typeface="Arial" charset="0"/>
              </a:rPr>
              <a:t>CHAPTER 6</a:t>
            </a:r>
          </a:p>
          <a:p>
            <a:pPr algn="ctr" eaLnBrk="1" hangingPunct="1">
              <a:buFont typeface="Arial" charset="0"/>
              <a:buNone/>
            </a:pPr>
            <a:endParaRPr lang="en-US" sz="4800" dirty="0">
              <a:latin typeface="Britannic Bold" charset="0"/>
              <a:cs typeface="Arial" charset="0"/>
            </a:endParaRPr>
          </a:p>
          <a:p>
            <a:pPr algn="ctr" eaLnBrk="1" hangingPunct="1">
              <a:buFont typeface="Arial" charset="0"/>
              <a:buNone/>
            </a:pPr>
            <a:r>
              <a:rPr lang="en-US" altLang="en-US" sz="3600" dirty="0">
                <a:solidFill>
                  <a:srgbClr val="0D0D0D"/>
                </a:solidFill>
                <a:effectLst>
                  <a:outerShdw blurRad="38100" dist="38100" dir="2700000" algn="tl">
                    <a:srgbClr val="FFFFFF"/>
                  </a:outerShdw>
                </a:effectLst>
                <a:latin typeface="Britannic Bold"/>
                <a:cs typeface="Britannic Bold"/>
              </a:rPr>
              <a:t>Chi-Square Test &amp; Contingency Analysis</a:t>
            </a:r>
          </a:p>
          <a:p>
            <a:pPr algn="ctr"/>
            <a:r>
              <a:rPr lang="en-US" dirty="0">
                <a:latin typeface="Britannic Bold"/>
                <a:cs typeface="Britannic Bold"/>
              </a:rPr>
              <a:t>(</a:t>
            </a:r>
            <a:r>
              <a:rPr lang="en-US" dirty="0">
                <a:effectLst>
                  <a:outerShdw blurRad="38100" dist="38100" dir="2700000" algn="tl">
                    <a:srgbClr val="FFFFFF"/>
                  </a:outerShdw>
                </a:effectLst>
                <a:latin typeface="Britannic Bold"/>
                <a:cs typeface="Britannic Bold"/>
              </a:rPr>
              <a:t>Chi-Square Test for </a:t>
            </a:r>
            <a:r>
              <a:rPr lang="en-US" i="1" dirty="0">
                <a:effectLst>
                  <a:outerShdw blurRad="38100" dist="38100" dir="2700000" algn="tl">
                    <a:srgbClr val="FFFFFF"/>
                  </a:outerShdw>
                </a:effectLst>
                <a:latin typeface="Britannic Bold"/>
                <a:cs typeface="Britannic Bold"/>
              </a:rPr>
              <a:t>k</a:t>
            </a:r>
            <a:r>
              <a:rPr lang="en-US" dirty="0">
                <a:effectLst>
                  <a:outerShdw blurRad="38100" dist="38100" dir="2700000" algn="tl">
                    <a:srgbClr val="FFFFFF"/>
                  </a:outerShdw>
                </a:effectLst>
                <a:latin typeface="Britannic Bold"/>
                <a:cs typeface="Britannic Bold"/>
              </a:rPr>
              <a:t> Proportions,</a:t>
            </a:r>
            <a:r>
              <a:rPr lang="en-US" dirty="0">
                <a:solidFill>
                  <a:srgbClr val="0D0D0D"/>
                </a:solidFill>
                <a:effectLst>
                  <a:outerShdw blurRad="38100" dist="38100" dir="2700000" algn="tl">
                    <a:srgbClr val="FFFFFF"/>
                  </a:outerShdw>
                </a:effectLst>
                <a:latin typeface="Britannic Bold"/>
                <a:cs typeface="Britannic Bold"/>
              </a:rPr>
              <a:t> </a:t>
            </a:r>
          </a:p>
          <a:p>
            <a:pPr algn="ctr"/>
            <a:r>
              <a:rPr lang="en-US" dirty="0">
                <a:effectLst>
                  <a:outerShdw blurRad="38100" dist="38100" dir="2700000" algn="tl">
                    <a:srgbClr val="FFFFFF"/>
                  </a:outerShdw>
                </a:effectLst>
                <a:latin typeface="Britannic Bold"/>
                <a:cs typeface="Britannic Bold"/>
              </a:rPr>
              <a:t>Chi-Square</a:t>
            </a:r>
            <a:r>
              <a:rPr lang="en-US" dirty="0">
                <a:latin typeface="Britannic Bold"/>
                <a:cs typeface="Britannic Bold"/>
              </a:rPr>
              <a:t> </a:t>
            </a:r>
            <a:r>
              <a:rPr lang="en-US" dirty="0">
                <a:effectLst>
                  <a:outerShdw blurRad="38100" dist="38100" dir="2700000" algn="tl">
                    <a:srgbClr val="FFFFFF"/>
                  </a:outerShdw>
                </a:effectLst>
                <a:latin typeface="Britannic Bold"/>
                <a:cs typeface="Britannic Bold"/>
              </a:rPr>
              <a:t>Test of Independence Contingency Table)</a:t>
            </a:r>
          </a:p>
        </p:txBody>
      </p:sp>
      <p:sp>
        <p:nvSpPr>
          <p:cNvPr id="14340" name="Slide Number Placeholder 1"/>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Calibri" charset="0"/>
                <a:ea typeface="ＭＳ Ｐゴシック" charset="0"/>
                <a:cs typeface="ＭＳ Ｐゴシック" charset="0"/>
              </a:defRPr>
            </a:lvl1pPr>
            <a:lvl2pPr marL="742950" indent="-285750" eaLnBrk="0" hangingPunct="0">
              <a:defRPr sz="2400">
                <a:solidFill>
                  <a:schemeClr val="tx1"/>
                </a:solidFill>
                <a:latin typeface="Calibri" charset="0"/>
                <a:ea typeface="ＭＳ Ｐゴシック" charset="0"/>
              </a:defRPr>
            </a:lvl2pPr>
            <a:lvl3pPr marL="1143000" indent="-228600" eaLnBrk="0" hangingPunct="0">
              <a:defRPr sz="2400">
                <a:solidFill>
                  <a:schemeClr val="tx1"/>
                </a:solidFill>
                <a:latin typeface="Calibri" charset="0"/>
                <a:ea typeface="ＭＳ Ｐゴシック" charset="0"/>
              </a:defRPr>
            </a:lvl3pPr>
            <a:lvl4pPr marL="1600200" indent="-228600" eaLnBrk="0" hangingPunct="0">
              <a:defRPr sz="2400">
                <a:solidFill>
                  <a:schemeClr val="tx1"/>
                </a:solidFill>
                <a:latin typeface="Calibri" charset="0"/>
                <a:ea typeface="ＭＳ Ｐゴシック" charset="0"/>
              </a:defRPr>
            </a:lvl4pPr>
            <a:lvl5pPr marL="2057400" indent="-228600" eaLnBrk="0" hangingPunct="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eaLnBrk="1" hangingPunct="1"/>
            <a:fld id="{6AA77887-1507-E445-B65A-EE9CC2334CF5}" type="slidenum">
              <a:rPr lang="en-US" sz="1200">
                <a:solidFill>
                  <a:srgbClr val="898989"/>
                </a:solidFill>
                <a:cs typeface="Arial" charset="0"/>
              </a:rPr>
              <a:pPr eaLnBrk="1" hangingPunct="1"/>
              <a:t>38</a:t>
            </a:fld>
            <a:endParaRPr lang="en-US" sz="1200">
              <a:solidFill>
                <a:srgbClr val="898989"/>
              </a:solidFill>
              <a:cs typeface="Arial" charset="0"/>
            </a:endParaRPr>
          </a:p>
        </p:txBody>
      </p:sp>
      <p:sp>
        <p:nvSpPr>
          <p:cNvPr id="7" name="Title 14"/>
          <p:cNvSpPr txBox="1">
            <a:spLocks/>
          </p:cNvSpPr>
          <p:nvPr/>
        </p:nvSpPr>
        <p:spPr bwMode="auto">
          <a:xfrm>
            <a:off x="3935934" y="274639"/>
            <a:ext cx="5832475" cy="777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algn="ctr">
              <a:defRPr/>
            </a:pPr>
            <a:r>
              <a:rPr lang="en-US" altLang="en-US" b="1" cap="all" dirty="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latin typeface="Britannic Bold" panose="020B0903060703020204" pitchFamily="34" charset="0"/>
              </a:rPr>
              <a:t>SCSI2143: Probability &amp; statistical data analysis</a:t>
            </a:r>
          </a:p>
        </p:txBody>
      </p:sp>
    </p:spTree>
    <p:extLst>
      <p:ext uri="{BB962C8B-B14F-4D97-AF65-F5344CB8AC3E}">
        <p14:creationId xmlns:p14="http://schemas.microsoft.com/office/powerpoint/2010/main" val="62190234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pPr>
              <a:defRPr/>
            </a:pPr>
            <a:fld id="{72AD96D6-FCAC-BF48-A744-D10BE5BBB539}" type="slidenum">
              <a:rPr lang="en-US" smtClean="0"/>
              <a:pPr>
                <a:defRPr/>
              </a:pPr>
              <a:t>39</a:t>
            </a:fld>
            <a:endParaRPr lang="en-US"/>
          </a:p>
        </p:txBody>
      </p:sp>
      <p:sp>
        <p:nvSpPr>
          <p:cNvPr id="5" name="Rectangle 3"/>
          <p:cNvSpPr txBox="1">
            <a:spLocks noChangeArrowheads="1"/>
          </p:cNvSpPr>
          <p:nvPr/>
        </p:nvSpPr>
        <p:spPr bwMode="auto">
          <a:xfrm>
            <a:off x="2063552" y="2564904"/>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hlink"/>
                </a:solidFill>
                <a:miter lim="800000"/>
                <a:headEnd/>
                <a:tailEnd/>
              </a14:hiddenLine>
            </a:ext>
            <a:ext uri="{FAA26D3D-D897-4be2-8F04-BA451C77F1D7}">
              <ma14:placeholderFlag xmlns="" xmlns:ma14="http://schemas.microsoft.com/office/mac/drawingml/2011/main" val="1"/>
            </a:ext>
          </a:extLst>
        </p:spPr>
        <p:txBody>
          <a:bodyPr vert="horz" wrap="square" lIns="90488" tIns="44450" rIns="90488" bIns="44450" numCol="1" anchor="ctr" anchorCtr="0" compatLnSpc="1">
            <a:prstTxWarp prst="textNoShape">
              <a:avLst/>
            </a:prstTxWarp>
          </a:bodyPr>
          <a:lstStyle>
            <a:lvl1pPr algn="ctr" rtl="0" eaLnBrk="0" fontAlgn="base" hangingPunct="0">
              <a:spcBef>
                <a:spcPct val="0"/>
              </a:spcBef>
              <a:spcAft>
                <a:spcPct val="0"/>
              </a:spcAft>
              <a:defRPr sz="3600" kern="1200">
                <a:solidFill>
                  <a:schemeClr val="tx1"/>
                </a:solidFill>
                <a:latin typeface="+mj-lt"/>
                <a:ea typeface="ＭＳ Ｐゴシック" charset="0"/>
                <a:cs typeface="ＭＳ Ｐゴシック" charset="0"/>
              </a:defRPr>
            </a:lvl1pPr>
            <a:lvl2pPr algn="ctr" rtl="0" eaLnBrk="0" fontAlgn="base" hangingPunct="0">
              <a:spcBef>
                <a:spcPct val="0"/>
              </a:spcBef>
              <a:spcAft>
                <a:spcPct val="0"/>
              </a:spcAft>
              <a:defRPr sz="3600">
                <a:solidFill>
                  <a:schemeClr val="tx1"/>
                </a:solidFill>
                <a:latin typeface="Calibri" pitchFamily="34" charset="0"/>
                <a:ea typeface="ＭＳ Ｐゴシック" charset="0"/>
                <a:cs typeface="ＭＳ Ｐゴシック" charset="0"/>
              </a:defRPr>
            </a:lvl2pPr>
            <a:lvl3pPr algn="ctr" rtl="0" eaLnBrk="0" fontAlgn="base" hangingPunct="0">
              <a:spcBef>
                <a:spcPct val="0"/>
              </a:spcBef>
              <a:spcAft>
                <a:spcPct val="0"/>
              </a:spcAft>
              <a:defRPr sz="3600">
                <a:solidFill>
                  <a:schemeClr val="tx1"/>
                </a:solidFill>
                <a:latin typeface="Calibri" pitchFamily="34" charset="0"/>
                <a:ea typeface="ＭＳ Ｐゴシック" charset="0"/>
                <a:cs typeface="ＭＳ Ｐゴシック" charset="0"/>
              </a:defRPr>
            </a:lvl3pPr>
            <a:lvl4pPr algn="ctr" rtl="0" eaLnBrk="0" fontAlgn="base" hangingPunct="0">
              <a:spcBef>
                <a:spcPct val="0"/>
              </a:spcBef>
              <a:spcAft>
                <a:spcPct val="0"/>
              </a:spcAft>
              <a:defRPr sz="3600">
                <a:solidFill>
                  <a:schemeClr val="tx1"/>
                </a:solidFill>
                <a:latin typeface="Calibri" pitchFamily="34" charset="0"/>
                <a:ea typeface="ＭＳ Ｐゴシック" charset="0"/>
                <a:cs typeface="ＭＳ Ｐゴシック" charset="0"/>
              </a:defRPr>
            </a:lvl4pPr>
            <a:lvl5pPr algn="ctr" rtl="0" eaLnBrk="0" fontAlgn="base" hangingPunct="0">
              <a:spcBef>
                <a:spcPct val="0"/>
              </a:spcBef>
              <a:spcAft>
                <a:spcPct val="0"/>
              </a:spcAft>
              <a:defRPr sz="3600">
                <a:solidFill>
                  <a:schemeClr val="tx1"/>
                </a:solidFill>
                <a:latin typeface="Calibri" pitchFamily="34" charset="0"/>
                <a:ea typeface="ＭＳ Ｐゴシック" charset="0"/>
                <a:cs typeface="ＭＳ Ｐゴシック" charset="0"/>
              </a:defRPr>
            </a:lvl5pPr>
            <a:lvl6pPr marL="457200" algn="ctr" rtl="0" fontAlgn="base">
              <a:spcBef>
                <a:spcPct val="0"/>
              </a:spcBef>
              <a:spcAft>
                <a:spcPct val="0"/>
              </a:spcAft>
              <a:defRPr sz="3600">
                <a:solidFill>
                  <a:schemeClr val="tx1"/>
                </a:solidFill>
                <a:latin typeface="Calibri" pitchFamily="34" charset="0"/>
              </a:defRPr>
            </a:lvl6pPr>
            <a:lvl7pPr marL="914400" algn="ctr" rtl="0" fontAlgn="base">
              <a:spcBef>
                <a:spcPct val="0"/>
              </a:spcBef>
              <a:spcAft>
                <a:spcPct val="0"/>
              </a:spcAft>
              <a:defRPr sz="3600">
                <a:solidFill>
                  <a:schemeClr val="tx1"/>
                </a:solidFill>
                <a:latin typeface="Calibri" pitchFamily="34" charset="0"/>
              </a:defRPr>
            </a:lvl7pPr>
            <a:lvl8pPr marL="1371600" algn="ctr" rtl="0" fontAlgn="base">
              <a:spcBef>
                <a:spcPct val="0"/>
              </a:spcBef>
              <a:spcAft>
                <a:spcPct val="0"/>
              </a:spcAft>
              <a:defRPr sz="3600">
                <a:solidFill>
                  <a:schemeClr val="tx1"/>
                </a:solidFill>
                <a:latin typeface="Calibri" pitchFamily="34" charset="0"/>
              </a:defRPr>
            </a:lvl8pPr>
            <a:lvl9pPr marL="1828800" algn="ctr" rtl="0" fontAlgn="base">
              <a:spcBef>
                <a:spcPct val="0"/>
              </a:spcBef>
              <a:spcAft>
                <a:spcPct val="0"/>
              </a:spcAft>
              <a:defRPr sz="3600">
                <a:solidFill>
                  <a:schemeClr val="tx1"/>
                </a:solidFill>
                <a:latin typeface="Calibri" pitchFamily="34" charset="0"/>
              </a:defRPr>
            </a:lvl9pPr>
          </a:lstStyle>
          <a:p>
            <a:r>
              <a:rPr lang="en-US" sz="3200" b="1" dirty="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latin typeface="Arial" charset="0"/>
              </a:rPr>
              <a:t>Categories With </a:t>
            </a:r>
            <a:r>
              <a:rPr lang="en-US" sz="3200" b="1" u="sng" dirty="0">
                <a:ln w="9000" cmpd="sng">
                  <a:solidFill>
                    <a:schemeClr val="accent4">
                      <a:shade val="50000"/>
                      <a:satMod val="120000"/>
                    </a:schemeClr>
                  </a:solidFill>
                  <a:prstDash val="solid"/>
                </a:ln>
                <a:solidFill>
                  <a:srgbClr val="FF0000"/>
                </a:solidFill>
                <a:effectLst>
                  <a:reflection blurRad="12700" stA="28000" endPos="45000" dist="1000" dir="5400000" sy="-100000" algn="bl" rotWithShape="0"/>
                </a:effectLst>
                <a:latin typeface="Arial" charset="0"/>
              </a:rPr>
              <a:t>Unequal</a:t>
            </a:r>
            <a:r>
              <a:rPr lang="en-US" sz="3200" b="1" dirty="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latin typeface="Arial" charset="0"/>
              </a:rPr>
              <a:t> Frequencies/Probabilities</a:t>
            </a:r>
          </a:p>
        </p:txBody>
      </p:sp>
    </p:spTree>
    <p:extLst>
      <p:ext uri="{BB962C8B-B14F-4D97-AF65-F5344CB8AC3E}">
        <p14:creationId xmlns:p14="http://schemas.microsoft.com/office/powerpoint/2010/main" val="82710397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body" idx="1"/>
          </p:nvPr>
        </p:nvSpPr>
        <p:spPr>
          <a:xfrm>
            <a:off x="1600200" y="2667000"/>
            <a:ext cx="8991600" cy="4114800"/>
          </a:xfrm>
          <a:extLst>
            <a:ext uri="{91240B29-F687-4F45-9708-019B960494DF}">
              <a14:hiddenLine xmlns:a14="http://schemas.microsoft.com/office/drawing/2010/main" w="12700">
                <a:solidFill>
                  <a:schemeClr val="tx1"/>
                </a:solidFill>
                <a:miter lim="800000"/>
                <a:headEnd/>
                <a:tailEnd/>
              </a14:hiddenLine>
            </a:ext>
          </a:extLst>
        </p:spPr>
        <p:txBody>
          <a:bodyPr vert="horz" wrap="square" lIns="90488" tIns="44450" rIns="90488" bIns="44450" numCol="1" anchor="t" anchorCtr="0" compatLnSpc="1">
            <a:prstTxWarp prst="textNoShape">
              <a:avLst/>
            </a:prstTxWarp>
          </a:bodyPr>
          <a:lstStyle/>
          <a:p>
            <a:pPr>
              <a:spcBef>
                <a:spcPct val="40000"/>
              </a:spcBef>
              <a:spcAft>
                <a:spcPct val="40000"/>
              </a:spcAft>
              <a:buFontTx/>
              <a:buNone/>
            </a:pPr>
            <a:r>
              <a:rPr lang="en-US" sz="3600" b="1" dirty="0">
                <a:solidFill>
                  <a:schemeClr val="bg1"/>
                </a:solidFill>
                <a:effectLst>
                  <a:outerShdw blurRad="38100" dist="38100" dir="2700000" algn="tl">
                    <a:srgbClr val="DDDDDD"/>
                  </a:outerShdw>
                </a:effectLst>
                <a:latin typeface="Arial" charset="0"/>
              </a:rPr>
              <a:t>	</a:t>
            </a:r>
            <a:r>
              <a:rPr lang="en-US" sz="3600" b="1" dirty="0">
                <a:solidFill>
                  <a:srgbClr val="FF0000"/>
                </a:solidFill>
                <a:effectLst>
                  <a:outerShdw blurRad="38100" dist="38100" dir="2700000" algn="tl">
                    <a:srgbClr val="DDDDDD"/>
                  </a:outerShdw>
                </a:effectLst>
                <a:latin typeface="Arial" charset="0"/>
              </a:rPr>
              <a:t>H</a:t>
            </a:r>
            <a:r>
              <a:rPr lang="en-US" sz="3600" b="1" baseline="-42000" dirty="0">
                <a:solidFill>
                  <a:srgbClr val="FF0000"/>
                </a:solidFill>
                <a:effectLst>
                  <a:outerShdw blurRad="38100" dist="38100" dir="2700000" algn="tl">
                    <a:srgbClr val="DDDDDD"/>
                  </a:outerShdw>
                </a:effectLst>
                <a:latin typeface="Arial" charset="0"/>
              </a:rPr>
              <a:t>0</a:t>
            </a:r>
            <a:r>
              <a:rPr lang="en-US" sz="3600" b="1" dirty="0">
                <a:solidFill>
                  <a:srgbClr val="FF0000"/>
                </a:solidFill>
                <a:effectLst>
                  <a:outerShdw blurRad="38100" dist="38100" dir="2700000" algn="tl">
                    <a:srgbClr val="DDDDDD"/>
                  </a:outerShdw>
                </a:effectLst>
                <a:latin typeface="Arial" charset="0"/>
              </a:rPr>
              <a:t>:   </a:t>
            </a:r>
            <a:r>
              <a:rPr lang="en-US" sz="4000" b="1" dirty="0">
                <a:solidFill>
                  <a:srgbClr val="0070C0"/>
                </a:solidFill>
                <a:effectLst>
                  <a:outerShdw blurRad="38100" dist="38100" dir="2700000" algn="tl">
                    <a:srgbClr val="DDDDDD"/>
                  </a:outerShdw>
                </a:effectLst>
                <a:latin typeface="Arial" charset="0"/>
              </a:rPr>
              <a:t>p</a:t>
            </a:r>
            <a:r>
              <a:rPr lang="en-US" sz="3600" b="1" baseline="-50000" dirty="0">
                <a:solidFill>
                  <a:srgbClr val="0070C0"/>
                </a:solidFill>
                <a:effectLst>
                  <a:outerShdw blurRad="38100" dist="38100" dir="2700000" algn="tl">
                    <a:srgbClr val="DDDDDD"/>
                  </a:outerShdw>
                </a:effectLst>
                <a:latin typeface="Arial" charset="0"/>
              </a:rPr>
              <a:t>1</a:t>
            </a:r>
            <a:r>
              <a:rPr lang="en-US" sz="3600" b="1" dirty="0">
                <a:solidFill>
                  <a:srgbClr val="0070C0"/>
                </a:solidFill>
                <a:effectLst>
                  <a:outerShdw blurRad="38100" dist="38100" dir="2700000" algn="tl">
                    <a:srgbClr val="DDDDDD"/>
                  </a:outerShdw>
                </a:effectLst>
                <a:latin typeface="Arial" charset="0"/>
              </a:rPr>
              <a:t> , </a:t>
            </a:r>
            <a:r>
              <a:rPr lang="en-US" sz="4000" b="1" dirty="0">
                <a:solidFill>
                  <a:srgbClr val="0070C0"/>
                </a:solidFill>
                <a:effectLst>
                  <a:outerShdw blurRad="38100" dist="38100" dir="2700000" algn="tl">
                    <a:srgbClr val="DDDDDD"/>
                  </a:outerShdw>
                </a:effectLst>
                <a:latin typeface="Arial" charset="0"/>
              </a:rPr>
              <a:t>p</a:t>
            </a:r>
            <a:r>
              <a:rPr lang="en-US" sz="3600" b="1" baseline="-50000" dirty="0">
                <a:solidFill>
                  <a:srgbClr val="0070C0"/>
                </a:solidFill>
                <a:effectLst>
                  <a:outerShdw blurRad="38100" dist="38100" dir="2700000" algn="tl">
                    <a:srgbClr val="DDDDDD"/>
                  </a:outerShdw>
                </a:effectLst>
                <a:latin typeface="Arial" charset="0"/>
              </a:rPr>
              <a:t>2</a:t>
            </a:r>
            <a:r>
              <a:rPr lang="en-US" sz="3600" b="1" dirty="0">
                <a:solidFill>
                  <a:srgbClr val="0070C0"/>
                </a:solidFill>
                <a:effectLst>
                  <a:outerShdw blurRad="38100" dist="38100" dir="2700000" algn="tl">
                    <a:srgbClr val="DDDDDD"/>
                  </a:outerShdw>
                </a:effectLst>
                <a:latin typeface="Arial" charset="0"/>
              </a:rPr>
              <a:t>, </a:t>
            </a:r>
            <a:r>
              <a:rPr lang="en-US" sz="4000" b="1" dirty="0">
                <a:solidFill>
                  <a:srgbClr val="0070C0"/>
                </a:solidFill>
                <a:effectLst>
                  <a:outerShdw blurRad="38100" dist="38100" dir="2700000" algn="tl">
                    <a:srgbClr val="DDDDDD"/>
                  </a:outerShdw>
                </a:effectLst>
                <a:latin typeface="Arial" charset="0"/>
              </a:rPr>
              <a:t>p</a:t>
            </a:r>
            <a:r>
              <a:rPr lang="en-US" sz="3600" b="1" baseline="-50000" dirty="0">
                <a:solidFill>
                  <a:srgbClr val="0070C0"/>
                </a:solidFill>
                <a:effectLst>
                  <a:outerShdw blurRad="38100" dist="38100" dir="2700000" algn="tl">
                    <a:srgbClr val="DDDDDD"/>
                  </a:outerShdw>
                </a:effectLst>
                <a:latin typeface="Arial" charset="0"/>
              </a:rPr>
              <a:t>3</a:t>
            </a:r>
            <a:r>
              <a:rPr lang="en-US" sz="3600" b="1" dirty="0">
                <a:solidFill>
                  <a:srgbClr val="0070C0"/>
                </a:solidFill>
                <a:effectLst>
                  <a:outerShdw blurRad="38100" dist="38100" dir="2700000" algn="tl">
                    <a:srgbClr val="DDDDDD"/>
                  </a:outerShdw>
                </a:effectLst>
                <a:latin typeface="Arial" charset="0"/>
              </a:rPr>
              <a:t>, . . . , </a:t>
            </a:r>
            <a:r>
              <a:rPr lang="en-US" sz="4000" b="1" dirty="0" err="1">
                <a:solidFill>
                  <a:srgbClr val="0070C0"/>
                </a:solidFill>
                <a:effectLst>
                  <a:outerShdw blurRad="38100" dist="38100" dir="2700000" algn="tl">
                    <a:srgbClr val="DDDDDD"/>
                  </a:outerShdw>
                </a:effectLst>
                <a:latin typeface="Arial" charset="0"/>
              </a:rPr>
              <a:t>p</a:t>
            </a:r>
            <a:r>
              <a:rPr lang="en-US" sz="3600" b="1" baseline="-50000" dirty="0" err="1">
                <a:solidFill>
                  <a:srgbClr val="0070C0"/>
                </a:solidFill>
                <a:effectLst>
                  <a:outerShdw blurRad="38100" dist="38100" dir="2700000" algn="tl">
                    <a:srgbClr val="DDDDDD"/>
                  </a:outerShdw>
                </a:effectLst>
                <a:latin typeface="Arial" charset="0"/>
              </a:rPr>
              <a:t>k</a:t>
            </a:r>
            <a:r>
              <a:rPr lang="en-US" sz="3100" b="1" dirty="0">
                <a:solidFill>
                  <a:srgbClr val="0070C0"/>
                </a:solidFill>
                <a:effectLst>
                  <a:outerShdw blurRad="38100" dist="38100" dir="2700000" algn="tl">
                    <a:srgbClr val="DDDDDD"/>
                  </a:outerShdw>
                </a:effectLst>
                <a:latin typeface="Arial" charset="0"/>
              </a:rPr>
              <a:t> are as claimed.</a:t>
            </a:r>
          </a:p>
          <a:p>
            <a:pPr>
              <a:spcBef>
                <a:spcPct val="40000"/>
              </a:spcBef>
              <a:spcAft>
                <a:spcPts val="0"/>
              </a:spcAft>
              <a:buNone/>
            </a:pPr>
            <a:r>
              <a:rPr lang="en-US" sz="3600" b="1" dirty="0">
                <a:solidFill>
                  <a:schemeClr val="bg1"/>
                </a:solidFill>
                <a:effectLst>
                  <a:outerShdw blurRad="38100" dist="38100" dir="2700000" algn="tl">
                    <a:srgbClr val="DDDDDD"/>
                  </a:outerShdw>
                </a:effectLst>
                <a:latin typeface="Arial" charset="0"/>
              </a:rPr>
              <a:t>  </a:t>
            </a:r>
            <a:r>
              <a:rPr lang="en-US" sz="3600" b="1" dirty="0">
                <a:solidFill>
                  <a:srgbClr val="FF0000"/>
                </a:solidFill>
                <a:effectLst>
                  <a:outerShdw blurRad="38100" dist="38100" dir="2700000" algn="tl">
                    <a:srgbClr val="DDDDDD"/>
                  </a:outerShdw>
                </a:effectLst>
                <a:latin typeface="Arial" charset="0"/>
              </a:rPr>
              <a:t>H</a:t>
            </a:r>
            <a:r>
              <a:rPr lang="en-US" sz="3600" b="1" baseline="-38000" dirty="0">
                <a:solidFill>
                  <a:srgbClr val="FF0000"/>
                </a:solidFill>
                <a:effectLst>
                  <a:outerShdw blurRad="38100" dist="38100" dir="2700000" algn="tl">
                    <a:srgbClr val="DDDDDD"/>
                  </a:outerShdw>
                </a:effectLst>
                <a:latin typeface="Arial" charset="0"/>
              </a:rPr>
              <a:t>1</a:t>
            </a:r>
            <a:r>
              <a:rPr lang="en-US" sz="3600" b="1" dirty="0">
                <a:solidFill>
                  <a:srgbClr val="FF0000"/>
                </a:solidFill>
                <a:effectLst>
                  <a:outerShdw blurRad="38100" dist="38100" dir="2700000" algn="tl">
                    <a:srgbClr val="DDDDDD"/>
                  </a:outerShdw>
                </a:effectLst>
                <a:latin typeface="Arial" charset="0"/>
              </a:rPr>
              <a:t>:  </a:t>
            </a:r>
            <a:r>
              <a:rPr lang="en-US" b="1" dirty="0">
                <a:solidFill>
                  <a:srgbClr val="0070C0"/>
                </a:solidFill>
                <a:effectLst>
                  <a:outerShdw blurRad="38100" dist="38100" dir="2700000" algn="tl">
                    <a:srgbClr val="DDDDDD"/>
                  </a:outerShdw>
                </a:effectLst>
                <a:latin typeface="Arial" charset="0"/>
              </a:rPr>
              <a:t>at least one of the above proportions is</a:t>
            </a:r>
          </a:p>
          <a:p>
            <a:pPr>
              <a:spcBef>
                <a:spcPct val="40000"/>
              </a:spcBef>
              <a:spcAft>
                <a:spcPts val="0"/>
              </a:spcAft>
              <a:buNone/>
            </a:pPr>
            <a:r>
              <a:rPr lang="en-US" b="1" dirty="0">
                <a:solidFill>
                  <a:srgbClr val="0070C0"/>
                </a:solidFill>
                <a:effectLst>
                  <a:outerShdw blurRad="38100" dist="38100" dir="2700000" algn="tl">
                    <a:srgbClr val="DDDDDD"/>
                  </a:outerShdw>
                </a:effectLst>
                <a:latin typeface="Arial" charset="0"/>
              </a:rPr>
              <a:t>          different from the claimed value.</a:t>
            </a:r>
          </a:p>
        </p:txBody>
      </p:sp>
      <p:sp>
        <p:nvSpPr>
          <p:cNvPr id="6" name="Rectangle 2"/>
          <p:cNvSpPr>
            <a:spLocks noGrp="1" noChangeArrowheads="1"/>
          </p:cNvSpPr>
          <p:nvPr>
            <p:ph type="title"/>
          </p:nvPr>
        </p:nvSpPr>
        <p:spPr>
          <a:xfrm>
            <a:off x="3575720" y="260648"/>
            <a:ext cx="6696744" cy="864096"/>
          </a:xfrm>
        </p:spPr>
        <p:style>
          <a:lnRef idx="2">
            <a:schemeClr val="accent2"/>
          </a:lnRef>
          <a:fillRef idx="1">
            <a:schemeClr val="lt1"/>
          </a:fillRef>
          <a:effectRef idx="0">
            <a:schemeClr val="accent2"/>
          </a:effectRef>
          <a:fontRef idx="minor">
            <a:schemeClr val="dk1"/>
          </a:fontRef>
        </p:style>
        <p:txBody>
          <a:bodyPr vert="horz" wrap="square" lIns="90488" tIns="44450" rIns="90488" bIns="44450" numCol="1" anchor="ctr" anchorCtr="0" compatLnSpc="1">
            <a:prstTxWarp prst="textNoShape">
              <a:avLst/>
            </a:prstTxWarp>
          </a:bodyPr>
          <a:lstStyle/>
          <a:p>
            <a:r>
              <a:rPr lang="en-US" sz="3200" dirty="0">
                <a:effectLst>
                  <a:outerShdw blurRad="38100" dist="38100" dir="2700000" algn="tl">
                    <a:srgbClr val="DDDDDD"/>
                  </a:outerShdw>
                </a:effectLst>
              </a:rPr>
              <a:t>Categories with </a:t>
            </a:r>
            <a:r>
              <a:rPr lang="en-US" sz="3200" dirty="0">
                <a:solidFill>
                  <a:srgbClr val="FF0000"/>
                </a:solidFill>
                <a:effectLst>
                  <a:outerShdw blurRad="38100" dist="38100" dir="2700000" algn="tl">
                    <a:srgbClr val="DDDDDD"/>
                  </a:outerShdw>
                </a:effectLst>
              </a:rPr>
              <a:t>Unequal</a:t>
            </a:r>
            <a:r>
              <a:rPr lang="en-US" sz="3200" dirty="0">
                <a:effectLst>
                  <a:outerShdw blurRad="38100" dist="38100" dir="2700000" algn="tl">
                    <a:srgbClr val="DDDDDD"/>
                  </a:outerShdw>
                </a:effectLst>
              </a:rPr>
              <a:t> Frequencies/Probabilities</a:t>
            </a:r>
          </a:p>
        </p:txBody>
      </p:sp>
      <p:sp>
        <p:nvSpPr>
          <p:cNvPr id="3" name="Slide Number Placeholder 2"/>
          <p:cNvSpPr>
            <a:spLocks noGrp="1"/>
          </p:cNvSpPr>
          <p:nvPr>
            <p:ph type="sldNum" sz="quarter" idx="10"/>
          </p:nvPr>
        </p:nvSpPr>
        <p:spPr/>
        <p:txBody>
          <a:bodyPr/>
          <a:lstStyle/>
          <a:p>
            <a:pPr>
              <a:defRPr/>
            </a:pPr>
            <a:fld id="{72AD96D6-FCAC-BF48-A744-D10BE5BBB539}" type="slidenum">
              <a:rPr lang="en-US" smtClean="0"/>
              <a:pPr>
                <a:defRPr/>
              </a:pPr>
              <a:t>40</a:t>
            </a:fld>
            <a:endParaRPr lang="en-US"/>
          </a:p>
        </p:txBody>
      </p:sp>
    </p:spTree>
    <p:extLst>
      <p:ext uri="{BB962C8B-B14F-4D97-AF65-F5344CB8AC3E}">
        <p14:creationId xmlns:p14="http://schemas.microsoft.com/office/powerpoint/2010/main" val="3943206079"/>
      </p:ext>
    </p:extLst>
  </p:cSld>
  <p:clrMapOvr>
    <a:masterClrMapping/>
  </p:clrMapOvr>
  <p:transition>
    <p:wipe dir="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2"/>
          <p:cNvSpPr>
            <a:spLocks noChangeArrowheads="1"/>
          </p:cNvSpPr>
          <p:nvPr/>
        </p:nvSpPr>
        <p:spPr bwMode="auto">
          <a:xfrm>
            <a:off x="1847528" y="1340768"/>
            <a:ext cx="8204200" cy="30243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nchor="ctr"/>
          <a:lstStyle/>
          <a:p>
            <a:pPr algn="just">
              <a:lnSpc>
                <a:spcPct val="120000"/>
              </a:lnSpc>
              <a:spcAft>
                <a:spcPts val="600"/>
              </a:spcAft>
            </a:pPr>
            <a:r>
              <a:rPr lang="en-US" sz="2800" dirty="0">
                <a:effectLst>
                  <a:outerShdw blurRad="38100" dist="38100" dir="2700000" algn="tl">
                    <a:srgbClr val="DDDDDD"/>
                  </a:outerShdw>
                </a:effectLst>
              </a:rPr>
              <a:t>Mars, Inc. claims its M&amp;M candies are distributed with the color percentages of 30% brown, 20% yellow, 20% red, 10% orange, 10% green, and 10% blue.  At the 0.05 significance level, test the claim that the color distribution is as claimed by Mars, Inc. The observed frequency as shown below:</a:t>
            </a:r>
          </a:p>
        </p:txBody>
      </p:sp>
      <p:sp>
        <p:nvSpPr>
          <p:cNvPr id="104451" name="Rectangle 3"/>
          <p:cNvSpPr>
            <a:spLocks noChangeArrowheads="1"/>
          </p:cNvSpPr>
          <p:nvPr/>
        </p:nvSpPr>
        <p:spPr bwMode="auto">
          <a:xfrm>
            <a:off x="3489325" y="4027489"/>
            <a:ext cx="4629150" cy="53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a:effectLst>
                <a:outerShdw blurRad="38100" dist="38100" dir="2700000" algn="tl">
                  <a:srgbClr val="000000">
                    <a:alpha val="43137"/>
                  </a:srgbClr>
                </a:outerShdw>
              </a:effectLst>
              <a:ea typeface="ＭＳ Ｐゴシック" pitchFamily="34" charset="-128"/>
              <a:cs typeface="+mn-cs"/>
            </a:endParaRPr>
          </a:p>
        </p:txBody>
      </p:sp>
      <p:sp>
        <p:nvSpPr>
          <p:cNvPr id="104452" name="Rectangle 4"/>
          <p:cNvSpPr>
            <a:spLocks noChangeArrowheads="1"/>
          </p:cNvSpPr>
          <p:nvPr/>
        </p:nvSpPr>
        <p:spPr bwMode="auto">
          <a:xfrm>
            <a:off x="4765675" y="3651250"/>
            <a:ext cx="1225550" cy="4206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a:effectLst>
                <a:outerShdw blurRad="38100" dist="38100" dir="2700000" algn="tl">
                  <a:srgbClr val="000000">
                    <a:alpha val="43137"/>
                  </a:srgbClr>
                </a:outerShdw>
              </a:effectLst>
              <a:ea typeface="ＭＳ Ｐゴシック" pitchFamily="34" charset="-128"/>
              <a:cs typeface="+mn-cs"/>
            </a:endParaRPr>
          </a:p>
        </p:txBody>
      </p:sp>
      <p:sp>
        <p:nvSpPr>
          <p:cNvPr id="62469" name="Rectangle 2"/>
          <p:cNvSpPr>
            <a:spLocks noGrp="1" noChangeArrowheads="1"/>
          </p:cNvSpPr>
          <p:nvPr>
            <p:ph type="title"/>
          </p:nvPr>
        </p:nvSpPr>
        <p:spPr>
          <a:xfrm>
            <a:off x="3647728" y="274638"/>
            <a:ext cx="6563072" cy="778098"/>
          </a:xfrm>
        </p:spPr>
        <p:style>
          <a:lnRef idx="2">
            <a:schemeClr val="accent3"/>
          </a:lnRef>
          <a:fillRef idx="1">
            <a:schemeClr val="lt1"/>
          </a:fillRef>
          <a:effectRef idx="0">
            <a:schemeClr val="accent3"/>
          </a:effectRef>
          <a:fontRef idx="minor">
            <a:schemeClr val="dk1"/>
          </a:fontRef>
        </p:style>
        <p:txBody>
          <a:bodyPr/>
          <a:lstStyle/>
          <a:p>
            <a:pPr eaLnBrk="1" hangingPunct="1"/>
            <a:r>
              <a:rPr lang="en-US" dirty="0">
                <a:latin typeface="Arial" charset="0"/>
              </a:rPr>
              <a:t>Example 4</a:t>
            </a:r>
          </a:p>
        </p:txBody>
      </p:sp>
      <p:sp>
        <p:nvSpPr>
          <p:cNvPr id="2" name="Slide Number Placeholder 1"/>
          <p:cNvSpPr>
            <a:spLocks noGrp="1"/>
          </p:cNvSpPr>
          <p:nvPr>
            <p:ph type="sldNum" sz="quarter" idx="10"/>
          </p:nvPr>
        </p:nvSpPr>
        <p:spPr/>
        <p:txBody>
          <a:bodyPr/>
          <a:lstStyle/>
          <a:p>
            <a:pPr>
              <a:defRPr/>
            </a:pPr>
            <a:fld id="{72AD96D6-FCAC-BF48-A744-D10BE5BBB539}" type="slidenum">
              <a:rPr lang="en-US" smtClean="0"/>
              <a:pPr>
                <a:defRPr/>
              </a:pPr>
              <a:t>41</a:t>
            </a:fld>
            <a:endParaRPr lang="en-US"/>
          </a:p>
        </p:txBody>
      </p:sp>
      <p:grpSp>
        <p:nvGrpSpPr>
          <p:cNvPr id="7" name="Group 11"/>
          <p:cNvGrpSpPr>
            <a:grpSpLocks/>
          </p:cNvGrpSpPr>
          <p:nvPr/>
        </p:nvGrpSpPr>
        <p:grpSpPr bwMode="auto">
          <a:xfrm>
            <a:off x="1991545" y="4632920"/>
            <a:ext cx="7500939" cy="1676400"/>
            <a:chOff x="418" y="1208"/>
            <a:chExt cx="4725" cy="1056"/>
          </a:xfrm>
        </p:grpSpPr>
        <p:sp>
          <p:nvSpPr>
            <p:cNvPr id="8" name="Rectangle 3"/>
            <p:cNvSpPr>
              <a:spLocks noChangeArrowheads="1"/>
            </p:cNvSpPr>
            <p:nvPr/>
          </p:nvSpPr>
          <p:spPr bwMode="auto">
            <a:xfrm>
              <a:off x="431" y="1208"/>
              <a:ext cx="4701" cy="1056"/>
            </a:xfrm>
            <a:prstGeom prst="rect">
              <a:avLst/>
            </a:prstGeom>
            <a:solidFill>
              <a:srgbClr val="FFFFFF"/>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a:effectLst>
                  <a:outerShdw blurRad="38100" dist="38100" dir="2700000" algn="tl">
                    <a:srgbClr val="000000">
                      <a:alpha val="43137"/>
                    </a:srgbClr>
                  </a:outerShdw>
                </a:effectLst>
                <a:ea typeface="ＭＳ Ｐゴシック" pitchFamily="34" charset="-128"/>
                <a:cs typeface="+mn-cs"/>
              </a:endParaRPr>
            </a:p>
          </p:txBody>
        </p:sp>
        <p:sp>
          <p:nvSpPr>
            <p:cNvPr id="9" name="Rectangle 4"/>
            <p:cNvSpPr>
              <a:spLocks noChangeArrowheads="1"/>
            </p:cNvSpPr>
            <p:nvPr/>
          </p:nvSpPr>
          <p:spPr bwMode="auto">
            <a:xfrm>
              <a:off x="418" y="1208"/>
              <a:ext cx="4725" cy="244"/>
            </a:xfrm>
            <a:prstGeom prst="rect">
              <a:avLst/>
            </a:prstGeom>
            <a:solidFill>
              <a:srgbClr val="C1CEFF"/>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a:effectLst>
                  <a:outerShdw blurRad="38100" dist="38100" dir="2700000" algn="tl">
                    <a:srgbClr val="000000">
                      <a:alpha val="43137"/>
                    </a:srgbClr>
                  </a:outerShdw>
                </a:effectLst>
                <a:ea typeface="ＭＳ Ｐゴシック" pitchFamily="34" charset="-128"/>
                <a:cs typeface="+mn-cs"/>
              </a:endParaRPr>
            </a:p>
          </p:txBody>
        </p:sp>
        <p:sp>
          <p:nvSpPr>
            <p:cNvPr id="10" name="Rectangle 5"/>
            <p:cNvSpPr>
              <a:spLocks noChangeArrowheads="1"/>
            </p:cNvSpPr>
            <p:nvPr/>
          </p:nvSpPr>
          <p:spPr bwMode="auto">
            <a:xfrm>
              <a:off x="723" y="1582"/>
              <a:ext cx="4035" cy="2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8" tIns="44450" rIns="90488" bIns="44450">
              <a:spAutoFit/>
            </a:bodyPr>
            <a:lstStyle/>
            <a:p>
              <a:pPr>
                <a:lnSpc>
                  <a:spcPct val="90000"/>
                </a:lnSpc>
              </a:pPr>
              <a:r>
                <a:rPr lang="en-US" dirty="0"/>
                <a:t>                                        </a:t>
              </a:r>
              <a:r>
                <a:rPr lang="en-US" b="1" dirty="0"/>
                <a:t>Brown   Yellow   Red   Orange   Green   Blue</a:t>
              </a:r>
            </a:p>
          </p:txBody>
        </p:sp>
        <p:sp>
          <p:nvSpPr>
            <p:cNvPr id="11" name="Rectangle 6"/>
            <p:cNvSpPr>
              <a:spLocks noChangeArrowheads="1"/>
            </p:cNvSpPr>
            <p:nvPr/>
          </p:nvSpPr>
          <p:spPr bwMode="auto">
            <a:xfrm>
              <a:off x="614" y="1870"/>
              <a:ext cx="4324" cy="2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8" tIns="44450" rIns="90488" bIns="44450">
              <a:spAutoFit/>
            </a:bodyPr>
            <a:lstStyle/>
            <a:p>
              <a:pPr>
                <a:lnSpc>
                  <a:spcPct val="90000"/>
                </a:lnSpc>
              </a:pPr>
              <a:r>
                <a:rPr lang="en-US" b="1" dirty="0"/>
                <a:t>Observed frequency           33          26        21        8               7             5     </a:t>
              </a:r>
            </a:p>
          </p:txBody>
        </p:sp>
        <p:sp>
          <p:nvSpPr>
            <p:cNvPr id="12" name="Rectangle 7"/>
            <p:cNvSpPr>
              <a:spLocks noChangeArrowheads="1"/>
            </p:cNvSpPr>
            <p:nvPr/>
          </p:nvSpPr>
          <p:spPr bwMode="auto">
            <a:xfrm>
              <a:off x="430" y="1242"/>
              <a:ext cx="2137" cy="2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8" tIns="44450" rIns="90488" bIns="44450">
              <a:spAutoFit/>
            </a:bodyPr>
            <a:lstStyle/>
            <a:p>
              <a:pPr>
                <a:lnSpc>
                  <a:spcPct val="90000"/>
                </a:lnSpc>
              </a:pPr>
              <a:r>
                <a:rPr lang="en-US" sz="2000" b="1" dirty="0"/>
                <a:t>Frequencies of M&amp;Ms candies</a:t>
              </a:r>
            </a:p>
          </p:txBody>
        </p:sp>
        <p:sp>
          <p:nvSpPr>
            <p:cNvPr id="13" name="Line 8"/>
            <p:cNvSpPr>
              <a:spLocks noChangeShapeType="1"/>
            </p:cNvSpPr>
            <p:nvPr/>
          </p:nvSpPr>
          <p:spPr bwMode="auto">
            <a:xfrm>
              <a:off x="543" y="1793"/>
              <a:ext cx="445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a:effectLst>
                  <a:outerShdw blurRad="38100" dist="38100" dir="2700000" algn="tl">
                    <a:srgbClr val="000000">
                      <a:alpha val="43137"/>
                    </a:srgbClr>
                  </a:outerShdw>
                </a:effectLst>
                <a:ea typeface="ＭＳ Ｐゴシック" pitchFamily="34" charset="-128"/>
                <a:cs typeface="+mn-cs"/>
              </a:endParaRPr>
            </a:p>
          </p:txBody>
        </p:sp>
        <p:sp>
          <p:nvSpPr>
            <p:cNvPr id="14" name="Line 9"/>
            <p:cNvSpPr>
              <a:spLocks noChangeShapeType="1"/>
            </p:cNvSpPr>
            <p:nvPr/>
          </p:nvSpPr>
          <p:spPr bwMode="auto">
            <a:xfrm>
              <a:off x="520" y="2134"/>
              <a:ext cx="444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a:effectLst>
                  <a:outerShdw blurRad="38100" dist="38100" dir="2700000" algn="tl">
                    <a:srgbClr val="000000">
                      <a:alpha val="43137"/>
                    </a:srgbClr>
                  </a:outerShdw>
                </a:effectLst>
                <a:ea typeface="ＭＳ Ｐゴシック" pitchFamily="34" charset="-128"/>
                <a:cs typeface="+mn-cs"/>
              </a:endParaRPr>
            </a:p>
          </p:txBody>
        </p:sp>
        <p:sp>
          <p:nvSpPr>
            <p:cNvPr id="15" name="Line 10"/>
            <p:cNvSpPr>
              <a:spLocks noChangeShapeType="1"/>
            </p:cNvSpPr>
            <p:nvPr/>
          </p:nvSpPr>
          <p:spPr bwMode="auto">
            <a:xfrm flipV="1">
              <a:off x="2042" y="1524"/>
              <a:ext cx="0" cy="596"/>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a:effectLst>
                  <a:outerShdw blurRad="38100" dist="38100" dir="2700000" algn="tl">
                    <a:srgbClr val="000000">
                      <a:alpha val="43137"/>
                    </a:srgbClr>
                  </a:outerShdw>
                </a:effectLst>
                <a:ea typeface="ＭＳ Ｐゴシック" pitchFamily="34" charset="-128"/>
                <a:cs typeface="+mn-cs"/>
              </a:endParaRPr>
            </a:p>
          </p:txBody>
        </p:sp>
      </p:grpSp>
    </p:spTree>
    <p:extLst>
      <p:ext uri="{BB962C8B-B14F-4D97-AF65-F5344CB8AC3E}">
        <p14:creationId xmlns:p14="http://schemas.microsoft.com/office/powerpoint/2010/main" val="1537838926"/>
      </p:ext>
    </p:extLst>
  </p:cSld>
  <p:clrMapOvr>
    <a:masterClrMapping/>
  </p:clrMapOvr>
  <p:transition>
    <p:wipe dir="d"/>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Rectangle 3"/>
          <p:cNvSpPr>
            <a:spLocks noChangeArrowheads="1"/>
          </p:cNvSpPr>
          <p:nvPr/>
        </p:nvSpPr>
        <p:spPr bwMode="auto">
          <a:xfrm>
            <a:off x="3489325" y="4027489"/>
            <a:ext cx="4629150" cy="53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a:effectLst>
                <a:outerShdw blurRad="38100" dist="38100" dir="2700000" algn="tl">
                  <a:srgbClr val="000000">
                    <a:alpha val="43137"/>
                  </a:srgbClr>
                </a:outerShdw>
              </a:effectLst>
              <a:ea typeface="ＭＳ Ｐゴシック" pitchFamily="34" charset="-128"/>
              <a:cs typeface="+mn-cs"/>
            </a:endParaRPr>
          </a:p>
        </p:txBody>
      </p:sp>
      <p:sp>
        <p:nvSpPr>
          <p:cNvPr id="34820" name="Rectangle 4"/>
          <p:cNvSpPr>
            <a:spLocks noChangeArrowheads="1"/>
          </p:cNvSpPr>
          <p:nvPr/>
        </p:nvSpPr>
        <p:spPr bwMode="auto">
          <a:xfrm>
            <a:off x="4765675" y="3651250"/>
            <a:ext cx="1225550" cy="4206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a:effectLst>
                <a:outerShdw blurRad="38100" dist="38100" dir="2700000" algn="tl">
                  <a:srgbClr val="000000">
                    <a:alpha val="43137"/>
                  </a:srgbClr>
                </a:outerShdw>
              </a:effectLst>
              <a:ea typeface="ＭＳ Ｐゴシック" pitchFamily="34" charset="-128"/>
              <a:cs typeface="+mn-cs"/>
            </a:endParaRPr>
          </a:p>
        </p:txBody>
      </p:sp>
      <p:sp>
        <p:nvSpPr>
          <p:cNvPr id="34821" name="Rectangle 5"/>
          <p:cNvSpPr>
            <a:spLocks noChangeArrowheads="1"/>
          </p:cNvSpPr>
          <p:nvPr/>
        </p:nvSpPr>
        <p:spPr bwMode="auto">
          <a:xfrm>
            <a:off x="1919536" y="1484784"/>
            <a:ext cx="8568952" cy="39492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defTabSz="238125">
              <a:lnSpc>
                <a:spcPct val="90000"/>
              </a:lnSpc>
            </a:pPr>
            <a:r>
              <a:rPr lang="en-US" sz="2800" dirty="0">
                <a:solidFill>
                  <a:srgbClr val="FF0000"/>
                </a:solidFill>
                <a:effectLst>
                  <a:outerShdw blurRad="38100" dist="38100" dir="2700000" algn="tl">
                    <a:srgbClr val="DDDDDD"/>
                  </a:outerShdw>
                </a:effectLst>
              </a:rPr>
              <a:t>Claim:  </a:t>
            </a:r>
            <a:r>
              <a:rPr lang="en-US" sz="2800" dirty="0" err="1">
                <a:solidFill>
                  <a:srgbClr val="0070C0"/>
                </a:solidFill>
                <a:effectLst>
                  <a:outerShdw blurRad="38100" dist="38100" dir="2700000" algn="tl">
                    <a:srgbClr val="DDDDDD"/>
                  </a:outerShdw>
                </a:effectLst>
              </a:rPr>
              <a:t>p</a:t>
            </a:r>
            <a:r>
              <a:rPr lang="en-US" sz="2800" baseline="-25000" dirty="0" err="1">
                <a:solidFill>
                  <a:srgbClr val="0070C0"/>
                </a:solidFill>
                <a:effectLst>
                  <a:outerShdw blurRad="38100" dist="38100" dir="2700000" algn="tl">
                    <a:srgbClr val="DDDDDD"/>
                  </a:outerShdw>
                </a:effectLst>
              </a:rPr>
              <a:t>brown</a:t>
            </a:r>
            <a:r>
              <a:rPr lang="en-US" sz="2800" dirty="0">
                <a:solidFill>
                  <a:srgbClr val="0070C0"/>
                </a:solidFill>
                <a:effectLst>
                  <a:outerShdw blurRad="38100" dist="38100" dir="2700000" algn="tl">
                    <a:srgbClr val="DDDDDD"/>
                  </a:outerShdw>
                </a:effectLst>
              </a:rPr>
              <a:t> = 0.30, </a:t>
            </a:r>
            <a:r>
              <a:rPr lang="en-US" sz="2800" dirty="0" err="1">
                <a:solidFill>
                  <a:srgbClr val="0070C0"/>
                </a:solidFill>
                <a:effectLst>
                  <a:outerShdw blurRad="38100" dist="38100" dir="2700000" algn="tl">
                    <a:srgbClr val="DDDDDD"/>
                  </a:outerShdw>
                </a:effectLst>
              </a:rPr>
              <a:t>p</a:t>
            </a:r>
            <a:r>
              <a:rPr lang="en-US" sz="2800" baseline="-25000" dirty="0" err="1">
                <a:solidFill>
                  <a:srgbClr val="0070C0"/>
                </a:solidFill>
                <a:effectLst>
                  <a:outerShdw blurRad="38100" dist="38100" dir="2700000" algn="tl">
                    <a:srgbClr val="DDDDDD"/>
                  </a:outerShdw>
                </a:effectLst>
              </a:rPr>
              <a:t>yellow</a:t>
            </a:r>
            <a:r>
              <a:rPr lang="en-US" sz="2800" dirty="0">
                <a:solidFill>
                  <a:srgbClr val="0070C0"/>
                </a:solidFill>
                <a:effectLst>
                  <a:outerShdw blurRad="38100" dist="38100" dir="2700000" algn="tl">
                    <a:srgbClr val="DDDDDD"/>
                  </a:outerShdw>
                </a:effectLst>
              </a:rPr>
              <a:t> = 0.20, </a:t>
            </a:r>
            <a:r>
              <a:rPr lang="en-US" sz="2800" dirty="0" err="1">
                <a:solidFill>
                  <a:srgbClr val="0070C0"/>
                </a:solidFill>
                <a:effectLst>
                  <a:outerShdw blurRad="38100" dist="38100" dir="2700000" algn="tl">
                    <a:srgbClr val="DDDDDD"/>
                  </a:outerShdw>
                </a:effectLst>
              </a:rPr>
              <a:t>p</a:t>
            </a:r>
            <a:r>
              <a:rPr lang="en-US" sz="2800" baseline="-25000" dirty="0" err="1">
                <a:solidFill>
                  <a:srgbClr val="0070C0"/>
                </a:solidFill>
                <a:effectLst>
                  <a:outerShdw blurRad="38100" dist="38100" dir="2700000" algn="tl">
                    <a:srgbClr val="DDDDDD"/>
                  </a:outerShdw>
                </a:effectLst>
              </a:rPr>
              <a:t>red</a:t>
            </a:r>
            <a:r>
              <a:rPr lang="en-US" sz="2800" dirty="0">
                <a:solidFill>
                  <a:srgbClr val="0070C0"/>
                </a:solidFill>
                <a:effectLst>
                  <a:outerShdw blurRad="38100" dist="38100" dir="2700000" algn="tl">
                    <a:srgbClr val="DDDDDD"/>
                  </a:outerShdw>
                </a:effectLst>
              </a:rPr>
              <a:t> = 0.20, </a:t>
            </a:r>
          </a:p>
          <a:p>
            <a:pPr defTabSz="238125">
              <a:lnSpc>
                <a:spcPct val="90000"/>
              </a:lnSpc>
            </a:pPr>
            <a:r>
              <a:rPr lang="en-US" sz="2800" dirty="0">
                <a:solidFill>
                  <a:srgbClr val="0070C0"/>
                </a:solidFill>
                <a:effectLst>
                  <a:outerShdw blurRad="38100" dist="38100" dir="2700000" algn="tl">
                    <a:srgbClr val="DDDDDD"/>
                  </a:outerShdw>
                </a:effectLst>
              </a:rPr>
              <a:t>             </a:t>
            </a:r>
            <a:r>
              <a:rPr lang="en-US" sz="2800" dirty="0" err="1">
                <a:solidFill>
                  <a:srgbClr val="0070C0"/>
                </a:solidFill>
                <a:effectLst>
                  <a:outerShdw blurRad="38100" dist="38100" dir="2700000" algn="tl">
                    <a:srgbClr val="DDDDDD"/>
                  </a:outerShdw>
                </a:effectLst>
              </a:rPr>
              <a:t>p</a:t>
            </a:r>
            <a:r>
              <a:rPr lang="en-US" sz="2800" baseline="-25000" dirty="0" err="1">
                <a:solidFill>
                  <a:srgbClr val="0070C0"/>
                </a:solidFill>
                <a:effectLst>
                  <a:outerShdw blurRad="38100" dist="38100" dir="2700000" algn="tl">
                    <a:srgbClr val="DDDDDD"/>
                  </a:outerShdw>
                </a:effectLst>
              </a:rPr>
              <a:t>orange</a:t>
            </a:r>
            <a:r>
              <a:rPr lang="en-US" sz="2800" dirty="0">
                <a:solidFill>
                  <a:srgbClr val="0070C0"/>
                </a:solidFill>
                <a:effectLst>
                  <a:outerShdw blurRad="38100" dist="38100" dir="2700000" algn="tl">
                    <a:srgbClr val="DDDDDD"/>
                  </a:outerShdw>
                </a:effectLst>
              </a:rPr>
              <a:t> = 0.10, 	</a:t>
            </a:r>
            <a:r>
              <a:rPr lang="en-US" sz="2800" dirty="0" err="1">
                <a:solidFill>
                  <a:srgbClr val="0070C0"/>
                </a:solidFill>
                <a:effectLst>
                  <a:outerShdw blurRad="38100" dist="38100" dir="2700000" algn="tl">
                    <a:srgbClr val="DDDDDD"/>
                  </a:outerShdw>
                </a:effectLst>
              </a:rPr>
              <a:t>p</a:t>
            </a:r>
            <a:r>
              <a:rPr lang="en-US" sz="2800" baseline="-25000" dirty="0" err="1">
                <a:solidFill>
                  <a:srgbClr val="0070C0"/>
                </a:solidFill>
                <a:effectLst>
                  <a:outerShdw blurRad="38100" dist="38100" dir="2700000" algn="tl">
                    <a:srgbClr val="DDDDDD"/>
                  </a:outerShdw>
                </a:effectLst>
              </a:rPr>
              <a:t>green</a:t>
            </a:r>
            <a:r>
              <a:rPr lang="en-US" sz="2800" dirty="0">
                <a:solidFill>
                  <a:srgbClr val="0070C0"/>
                </a:solidFill>
                <a:effectLst>
                  <a:outerShdw blurRad="38100" dist="38100" dir="2700000" algn="tl">
                    <a:srgbClr val="DDDDDD"/>
                  </a:outerShdw>
                </a:effectLst>
              </a:rPr>
              <a:t> = 0.10, </a:t>
            </a:r>
            <a:r>
              <a:rPr lang="en-US" sz="2800" dirty="0" err="1">
                <a:solidFill>
                  <a:srgbClr val="0070C0"/>
                </a:solidFill>
                <a:effectLst>
                  <a:outerShdw blurRad="38100" dist="38100" dir="2700000" algn="tl">
                    <a:srgbClr val="DDDDDD"/>
                  </a:outerShdw>
                </a:effectLst>
              </a:rPr>
              <a:t>p</a:t>
            </a:r>
            <a:r>
              <a:rPr lang="en-US" sz="2800" baseline="-25000" dirty="0" err="1">
                <a:solidFill>
                  <a:srgbClr val="0070C0"/>
                </a:solidFill>
                <a:effectLst>
                  <a:outerShdw blurRad="38100" dist="38100" dir="2700000" algn="tl">
                    <a:srgbClr val="DDDDDD"/>
                  </a:outerShdw>
                </a:effectLst>
              </a:rPr>
              <a:t>blue</a:t>
            </a:r>
            <a:r>
              <a:rPr lang="en-US" sz="2800" dirty="0">
                <a:solidFill>
                  <a:srgbClr val="0070C0"/>
                </a:solidFill>
                <a:effectLst>
                  <a:outerShdw blurRad="38100" dist="38100" dir="2700000" algn="tl">
                    <a:srgbClr val="DDDDDD"/>
                  </a:outerShdw>
                </a:effectLst>
              </a:rPr>
              <a:t> = 0.10</a:t>
            </a:r>
          </a:p>
          <a:p>
            <a:pPr defTabSz="238125">
              <a:lnSpc>
                <a:spcPct val="90000"/>
              </a:lnSpc>
            </a:pPr>
            <a:endParaRPr lang="en-US" sz="2800" dirty="0">
              <a:solidFill>
                <a:srgbClr val="0070C0"/>
              </a:solidFill>
              <a:effectLst>
                <a:outerShdw blurRad="38100" dist="38100" dir="2700000" algn="tl">
                  <a:srgbClr val="DDDDDD"/>
                </a:outerShdw>
              </a:effectLst>
            </a:endParaRPr>
          </a:p>
          <a:p>
            <a:pPr marL="514350" indent="-514350" defTabSz="238125">
              <a:lnSpc>
                <a:spcPct val="90000"/>
              </a:lnSpc>
              <a:buAutoNum type="romanLcPeriod"/>
            </a:pPr>
            <a:r>
              <a:rPr lang="en-US" sz="2400" dirty="0">
                <a:solidFill>
                  <a:srgbClr val="FF0000"/>
                </a:solidFill>
                <a:effectLst>
                  <a:outerShdw blurRad="38100" dist="38100" dir="2700000" algn="tl">
                    <a:srgbClr val="DDDDDD"/>
                  </a:outerShdw>
                </a:effectLst>
              </a:rPr>
              <a:t>Statement of test hypothesis:</a:t>
            </a:r>
          </a:p>
          <a:p>
            <a:pPr defTabSz="238125">
              <a:lnSpc>
                <a:spcPct val="90000"/>
              </a:lnSpc>
            </a:pPr>
            <a:endParaRPr lang="en-US" sz="2400" dirty="0">
              <a:solidFill>
                <a:srgbClr val="FF0000"/>
              </a:solidFill>
              <a:effectLst>
                <a:outerShdw blurRad="38100" dist="38100" dir="2700000" algn="tl">
                  <a:srgbClr val="DDDDDD"/>
                </a:outerShdw>
              </a:effectLst>
            </a:endParaRPr>
          </a:p>
          <a:p>
            <a:pPr defTabSz="238125">
              <a:lnSpc>
                <a:spcPct val="90000"/>
              </a:lnSpc>
            </a:pPr>
            <a:r>
              <a:rPr lang="en-US" sz="2800" dirty="0">
                <a:effectLst>
                  <a:outerShdw blurRad="38100" dist="38100" dir="2700000" algn="tl">
                    <a:srgbClr val="DDDDDD"/>
                  </a:outerShdw>
                </a:effectLst>
              </a:rPr>
              <a:t>H</a:t>
            </a:r>
            <a:r>
              <a:rPr lang="en-US" sz="2800" baseline="-25000" dirty="0">
                <a:effectLst>
                  <a:outerShdw blurRad="38100" dist="38100" dir="2700000" algn="tl">
                    <a:srgbClr val="DDDDDD"/>
                  </a:outerShdw>
                </a:effectLst>
              </a:rPr>
              <a:t>0	</a:t>
            </a:r>
            <a:r>
              <a:rPr lang="en-US" sz="2800" dirty="0">
                <a:effectLst>
                  <a:outerShdw blurRad="38100" dist="38100" dir="2700000" algn="tl">
                    <a:srgbClr val="DDDDDD"/>
                  </a:outerShdw>
                </a:effectLst>
              </a:rPr>
              <a:t>:  </a:t>
            </a:r>
            <a:r>
              <a:rPr lang="en-US" sz="2800" dirty="0" err="1">
                <a:solidFill>
                  <a:srgbClr val="0070C0"/>
                </a:solidFill>
                <a:effectLst>
                  <a:outerShdw blurRad="38100" dist="38100" dir="2700000" algn="tl">
                    <a:srgbClr val="DDDDDD"/>
                  </a:outerShdw>
                </a:effectLst>
              </a:rPr>
              <a:t>p</a:t>
            </a:r>
            <a:r>
              <a:rPr lang="en-US" sz="2800" baseline="-25000" dirty="0" err="1">
                <a:solidFill>
                  <a:srgbClr val="0070C0"/>
                </a:solidFill>
                <a:effectLst>
                  <a:outerShdw blurRad="38100" dist="38100" dir="2700000" algn="tl">
                    <a:srgbClr val="DDDDDD"/>
                  </a:outerShdw>
                </a:effectLst>
              </a:rPr>
              <a:t>brown</a:t>
            </a:r>
            <a:r>
              <a:rPr lang="en-US" sz="2800" dirty="0">
                <a:solidFill>
                  <a:srgbClr val="0070C0"/>
                </a:solidFill>
                <a:effectLst>
                  <a:outerShdw blurRad="38100" dist="38100" dir="2700000" algn="tl">
                    <a:srgbClr val="DDDDDD"/>
                  </a:outerShdw>
                </a:effectLst>
              </a:rPr>
              <a:t> = 0.30, </a:t>
            </a:r>
            <a:r>
              <a:rPr lang="en-US" sz="2800" dirty="0" err="1">
                <a:solidFill>
                  <a:srgbClr val="0070C0"/>
                </a:solidFill>
                <a:effectLst>
                  <a:outerShdw blurRad="38100" dist="38100" dir="2700000" algn="tl">
                    <a:srgbClr val="DDDDDD"/>
                  </a:outerShdw>
                </a:effectLst>
              </a:rPr>
              <a:t>p</a:t>
            </a:r>
            <a:r>
              <a:rPr lang="en-US" sz="2800" baseline="-25000" dirty="0" err="1">
                <a:solidFill>
                  <a:srgbClr val="0070C0"/>
                </a:solidFill>
                <a:effectLst>
                  <a:outerShdw blurRad="38100" dist="38100" dir="2700000" algn="tl">
                    <a:srgbClr val="DDDDDD"/>
                  </a:outerShdw>
                </a:effectLst>
              </a:rPr>
              <a:t>yellow</a:t>
            </a:r>
            <a:r>
              <a:rPr lang="en-US" sz="2800" dirty="0">
                <a:solidFill>
                  <a:srgbClr val="0070C0"/>
                </a:solidFill>
                <a:effectLst>
                  <a:outerShdw blurRad="38100" dist="38100" dir="2700000" algn="tl">
                    <a:srgbClr val="DDDDDD"/>
                  </a:outerShdw>
                </a:effectLst>
              </a:rPr>
              <a:t> = 0.20, </a:t>
            </a:r>
            <a:r>
              <a:rPr lang="en-US" sz="2800" dirty="0" err="1">
                <a:solidFill>
                  <a:srgbClr val="0070C0"/>
                </a:solidFill>
                <a:effectLst>
                  <a:outerShdw blurRad="38100" dist="38100" dir="2700000" algn="tl">
                    <a:srgbClr val="DDDDDD"/>
                  </a:outerShdw>
                </a:effectLst>
              </a:rPr>
              <a:t>p</a:t>
            </a:r>
            <a:r>
              <a:rPr lang="en-US" sz="2800" baseline="-25000" dirty="0" err="1">
                <a:solidFill>
                  <a:srgbClr val="0070C0"/>
                </a:solidFill>
                <a:effectLst>
                  <a:outerShdw blurRad="38100" dist="38100" dir="2700000" algn="tl">
                    <a:srgbClr val="DDDDDD"/>
                  </a:outerShdw>
                </a:effectLst>
              </a:rPr>
              <a:t>red</a:t>
            </a:r>
            <a:r>
              <a:rPr lang="en-US" sz="2800" dirty="0">
                <a:solidFill>
                  <a:srgbClr val="0070C0"/>
                </a:solidFill>
                <a:effectLst>
                  <a:outerShdw blurRad="38100" dist="38100" dir="2700000" algn="tl">
                    <a:srgbClr val="DDDDDD"/>
                  </a:outerShdw>
                </a:effectLst>
              </a:rPr>
              <a:t> = 0.20, </a:t>
            </a:r>
          </a:p>
          <a:p>
            <a:pPr defTabSz="238125">
              <a:lnSpc>
                <a:spcPct val="90000"/>
              </a:lnSpc>
            </a:pPr>
            <a:r>
              <a:rPr lang="en-US" sz="2800" dirty="0">
                <a:solidFill>
                  <a:srgbClr val="0070C0"/>
                </a:solidFill>
                <a:effectLst>
                  <a:outerShdw blurRad="38100" dist="38100" dir="2700000" algn="tl">
                    <a:srgbClr val="DDDDDD"/>
                  </a:outerShdw>
                </a:effectLst>
              </a:rPr>
              <a:t>         </a:t>
            </a:r>
            <a:r>
              <a:rPr lang="en-US" sz="2800" dirty="0" err="1">
                <a:solidFill>
                  <a:srgbClr val="0070C0"/>
                </a:solidFill>
                <a:effectLst>
                  <a:outerShdw blurRad="38100" dist="38100" dir="2700000" algn="tl">
                    <a:srgbClr val="DDDDDD"/>
                  </a:outerShdw>
                </a:effectLst>
              </a:rPr>
              <a:t>p</a:t>
            </a:r>
            <a:r>
              <a:rPr lang="en-US" sz="2800" baseline="-25000" dirty="0" err="1">
                <a:solidFill>
                  <a:srgbClr val="0070C0"/>
                </a:solidFill>
                <a:effectLst>
                  <a:outerShdw blurRad="38100" dist="38100" dir="2700000" algn="tl">
                    <a:srgbClr val="DDDDDD"/>
                  </a:outerShdw>
                </a:effectLst>
              </a:rPr>
              <a:t>orange</a:t>
            </a:r>
            <a:r>
              <a:rPr lang="en-US" sz="2800" dirty="0">
                <a:solidFill>
                  <a:srgbClr val="0070C0"/>
                </a:solidFill>
                <a:effectLst>
                  <a:outerShdw blurRad="38100" dist="38100" dir="2700000" algn="tl">
                    <a:srgbClr val="DDDDDD"/>
                  </a:outerShdw>
                </a:effectLst>
              </a:rPr>
              <a:t> = 0.10, 	</a:t>
            </a:r>
            <a:r>
              <a:rPr lang="en-US" sz="2800" dirty="0" err="1">
                <a:solidFill>
                  <a:srgbClr val="0070C0"/>
                </a:solidFill>
                <a:effectLst>
                  <a:outerShdw blurRad="38100" dist="38100" dir="2700000" algn="tl">
                    <a:srgbClr val="DDDDDD"/>
                  </a:outerShdw>
                </a:effectLst>
              </a:rPr>
              <a:t>p</a:t>
            </a:r>
            <a:r>
              <a:rPr lang="en-US" sz="2800" baseline="-25000" dirty="0" err="1">
                <a:solidFill>
                  <a:srgbClr val="0070C0"/>
                </a:solidFill>
                <a:effectLst>
                  <a:outerShdw blurRad="38100" dist="38100" dir="2700000" algn="tl">
                    <a:srgbClr val="DDDDDD"/>
                  </a:outerShdw>
                </a:effectLst>
              </a:rPr>
              <a:t>green</a:t>
            </a:r>
            <a:r>
              <a:rPr lang="en-US" sz="2800" dirty="0">
                <a:solidFill>
                  <a:srgbClr val="0070C0"/>
                </a:solidFill>
                <a:effectLst>
                  <a:outerShdw blurRad="38100" dist="38100" dir="2700000" algn="tl">
                    <a:srgbClr val="DDDDDD"/>
                  </a:outerShdw>
                </a:effectLst>
              </a:rPr>
              <a:t> = 0.10, </a:t>
            </a:r>
            <a:r>
              <a:rPr lang="en-US" sz="2800" dirty="0" err="1">
                <a:solidFill>
                  <a:srgbClr val="0070C0"/>
                </a:solidFill>
                <a:effectLst>
                  <a:outerShdw blurRad="38100" dist="38100" dir="2700000" algn="tl">
                    <a:srgbClr val="DDDDDD"/>
                  </a:outerShdw>
                </a:effectLst>
              </a:rPr>
              <a:t>p</a:t>
            </a:r>
            <a:r>
              <a:rPr lang="en-US" sz="2800" baseline="-25000" dirty="0" err="1">
                <a:solidFill>
                  <a:srgbClr val="0070C0"/>
                </a:solidFill>
                <a:effectLst>
                  <a:outerShdw blurRad="38100" dist="38100" dir="2700000" algn="tl">
                    <a:srgbClr val="DDDDDD"/>
                  </a:outerShdw>
                </a:effectLst>
              </a:rPr>
              <a:t>blue</a:t>
            </a:r>
            <a:r>
              <a:rPr lang="en-US" sz="2800" dirty="0">
                <a:solidFill>
                  <a:srgbClr val="0070C0"/>
                </a:solidFill>
                <a:effectLst>
                  <a:outerShdw blurRad="38100" dist="38100" dir="2700000" algn="tl">
                    <a:srgbClr val="DDDDDD"/>
                  </a:outerShdw>
                </a:effectLst>
              </a:rPr>
              <a:t> = 0.10.</a:t>
            </a:r>
          </a:p>
          <a:p>
            <a:pPr defTabSz="238125">
              <a:lnSpc>
                <a:spcPct val="90000"/>
              </a:lnSpc>
            </a:pPr>
            <a:endParaRPr lang="en-US" sz="2800" dirty="0">
              <a:solidFill>
                <a:srgbClr val="0070C0"/>
              </a:solidFill>
              <a:effectLst>
                <a:outerShdw blurRad="38100" dist="38100" dir="2700000" algn="tl">
                  <a:srgbClr val="DDDDDD"/>
                </a:outerShdw>
              </a:effectLst>
            </a:endParaRPr>
          </a:p>
          <a:p>
            <a:pPr defTabSz="238125">
              <a:spcBef>
                <a:spcPts val="24"/>
              </a:spcBef>
            </a:pPr>
            <a:r>
              <a:rPr lang="en-US" sz="2800" dirty="0">
                <a:solidFill>
                  <a:srgbClr val="000000"/>
                </a:solidFill>
                <a:effectLst>
                  <a:outerShdw blurRad="38100" dist="38100" dir="2700000" algn="tl">
                    <a:srgbClr val="DDDDDD"/>
                  </a:outerShdw>
                </a:effectLst>
              </a:rPr>
              <a:t>H</a:t>
            </a:r>
            <a:r>
              <a:rPr lang="en-US" sz="2800" baseline="-25000" dirty="0">
                <a:solidFill>
                  <a:srgbClr val="000000"/>
                </a:solidFill>
                <a:effectLst>
                  <a:outerShdw blurRad="38100" dist="38100" dir="2700000" algn="tl">
                    <a:srgbClr val="DDDDDD"/>
                  </a:outerShdw>
                </a:effectLst>
              </a:rPr>
              <a:t>1</a:t>
            </a:r>
            <a:r>
              <a:rPr lang="en-US" sz="2800" dirty="0">
                <a:solidFill>
                  <a:srgbClr val="000000"/>
                </a:solidFill>
                <a:effectLst>
                  <a:outerShdw blurRad="38100" dist="38100" dir="2700000" algn="tl">
                    <a:srgbClr val="DDDDDD"/>
                  </a:outerShdw>
                </a:effectLst>
              </a:rPr>
              <a:t>:</a:t>
            </a:r>
            <a:r>
              <a:rPr lang="en-US" sz="2800" dirty="0">
                <a:solidFill>
                  <a:srgbClr val="FF0000"/>
                </a:solidFill>
                <a:effectLst>
                  <a:outerShdw blurRad="38100" dist="38100" dir="2700000" algn="tl">
                    <a:srgbClr val="DDDDDD"/>
                  </a:outerShdw>
                </a:effectLst>
              </a:rPr>
              <a:t>	  </a:t>
            </a:r>
            <a:r>
              <a:rPr lang="en-US" sz="2800" dirty="0">
                <a:solidFill>
                  <a:srgbClr val="0070C0"/>
                </a:solidFill>
                <a:effectLst>
                  <a:outerShdw blurRad="38100" dist="38100" dir="2700000" algn="tl">
                    <a:srgbClr val="DDDDDD"/>
                  </a:outerShdw>
                </a:effectLst>
              </a:rPr>
              <a:t>At least one of the proportions is different from the</a:t>
            </a:r>
          </a:p>
          <a:p>
            <a:pPr defTabSz="238125">
              <a:spcBef>
                <a:spcPts val="24"/>
              </a:spcBef>
            </a:pPr>
            <a:r>
              <a:rPr lang="en-US" sz="2800" dirty="0">
                <a:solidFill>
                  <a:srgbClr val="0070C0"/>
                </a:solidFill>
                <a:effectLst>
                  <a:outerShdw blurRad="38100" dist="38100" dir="2700000" algn="tl">
                    <a:srgbClr val="DDDDDD"/>
                  </a:outerShdw>
                </a:effectLst>
              </a:rPr>
              <a:t>        claimed value.</a:t>
            </a:r>
          </a:p>
        </p:txBody>
      </p:sp>
      <p:sp>
        <p:nvSpPr>
          <p:cNvPr id="63494" name="Rectangle 2"/>
          <p:cNvSpPr>
            <a:spLocks noGrp="1" noChangeArrowheads="1"/>
          </p:cNvSpPr>
          <p:nvPr>
            <p:ph type="title"/>
          </p:nvPr>
        </p:nvSpPr>
        <p:spPr>
          <a:xfrm>
            <a:off x="3647728" y="274638"/>
            <a:ext cx="6563072" cy="706090"/>
          </a:xfrm>
        </p:spPr>
        <p:style>
          <a:lnRef idx="2">
            <a:schemeClr val="accent3"/>
          </a:lnRef>
          <a:fillRef idx="1">
            <a:schemeClr val="lt1"/>
          </a:fillRef>
          <a:effectRef idx="0">
            <a:schemeClr val="accent3"/>
          </a:effectRef>
          <a:fontRef idx="minor">
            <a:schemeClr val="dk1"/>
          </a:fontRef>
        </p:style>
        <p:txBody>
          <a:bodyPr/>
          <a:lstStyle/>
          <a:p>
            <a:pPr eaLnBrk="1" hangingPunct="1"/>
            <a:r>
              <a:rPr lang="en-US" dirty="0">
                <a:latin typeface="Arial" charset="0"/>
              </a:rPr>
              <a:t>Example 4 - Solution</a:t>
            </a:r>
          </a:p>
        </p:txBody>
      </p:sp>
      <p:sp>
        <p:nvSpPr>
          <p:cNvPr id="2" name="Slide Number Placeholder 1"/>
          <p:cNvSpPr>
            <a:spLocks noGrp="1"/>
          </p:cNvSpPr>
          <p:nvPr>
            <p:ph type="sldNum" sz="quarter" idx="10"/>
          </p:nvPr>
        </p:nvSpPr>
        <p:spPr/>
        <p:txBody>
          <a:bodyPr/>
          <a:lstStyle/>
          <a:p>
            <a:pPr>
              <a:defRPr/>
            </a:pPr>
            <a:fld id="{72AD96D6-FCAC-BF48-A744-D10BE5BBB539}" type="slidenum">
              <a:rPr lang="en-US" smtClean="0"/>
              <a:pPr>
                <a:defRPr/>
              </a:pPr>
              <a:t>42</a:t>
            </a:fld>
            <a:endParaRPr lang="en-US"/>
          </a:p>
        </p:txBody>
      </p:sp>
    </p:spTree>
    <p:extLst>
      <p:ext uri="{BB962C8B-B14F-4D97-AF65-F5344CB8AC3E}">
        <p14:creationId xmlns:p14="http://schemas.microsoft.com/office/powerpoint/2010/main" val="751466590"/>
      </p:ext>
    </p:extLst>
  </p:cSld>
  <p:clrMapOvr>
    <a:masterClrMapping/>
  </p:clrMapOvr>
  <p:transition>
    <p:wipe dir="d"/>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24" name="Rectangle 12"/>
          <p:cNvSpPr>
            <a:spLocks noChangeArrowheads="1"/>
          </p:cNvSpPr>
          <p:nvPr/>
        </p:nvSpPr>
        <p:spPr bwMode="auto">
          <a:xfrm>
            <a:off x="3633789" y="3646488"/>
            <a:ext cx="5800725" cy="27489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nSpc>
                <a:spcPct val="90000"/>
              </a:lnSpc>
            </a:pPr>
            <a:r>
              <a:rPr lang="en-US">
                <a:effectLst>
                  <a:outerShdw blurRad="38100" dist="38100" dir="2700000" algn="tl">
                    <a:srgbClr val="DDDDDD"/>
                  </a:outerShdw>
                </a:effectLst>
              </a:rPr>
              <a:t>    Brown </a:t>
            </a:r>
            <a:r>
              <a:rPr lang="en-US" sz="3200">
                <a:effectLst>
                  <a:outerShdw blurRad="38100" dist="38100" dir="2700000" algn="tl">
                    <a:srgbClr val="DDDDDD"/>
                  </a:outerShdw>
                </a:effectLst>
                <a:latin typeface="Times New Roman" charset="0"/>
              </a:rPr>
              <a:t>E</a:t>
            </a:r>
            <a:r>
              <a:rPr lang="en-US">
                <a:effectLst>
                  <a:outerShdw blurRad="38100" dist="38100" dir="2700000" algn="tl">
                    <a:srgbClr val="DDDDDD"/>
                  </a:outerShdw>
                </a:effectLst>
              </a:rPr>
              <a:t> =</a:t>
            </a:r>
            <a:r>
              <a:rPr lang="en-US" sz="2800" i="1">
                <a:effectLst>
                  <a:outerShdw blurRad="38100" dist="38100" dir="2700000" algn="tl">
                    <a:srgbClr val="DDDDDD"/>
                  </a:outerShdw>
                </a:effectLst>
                <a:latin typeface="Times New Roman" charset="0"/>
              </a:rPr>
              <a:t> np</a:t>
            </a:r>
            <a:r>
              <a:rPr lang="en-US">
                <a:effectLst>
                  <a:outerShdw blurRad="38100" dist="38100" dir="2700000" algn="tl">
                    <a:srgbClr val="DDDDDD"/>
                  </a:outerShdw>
                </a:effectLst>
              </a:rPr>
              <a:t> = (100)(0.30) = 30</a:t>
            </a:r>
          </a:p>
          <a:p>
            <a:pPr>
              <a:lnSpc>
                <a:spcPct val="90000"/>
              </a:lnSpc>
            </a:pPr>
            <a:r>
              <a:rPr lang="en-US">
                <a:effectLst>
                  <a:outerShdw blurRad="38100" dist="38100" dir="2700000" algn="tl">
                    <a:srgbClr val="DDDDDD"/>
                  </a:outerShdw>
                </a:effectLst>
              </a:rPr>
              <a:t>    Yellow </a:t>
            </a:r>
            <a:r>
              <a:rPr lang="en-US" sz="3200">
                <a:effectLst>
                  <a:outerShdw blurRad="38100" dist="38100" dir="2700000" algn="tl">
                    <a:srgbClr val="DDDDDD"/>
                  </a:outerShdw>
                </a:effectLst>
                <a:latin typeface="Times New Roman" charset="0"/>
              </a:rPr>
              <a:t>E</a:t>
            </a:r>
            <a:r>
              <a:rPr lang="en-US">
                <a:effectLst>
                  <a:outerShdw blurRad="38100" dist="38100" dir="2700000" algn="tl">
                    <a:srgbClr val="DDDDDD"/>
                  </a:outerShdw>
                </a:effectLst>
              </a:rPr>
              <a:t> =</a:t>
            </a:r>
            <a:r>
              <a:rPr lang="en-US" sz="2800" i="1">
                <a:effectLst>
                  <a:outerShdw blurRad="38100" dist="38100" dir="2700000" algn="tl">
                    <a:srgbClr val="DDDDDD"/>
                  </a:outerShdw>
                </a:effectLst>
                <a:latin typeface="Times New Roman" charset="0"/>
              </a:rPr>
              <a:t> np</a:t>
            </a:r>
            <a:r>
              <a:rPr lang="en-US">
                <a:effectLst>
                  <a:outerShdw blurRad="38100" dist="38100" dir="2700000" algn="tl">
                    <a:srgbClr val="DDDDDD"/>
                  </a:outerShdw>
                </a:effectLst>
              </a:rPr>
              <a:t> = (100)(0.20) = 20</a:t>
            </a:r>
          </a:p>
          <a:p>
            <a:pPr>
              <a:lnSpc>
                <a:spcPct val="90000"/>
              </a:lnSpc>
            </a:pPr>
            <a:r>
              <a:rPr lang="en-US">
                <a:effectLst>
                  <a:outerShdw blurRad="38100" dist="38100" dir="2700000" algn="tl">
                    <a:srgbClr val="DDDDDD"/>
                  </a:outerShdw>
                </a:effectLst>
              </a:rPr>
              <a:t>         Red </a:t>
            </a:r>
            <a:r>
              <a:rPr lang="en-US" sz="3200">
                <a:effectLst>
                  <a:outerShdw blurRad="38100" dist="38100" dir="2700000" algn="tl">
                    <a:srgbClr val="DDDDDD"/>
                  </a:outerShdw>
                </a:effectLst>
                <a:latin typeface="Times New Roman" charset="0"/>
              </a:rPr>
              <a:t>E</a:t>
            </a:r>
            <a:r>
              <a:rPr lang="en-US">
                <a:effectLst>
                  <a:outerShdw blurRad="38100" dist="38100" dir="2700000" algn="tl">
                    <a:srgbClr val="DDDDDD"/>
                  </a:outerShdw>
                </a:effectLst>
              </a:rPr>
              <a:t> =</a:t>
            </a:r>
            <a:r>
              <a:rPr lang="en-US" sz="2800" i="1">
                <a:effectLst>
                  <a:outerShdw blurRad="38100" dist="38100" dir="2700000" algn="tl">
                    <a:srgbClr val="DDDDDD"/>
                  </a:outerShdw>
                </a:effectLst>
                <a:latin typeface="Times New Roman" charset="0"/>
              </a:rPr>
              <a:t> np</a:t>
            </a:r>
            <a:r>
              <a:rPr lang="en-US">
                <a:effectLst>
                  <a:outerShdw blurRad="38100" dist="38100" dir="2700000" algn="tl">
                    <a:srgbClr val="DDDDDD"/>
                  </a:outerShdw>
                </a:effectLst>
              </a:rPr>
              <a:t> = (100)(0.20) = 20</a:t>
            </a:r>
          </a:p>
          <a:p>
            <a:pPr>
              <a:lnSpc>
                <a:spcPct val="90000"/>
              </a:lnSpc>
            </a:pPr>
            <a:r>
              <a:rPr lang="en-US">
                <a:effectLst>
                  <a:outerShdw blurRad="38100" dist="38100" dir="2700000" algn="tl">
                    <a:srgbClr val="DDDDDD"/>
                  </a:outerShdw>
                </a:effectLst>
              </a:rPr>
              <a:t>   Orange </a:t>
            </a:r>
            <a:r>
              <a:rPr lang="en-US" sz="3200">
                <a:effectLst>
                  <a:outerShdw blurRad="38100" dist="38100" dir="2700000" algn="tl">
                    <a:srgbClr val="DDDDDD"/>
                  </a:outerShdw>
                </a:effectLst>
                <a:latin typeface="Times New Roman" charset="0"/>
              </a:rPr>
              <a:t>E</a:t>
            </a:r>
            <a:r>
              <a:rPr lang="en-US">
                <a:effectLst>
                  <a:outerShdw blurRad="38100" dist="38100" dir="2700000" algn="tl">
                    <a:srgbClr val="DDDDDD"/>
                  </a:outerShdw>
                </a:effectLst>
              </a:rPr>
              <a:t> =</a:t>
            </a:r>
            <a:r>
              <a:rPr lang="en-US" sz="2800" i="1">
                <a:effectLst>
                  <a:outerShdw blurRad="38100" dist="38100" dir="2700000" algn="tl">
                    <a:srgbClr val="DDDDDD"/>
                  </a:outerShdw>
                </a:effectLst>
                <a:latin typeface="Times New Roman" charset="0"/>
              </a:rPr>
              <a:t> np</a:t>
            </a:r>
            <a:r>
              <a:rPr lang="en-US">
                <a:effectLst>
                  <a:outerShdw blurRad="38100" dist="38100" dir="2700000" algn="tl">
                    <a:srgbClr val="DDDDDD"/>
                  </a:outerShdw>
                </a:effectLst>
              </a:rPr>
              <a:t> = (100)(0.10) = 10</a:t>
            </a:r>
          </a:p>
          <a:p>
            <a:pPr>
              <a:lnSpc>
                <a:spcPct val="90000"/>
              </a:lnSpc>
            </a:pPr>
            <a:r>
              <a:rPr lang="en-US">
                <a:effectLst>
                  <a:outerShdw blurRad="38100" dist="38100" dir="2700000" algn="tl">
                    <a:srgbClr val="DDDDDD"/>
                  </a:outerShdw>
                </a:effectLst>
              </a:rPr>
              <a:t>     Green </a:t>
            </a:r>
            <a:r>
              <a:rPr lang="en-US" sz="3200">
                <a:effectLst>
                  <a:outerShdw blurRad="38100" dist="38100" dir="2700000" algn="tl">
                    <a:srgbClr val="DDDDDD"/>
                  </a:outerShdw>
                </a:effectLst>
                <a:latin typeface="Times New Roman" charset="0"/>
              </a:rPr>
              <a:t>E</a:t>
            </a:r>
            <a:r>
              <a:rPr lang="en-US">
                <a:effectLst>
                  <a:outerShdw blurRad="38100" dist="38100" dir="2700000" algn="tl">
                    <a:srgbClr val="DDDDDD"/>
                  </a:outerShdw>
                </a:effectLst>
              </a:rPr>
              <a:t> =</a:t>
            </a:r>
            <a:r>
              <a:rPr lang="en-US" sz="2800" i="1">
                <a:effectLst>
                  <a:outerShdw blurRad="38100" dist="38100" dir="2700000" algn="tl">
                    <a:srgbClr val="DDDDDD"/>
                  </a:outerShdw>
                </a:effectLst>
                <a:latin typeface="Times New Roman" charset="0"/>
              </a:rPr>
              <a:t> np</a:t>
            </a:r>
            <a:r>
              <a:rPr lang="en-US">
                <a:effectLst>
                  <a:outerShdw blurRad="38100" dist="38100" dir="2700000" algn="tl">
                    <a:srgbClr val="DDDDDD"/>
                  </a:outerShdw>
                </a:effectLst>
              </a:rPr>
              <a:t> = (100)(0.10) = 10</a:t>
            </a:r>
          </a:p>
          <a:p>
            <a:pPr>
              <a:lnSpc>
                <a:spcPct val="90000"/>
              </a:lnSpc>
            </a:pPr>
            <a:r>
              <a:rPr lang="en-US">
                <a:effectLst>
                  <a:outerShdw blurRad="38100" dist="38100" dir="2700000" algn="tl">
                    <a:srgbClr val="DDDDDD"/>
                  </a:outerShdw>
                </a:effectLst>
              </a:rPr>
              <a:t>        Blue </a:t>
            </a:r>
            <a:r>
              <a:rPr lang="en-US" sz="3200">
                <a:effectLst>
                  <a:outerShdw blurRad="38100" dist="38100" dir="2700000" algn="tl">
                    <a:srgbClr val="DDDDDD"/>
                  </a:outerShdw>
                </a:effectLst>
                <a:latin typeface="Times New Roman" charset="0"/>
              </a:rPr>
              <a:t>E</a:t>
            </a:r>
            <a:r>
              <a:rPr lang="en-US">
                <a:effectLst>
                  <a:outerShdw blurRad="38100" dist="38100" dir="2700000" algn="tl">
                    <a:srgbClr val="DDDDDD"/>
                  </a:outerShdw>
                </a:effectLst>
              </a:rPr>
              <a:t> =</a:t>
            </a:r>
            <a:r>
              <a:rPr lang="en-US" sz="2800" i="1">
                <a:effectLst>
                  <a:outerShdw blurRad="38100" dist="38100" dir="2700000" algn="tl">
                    <a:srgbClr val="DDDDDD"/>
                  </a:outerShdw>
                </a:effectLst>
                <a:latin typeface="Times New Roman" charset="0"/>
              </a:rPr>
              <a:t> np</a:t>
            </a:r>
            <a:r>
              <a:rPr lang="en-US">
                <a:effectLst>
                  <a:outerShdw blurRad="38100" dist="38100" dir="2700000" algn="tl">
                    <a:srgbClr val="DDDDDD"/>
                  </a:outerShdw>
                </a:effectLst>
              </a:rPr>
              <a:t> = (100)(0.10) = 10</a:t>
            </a:r>
          </a:p>
        </p:txBody>
      </p:sp>
      <p:sp>
        <p:nvSpPr>
          <p:cNvPr id="2" name="Slide Number Placeholder 1"/>
          <p:cNvSpPr>
            <a:spLocks noGrp="1"/>
          </p:cNvSpPr>
          <p:nvPr>
            <p:ph type="sldNum" sz="quarter" idx="10"/>
          </p:nvPr>
        </p:nvSpPr>
        <p:spPr/>
        <p:txBody>
          <a:bodyPr/>
          <a:lstStyle/>
          <a:p>
            <a:pPr>
              <a:defRPr/>
            </a:pPr>
            <a:fld id="{72AD96D6-FCAC-BF48-A744-D10BE5BBB539}" type="slidenum">
              <a:rPr lang="en-US" smtClean="0"/>
              <a:pPr>
                <a:defRPr/>
              </a:pPr>
              <a:t>43</a:t>
            </a:fld>
            <a:endParaRPr lang="en-US"/>
          </a:p>
        </p:txBody>
      </p:sp>
      <p:grpSp>
        <p:nvGrpSpPr>
          <p:cNvPr id="16" name="Group 11"/>
          <p:cNvGrpSpPr>
            <a:grpSpLocks/>
          </p:cNvGrpSpPr>
          <p:nvPr/>
        </p:nvGrpSpPr>
        <p:grpSpPr bwMode="auto">
          <a:xfrm>
            <a:off x="1991545" y="1412776"/>
            <a:ext cx="7500939" cy="1676400"/>
            <a:chOff x="418" y="1208"/>
            <a:chExt cx="4725" cy="1056"/>
          </a:xfrm>
        </p:grpSpPr>
        <p:sp>
          <p:nvSpPr>
            <p:cNvPr id="17" name="Rectangle 3"/>
            <p:cNvSpPr>
              <a:spLocks noChangeArrowheads="1"/>
            </p:cNvSpPr>
            <p:nvPr/>
          </p:nvSpPr>
          <p:spPr bwMode="auto">
            <a:xfrm>
              <a:off x="431" y="1208"/>
              <a:ext cx="4701" cy="1056"/>
            </a:xfrm>
            <a:prstGeom prst="rect">
              <a:avLst/>
            </a:prstGeom>
            <a:solidFill>
              <a:srgbClr val="FFFFFF"/>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a:effectLst>
                  <a:outerShdw blurRad="38100" dist="38100" dir="2700000" algn="tl">
                    <a:srgbClr val="000000">
                      <a:alpha val="43137"/>
                    </a:srgbClr>
                  </a:outerShdw>
                </a:effectLst>
                <a:ea typeface="ＭＳ Ｐゴシック" pitchFamily="34" charset="-128"/>
                <a:cs typeface="+mn-cs"/>
              </a:endParaRPr>
            </a:p>
          </p:txBody>
        </p:sp>
        <p:sp>
          <p:nvSpPr>
            <p:cNvPr id="18" name="Rectangle 4"/>
            <p:cNvSpPr>
              <a:spLocks noChangeArrowheads="1"/>
            </p:cNvSpPr>
            <p:nvPr/>
          </p:nvSpPr>
          <p:spPr bwMode="auto">
            <a:xfrm>
              <a:off x="418" y="1208"/>
              <a:ext cx="4725" cy="244"/>
            </a:xfrm>
            <a:prstGeom prst="rect">
              <a:avLst/>
            </a:prstGeom>
            <a:solidFill>
              <a:srgbClr val="C1CEFF"/>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a:effectLst>
                  <a:outerShdw blurRad="38100" dist="38100" dir="2700000" algn="tl">
                    <a:srgbClr val="000000">
                      <a:alpha val="43137"/>
                    </a:srgbClr>
                  </a:outerShdw>
                </a:effectLst>
                <a:ea typeface="ＭＳ Ｐゴシック" pitchFamily="34" charset="-128"/>
                <a:cs typeface="+mn-cs"/>
              </a:endParaRPr>
            </a:p>
          </p:txBody>
        </p:sp>
        <p:sp>
          <p:nvSpPr>
            <p:cNvPr id="19" name="Rectangle 5"/>
            <p:cNvSpPr>
              <a:spLocks noChangeArrowheads="1"/>
            </p:cNvSpPr>
            <p:nvPr/>
          </p:nvSpPr>
          <p:spPr bwMode="auto">
            <a:xfrm>
              <a:off x="723" y="1582"/>
              <a:ext cx="4035" cy="2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8" tIns="44450" rIns="90488" bIns="44450">
              <a:spAutoFit/>
            </a:bodyPr>
            <a:lstStyle/>
            <a:p>
              <a:pPr>
                <a:lnSpc>
                  <a:spcPct val="90000"/>
                </a:lnSpc>
              </a:pPr>
              <a:r>
                <a:rPr lang="en-US" dirty="0"/>
                <a:t>                                        </a:t>
              </a:r>
              <a:r>
                <a:rPr lang="en-US" b="1" dirty="0"/>
                <a:t>Brown   Yellow   Red   Orange   Green   Blue</a:t>
              </a:r>
            </a:p>
          </p:txBody>
        </p:sp>
        <p:sp>
          <p:nvSpPr>
            <p:cNvPr id="20" name="Rectangle 6"/>
            <p:cNvSpPr>
              <a:spLocks noChangeArrowheads="1"/>
            </p:cNvSpPr>
            <p:nvPr/>
          </p:nvSpPr>
          <p:spPr bwMode="auto">
            <a:xfrm>
              <a:off x="614" y="1870"/>
              <a:ext cx="4324" cy="2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8" tIns="44450" rIns="90488" bIns="44450">
              <a:spAutoFit/>
            </a:bodyPr>
            <a:lstStyle/>
            <a:p>
              <a:pPr>
                <a:lnSpc>
                  <a:spcPct val="90000"/>
                </a:lnSpc>
              </a:pPr>
              <a:r>
                <a:rPr lang="en-US" b="1" dirty="0"/>
                <a:t>Observed frequency           33          26        21        8               7             5     </a:t>
              </a:r>
            </a:p>
          </p:txBody>
        </p:sp>
        <p:sp>
          <p:nvSpPr>
            <p:cNvPr id="21" name="Rectangle 7"/>
            <p:cNvSpPr>
              <a:spLocks noChangeArrowheads="1"/>
            </p:cNvSpPr>
            <p:nvPr/>
          </p:nvSpPr>
          <p:spPr bwMode="auto">
            <a:xfrm>
              <a:off x="430" y="1242"/>
              <a:ext cx="2137" cy="2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8" tIns="44450" rIns="90488" bIns="44450">
              <a:spAutoFit/>
            </a:bodyPr>
            <a:lstStyle/>
            <a:p>
              <a:pPr>
                <a:lnSpc>
                  <a:spcPct val="90000"/>
                </a:lnSpc>
              </a:pPr>
              <a:r>
                <a:rPr lang="en-US" sz="2000" b="1" dirty="0"/>
                <a:t>Frequencies of M&amp;Ms candies</a:t>
              </a:r>
            </a:p>
          </p:txBody>
        </p:sp>
        <p:sp>
          <p:nvSpPr>
            <p:cNvPr id="22" name="Line 8"/>
            <p:cNvSpPr>
              <a:spLocks noChangeShapeType="1"/>
            </p:cNvSpPr>
            <p:nvPr/>
          </p:nvSpPr>
          <p:spPr bwMode="auto">
            <a:xfrm>
              <a:off x="543" y="1793"/>
              <a:ext cx="445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a:effectLst>
                  <a:outerShdw blurRad="38100" dist="38100" dir="2700000" algn="tl">
                    <a:srgbClr val="000000">
                      <a:alpha val="43137"/>
                    </a:srgbClr>
                  </a:outerShdw>
                </a:effectLst>
                <a:ea typeface="ＭＳ Ｐゴシック" pitchFamily="34" charset="-128"/>
                <a:cs typeface="+mn-cs"/>
              </a:endParaRPr>
            </a:p>
          </p:txBody>
        </p:sp>
        <p:sp>
          <p:nvSpPr>
            <p:cNvPr id="23" name="Line 9"/>
            <p:cNvSpPr>
              <a:spLocks noChangeShapeType="1"/>
            </p:cNvSpPr>
            <p:nvPr/>
          </p:nvSpPr>
          <p:spPr bwMode="auto">
            <a:xfrm>
              <a:off x="520" y="2134"/>
              <a:ext cx="444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a:effectLst>
                  <a:outerShdw blurRad="38100" dist="38100" dir="2700000" algn="tl">
                    <a:srgbClr val="000000">
                      <a:alpha val="43137"/>
                    </a:srgbClr>
                  </a:outerShdw>
                </a:effectLst>
                <a:ea typeface="ＭＳ Ｐゴシック" pitchFamily="34" charset="-128"/>
                <a:cs typeface="+mn-cs"/>
              </a:endParaRPr>
            </a:p>
          </p:txBody>
        </p:sp>
        <p:sp>
          <p:nvSpPr>
            <p:cNvPr id="24" name="Line 10"/>
            <p:cNvSpPr>
              <a:spLocks noChangeShapeType="1"/>
            </p:cNvSpPr>
            <p:nvPr/>
          </p:nvSpPr>
          <p:spPr bwMode="auto">
            <a:xfrm flipV="1">
              <a:off x="2042" y="1524"/>
              <a:ext cx="0" cy="596"/>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a:effectLst>
                  <a:outerShdw blurRad="38100" dist="38100" dir="2700000" algn="tl">
                    <a:srgbClr val="000000">
                      <a:alpha val="43137"/>
                    </a:srgbClr>
                  </a:outerShdw>
                </a:effectLst>
                <a:ea typeface="ＭＳ Ｐゴシック" pitchFamily="34" charset="-128"/>
                <a:cs typeface="+mn-cs"/>
              </a:endParaRPr>
            </a:p>
          </p:txBody>
        </p:sp>
      </p:grpSp>
      <p:sp>
        <p:nvSpPr>
          <p:cNvPr id="25" name="Rectangle 4"/>
          <p:cNvSpPr>
            <a:spLocks noChangeArrowheads="1"/>
          </p:cNvSpPr>
          <p:nvPr/>
        </p:nvSpPr>
        <p:spPr bwMode="auto">
          <a:xfrm>
            <a:off x="2051446" y="3212976"/>
            <a:ext cx="7500939" cy="387350"/>
          </a:xfrm>
          <a:prstGeom prst="rect">
            <a:avLst/>
          </a:prstGeom>
          <a:solidFill>
            <a:srgbClr val="C1CEFF"/>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a:effectLst>
                <a:outerShdw blurRad="38100" dist="38100" dir="2700000" algn="tl">
                  <a:srgbClr val="000000">
                    <a:alpha val="43137"/>
                  </a:srgbClr>
                </a:outerShdw>
              </a:effectLst>
              <a:ea typeface="ＭＳ Ｐゴシック" pitchFamily="34" charset="-128"/>
              <a:cs typeface="+mn-cs"/>
            </a:endParaRPr>
          </a:p>
        </p:txBody>
      </p:sp>
      <p:sp>
        <p:nvSpPr>
          <p:cNvPr id="26" name="Rectangle 7"/>
          <p:cNvSpPr>
            <a:spLocks noChangeArrowheads="1"/>
          </p:cNvSpPr>
          <p:nvPr/>
        </p:nvSpPr>
        <p:spPr bwMode="auto">
          <a:xfrm>
            <a:off x="1991545" y="3212977"/>
            <a:ext cx="2351807" cy="3718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8" tIns="44450" rIns="90488" bIns="44450">
            <a:spAutoFit/>
          </a:bodyPr>
          <a:lstStyle/>
          <a:p>
            <a:pPr>
              <a:lnSpc>
                <a:spcPct val="90000"/>
              </a:lnSpc>
            </a:pPr>
            <a:r>
              <a:rPr lang="en-US" sz="2000" b="1" dirty="0"/>
              <a:t>Expected frequency:</a:t>
            </a:r>
          </a:p>
        </p:txBody>
      </p:sp>
      <p:sp>
        <p:nvSpPr>
          <p:cNvPr id="38925" name="Rectangle 13"/>
          <p:cNvSpPr>
            <a:spLocks noChangeArrowheads="1"/>
          </p:cNvSpPr>
          <p:nvPr/>
        </p:nvSpPr>
        <p:spPr bwMode="auto">
          <a:xfrm>
            <a:off x="9264352" y="2348880"/>
            <a:ext cx="1296144" cy="428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a:lnSpc>
                <a:spcPct val="90000"/>
              </a:lnSpc>
            </a:pPr>
            <a:r>
              <a:rPr lang="en-US" sz="2400" i="1" dirty="0">
                <a:solidFill>
                  <a:srgbClr val="000000"/>
                </a:solidFill>
                <a:effectLst>
                  <a:outerShdw blurRad="38100" dist="38100" dir="2700000" algn="tl">
                    <a:srgbClr val="DDDDDD"/>
                  </a:outerShdw>
                </a:effectLst>
              </a:rPr>
              <a:t>n</a:t>
            </a:r>
            <a:r>
              <a:rPr lang="en-US" sz="2400" dirty="0">
                <a:solidFill>
                  <a:srgbClr val="000000"/>
                </a:solidFill>
                <a:effectLst>
                  <a:outerShdw blurRad="38100" dist="38100" dir="2700000" algn="tl">
                    <a:srgbClr val="DDDDDD"/>
                  </a:outerShdw>
                </a:effectLst>
              </a:rPr>
              <a:t> = 100</a:t>
            </a:r>
          </a:p>
        </p:txBody>
      </p:sp>
      <p:sp>
        <p:nvSpPr>
          <p:cNvPr id="4" name="TextBox 3"/>
          <p:cNvSpPr txBox="1"/>
          <p:nvPr/>
        </p:nvSpPr>
        <p:spPr>
          <a:xfrm>
            <a:off x="3359697" y="764704"/>
            <a:ext cx="5501501" cy="523220"/>
          </a:xfrm>
          <a:prstGeom prst="rect">
            <a:avLst/>
          </a:prstGeom>
          <a:noFill/>
        </p:spPr>
        <p:txBody>
          <a:bodyPr wrap="none" rtlCol="0">
            <a:spAutoFit/>
          </a:bodyPr>
          <a:lstStyle/>
          <a:p>
            <a:r>
              <a:rPr lang="en-US" sz="2800" dirty="0">
                <a:solidFill>
                  <a:srgbClr val="FF0000"/>
                </a:solidFill>
              </a:rPr>
              <a:t>ii. Calculate the expected frequency:</a:t>
            </a:r>
          </a:p>
        </p:txBody>
      </p:sp>
    </p:spTree>
    <p:extLst>
      <p:ext uri="{BB962C8B-B14F-4D97-AF65-F5344CB8AC3E}">
        <p14:creationId xmlns:p14="http://schemas.microsoft.com/office/powerpoint/2010/main" val="122082831"/>
      </p:ext>
    </p:extLst>
  </p:cSld>
  <p:clrMapOvr>
    <a:masterClrMapping/>
  </p:clrMapOvr>
  <p:transition>
    <p:wipe dir="d"/>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2"/>
          <p:cNvSpPr>
            <a:spLocks noChangeArrowheads="1"/>
          </p:cNvSpPr>
          <p:nvPr/>
        </p:nvSpPr>
        <p:spPr bwMode="auto">
          <a:xfrm>
            <a:off x="1697038" y="4870451"/>
            <a:ext cx="3402012" cy="1439863"/>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dirty="0">
              <a:effectLst>
                <a:outerShdw blurRad="38100" dist="38100" dir="2700000" algn="tl">
                  <a:srgbClr val="000000">
                    <a:alpha val="43137"/>
                  </a:srgbClr>
                </a:outerShdw>
              </a:effectLst>
              <a:ea typeface="ＭＳ Ｐゴシック" pitchFamily="34" charset="-128"/>
              <a:cs typeface="+mn-cs"/>
            </a:endParaRPr>
          </a:p>
        </p:txBody>
      </p:sp>
      <p:sp>
        <p:nvSpPr>
          <p:cNvPr id="108547" name="Rectangle 3"/>
          <p:cNvSpPr>
            <a:spLocks noChangeArrowheads="1"/>
          </p:cNvSpPr>
          <p:nvPr/>
        </p:nvSpPr>
        <p:spPr bwMode="auto">
          <a:xfrm>
            <a:off x="1611313" y="1865313"/>
            <a:ext cx="8940800" cy="2838450"/>
          </a:xfrm>
          <a:prstGeom prst="rect">
            <a:avLst/>
          </a:prstGeom>
          <a:solidFill>
            <a:srgbClr val="FFFFFF"/>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a:effectLst>
                <a:outerShdw blurRad="38100" dist="38100" dir="2700000" algn="tl">
                  <a:srgbClr val="000000">
                    <a:alpha val="43137"/>
                  </a:srgbClr>
                </a:outerShdw>
              </a:effectLst>
              <a:ea typeface="ＭＳ Ｐゴシック" pitchFamily="34" charset="-128"/>
              <a:cs typeface="+mn-cs"/>
            </a:endParaRPr>
          </a:p>
        </p:txBody>
      </p:sp>
      <p:sp>
        <p:nvSpPr>
          <p:cNvPr id="68613" name="Rectangle 5"/>
          <p:cNvSpPr>
            <a:spLocks noChangeArrowheads="1"/>
          </p:cNvSpPr>
          <p:nvPr/>
        </p:nvSpPr>
        <p:spPr bwMode="auto">
          <a:xfrm>
            <a:off x="2043509" y="2420889"/>
            <a:ext cx="6405152" cy="3390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8" tIns="44450" rIns="90488" bIns="44450">
            <a:spAutoFit/>
          </a:bodyPr>
          <a:lstStyle/>
          <a:p>
            <a:pPr>
              <a:lnSpc>
                <a:spcPct val="90000"/>
              </a:lnSpc>
            </a:pPr>
            <a:r>
              <a:rPr lang="en-US" b="1" dirty="0"/>
              <a:t>                                        Brown   Yellow   Red   Orange   Green   Blue</a:t>
            </a:r>
          </a:p>
        </p:txBody>
      </p:sp>
      <p:sp>
        <p:nvSpPr>
          <p:cNvPr id="68614" name="Rectangle 6"/>
          <p:cNvSpPr>
            <a:spLocks noChangeArrowheads="1"/>
          </p:cNvSpPr>
          <p:nvPr/>
        </p:nvSpPr>
        <p:spPr bwMode="auto">
          <a:xfrm>
            <a:off x="1697038" y="2944813"/>
            <a:ext cx="6825488" cy="3436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8" tIns="44450" rIns="90488" bIns="44450">
            <a:spAutoFit/>
          </a:bodyPr>
          <a:lstStyle/>
          <a:p>
            <a:pPr>
              <a:lnSpc>
                <a:spcPct val="90000"/>
              </a:lnSpc>
            </a:pPr>
            <a:r>
              <a:rPr lang="en-US" b="1" dirty="0"/>
              <a:t>Observed frequency           33          26          21        8              7                5</a:t>
            </a:r>
          </a:p>
        </p:txBody>
      </p:sp>
      <p:sp>
        <p:nvSpPr>
          <p:cNvPr id="108552" name="Line 8"/>
          <p:cNvSpPr>
            <a:spLocks noChangeShapeType="1"/>
          </p:cNvSpPr>
          <p:nvPr/>
        </p:nvSpPr>
        <p:spPr bwMode="auto">
          <a:xfrm>
            <a:off x="1820864" y="2817813"/>
            <a:ext cx="8358187"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a:effectLst>
                <a:outerShdw blurRad="38100" dist="38100" dir="2700000" algn="tl">
                  <a:srgbClr val="000000">
                    <a:alpha val="43137"/>
                  </a:srgbClr>
                </a:outerShdw>
              </a:effectLst>
              <a:ea typeface="ＭＳ Ｐゴシック" pitchFamily="34" charset="-128"/>
              <a:cs typeface="+mn-cs"/>
            </a:endParaRPr>
          </a:p>
        </p:txBody>
      </p:sp>
      <p:sp>
        <p:nvSpPr>
          <p:cNvPr id="108553" name="Line 9"/>
          <p:cNvSpPr>
            <a:spLocks noChangeShapeType="1"/>
          </p:cNvSpPr>
          <p:nvPr/>
        </p:nvSpPr>
        <p:spPr bwMode="auto">
          <a:xfrm>
            <a:off x="1778000" y="3373438"/>
            <a:ext cx="83566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a:effectLst>
                <a:outerShdw blurRad="38100" dist="38100" dir="2700000" algn="tl">
                  <a:srgbClr val="000000">
                    <a:alpha val="43137"/>
                  </a:srgbClr>
                </a:outerShdw>
              </a:effectLst>
              <a:ea typeface="ＭＳ Ｐゴシック" pitchFamily="34" charset="-128"/>
              <a:cs typeface="+mn-cs"/>
            </a:endParaRPr>
          </a:p>
        </p:txBody>
      </p:sp>
      <p:sp>
        <p:nvSpPr>
          <p:cNvPr id="108554" name="Line 10"/>
          <p:cNvSpPr>
            <a:spLocks noChangeShapeType="1"/>
          </p:cNvSpPr>
          <p:nvPr/>
        </p:nvSpPr>
        <p:spPr bwMode="auto">
          <a:xfrm flipV="1">
            <a:off x="4141788" y="2379664"/>
            <a:ext cx="0" cy="21669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a:effectLst>
                <a:outerShdw blurRad="38100" dist="38100" dir="2700000" algn="tl">
                  <a:srgbClr val="000000">
                    <a:alpha val="43137"/>
                  </a:srgbClr>
                </a:outerShdw>
              </a:effectLst>
              <a:ea typeface="ＭＳ Ｐゴシック" pitchFamily="34" charset="-128"/>
              <a:cs typeface="+mn-cs"/>
            </a:endParaRPr>
          </a:p>
        </p:txBody>
      </p:sp>
      <p:sp>
        <p:nvSpPr>
          <p:cNvPr id="68619" name="Rectangle 11"/>
          <p:cNvSpPr>
            <a:spLocks noChangeArrowheads="1"/>
          </p:cNvSpPr>
          <p:nvPr/>
        </p:nvSpPr>
        <p:spPr bwMode="auto">
          <a:xfrm>
            <a:off x="1674813" y="3484564"/>
            <a:ext cx="6906764" cy="3390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8" tIns="44450" rIns="90488" bIns="44450">
            <a:spAutoFit/>
          </a:bodyPr>
          <a:lstStyle/>
          <a:p>
            <a:pPr>
              <a:lnSpc>
                <a:spcPct val="90000"/>
              </a:lnSpc>
            </a:pPr>
            <a:r>
              <a:rPr lang="en-US" b="1" dirty="0"/>
              <a:t>Expected frequency            30          20          20        10           10              10</a:t>
            </a:r>
          </a:p>
        </p:txBody>
      </p:sp>
      <p:sp>
        <p:nvSpPr>
          <p:cNvPr id="108556" name="Line 12"/>
          <p:cNvSpPr>
            <a:spLocks noChangeShapeType="1"/>
          </p:cNvSpPr>
          <p:nvPr/>
        </p:nvSpPr>
        <p:spPr bwMode="auto">
          <a:xfrm>
            <a:off x="1868488" y="3971925"/>
            <a:ext cx="83566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a:effectLst>
                <a:outerShdw blurRad="38100" dist="38100" dir="2700000" algn="tl">
                  <a:srgbClr val="000000">
                    <a:alpha val="43137"/>
                  </a:srgbClr>
                </a:outerShdw>
              </a:effectLst>
              <a:ea typeface="ＭＳ Ｐゴシック" pitchFamily="34" charset="-128"/>
              <a:cs typeface="+mn-cs"/>
            </a:endParaRPr>
          </a:p>
        </p:txBody>
      </p:sp>
      <p:sp>
        <p:nvSpPr>
          <p:cNvPr id="108557" name="Line 13"/>
          <p:cNvSpPr>
            <a:spLocks noChangeShapeType="1"/>
          </p:cNvSpPr>
          <p:nvPr/>
        </p:nvSpPr>
        <p:spPr bwMode="auto">
          <a:xfrm>
            <a:off x="1868488" y="4551363"/>
            <a:ext cx="83566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a:effectLst>
                <a:outerShdw blurRad="38100" dist="38100" dir="2700000" algn="tl">
                  <a:srgbClr val="000000">
                    <a:alpha val="43137"/>
                  </a:srgbClr>
                </a:outerShdw>
              </a:effectLst>
              <a:ea typeface="ＭＳ Ｐゴシック" pitchFamily="34" charset="-128"/>
              <a:cs typeface="+mn-cs"/>
            </a:endParaRPr>
          </a:p>
        </p:txBody>
      </p:sp>
      <p:sp>
        <p:nvSpPr>
          <p:cNvPr id="68622" name="Rectangle 14"/>
          <p:cNvSpPr>
            <a:spLocks noChangeArrowheads="1"/>
          </p:cNvSpPr>
          <p:nvPr/>
        </p:nvSpPr>
        <p:spPr bwMode="auto">
          <a:xfrm>
            <a:off x="2036764" y="4075113"/>
            <a:ext cx="6646051" cy="3436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8" tIns="44450" rIns="90488" bIns="44450">
            <a:spAutoFit/>
          </a:bodyPr>
          <a:lstStyle/>
          <a:p>
            <a:pPr>
              <a:lnSpc>
                <a:spcPct val="90000"/>
              </a:lnSpc>
            </a:pPr>
            <a:r>
              <a:rPr lang="en-US" b="1" dirty="0"/>
              <a:t>(O -E)</a:t>
            </a:r>
            <a:r>
              <a:rPr lang="en-US" b="1" baseline="30000" dirty="0"/>
              <a:t>2</a:t>
            </a:r>
            <a:r>
              <a:rPr lang="en-US" b="1" dirty="0"/>
              <a:t>/E                         0.3        1.8          0.05     0.4        0.9              2.5	</a:t>
            </a:r>
          </a:p>
        </p:txBody>
      </p:sp>
      <p:sp>
        <p:nvSpPr>
          <p:cNvPr id="68623" name="Rectangle 15"/>
          <p:cNvSpPr>
            <a:spLocks noChangeArrowheads="1"/>
          </p:cNvSpPr>
          <p:nvPr/>
        </p:nvSpPr>
        <p:spPr bwMode="auto">
          <a:xfrm>
            <a:off x="1849439" y="5068889"/>
            <a:ext cx="8728075" cy="8544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0488" tIns="44450" rIns="90488" bIns="44450">
            <a:spAutoFit/>
          </a:bodyPr>
          <a:lstStyle/>
          <a:p>
            <a:pPr>
              <a:lnSpc>
                <a:spcPct val="140000"/>
              </a:lnSpc>
            </a:pPr>
            <a:r>
              <a:rPr lang="en-US" altLang="en-US" sz="3200" dirty="0">
                <a:latin typeface="Arial" charset="0"/>
                <a:sym typeface="Symbol" pitchFamily="18" charset="2"/>
              </a:rPr>
              <a:t></a:t>
            </a:r>
            <a:r>
              <a:rPr lang="en-US" altLang="en-US" sz="3200" baseline="30000" dirty="0">
                <a:latin typeface="Arial" charset="0"/>
                <a:sym typeface="Symbol" pitchFamily="18" charset="2"/>
              </a:rPr>
              <a:t>2 </a:t>
            </a:r>
            <a:r>
              <a:rPr lang="en-US" sz="2800" b="1" dirty="0"/>
              <a:t>= </a:t>
            </a:r>
            <a:r>
              <a:rPr lang="en-US" sz="4000" b="1" dirty="0">
                <a:latin typeface="Symbol" charset="0"/>
              </a:rPr>
              <a:t></a:t>
            </a:r>
            <a:r>
              <a:rPr lang="en-US" sz="4000" b="1" dirty="0">
                <a:latin typeface="Times New Roman" charset="0"/>
              </a:rPr>
              <a:t>       </a:t>
            </a:r>
            <a:r>
              <a:rPr lang="en-US" sz="2800" b="1" dirty="0"/>
              <a:t>= 5.95</a:t>
            </a:r>
          </a:p>
        </p:txBody>
      </p:sp>
      <p:sp>
        <p:nvSpPr>
          <p:cNvPr id="108560" name="Line 16"/>
          <p:cNvSpPr>
            <a:spLocks noChangeShapeType="1"/>
          </p:cNvSpPr>
          <p:nvPr/>
        </p:nvSpPr>
        <p:spPr bwMode="auto">
          <a:xfrm>
            <a:off x="3065463" y="5602288"/>
            <a:ext cx="685800"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a:effectLst>
                <a:outerShdw blurRad="38100" dist="38100" dir="2700000" algn="tl">
                  <a:srgbClr val="000000">
                    <a:alpha val="43137"/>
                  </a:srgbClr>
                </a:outerShdw>
              </a:effectLst>
              <a:ea typeface="ＭＳ Ｐゴシック" pitchFamily="34" charset="-128"/>
              <a:cs typeface="+mn-cs"/>
            </a:endParaRPr>
          </a:p>
        </p:txBody>
      </p:sp>
      <p:sp>
        <p:nvSpPr>
          <p:cNvPr id="68625" name="Rectangle 17"/>
          <p:cNvSpPr>
            <a:spLocks noChangeArrowheads="1"/>
          </p:cNvSpPr>
          <p:nvPr/>
        </p:nvSpPr>
        <p:spPr bwMode="auto">
          <a:xfrm>
            <a:off x="3001964" y="5245100"/>
            <a:ext cx="1031875" cy="363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8" tIns="44450" rIns="90488" bIns="44450">
            <a:spAutoFit/>
          </a:bodyPr>
          <a:lstStyle/>
          <a:p>
            <a:pPr>
              <a:lnSpc>
                <a:spcPct val="90000"/>
              </a:lnSpc>
            </a:pPr>
            <a:r>
              <a:rPr lang="en-US" sz="2000" b="1"/>
              <a:t>(</a:t>
            </a:r>
            <a:r>
              <a:rPr lang="en-US" sz="2000" b="1">
                <a:latin typeface="Times New Roman" charset="0"/>
              </a:rPr>
              <a:t>O</a:t>
            </a:r>
            <a:r>
              <a:rPr lang="en-US" sz="2000" b="1"/>
              <a:t> - </a:t>
            </a:r>
            <a:r>
              <a:rPr lang="en-US" sz="2000" b="1">
                <a:latin typeface="Times New Roman" charset="0"/>
              </a:rPr>
              <a:t>E)</a:t>
            </a:r>
            <a:r>
              <a:rPr lang="en-US" sz="2000" b="1" baseline="30000"/>
              <a:t>2</a:t>
            </a:r>
          </a:p>
        </p:txBody>
      </p:sp>
      <p:sp>
        <p:nvSpPr>
          <p:cNvPr id="68626" name="Rectangle 18"/>
          <p:cNvSpPr>
            <a:spLocks noChangeArrowheads="1"/>
          </p:cNvSpPr>
          <p:nvPr/>
        </p:nvSpPr>
        <p:spPr bwMode="auto">
          <a:xfrm>
            <a:off x="3190875" y="5586414"/>
            <a:ext cx="363538" cy="376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8" tIns="44450" rIns="90488" bIns="44450">
            <a:spAutoFit/>
          </a:bodyPr>
          <a:lstStyle/>
          <a:p>
            <a:pPr>
              <a:lnSpc>
                <a:spcPct val="90000"/>
              </a:lnSpc>
            </a:pPr>
            <a:r>
              <a:rPr lang="en-US" sz="2000" b="1">
                <a:latin typeface="Times New Roman" charset="0"/>
              </a:rPr>
              <a:t>E</a:t>
            </a:r>
          </a:p>
        </p:txBody>
      </p:sp>
      <p:sp>
        <p:nvSpPr>
          <p:cNvPr id="2" name="Slide Number Placeholder 1"/>
          <p:cNvSpPr>
            <a:spLocks noGrp="1"/>
          </p:cNvSpPr>
          <p:nvPr>
            <p:ph type="sldNum" sz="quarter" idx="10"/>
          </p:nvPr>
        </p:nvSpPr>
        <p:spPr/>
        <p:txBody>
          <a:bodyPr/>
          <a:lstStyle/>
          <a:p>
            <a:pPr>
              <a:defRPr/>
            </a:pPr>
            <a:fld id="{72AD96D6-FCAC-BF48-A744-D10BE5BBB539}" type="slidenum">
              <a:rPr lang="en-US" smtClean="0"/>
              <a:pPr>
                <a:defRPr/>
              </a:pPr>
              <a:t>44</a:t>
            </a:fld>
            <a:endParaRPr lang="en-US"/>
          </a:p>
        </p:txBody>
      </p:sp>
      <p:sp>
        <p:nvSpPr>
          <p:cNvPr id="23" name="TextBox 22"/>
          <p:cNvSpPr txBox="1"/>
          <p:nvPr/>
        </p:nvSpPr>
        <p:spPr>
          <a:xfrm>
            <a:off x="1919536" y="1196752"/>
            <a:ext cx="7249000" cy="523220"/>
          </a:xfrm>
          <a:prstGeom prst="rect">
            <a:avLst/>
          </a:prstGeom>
          <a:noFill/>
        </p:spPr>
        <p:txBody>
          <a:bodyPr wrap="none" rtlCol="0">
            <a:spAutoFit/>
          </a:bodyPr>
          <a:lstStyle/>
          <a:p>
            <a:r>
              <a:rPr lang="en-US" sz="2800" dirty="0">
                <a:solidFill>
                  <a:srgbClr val="FF0000"/>
                </a:solidFill>
              </a:rPr>
              <a:t>iii. Calculate the test statistic @chi-square value:</a:t>
            </a:r>
          </a:p>
        </p:txBody>
      </p:sp>
      <p:sp>
        <p:nvSpPr>
          <p:cNvPr id="4" name="TextBox 3"/>
          <p:cNvSpPr txBox="1"/>
          <p:nvPr/>
        </p:nvSpPr>
        <p:spPr>
          <a:xfrm>
            <a:off x="1775521" y="4869160"/>
            <a:ext cx="2063223" cy="369332"/>
          </a:xfrm>
          <a:prstGeom prst="rect">
            <a:avLst/>
          </a:prstGeom>
          <a:noFill/>
        </p:spPr>
        <p:txBody>
          <a:bodyPr wrap="none" rtlCol="0">
            <a:spAutoFit/>
          </a:bodyPr>
          <a:lstStyle/>
          <a:p>
            <a:r>
              <a:rPr lang="en-US" dirty="0">
                <a:solidFill>
                  <a:srgbClr val="0000FF"/>
                </a:solidFill>
              </a:rPr>
              <a:t>Test statistics value:</a:t>
            </a:r>
          </a:p>
        </p:txBody>
      </p:sp>
    </p:spTree>
    <p:extLst>
      <p:ext uri="{BB962C8B-B14F-4D97-AF65-F5344CB8AC3E}">
        <p14:creationId xmlns:p14="http://schemas.microsoft.com/office/powerpoint/2010/main" val="4228163865"/>
      </p:ext>
    </p:extLst>
  </p:cSld>
  <p:clrMapOvr>
    <a:masterClrMapping/>
  </p:clrMapOvr>
  <p:transition>
    <p:wipe dir="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pPr>
              <a:defRPr/>
            </a:pPr>
            <a:fld id="{72AD96D6-FCAC-BF48-A744-D10BE5BBB539}" type="slidenum">
              <a:rPr lang="en-US" smtClean="0"/>
              <a:pPr>
                <a:defRPr/>
              </a:pPr>
              <a:t>45</a:t>
            </a:fld>
            <a:endParaRPr lang="en-US"/>
          </a:p>
        </p:txBody>
      </p:sp>
      <p:sp>
        <p:nvSpPr>
          <p:cNvPr id="5" name="Rectangle 19"/>
          <p:cNvSpPr>
            <a:spLocks noChangeArrowheads="1"/>
          </p:cNvSpPr>
          <p:nvPr/>
        </p:nvSpPr>
        <p:spPr bwMode="auto">
          <a:xfrm>
            <a:off x="2063553" y="1760165"/>
            <a:ext cx="4116237" cy="10407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nSpc>
                <a:spcPct val="90000"/>
              </a:lnSpc>
            </a:pPr>
            <a:r>
              <a:rPr lang="en-US" sz="2800" dirty="0">
                <a:effectLst>
                  <a:outerShdw blurRad="38100" dist="38100" dir="2700000" algn="tl">
                    <a:srgbClr val="DDDDDD"/>
                  </a:outerShdw>
                </a:effectLst>
              </a:rPr>
              <a:t>Critical Value </a:t>
            </a:r>
            <a:r>
              <a:rPr lang="en-US" altLang="en-US" sz="3200" dirty="0">
                <a:latin typeface="Arial" charset="0"/>
                <a:sym typeface="Symbol" pitchFamily="18" charset="2"/>
              </a:rPr>
              <a:t></a:t>
            </a:r>
            <a:r>
              <a:rPr lang="en-US" altLang="en-US" sz="3200" baseline="30000" dirty="0">
                <a:latin typeface="Arial" charset="0"/>
                <a:sym typeface="Symbol" pitchFamily="18" charset="2"/>
              </a:rPr>
              <a:t>2 </a:t>
            </a:r>
            <a:r>
              <a:rPr lang="en-US" sz="2800" dirty="0">
                <a:effectLst>
                  <a:outerShdw blurRad="38100" dist="38100" dir="2700000" algn="tl">
                    <a:srgbClr val="DDDDDD"/>
                  </a:outerShdw>
                </a:effectLst>
              </a:rPr>
              <a:t> =11.071 </a:t>
            </a:r>
          </a:p>
          <a:p>
            <a:pPr>
              <a:lnSpc>
                <a:spcPct val="90000"/>
              </a:lnSpc>
            </a:pPr>
            <a:r>
              <a:rPr lang="en-US" sz="2800" dirty="0">
                <a:effectLst>
                  <a:outerShdw blurRad="38100" dist="38100" dir="2700000" algn="tl">
                    <a:srgbClr val="DDDDDD"/>
                  </a:outerShdw>
                </a:effectLst>
              </a:rPr>
              <a:t>(with </a:t>
            </a:r>
            <a:r>
              <a:rPr lang="en-US" sz="3200" i="1" dirty="0">
                <a:effectLst>
                  <a:outerShdw blurRad="38100" dist="38100" dir="2700000" algn="tl">
                    <a:srgbClr val="DDDDDD"/>
                  </a:outerShdw>
                </a:effectLst>
                <a:latin typeface="Times New Roman" charset="0"/>
              </a:rPr>
              <a:t>k</a:t>
            </a:r>
            <a:r>
              <a:rPr lang="en-US" sz="2800" dirty="0">
                <a:effectLst>
                  <a:outerShdw blurRad="38100" dist="38100" dir="2700000" algn="tl">
                    <a:srgbClr val="DDDDDD"/>
                  </a:outerShdw>
                </a:effectLst>
              </a:rPr>
              <a:t>-1 = 5 and </a:t>
            </a:r>
            <a:r>
              <a:rPr lang="en-US" sz="3600" i="1" dirty="0">
                <a:effectLst>
                  <a:outerShdw blurRad="38100" dist="38100" dir="2700000" algn="tl">
                    <a:srgbClr val="DDDDDD"/>
                  </a:outerShdw>
                </a:effectLst>
                <a:latin typeface="Symbol" charset="0"/>
              </a:rPr>
              <a:t></a:t>
            </a:r>
            <a:r>
              <a:rPr lang="en-US" sz="2800" dirty="0">
                <a:effectLst>
                  <a:outerShdw blurRad="38100" dist="38100" dir="2700000" algn="tl">
                    <a:srgbClr val="DDDDDD"/>
                  </a:outerShdw>
                </a:effectLst>
                <a:latin typeface="Symbol" charset="0"/>
              </a:rPr>
              <a:t></a:t>
            </a:r>
            <a:r>
              <a:rPr lang="en-US" sz="2800" dirty="0">
                <a:effectLst>
                  <a:outerShdw blurRad="38100" dist="38100" dir="2700000" algn="tl">
                    <a:srgbClr val="DDDDDD"/>
                  </a:outerShdw>
                </a:effectLst>
              </a:rPr>
              <a:t>= 0.05)</a:t>
            </a:r>
          </a:p>
        </p:txBody>
      </p:sp>
      <p:sp>
        <p:nvSpPr>
          <p:cNvPr id="6" name="TextBox 5"/>
          <p:cNvSpPr txBox="1"/>
          <p:nvPr/>
        </p:nvSpPr>
        <p:spPr>
          <a:xfrm>
            <a:off x="1703512" y="1177588"/>
            <a:ext cx="7025456" cy="523220"/>
          </a:xfrm>
          <a:prstGeom prst="rect">
            <a:avLst/>
          </a:prstGeom>
          <a:noFill/>
        </p:spPr>
        <p:txBody>
          <a:bodyPr wrap="none" rtlCol="0">
            <a:spAutoFit/>
          </a:bodyPr>
          <a:lstStyle/>
          <a:p>
            <a:r>
              <a:rPr lang="en-US" sz="2800" dirty="0">
                <a:solidFill>
                  <a:srgbClr val="FF0000"/>
                </a:solidFill>
              </a:rPr>
              <a:t>iv. Find the critical value from chi-square table:</a:t>
            </a:r>
          </a:p>
        </p:txBody>
      </p:sp>
      <p:sp>
        <p:nvSpPr>
          <p:cNvPr id="7" name="Rectangle 3"/>
          <p:cNvSpPr txBox="1">
            <a:spLocks noChangeArrowheads="1"/>
          </p:cNvSpPr>
          <p:nvPr/>
        </p:nvSpPr>
        <p:spPr bwMode="auto">
          <a:xfrm>
            <a:off x="1631504" y="3717032"/>
            <a:ext cx="8928992" cy="2232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FAA26D3D-D897-4be2-8F04-BA451C77F1D7}">
              <ma14:placeholderFlag xmlns="" xmlns:ma14="http://schemas.microsoft.com/office/mac/drawingml/2011/main" val="1"/>
            </a:ext>
          </a:extLst>
        </p:spPr>
        <p:txBody>
          <a:bodyPr vert="horz" wrap="square" lIns="90488" tIns="44450" rIns="90488" bIns="44450" numCol="1" anchor="t" anchorCtr="0" compatLnSpc="1">
            <a:prstTxWarp prst="textNoShape">
              <a:avLst/>
            </a:prstTxWarp>
          </a:bodyPr>
          <a:lst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ＭＳ Ｐゴシック" charset="0"/>
                <a:cs typeface="ＭＳ Ｐゴシック" charset="0"/>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ＭＳ Ｐゴシック" charset="0"/>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ＭＳ Ｐゴシック" charset="0"/>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ＭＳ Ｐゴシック" charset="0"/>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ＭＳ Ｐゴシック" charset="0"/>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285750" indent="-285750">
              <a:lnSpc>
                <a:spcPct val="90000"/>
              </a:lnSpc>
              <a:spcBef>
                <a:spcPct val="0"/>
              </a:spcBef>
              <a:buNone/>
            </a:pPr>
            <a:r>
              <a:rPr lang="en-US" sz="2400" dirty="0">
                <a:latin typeface="+mj-lt"/>
              </a:rPr>
              <a:t>	Test statistic value (</a:t>
            </a:r>
            <a:r>
              <a:rPr lang="en-US" altLang="en-US" sz="2800" dirty="0">
                <a:latin typeface="Arial" charset="0"/>
                <a:sym typeface="Symbol" pitchFamily="18" charset="2"/>
              </a:rPr>
              <a:t></a:t>
            </a:r>
            <a:r>
              <a:rPr lang="en-US" altLang="en-US" sz="2800" baseline="30000" dirty="0">
                <a:latin typeface="Arial" charset="0"/>
                <a:sym typeface="Symbol" pitchFamily="18" charset="2"/>
              </a:rPr>
              <a:t>2 </a:t>
            </a:r>
            <a:r>
              <a:rPr lang="en-US" sz="2400" dirty="0">
                <a:effectLst>
                  <a:outerShdw blurRad="38100" dist="38100" dir="2700000" algn="tl">
                    <a:srgbClr val="DDDDDD"/>
                  </a:outerShdw>
                </a:effectLst>
              </a:rPr>
              <a:t>=5.95) &lt; critical value (</a:t>
            </a:r>
            <a:r>
              <a:rPr lang="en-US" altLang="en-US" sz="2800" dirty="0">
                <a:latin typeface="Arial" charset="0"/>
                <a:sym typeface="Symbol" pitchFamily="18" charset="2"/>
              </a:rPr>
              <a:t></a:t>
            </a:r>
            <a:r>
              <a:rPr lang="en-US" altLang="en-US" sz="2800" baseline="30000" dirty="0">
                <a:latin typeface="Arial" charset="0"/>
                <a:sym typeface="Symbol" pitchFamily="18" charset="2"/>
              </a:rPr>
              <a:t>2</a:t>
            </a:r>
            <a:r>
              <a:rPr lang="en-US" altLang="en-US" sz="2000" baseline="-25000" dirty="0">
                <a:latin typeface="Arial" charset="0"/>
                <a:sym typeface="Symbol" pitchFamily="18" charset="2"/>
              </a:rPr>
              <a:t>k=5,</a:t>
            </a:r>
            <a:r>
              <a:rPr lang="en-US" sz="2000" i="1" baseline="-25000" dirty="0">
                <a:effectLst>
                  <a:outerShdw blurRad="38100" dist="38100" dir="2700000" algn="tl">
                    <a:srgbClr val="DDDDDD"/>
                  </a:outerShdw>
                </a:effectLst>
                <a:latin typeface="Symbol" charset="0"/>
              </a:rPr>
              <a:t> </a:t>
            </a:r>
            <a:r>
              <a:rPr lang="en-US" sz="2000" baseline="-25000" dirty="0">
                <a:effectLst>
                  <a:outerShdw blurRad="38100" dist="38100" dir="2700000" algn="tl">
                    <a:srgbClr val="DDDDDD"/>
                  </a:outerShdw>
                </a:effectLst>
                <a:latin typeface="Symbol" charset="0"/>
              </a:rPr>
              <a:t></a:t>
            </a:r>
            <a:r>
              <a:rPr lang="en-US" sz="2000" baseline="-25000" dirty="0">
                <a:effectLst>
                  <a:outerShdw blurRad="38100" dist="38100" dir="2700000" algn="tl">
                    <a:srgbClr val="DDDDDD"/>
                  </a:outerShdw>
                </a:effectLst>
              </a:rPr>
              <a:t>= 0.05</a:t>
            </a:r>
            <a:r>
              <a:rPr lang="en-US" sz="2000" baseline="-25000" dirty="0">
                <a:latin typeface="Arial" charset="0"/>
                <a:sym typeface="Symbol" pitchFamily="18" charset="2"/>
              </a:rPr>
              <a:t> </a:t>
            </a:r>
            <a:r>
              <a:rPr lang="en-US" sz="2400" dirty="0">
                <a:effectLst>
                  <a:outerShdw blurRad="38100" dist="38100" dir="2700000" algn="tl">
                    <a:srgbClr val="DDDDDD"/>
                  </a:outerShdw>
                </a:effectLst>
              </a:rPr>
              <a:t>=11.071), that is it</a:t>
            </a:r>
            <a:r>
              <a:rPr lang="en-US" sz="2400" dirty="0">
                <a:latin typeface="+mj-lt"/>
              </a:rPr>
              <a:t> does not fall within critical region. Thus, we do not reject </a:t>
            </a:r>
            <a:r>
              <a:rPr lang="en-US" sz="2400" i="1" dirty="0">
                <a:latin typeface="+mj-lt"/>
              </a:rPr>
              <a:t>H</a:t>
            </a:r>
            <a:r>
              <a:rPr lang="en-US" sz="2400" baseline="-25000" dirty="0">
                <a:latin typeface="+mj-lt"/>
              </a:rPr>
              <a:t>0</a:t>
            </a:r>
            <a:r>
              <a:rPr lang="en-US" sz="2400" dirty="0">
                <a:latin typeface="+mj-lt"/>
              </a:rPr>
              <a:t>.  </a:t>
            </a:r>
          </a:p>
          <a:p>
            <a:pPr marL="285750" indent="-285750">
              <a:lnSpc>
                <a:spcPct val="90000"/>
              </a:lnSpc>
              <a:spcBef>
                <a:spcPct val="40000"/>
              </a:spcBef>
              <a:buNone/>
            </a:pPr>
            <a:r>
              <a:rPr lang="en-US" sz="2400" dirty="0">
                <a:latin typeface="+mj-lt"/>
              </a:rPr>
              <a:t>	There is not sufficient evidence to warrant rejection of the claim that the colors are distributed with the given percentages.</a:t>
            </a:r>
          </a:p>
        </p:txBody>
      </p:sp>
      <p:sp>
        <p:nvSpPr>
          <p:cNvPr id="8" name="TextBox 7"/>
          <p:cNvSpPr txBox="1"/>
          <p:nvPr/>
        </p:nvSpPr>
        <p:spPr>
          <a:xfrm>
            <a:off x="1703513" y="2905780"/>
            <a:ext cx="3223283" cy="523220"/>
          </a:xfrm>
          <a:prstGeom prst="rect">
            <a:avLst/>
          </a:prstGeom>
          <a:noFill/>
        </p:spPr>
        <p:txBody>
          <a:bodyPr wrap="none" rtlCol="0">
            <a:spAutoFit/>
          </a:bodyPr>
          <a:lstStyle/>
          <a:p>
            <a:r>
              <a:rPr lang="en-US" sz="2800" dirty="0">
                <a:solidFill>
                  <a:srgbClr val="FF0000"/>
                </a:solidFill>
              </a:rPr>
              <a:t>v. State the decision:</a:t>
            </a:r>
          </a:p>
        </p:txBody>
      </p:sp>
    </p:spTree>
    <p:extLst>
      <p:ext uri="{BB962C8B-B14F-4D97-AF65-F5344CB8AC3E}">
        <p14:creationId xmlns:p14="http://schemas.microsoft.com/office/powerpoint/2010/main" val="31197583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wipe(left)">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7">
                                            <p:txEl>
                                              <p:pRg st="1" end="1"/>
                                            </p:txEl>
                                          </p:spTgt>
                                        </p:tgtEl>
                                        <p:attrNameLst>
                                          <p:attrName>style.visibility</p:attrName>
                                        </p:attrNameLst>
                                      </p:cBhvr>
                                      <p:to>
                                        <p:strVal val="visible"/>
                                      </p:to>
                                    </p:set>
                                    <p:animEffect transition="in" filter="wipe(left)">
                                      <p:cBhvr>
                                        <p:cTn id="12" dur="500"/>
                                        <p:tgtEl>
                                          <p:spTgt spid="7">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autoUpdateAnimBg="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7" name="Slide Number Placeholder 5"/>
          <p:cNvSpPr>
            <a:spLocks noGrp="1"/>
          </p:cNvSpPr>
          <p:nvPr>
            <p:ph type="sldNum" sz="quarter" idx="4294967295"/>
          </p:nvPr>
        </p:nvSpPr>
        <p:spPr>
          <a:xfrm>
            <a:off x="9067800" y="6553200"/>
            <a:ext cx="1143000" cy="304800"/>
          </a:xfrm>
          <a:prstGeom prst="rect">
            <a:avLst/>
          </a:prstGeom>
          <a:noFill/>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a:defRPr sz="2400">
                <a:solidFill>
                  <a:schemeClr val="tx1"/>
                </a:solidFill>
                <a:latin typeface="Arial" charset="0"/>
                <a:ea typeface="ＭＳ Ｐゴシック" charset="0"/>
              </a:defRPr>
            </a:lvl1pPr>
            <a:lvl2pPr>
              <a:defRPr sz="2000">
                <a:solidFill>
                  <a:schemeClr val="tx1"/>
                </a:solidFill>
                <a:latin typeface="Arial" charset="0"/>
                <a:ea typeface="ＭＳ Ｐゴシック" charset="0"/>
              </a:defRPr>
            </a:lvl2pPr>
            <a:lvl3pPr>
              <a:defRPr sz="2000">
                <a:solidFill>
                  <a:schemeClr val="tx1"/>
                </a:solidFill>
                <a:latin typeface="Arial" charset="0"/>
                <a:ea typeface="ＭＳ Ｐゴシック" charset="0"/>
              </a:defRPr>
            </a:lvl3pPr>
            <a:lvl4pPr>
              <a:defRPr sz="2000">
                <a:solidFill>
                  <a:schemeClr val="tx1"/>
                </a:solidFill>
                <a:latin typeface="Arial" charset="0"/>
                <a:ea typeface="ＭＳ Ｐゴシック" charset="0"/>
              </a:defRPr>
            </a:lvl4pPr>
            <a:lvl5pPr>
              <a:defRPr sz="2000">
                <a:solidFill>
                  <a:schemeClr val="tx1"/>
                </a:solidFill>
                <a:latin typeface="Arial" charset="0"/>
                <a:ea typeface="ＭＳ Ｐゴシック" charset="0"/>
              </a:defRPr>
            </a:lvl5pPr>
            <a:lvl6pPr eaLnBrk="0" hangingPunct="0">
              <a:defRPr sz="2000">
                <a:solidFill>
                  <a:schemeClr val="tx1"/>
                </a:solidFill>
                <a:latin typeface="Arial" charset="0"/>
                <a:ea typeface="ＭＳ Ｐゴシック" charset="0"/>
              </a:defRPr>
            </a:lvl6pPr>
            <a:lvl7pPr eaLnBrk="0" hangingPunct="0">
              <a:defRPr sz="2000">
                <a:solidFill>
                  <a:schemeClr val="tx1"/>
                </a:solidFill>
                <a:latin typeface="Arial" charset="0"/>
                <a:ea typeface="ＭＳ Ｐゴシック" charset="0"/>
              </a:defRPr>
            </a:lvl7pPr>
            <a:lvl8pPr eaLnBrk="0" hangingPunct="0">
              <a:defRPr sz="2000">
                <a:solidFill>
                  <a:schemeClr val="tx1"/>
                </a:solidFill>
                <a:latin typeface="Arial" charset="0"/>
                <a:ea typeface="ＭＳ Ｐゴシック" charset="0"/>
              </a:defRPr>
            </a:lvl8pPr>
            <a:lvl9pPr eaLnBrk="0" hangingPunct="0">
              <a:defRPr sz="2000">
                <a:solidFill>
                  <a:schemeClr val="tx1"/>
                </a:solidFill>
                <a:latin typeface="Arial" charset="0"/>
                <a:ea typeface="ＭＳ Ｐゴシック" charset="0"/>
              </a:defRPr>
            </a:lvl9pPr>
          </a:lstStyle>
          <a:p>
            <a:fld id="{2B7ABF43-8E3E-3A4F-9683-B5926EB53310}" type="slidenum">
              <a:rPr lang="en-US" sz="1000">
                <a:solidFill>
                  <a:schemeClr val="bg1"/>
                </a:solidFill>
              </a:rPr>
              <a:pPr/>
              <a:t>46</a:t>
            </a:fld>
            <a:endParaRPr lang="en-US" sz="1000">
              <a:solidFill>
                <a:schemeClr val="bg1"/>
              </a:solidFill>
            </a:endParaRPr>
          </a:p>
        </p:txBody>
      </p:sp>
      <p:sp>
        <p:nvSpPr>
          <p:cNvPr id="57349" name="Rectangle 3"/>
          <p:cNvSpPr>
            <a:spLocks noGrp="1" noChangeArrowheads="1"/>
          </p:cNvSpPr>
          <p:nvPr>
            <p:ph type="body" idx="1"/>
          </p:nvPr>
        </p:nvSpPr>
        <p:spPr>
          <a:xfrm>
            <a:off x="1631504" y="1196752"/>
            <a:ext cx="8568952" cy="5112568"/>
          </a:xfrm>
        </p:spPr>
        <p:txBody>
          <a:bodyPr/>
          <a:lstStyle/>
          <a:p>
            <a:pPr marL="0" indent="0" algn="just" eaLnBrk="1" hangingPunct="1">
              <a:buNone/>
            </a:pPr>
            <a:r>
              <a:rPr lang="en-US" sz="2000" dirty="0">
                <a:latin typeface="Arial" charset="0"/>
              </a:rPr>
              <a:t>It was claimed that population at ABC country in 2008 consisted of 50.7% English, 6.6% French, 30.6% Irish, 10.8% Asians, and 1.3% other ethnic groups. Suppose that a random sample of 1000 student graduating from ABC colleges and universities in 2008 resulted in the accompanying data on ethnic group (see table below).</a:t>
            </a:r>
          </a:p>
        </p:txBody>
      </p:sp>
      <p:graphicFrame>
        <p:nvGraphicFramePr>
          <p:cNvPr id="5" name="Group 24"/>
          <p:cNvGraphicFramePr>
            <a:graphicFrameLocks/>
          </p:cNvGraphicFramePr>
          <p:nvPr>
            <p:extLst>
              <p:ext uri="{D42A27DB-BD31-4B8C-83A1-F6EECF244321}">
                <p14:modId xmlns:p14="http://schemas.microsoft.com/office/powerpoint/2010/main" val="3604047976"/>
              </p:ext>
            </p:extLst>
          </p:nvPr>
        </p:nvGraphicFramePr>
        <p:xfrm>
          <a:off x="3143672" y="2916127"/>
          <a:ext cx="5638800" cy="2097050"/>
        </p:xfrm>
        <a:graphic>
          <a:graphicData uri="http://schemas.openxmlformats.org/drawingml/2006/table">
            <a:tbl>
              <a:tblPr/>
              <a:tblGrid>
                <a:gridCol w="2590800">
                  <a:extLst>
                    <a:ext uri="{9D8B030D-6E8A-4147-A177-3AD203B41FA5}">
                      <a16:colId xmlns:a16="http://schemas.microsoft.com/office/drawing/2014/main" val="20000"/>
                    </a:ext>
                  </a:extLst>
                </a:gridCol>
                <a:gridCol w="3048000">
                  <a:extLst>
                    <a:ext uri="{9D8B030D-6E8A-4147-A177-3AD203B41FA5}">
                      <a16:colId xmlns:a16="http://schemas.microsoft.com/office/drawing/2014/main" val="20001"/>
                    </a:ext>
                  </a:extLst>
                </a:gridCol>
              </a:tblGrid>
              <a:tr h="414550">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a:solidFill>
                            <a:schemeClr val="tx1"/>
                          </a:solidFill>
                          <a:latin typeface="Arial" charset="0"/>
                        </a:defRPr>
                      </a:lvl3pPr>
                      <a:lvl4pPr>
                        <a:spcBef>
                          <a:spcPct val="20000"/>
                        </a:spcBef>
                        <a:defRPr>
                          <a:solidFill>
                            <a:schemeClr val="tx1"/>
                          </a:solidFill>
                          <a:latin typeface="Arial" charset="0"/>
                        </a:defRPr>
                      </a:lvl4pPr>
                      <a:lvl5pPr>
                        <a:spcBef>
                          <a:spcPct val="20000"/>
                        </a:spcBef>
                        <a:defRPr>
                          <a:solidFill>
                            <a:schemeClr val="tx1"/>
                          </a:solidFill>
                          <a:latin typeface="Arial" charset="0"/>
                        </a:defRPr>
                      </a:lvl5pPr>
                      <a:lvl6pPr fontAlgn="base">
                        <a:spcBef>
                          <a:spcPct val="20000"/>
                        </a:spcBef>
                        <a:spcAft>
                          <a:spcPct val="0"/>
                        </a:spcAft>
                        <a:defRPr>
                          <a:solidFill>
                            <a:schemeClr val="tx1"/>
                          </a:solidFill>
                          <a:latin typeface="Arial" charset="0"/>
                        </a:defRPr>
                      </a:lvl6pPr>
                      <a:lvl7pPr fontAlgn="base">
                        <a:spcBef>
                          <a:spcPct val="20000"/>
                        </a:spcBef>
                        <a:spcAft>
                          <a:spcPct val="0"/>
                        </a:spcAft>
                        <a:defRPr>
                          <a:solidFill>
                            <a:schemeClr val="tx1"/>
                          </a:solidFill>
                          <a:latin typeface="Arial" charset="0"/>
                        </a:defRPr>
                      </a:lvl7pPr>
                      <a:lvl8pPr fontAlgn="base">
                        <a:spcBef>
                          <a:spcPct val="20000"/>
                        </a:spcBef>
                        <a:spcAft>
                          <a:spcPct val="0"/>
                        </a:spcAft>
                        <a:defRPr>
                          <a:solidFill>
                            <a:schemeClr val="tx1"/>
                          </a:solidFill>
                          <a:latin typeface="Arial" charset="0"/>
                        </a:defRPr>
                      </a:lvl8pPr>
                      <a:lvl9pPr fontAlgn="base">
                        <a:spcBef>
                          <a:spcPct val="20000"/>
                        </a:spcBef>
                        <a:spcAft>
                          <a:spcPct val="0"/>
                        </a:spcAft>
                        <a:defRPr>
                          <a:solidFill>
                            <a:schemeClr val="tx1"/>
                          </a:solidFill>
                          <a:latin typeface="Arial"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800" b="1" i="0" u="none" strike="noStrike" cap="none" normalizeH="0" baseline="0" dirty="0">
                          <a:ln>
                            <a:noFill/>
                          </a:ln>
                          <a:solidFill>
                            <a:schemeClr val="tx1"/>
                          </a:solidFill>
                          <a:effectLst/>
                          <a:latin typeface="Arial" charset="0"/>
                        </a:rPr>
                        <a:t>Ethnic Group</a:t>
                      </a:r>
                    </a:p>
                  </a:txBody>
                  <a:tcPr marT="45722" marB="4572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99"/>
                    </a:solid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a:solidFill>
                            <a:schemeClr val="tx1"/>
                          </a:solidFill>
                          <a:latin typeface="Arial" charset="0"/>
                        </a:defRPr>
                      </a:lvl3pPr>
                      <a:lvl4pPr>
                        <a:spcBef>
                          <a:spcPct val="20000"/>
                        </a:spcBef>
                        <a:defRPr>
                          <a:solidFill>
                            <a:schemeClr val="tx1"/>
                          </a:solidFill>
                          <a:latin typeface="Arial" charset="0"/>
                        </a:defRPr>
                      </a:lvl4pPr>
                      <a:lvl5pPr>
                        <a:spcBef>
                          <a:spcPct val="20000"/>
                        </a:spcBef>
                        <a:defRPr>
                          <a:solidFill>
                            <a:schemeClr val="tx1"/>
                          </a:solidFill>
                          <a:latin typeface="Arial" charset="0"/>
                        </a:defRPr>
                      </a:lvl5pPr>
                      <a:lvl6pPr fontAlgn="base">
                        <a:spcBef>
                          <a:spcPct val="20000"/>
                        </a:spcBef>
                        <a:spcAft>
                          <a:spcPct val="0"/>
                        </a:spcAft>
                        <a:defRPr>
                          <a:solidFill>
                            <a:schemeClr val="tx1"/>
                          </a:solidFill>
                          <a:latin typeface="Arial" charset="0"/>
                        </a:defRPr>
                      </a:lvl6pPr>
                      <a:lvl7pPr fontAlgn="base">
                        <a:spcBef>
                          <a:spcPct val="20000"/>
                        </a:spcBef>
                        <a:spcAft>
                          <a:spcPct val="0"/>
                        </a:spcAft>
                        <a:defRPr>
                          <a:solidFill>
                            <a:schemeClr val="tx1"/>
                          </a:solidFill>
                          <a:latin typeface="Arial" charset="0"/>
                        </a:defRPr>
                      </a:lvl7pPr>
                      <a:lvl8pPr fontAlgn="base">
                        <a:spcBef>
                          <a:spcPct val="20000"/>
                        </a:spcBef>
                        <a:spcAft>
                          <a:spcPct val="0"/>
                        </a:spcAft>
                        <a:defRPr>
                          <a:solidFill>
                            <a:schemeClr val="tx1"/>
                          </a:solidFill>
                          <a:latin typeface="Arial" charset="0"/>
                        </a:defRPr>
                      </a:lvl8pPr>
                      <a:lvl9pPr fontAlgn="base">
                        <a:spcBef>
                          <a:spcPct val="20000"/>
                        </a:spcBef>
                        <a:spcAft>
                          <a:spcPct val="0"/>
                        </a:spcAft>
                        <a:defRPr>
                          <a:solidFill>
                            <a:schemeClr val="tx1"/>
                          </a:solidFill>
                          <a:latin typeface="Arial"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800" b="1" i="0" u="none" strike="noStrike" cap="none" normalizeH="0" baseline="0">
                          <a:ln>
                            <a:noFill/>
                          </a:ln>
                          <a:solidFill>
                            <a:schemeClr val="tx1"/>
                          </a:solidFill>
                          <a:effectLst/>
                          <a:latin typeface="Arial" charset="0"/>
                        </a:rPr>
                        <a:t>Number in Sample</a:t>
                      </a:r>
                    </a:p>
                  </a:txBody>
                  <a:tcPr marT="45722" marB="4572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99"/>
                    </a:solidFill>
                  </a:tcPr>
                </a:tc>
                <a:extLst>
                  <a:ext uri="{0D108BD9-81ED-4DB2-BD59-A6C34878D82A}">
                    <a16:rowId xmlns:a16="http://schemas.microsoft.com/office/drawing/2014/main" val="10000"/>
                  </a:ext>
                </a:extLst>
              </a:tr>
              <a:tr h="1601674">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a:solidFill>
                            <a:schemeClr val="tx1"/>
                          </a:solidFill>
                          <a:latin typeface="Arial" charset="0"/>
                        </a:defRPr>
                      </a:lvl3pPr>
                      <a:lvl4pPr>
                        <a:spcBef>
                          <a:spcPct val="20000"/>
                        </a:spcBef>
                        <a:defRPr>
                          <a:solidFill>
                            <a:schemeClr val="tx1"/>
                          </a:solidFill>
                          <a:latin typeface="Arial" charset="0"/>
                        </a:defRPr>
                      </a:lvl4pPr>
                      <a:lvl5pPr>
                        <a:spcBef>
                          <a:spcPct val="20000"/>
                        </a:spcBef>
                        <a:defRPr>
                          <a:solidFill>
                            <a:schemeClr val="tx1"/>
                          </a:solidFill>
                          <a:latin typeface="Arial" charset="0"/>
                        </a:defRPr>
                      </a:lvl5pPr>
                      <a:lvl6pPr fontAlgn="base">
                        <a:spcBef>
                          <a:spcPct val="20000"/>
                        </a:spcBef>
                        <a:spcAft>
                          <a:spcPct val="0"/>
                        </a:spcAft>
                        <a:defRPr>
                          <a:solidFill>
                            <a:schemeClr val="tx1"/>
                          </a:solidFill>
                          <a:latin typeface="Arial" charset="0"/>
                        </a:defRPr>
                      </a:lvl6pPr>
                      <a:lvl7pPr fontAlgn="base">
                        <a:spcBef>
                          <a:spcPct val="20000"/>
                        </a:spcBef>
                        <a:spcAft>
                          <a:spcPct val="0"/>
                        </a:spcAft>
                        <a:defRPr>
                          <a:solidFill>
                            <a:schemeClr val="tx1"/>
                          </a:solidFill>
                          <a:latin typeface="Arial" charset="0"/>
                        </a:defRPr>
                      </a:lvl7pPr>
                      <a:lvl8pPr fontAlgn="base">
                        <a:spcBef>
                          <a:spcPct val="20000"/>
                        </a:spcBef>
                        <a:spcAft>
                          <a:spcPct val="0"/>
                        </a:spcAft>
                        <a:defRPr>
                          <a:solidFill>
                            <a:schemeClr val="tx1"/>
                          </a:solidFill>
                          <a:latin typeface="Arial" charset="0"/>
                        </a:defRPr>
                      </a:lvl8pPr>
                      <a:lvl9pPr fontAlgn="base">
                        <a:spcBef>
                          <a:spcPct val="20000"/>
                        </a:spcBef>
                        <a:spcAft>
                          <a:spcPct val="0"/>
                        </a:spcAft>
                        <a:defRPr>
                          <a:solidFill>
                            <a:schemeClr val="tx1"/>
                          </a:solidFill>
                          <a:latin typeface="Arial" charset="0"/>
                        </a:defRPr>
                      </a:lvl9pPr>
                    </a:lstStyle>
                    <a:p>
                      <a:pPr marL="457200" marR="0" lvl="1" indent="0" algn="l" defTabSz="914400" rtl="0" eaLnBrk="1" fontAlgn="base" latinLnBrk="0" hangingPunct="1">
                        <a:lnSpc>
                          <a:spcPct val="100000"/>
                        </a:lnSpc>
                        <a:spcBef>
                          <a:spcPct val="2000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charset="0"/>
                        </a:rPr>
                        <a:t>English</a:t>
                      </a:r>
                    </a:p>
                    <a:p>
                      <a:pPr marL="457200" marR="0" lvl="1" indent="0" algn="l" defTabSz="914400" rtl="0" eaLnBrk="1" fontAlgn="base" latinLnBrk="0" hangingPunct="1">
                        <a:lnSpc>
                          <a:spcPct val="100000"/>
                        </a:lnSpc>
                        <a:spcBef>
                          <a:spcPct val="2000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charset="0"/>
                        </a:rPr>
                        <a:t>French</a:t>
                      </a:r>
                    </a:p>
                    <a:p>
                      <a:pPr marL="457200" marR="0" lvl="1" indent="0" algn="l" defTabSz="914400" rtl="0" eaLnBrk="1" fontAlgn="base" latinLnBrk="0" hangingPunct="1">
                        <a:lnSpc>
                          <a:spcPct val="100000"/>
                        </a:lnSpc>
                        <a:spcBef>
                          <a:spcPct val="2000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charset="0"/>
                        </a:rPr>
                        <a:t>Irish</a:t>
                      </a:r>
                    </a:p>
                    <a:p>
                      <a:pPr marL="457200" marR="0" lvl="1" indent="0" algn="l" defTabSz="914400" rtl="0" eaLnBrk="1" fontAlgn="base" latinLnBrk="0" hangingPunct="1">
                        <a:lnSpc>
                          <a:spcPct val="100000"/>
                        </a:lnSpc>
                        <a:spcBef>
                          <a:spcPct val="2000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charset="0"/>
                        </a:rPr>
                        <a:t>Asian</a:t>
                      </a:r>
                    </a:p>
                    <a:p>
                      <a:pPr marL="457200" marR="0" lvl="1" indent="0" algn="l" defTabSz="914400" rtl="0" eaLnBrk="1" fontAlgn="base" latinLnBrk="0" hangingPunct="1">
                        <a:lnSpc>
                          <a:spcPct val="100000"/>
                        </a:lnSpc>
                        <a:spcBef>
                          <a:spcPct val="2000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charset="0"/>
                        </a:rPr>
                        <a:t>Other</a:t>
                      </a:r>
                    </a:p>
                  </a:txBody>
                  <a:tcPr marT="45722" marB="4572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99"/>
                    </a:solid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a:solidFill>
                            <a:schemeClr val="tx1"/>
                          </a:solidFill>
                          <a:latin typeface="Arial" charset="0"/>
                        </a:defRPr>
                      </a:lvl3pPr>
                      <a:lvl4pPr>
                        <a:spcBef>
                          <a:spcPct val="20000"/>
                        </a:spcBef>
                        <a:defRPr>
                          <a:solidFill>
                            <a:schemeClr val="tx1"/>
                          </a:solidFill>
                          <a:latin typeface="Arial" charset="0"/>
                        </a:defRPr>
                      </a:lvl4pPr>
                      <a:lvl5pPr>
                        <a:spcBef>
                          <a:spcPct val="20000"/>
                        </a:spcBef>
                        <a:defRPr>
                          <a:solidFill>
                            <a:schemeClr val="tx1"/>
                          </a:solidFill>
                          <a:latin typeface="Arial" charset="0"/>
                        </a:defRPr>
                      </a:lvl5pPr>
                      <a:lvl6pPr fontAlgn="base">
                        <a:spcBef>
                          <a:spcPct val="20000"/>
                        </a:spcBef>
                        <a:spcAft>
                          <a:spcPct val="0"/>
                        </a:spcAft>
                        <a:defRPr>
                          <a:solidFill>
                            <a:schemeClr val="tx1"/>
                          </a:solidFill>
                          <a:latin typeface="Arial" charset="0"/>
                        </a:defRPr>
                      </a:lvl6pPr>
                      <a:lvl7pPr fontAlgn="base">
                        <a:spcBef>
                          <a:spcPct val="20000"/>
                        </a:spcBef>
                        <a:spcAft>
                          <a:spcPct val="0"/>
                        </a:spcAft>
                        <a:defRPr>
                          <a:solidFill>
                            <a:schemeClr val="tx1"/>
                          </a:solidFill>
                          <a:latin typeface="Arial" charset="0"/>
                        </a:defRPr>
                      </a:lvl7pPr>
                      <a:lvl8pPr fontAlgn="base">
                        <a:spcBef>
                          <a:spcPct val="20000"/>
                        </a:spcBef>
                        <a:spcAft>
                          <a:spcPct val="0"/>
                        </a:spcAft>
                        <a:defRPr>
                          <a:solidFill>
                            <a:schemeClr val="tx1"/>
                          </a:solidFill>
                          <a:latin typeface="Arial" charset="0"/>
                        </a:defRPr>
                      </a:lvl8pPr>
                      <a:lvl9pPr fontAlgn="base">
                        <a:spcBef>
                          <a:spcPct val="20000"/>
                        </a:spcBef>
                        <a:spcAft>
                          <a:spcPct val="0"/>
                        </a:spcAft>
                        <a:defRPr>
                          <a:solidFill>
                            <a:schemeClr val="tx1"/>
                          </a:solidFill>
                          <a:latin typeface="Arial"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charset="0"/>
                        </a:rPr>
                        <a:t>679</a:t>
                      </a:r>
                    </a:p>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charset="0"/>
                        </a:rPr>
                        <a:t>51</a:t>
                      </a:r>
                    </a:p>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charset="0"/>
                        </a:rPr>
                        <a:t>77</a:t>
                      </a:r>
                    </a:p>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charset="0"/>
                        </a:rPr>
                        <a:t>190</a:t>
                      </a:r>
                    </a:p>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charset="0"/>
                        </a:rPr>
                        <a:t>3</a:t>
                      </a:r>
                    </a:p>
                  </a:txBody>
                  <a:tcPr marT="45722" marB="4572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99"/>
                    </a:solidFill>
                  </a:tcPr>
                </a:tc>
                <a:extLst>
                  <a:ext uri="{0D108BD9-81ED-4DB2-BD59-A6C34878D82A}">
                    <a16:rowId xmlns:a16="http://schemas.microsoft.com/office/drawing/2014/main" val="10001"/>
                  </a:ext>
                </a:extLst>
              </a:tr>
            </a:tbl>
          </a:graphicData>
        </a:graphic>
      </p:graphicFrame>
      <p:sp>
        <p:nvSpPr>
          <p:cNvPr id="6" name="Rectangle 3"/>
          <p:cNvSpPr txBox="1">
            <a:spLocks noChangeArrowheads="1"/>
          </p:cNvSpPr>
          <p:nvPr/>
        </p:nvSpPr>
        <p:spPr bwMode="auto">
          <a:xfrm>
            <a:off x="1703512" y="5085184"/>
            <a:ext cx="9001000" cy="1440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ＭＳ Ｐゴシック" charset="0"/>
                <a:cs typeface="ＭＳ Ｐゴシック" charset="0"/>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ＭＳ Ｐゴシック" charset="0"/>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ＭＳ Ｐゴシック" charset="0"/>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ＭＳ Ｐゴシック" charset="0"/>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ＭＳ Ｐゴシック" charset="0"/>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eaLnBrk="1" hangingPunct="1">
              <a:buNone/>
            </a:pPr>
            <a:r>
              <a:rPr lang="en-US" sz="2000" dirty="0">
                <a:latin typeface="Arial" charset="0"/>
              </a:rPr>
              <a:t>Do the data provide evidence that the proportion of students graduating from colleges and universities in ABC for these ethnic group categories differs from the respective proportions in the population for ABC? Test the appropriate hypotheses using </a:t>
            </a:r>
            <a:r>
              <a:rPr lang="en-US" sz="2000" dirty="0">
                <a:latin typeface="Arial" charset="0"/>
                <a:sym typeface="Symbol" charset="0"/>
              </a:rPr>
              <a:t></a:t>
            </a:r>
            <a:r>
              <a:rPr lang="en-US" sz="2000" dirty="0">
                <a:latin typeface="Arial" charset="0"/>
              </a:rPr>
              <a:t>=0.01. </a:t>
            </a:r>
          </a:p>
        </p:txBody>
      </p:sp>
      <p:sp>
        <p:nvSpPr>
          <p:cNvPr id="9" name="Title 1">
            <a:extLst>
              <a:ext uri="{FF2B5EF4-FFF2-40B4-BE49-F238E27FC236}">
                <a16:creationId xmlns:a16="http://schemas.microsoft.com/office/drawing/2014/main" id="{A8D6C4F1-BDE3-AE46-ADAA-384E4284BC5D}"/>
              </a:ext>
            </a:extLst>
          </p:cNvPr>
          <p:cNvSpPr>
            <a:spLocks noGrp="1"/>
          </p:cNvSpPr>
          <p:nvPr>
            <p:ph type="title"/>
          </p:nvPr>
        </p:nvSpPr>
        <p:spPr>
          <a:xfrm>
            <a:off x="3647728" y="274638"/>
            <a:ext cx="6563072" cy="1143000"/>
          </a:xfrm>
        </p:spPr>
        <p:txBody>
          <a:bodyPr/>
          <a:lstStyle/>
          <a:p>
            <a:r>
              <a:rPr lang="en-US" sz="5400" b="1" dirty="0">
                <a:solidFill>
                  <a:srgbClr val="C00000"/>
                </a:solidFill>
              </a:rPr>
              <a:t>EXERCISE #2</a:t>
            </a:r>
          </a:p>
        </p:txBody>
      </p:sp>
    </p:spTree>
    <p:extLst>
      <p:ext uri="{BB962C8B-B14F-4D97-AF65-F5344CB8AC3E}">
        <p14:creationId xmlns:p14="http://schemas.microsoft.com/office/powerpoint/2010/main" val="29929418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Content Placeholder 16"/>
          <p:cNvSpPr txBox="1">
            <a:spLocks/>
          </p:cNvSpPr>
          <p:nvPr/>
        </p:nvSpPr>
        <p:spPr bwMode="auto">
          <a:xfrm>
            <a:off x="2566989" y="1700809"/>
            <a:ext cx="7489825" cy="157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Calibri" charset="0"/>
                <a:ea typeface="ＭＳ Ｐゴシック" charset="0"/>
                <a:cs typeface="ＭＳ Ｐゴシック" charset="0"/>
              </a:defRPr>
            </a:lvl1pPr>
            <a:lvl2pPr marL="742950" indent="-285750" eaLnBrk="0" hangingPunct="0">
              <a:defRPr sz="2400">
                <a:solidFill>
                  <a:schemeClr val="tx1"/>
                </a:solidFill>
                <a:latin typeface="Calibri" charset="0"/>
                <a:ea typeface="ＭＳ Ｐゴシック" charset="0"/>
              </a:defRPr>
            </a:lvl2pPr>
            <a:lvl3pPr marL="1143000" indent="-228600" eaLnBrk="0" hangingPunct="0">
              <a:defRPr sz="2400">
                <a:solidFill>
                  <a:schemeClr val="tx1"/>
                </a:solidFill>
                <a:latin typeface="Calibri" charset="0"/>
                <a:ea typeface="ＭＳ Ｐゴシック" charset="0"/>
              </a:defRPr>
            </a:lvl3pPr>
            <a:lvl4pPr marL="1600200" indent="-228600" eaLnBrk="0" hangingPunct="0">
              <a:defRPr sz="2400">
                <a:solidFill>
                  <a:schemeClr val="tx1"/>
                </a:solidFill>
                <a:latin typeface="Calibri" charset="0"/>
                <a:ea typeface="ＭＳ Ｐゴシック" charset="0"/>
              </a:defRPr>
            </a:lvl4pPr>
            <a:lvl5pPr marL="2057400" indent="-228600" eaLnBrk="0" hangingPunct="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algn="ctr" eaLnBrk="1" hangingPunct="1">
              <a:buFont typeface="Arial" charset="0"/>
              <a:buNone/>
            </a:pPr>
            <a:r>
              <a:rPr lang="en-US" sz="4800" dirty="0">
                <a:solidFill>
                  <a:srgbClr val="0070C0"/>
                </a:solidFill>
                <a:latin typeface="Britannic Bold" charset="0"/>
                <a:cs typeface="Arial" charset="0"/>
              </a:rPr>
              <a:t>CHAPTER 6</a:t>
            </a:r>
          </a:p>
          <a:p>
            <a:pPr algn="ctr" eaLnBrk="1" hangingPunct="1">
              <a:buFont typeface="Arial" charset="0"/>
              <a:buNone/>
            </a:pPr>
            <a:endParaRPr lang="en-US" sz="4800" dirty="0">
              <a:latin typeface="Britannic Bold" charset="0"/>
              <a:cs typeface="Arial" charset="0"/>
            </a:endParaRPr>
          </a:p>
          <a:p>
            <a:pPr algn="ctr" eaLnBrk="1" hangingPunct="1">
              <a:buFont typeface="Arial" charset="0"/>
              <a:buNone/>
            </a:pPr>
            <a:r>
              <a:rPr lang="en-US" altLang="en-US" sz="3600" dirty="0">
                <a:solidFill>
                  <a:srgbClr val="0D0D0D"/>
                </a:solidFill>
                <a:effectLst>
                  <a:outerShdw blurRad="38100" dist="38100" dir="2700000" algn="tl">
                    <a:srgbClr val="FFFFFF"/>
                  </a:outerShdw>
                </a:effectLst>
                <a:latin typeface="Britannic Bold"/>
                <a:cs typeface="Britannic Bold"/>
              </a:rPr>
              <a:t>Chi-Square Test &amp; Contingency Analysis</a:t>
            </a:r>
          </a:p>
          <a:p>
            <a:pPr algn="ctr"/>
            <a:r>
              <a:rPr lang="en-US" dirty="0">
                <a:latin typeface="Britannic Bold"/>
                <a:cs typeface="Britannic Bold"/>
              </a:rPr>
              <a:t>(</a:t>
            </a:r>
            <a:r>
              <a:rPr lang="en-US" dirty="0">
                <a:effectLst>
                  <a:outerShdw blurRad="38100" dist="38100" dir="2700000" algn="tl">
                    <a:srgbClr val="FFFFFF"/>
                  </a:outerShdw>
                </a:effectLst>
                <a:latin typeface="Britannic Bold"/>
                <a:cs typeface="Britannic Bold"/>
              </a:rPr>
              <a:t>Chi-Square Test for </a:t>
            </a:r>
            <a:r>
              <a:rPr lang="en-US" i="1" dirty="0">
                <a:effectLst>
                  <a:outerShdw blurRad="38100" dist="38100" dir="2700000" algn="tl">
                    <a:srgbClr val="FFFFFF"/>
                  </a:outerShdw>
                </a:effectLst>
                <a:latin typeface="Britannic Bold"/>
                <a:cs typeface="Britannic Bold"/>
              </a:rPr>
              <a:t>k</a:t>
            </a:r>
            <a:r>
              <a:rPr lang="en-US" dirty="0">
                <a:effectLst>
                  <a:outerShdw blurRad="38100" dist="38100" dir="2700000" algn="tl">
                    <a:srgbClr val="FFFFFF"/>
                  </a:outerShdw>
                </a:effectLst>
                <a:latin typeface="Britannic Bold"/>
                <a:cs typeface="Britannic Bold"/>
              </a:rPr>
              <a:t> Proportions,</a:t>
            </a:r>
            <a:r>
              <a:rPr lang="en-US" dirty="0">
                <a:solidFill>
                  <a:srgbClr val="0D0D0D"/>
                </a:solidFill>
                <a:effectLst>
                  <a:outerShdw blurRad="38100" dist="38100" dir="2700000" algn="tl">
                    <a:srgbClr val="FFFFFF"/>
                  </a:outerShdw>
                </a:effectLst>
                <a:latin typeface="Britannic Bold"/>
                <a:cs typeface="Britannic Bold"/>
              </a:rPr>
              <a:t> </a:t>
            </a:r>
          </a:p>
          <a:p>
            <a:pPr algn="ctr"/>
            <a:r>
              <a:rPr lang="en-US" dirty="0">
                <a:effectLst>
                  <a:outerShdw blurRad="38100" dist="38100" dir="2700000" algn="tl">
                    <a:srgbClr val="FFFFFF"/>
                  </a:outerShdw>
                </a:effectLst>
                <a:latin typeface="Britannic Bold"/>
                <a:cs typeface="Britannic Bold"/>
              </a:rPr>
              <a:t>Chi-Square</a:t>
            </a:r>
            <a:r>
              <a:rPr lang="en-US" dirty="0">
                <a:latin typeface="Britannic Bold"/>
                <a:cs typeface="Britannic Bold"/>
              </a:rPr>
              <a:t> </a:t>
            </a:r>
            <a:r>
              <a:rPr lang="en-US" dirty="0">
                <a:effectLst>
                  <a:outerShdw blurRad="38100" dist="38100" dir="2700000" algn="tl">
                    <a:srgbClr val="FFFFFF"/>
                  </a:outerShdw>
                </a:effectLst>
                <a:latin typeface="Britannic Bold"/>
                <a:cs typeface="Britannic Bold"/>
              </a:rPr>
              <a:t>Test of Independence Contingency Table)</a:t>
            </a:r>
          </a:p>
        </p:txBody>
      </p:sp>
      <p:sp>
        <p:nvSpPr>
          <p:cNvPr id="14340" name="Slide Number Placeholder 1"/>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Calibri" charset="0"/>
                <a:ea typeface="ＭＳ Ｐゴシック" charset="0"/>
                <a:cs typeface="ＭＳ Ｐゴシック" charset="0"/>
              </a:defRPr>
            </a:lvl1pPr>
            <a:lvl2pPr marL="742950" indent="-285750" eaLnBrk="0" hangingPunct="0">
              <a:defRPr sz="2400">
                <a:solidFill>
                  <a:schemeClr val="tx1"/>
                </a:solidFill>
                <a:latin typeface="Calibri" charset="0"/>
                <a:ea typeface="ＭＳ Ｐゴシック" charset="0"/>
              </a:defRPr>
            </a:lvl2pPr>
            <a:lvl3pPr marL="1143000" indent="-228600" eaLnBrk="0" hangingPunct="0">
              <a:defRPr sz="2400">
                <a:solidFill>
                  <a:schemeClr val="tx1"/>
                </a:solidFill>
                <a:latin typeface="Calibri" charset="0"/>
                <a:ea typeface="ＭＳ Ｐゴシック" charset="0"/>
              </a:defRPr>
            </a:lvl3pPr>
            <a:lvl4pPr marL="1600200" indent="-228600" eaLnBrk="0" hangingPunct="0">
              <a:defRPr sz="2400">
                <a:solidFill>
                  <a:schemeClr val="tx1"/>
                </a:solidFill>
                <a:latin typeface="Calibri" charset="0"/>
                <a:ea typeface="ＭＳ Ｐゴシック" charset="0"/>
              </a:defRPr>
            </a:lvl4pPr>
            <a:lvl5pPr marL="2057400" indent="-228600" eaLnBrk="0" hangingPunct="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eaLnBrk="1" hangingPunct="1"/>
            <a:fld id="{6AA77887-1507-E445-B65A-EE9CC2334CF5}" type="slidenum">
              <a:rPr lang="en-US" sz="1200">
                <a:solidFill>
                  <a:srgbClr val="898989"/>
                </a:solidFill>
                <a:cs typeface="Arial" charset="0"/>
              </a:rPr>
              <a:pPr eaLnBrk="1" hangingPunct="1"/>
              <a:t>47</a:t>
            </a:fld>
            <a:endParaRPr lang="en-US" sz="1200">
              <a:solidFill>
                <a:srgbClr val="898989"/>
              </a:solidFill>
              <a:cs typeface="Arial" charset="0"/>
            </a:endParaRPr>
          </a:p>
        </p:txBody>
      </p:sp>
      <p:sp>
        <p:nvSpPr>
          <p:cNvPr id="7" name="Title 14"/>
          <p:cNvSpPr txBox="1">
            <a:spLocks/>
          </p:cNvSpPr>
          <p:nvPr/>
        </p:nvSpPr>
        <p:spPr bwMode="auto">
          <a:xfrm>
            <a:off x="3935934" y="274639"/>
            <a:ext cx="5832475" cy="777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algn="ctr">
              <a:defRPr/>
            </a:pPr>
            <a:r>
              <a:rPr lang="en-US" altLang="en-US" b="1" cap="all" dirty="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latin typeface="Britannic Bold" panose="020B0903060703020204" pitchFamily="34" charset="0"/>
              </a:rPr>
              <a:t>SCSI2143: Probability &amp; statistical data analysis</a:t>
            </a:r>
          </a:p>
        </p:txBody>
      </p:sp>
    </p:spTree>
    <p:extLst>
      <p:ext uri="{BB962C8B-B14F-4D97-AF65-F5344CB8AC3E}">
        <p14:creationId xmlns:p14="http://schemas.microsoft.com/office/powerpoint/2010/main" val="54157492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pPr>
              <a:defRPr/>
            </a:pPr>
            <a:fld id="{72AD96D6-FCAC-BF48-A744-D10BE5BBB539}" type="slidenum">
              <a:rPr lang="en-US" smtClean="0"/>
              <a:pPr>
                <a:defRPr/>
              </a:pPr>
              <a:t>48</a:t>
            </a:fld>
            <a:endParaRPr lang="en-US"/>
          </a:p>
        </p:txBody>
      </p:sp>
      <p:sp>
        <p:nvSpPr>
          <p:cNvPr id="5" name="TextBox 4"/>
          <p:cNvSpPr txBox="1"/>
          <p:nvPr/>
        </p:nvSpPr>
        <p:spPr>
          <a:xfrm>
            <a:off x="2063552" y="1556792"/>
            <a:ext cx="8064896" cy="2308324"/>
          </a:xfrm>
          <a:prstGeom prst="rect">
            <a:avLst/>
          </a:prstGeom>
          <a:noFill/>
        </p:spPr>
        <p:txBody>
          <a:bodyPr wrap="square" rtlCol="0">
            <a:spAutoFit/>
          </a:bodyPr>
          <a:lstStyle/>
          <a:p>
            <a:pPr algn="ctr"/>
            <a:r>
              <a:rPr lang="en-US" sz="4800" b="1" dirty="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rPr>
              <a:t>Chi-Square Test </a:t>
            </a:r>
          </a:p>
          <a:p>
            <a:pPr algn="ctr"/>
            <a:r>
              <a:rPr lang="en-US" sz="4800" b="1" dirty="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rPr>
              <a:t>&amp; </a:t>
            </a:r>
          </a:p>
          <a:p>
            <a:pPr algn="ctr"/>
            <a:r>
              <a:rPr lang="en-US" sz="4800" b="1" dirty="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rPr>
              <a:t>Two Way Contingency Table</a:t>
            </a:r>
          </a:p>
        </p:txBody>
      </p:sp>
    </p:spTree>
    <p:extLst>
      <p:ext uri="{BB962C8B-B14F-4D97-AF65-F5344CB8AC3E}">
        <p14:creationId xmlns:p14="http://schemas.microsoft.com/office/powerpoint/2010/main" val="167601981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7" name="Slide Number Placeholder 5"/>
          <p:cNvSpPr>
            <a:spLocks noGrp="1"/>
          </p:cNvSpPr>
          <p:nvPr>
            <p:ph type="sldNum" sz="quarter" idx="4294967295"/>
          </p:nvPr>
        </p:nvSpPr>
        <p:spPr>
          <a:xfrm>
            <a:off x="9489504" y="6553200"/>
            <a:ext cx="1143000" cy="304800"/>
          </a:xfrm>
          <a:prstGeom prst="rect">
            <a:avLst/>
          </a:prstGeom>
          <a:noFill/>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a:defRPr sz="2400">
                <a:solidFill>
                  <a:schemeClr val="tx1"/>
                </a:solidFill>
                <a:latin typeface="Arial" charset="0"/>
                <a:ea typeface="ＭＳ Ｐゴシック" charset="0"/>
              </a:defRPr>
            </a:lvl1pPr>
            <a:lvl2pPr>
              <a:defRPr sz="2000">
                <a:solidFill>
                  <a:schemeClr val="tx1"/>
                </a:solidFill>
                <a:latin typeface="Arial" charset="0"/>
                <a:ea typeface="ＭＳ Ｐゴシック" charset="0"/>
              </a:defRPr>
            </a:lvl2pPr>
            <a:lvl3pPr>
              <a:defRPr sz="2000">
                <a:solidFill>
                  <a:schemeClr val="tx1"/>
                </a:solidFill>
                <a:latin typeface="Arial" charset="0"/>
                <a:ea typeface="ＭＳ Ｐゴシック" charset="0"/>
              </a:defRPr>
            </a:lvl3pPr>
            <a:lvl4pPr>
              <a:defRPr sz="2000">
                <a:solidFill>
                  <a:schemeClr val="tx1"/>
                </a:solidFill>
                <a:latin typeface="Arial" charset="0"/>
                <a:ea typeface="ＭＳ Ｐゴシック" charset="0"/>
              </a:defRPr>
            </a:lvl4pPr>
            <a:lvl5pPr>
              <a:defRPr sz="2000">
                <a:solidFill>
                  <a:schemeClr val="tx1"/>
                </a:solidFill>
                <a:latin typeface="Arial" charset="0"/>
                <a:ea typeface="ＭＳ Ｐゴシック" charset="0"/>
              </a:defRPr>
            </a:lvl5pPr>
            <a:lvl6pPr eaLnBrk="0" hangingPunct="0">
              <a:defRPr sz="2000">
                <a:solidFill>
                  <a:schemeClr val="tx1"/>
                </a:solidFill>
                <a:latin typeface="Arial" charset="0"/>
                <a:ea typeface="ＭＳ Ｐゴシック" charset="0"/>
              </a:defRPr>
            </a:lvl6pPr>
            <a:lvl7pPr eaLnBrk="0" hangingPunct="0">
              <a:defRPr sz="2000">
                <a:solidFill>
                  <a:schemeClr val="tx1"/>
                </a:solidFill>
                <a:latin typeface="Arial" charset="0"/>
                <a:ea typeface="ＭＳ Ｐゴシック" charset="0"/>
              </a:defRPr>
            </a:lvl7pPr>
            <a:lvl8pPr eaLnBrk="0" hangingPunct="0">
              <a:defRPr sz="2000">
                <a:solidFill>
                  <a:schemeClr val="tx1"/>
                </a:solidFill>
                <a:latin typeface="Arial" charset="0"/>
                <a:ea typeface="ＭＳ Ｐゴシック" charset="0"/>
              </a:defRPr>
            </a:lvl8pPr>
            <a:lvl9pPr eaLnBrk="0" hangingPunct="0">
              <a:defRPr sz="2000">
                <a:solidFill>
                  <a:schemeClr val="tx1"/>
                </a:solidFill>
                <a:latin typeface="Arial" charset="0"/>
                <a:ea typeface="ＭＳ Ｐゴシック" charset="0"/>
              </a:defRPr>
            </a:lvl9pPr>
          </a:lstStyle>
          <a:p>
            <a:fld id="{213D8392-2309-3A4B-8C1E-9F0A800AC91A}" type="slidenum">
              <a:rPr lang="en-US" sz="1000">
                <a:solidFill>
                  <a:schemeClr val="bg1"/>
                </a:solidFill>
              </a:rPr>
              <a:pPr/>
              <a:t>49</a:t>
            </a:fld>
            <a:endParaRPr lang="en-US" sz="1000">
              <a:solidFill>
                <a:schemeClr val="bg1"/>
              </a:solidFill>
            </a:endParaRPr>
          </a:p>
        </p:txBody>
      </p:sp>
      <p:sp>
        <p:nvSpPr>
          <p:cNvPr id="72708" name="Rectangle 2"/>
          <p:cNvSpPr>
            <a:spLocks noGrp="1" noChangeArrowheads="1"/>
          </p:cNvSpPr>
          <p:nvPr>
            <p:ph type="title"/>
          </p:nvPr>
        </p:nvSpPr>
        <p:spPr>
          <a:xfrm>
            <a:off x="3647728" y="274638"/>
            <a:ext cx="6563072" cy="850106"/>
          </a:xfrm>
        </p:spPr>
        <p:txBody>
          <a:bodyPr/>
          <a:lstStyle/>
          <a:p>
            <a:pPr eaLnBrk="1" hangingPunct="1"/>
            <a:r>
              <a:rPr lang="en-US" sz="2800" b="1" dirty="0">
                <a:latin typeface="Arial" charset="0"/>
              </a:rPr>
              <a:t>Chi-Square (</a:t>
            </a:r>
            <a:r>
              <a:rPr lang="en-US" sz="2800" b="1" dirty="0">
                <a:latin typeface="Symbol" charset="0"/>
              </a:rPr>
              <a:t></a:t>
            </a:r>
            <a:r>
              <a:rPr lang="en-US" sz="2800" b="1" baseline="30000" dirty="0">
                <a:latin typeface="Arial" charset="0"/>
              </a:rPr>
              <a:t>2</a:t>
            </a:r>
            <a:r>
              <a:rPr lang="en-US" sz="2800" b="1" dirty="0">
                <a:latin typeface="Arial" charset="0"/>
              </a:rPr>
              <a:t>) Test of Independence</a:t>
            </a:r>
          </a:p>
        </p:txBody>
      </p:sp>
      <p:sp>
        <p:nvSpPr>
          <p:cNvPr id="72709" name="Rectangle 3"/>
          <p:cNvSpPr>
            <a:spLocks noGrp="1" noChangeArrowheads="1"/>
          </p:cNvSpPr>
          <p:nvPr>
            <p:ph type="body" idx="1"/>
          </p:nvPr>
        </p:nvSpPr>
        <p:spPr>
          <a:xfrm>
            <a:off x="1847528" y="1600201"/>
            <a:ext cx="8363272" cy="4525963"/>
          </a:xfrm>
        </p:spPr>
        <p:txBody>
          <a:bodyPr/>
          <a:lstStyle/>
          <a:p>
            <a:pPr eaLnBrk="1" hangingPunct="1"/>
            <a:r>
              <a:rPr lang="en-US" dirty="0">
                <a:latin typeface="Arial" charset="0"/>
              </a:rPr>
              <a:t>To shows if a relationship exists between 2 qualitative variables, when</a:t>
            </a:r>
          </a:p>
          <a:p>
            <a:pPr lvl="1" eaLnBrk="1" hangingPunct="1">
              <a:buFont typeface="Wingdings" charset="2"/>
              <a:buChar char="§"/>
            </a:pPr>
            <a:r>
              <a:rPr lang="en-US" dirty="0">
                <a:latin typeface="Arial" charset="0"/>
              </a:rPr>
              <a:t>One sample is drawn.</a:t>
            </a:r>
          </a:p>
          <a:p>
            <a:pPr lvl="1" eaLnBrk="1" hangingPunct="1">
              <a:buFont typeface="Wingdings" charset="2"/>
              <a:buChar char="§"/>
            </a:pPr>
            <a:r>
              <a:rPr lang="en-US" dirty="0">
                <a:latin typeface="Arial" charset="0"/>
              </a:rPr>
              <a:t>Does </a:t>
            </a:r>
            <a:r>
              <a:rPr lang="en-US" b="1" dirty="0">
                <a:solidFill>
                  <a:schemeClr val="tx2"/>
                </a:solidFill>
                <a:latin typeface="Arial" charset="0"/>
              </a:rPr>
              <a:t>not</a:t>
            </a:r>
            <a:r>
              <a:rPr lang="en-US" dirty="0">
                <a:latin typeface="Arial" charset="0"/>
              </a:rPr>
              <a:t> show causality.</a:t>
            </a:r>
          </a:p>
          <a:p>
            <a:pPr eaLnBrk="1" hangingPunct="1"/>
            <a:r>
              <a:rPr lang="en-US" dirty="0">
                <a:latin typeface="Arial" charset="0"/>
              </a:rPr>
              <a:t>Assumptions:</a:t>
            </a:r>
          </a:p>
          <a:p>
            <a:pPr lvl="1" eaLnBrk="1" hangingPunct="1">
              <a:buFont typeface="Wingdings" charset="2"/>
              <a:buChar char="§"/>
            </a:pPr>
            <a:r>
              <a:rPr lang="en-US" dirty="0">
                <a:latin typeface="Arial" charset="0"/>
              </a:rPr>
              <a:t>Multinomial experiment.</a:t>
            </a:r>
          </a:p>
          <a:p>
            <a:pPr lvl="1" eaLnBrk="1" hangingPunct="1">
              <a:buFont typeface="Wingdings" charset="2"/>
              <a:buChar char="§"/>
            </a:pPr>
            <a:r>
              <a:rPr lang="en-US" dirty="0">
                <a:latin typeface="Arial" charset="0"/>
              </a:rPr>
              <a:t>All expected counts </a:t>
            </a:r>
            <a:r>
              <a:rPr lang="en-US" dirty="0">
                <a:latin typeface="Symbol" charset="0"/>
              </a:rPr>
              <a:t></a:t>
            </a:r>
            <a:r>
              <a:rPr lang="en-US" dirty="0">
                <a:latin typeface="Arial" charset="0"/>
              </a:rPr>
              <a:t> 5</a:t>
            </a:r>
          </a:p>
          <a:p>
            <a:pPr eaLnBrk="1" hangingPunct="1"/>
            <a:r>
              <a:rPr lang="en-US" dirty="0">
                <a:latin typeface="Arial" charset="0"/>
              </a:rPr>
              <a:t>Uses two-way contingency table</a:t>
            </a:r>
          </a:p>
          <a:p>
            <a:pPr eaLnBrk="1" hangingPunct="1">
              <a:spcBef>
                <a:spcPct val="30000"/>
              </a:spcBef>
            </a:pPr>
            <a:endParaRPr lang="en-US" dirty="0">
              <a:latin typeface="Arial" charset="0"/>
            </a:endParaRPr>
          </a:p>
        </p:txBody>
      </p:sp>
    </p:spTree>
    <p:extLst>
      <p:ext uri="{BB962C8B-B14F-4D97-AF65-F5344CB8AC3E}">
        <p14:creationId xmlns:p14="http://schemas.microsoft.com/office/powerpoint/2010/main" val="19628943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1" name="Slide Number Placeholder 5"/>
          <p:cNvSpPr>
            <a:spLocks noGrp="1"/>
          </p:cNvSpPr>
          <p:nvPr>
            <p:ph type="sldNum" sz="quarter" idx="4294967295"/>
          </p:nvPr>
        </p:nvSpPr>
        <p:spPr>
          <a:xfrm>
            <a:off x="9345488" y="6553200"/>
            <a:ext cx="1143000" cy="304800"/>
          </a:xfrm>
          <a:prstGeom prst="rect">
            <a:avLst/>
          </a:prstGeom>
          <a:noFill/>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a:defRPr sz="2400">
                <a:solidFill>
                  <a:schemeClr val="tx1"/>
                </a:solidFill>
                <a:latin typeface="Arial" charset="0"/>
                <a:ea typeface="ＭＳ Ｐゴシック" charset="0"/>
              </a:defRPr>
            </a:lvl1pPr>
            <a:lvl2pPr>
              <a:defRPr sz="2000">
                <a:solidFill>
                  <a:schemeClr val="tx1"/>
                </a:solidFill>
                <a:latin typeface="Arial" charset="0"/>
                <a:ea typeface="ＭＳ Ｐゴシック" charset="0"/>
              </a:defRPr>
            </a:lvl2pPr>
            <a:lvl3pPr>
              <a:defRPr sz="2000">
                <a:solidFill>
                  <a:schemeClr val="tx1"/>
                </a:solidFill>
                <a:latin typeface="Arial" charset="0"/>
                <a:ea typeface="ＭＳ Ｐゴシック" charset="0"/>
              </a:defRPr>
            </a:lvl3pPr>
            <a:lvl4pPr>
              <a:defRPr sz="2000">
                <a:solidFill>
                  <a:schemeClr val="tx1"/>
                </a:solidFill>
                <a:latin typeface="Arial" charset="0"/>
                <a:ea typeface="ＭＳ Ｐゴシック" charset="0"/>
              </a:defRPr>
            </a:lvl4pPr>
            <a:lvl5pPr>
              <a:defRPr sz="2000">
                <a:solidFill>
                  <a:schemeClr val="tx1"/>
                </a:solidFill>
                <a:latin typeface="Arial" charset="0"/>
                <a:ea typeface="ＭＳ Ｐゴシック" charset="0"/>
              </a:defRPr>
            </a:lvl5pPr>
            <a:lvl6pPr eaLnBrk="0" hangingPunct="0">
              <a:defRPr sz="2000">
                <a:solidFill>
                  <a:schemeClr val="tx1"/>
                </a:solidFill>
                <a:latin typeface="Arial" charset="0"/>
                <a:ea typeface="ＭＳ Ｐゴシック" charset="0"/>
              </a:defRPr>
            </a:lvl6pPr>
            <a:lvl7pPr eaLnBrk="0" hangingPunct="0">
              <a:defRPr sz="2000">
                <a:solidFill>
                  <a:schemeClr val="tx1"/>
                </a:solidFill>
                <a:latin typeface="Arial" charset="0"/>
                <a:ea typeface="ＭＳ Ｐゴシック" charset="0"/>
              </a:defRPr>
            </a:lvl7pPr>
            <a:lvl8pPr eaLnBrk="0" hangingPunct="0">
              <a:defRPr sz="2000">
                <a:solidFill>
                  <a:schemeClr val="tx1"/>
                </a:solidFill>
                <a:latin typeface="Arial" charset="0"/>
                <a:ea typeface="ＭＳ Ｐゴシック" charset="0"/>
              </a:defRPr>
            </a:lvl8pPr>
            <a:lvl9pPr eaLnBrk="0" hangingPunct="0">
              <a:defRPr sz="2000">
                <a:solidFill>
                  <a:schemeClr val="tx1"/>
                </a:solidFill>
                <a:latin typeface="Arial" charset="0"/>
                <a:ea typeface="ＭＳ Ｐゴシック" charset="0"/>
              </a:defRPr>
            </a:lvl9pPr>
          </a:lstStyle>
          <a:p>
            <a:fld id="{FFF780AA-C96F-6344-945D-4C2BF5196F81}" type="slidenum">
              <a:rPr lang="en-US" sz="1000">
                <a:solidFill>
                  <a:schemeClr val="bg1"/>
                </a:solidFill>
              </a:rPr>
              <a:pPr/>
              <a:t>50</a:t>
            </a:fld>
            <a:endParaRPr lang="en-US" sz="1000" dirty="0">
              <a:solidFill>
                <a:schemeClr val="bg1"/>
              </a:solidFill>
            </a:endParaRPr>
          </a:p>
        </p:txBody>
      </p:sp>
      <p:sp>
        <p:nvSpPr>
          <p:cNvPr id="73733" name="Rectangle 3"/>
          <p:cNvSpPr>
            <a:spLocks noGrp="1" noChangeArrowheads="1"/>
          </p:cNvSpPr>
          <p:nvPr>
            <p:ph type="body" idx="1"/>
          </p:nvPr>
        </p:nvSpPr>
        <p:spPr>
          <a:xfrm>
            <a:off x="1703512" y="1268761"/>
            <a:ext cx="8507288" cy="4525963"/>
          </a:xfrm>
        </p:spPr>
        <p:txBody>
          <a:bodyPr/>
          <a:lstStyle/>
          <a:p>
            <a:pPr eaLnBrk="1" hangingPunct="1">
              <a:spcBef>
                <a:spcPct val="30000"/>
              </a:spcBef>
            </a:pPr>
            <a:r>
              <a:rPr lang="en-US" sz="2800" dirty="0">
                <a:latin typeface="Arial" charset="0"/>
              </a:rPr>
              <a:t>Shows # observations from 1 sample jointly in 2 qualitative variables:</a:t>
            </a:r>
          </a:p>
        </p:txBody>
      </p:sp>
      <p:graphicFrame>
        <p:nvGraphicFramePr>
          <p:cNvPr id="73734" name="Object 4">
            <a:hlinkClick r:id="" action="ppaction://ole?verb=0"/>
          </p:cNvPr>
          <p:cNvGraphicFramePr>
            <a:graphicFrameLocks/>
          </p:cNvGraphicFramePr>
          <p:nvPr/>
        </p:nvGraphicFramePr>
        <p:xfrm>
          <a:off x="2587625" y="3494088"/>
          <a:ext cx="7086600" cy="2324100"/>
        </p:xfrm>
        <a:graphic>
          <a:graphicData uri="http://schemas.openxmlformats.org/presentationml/2006/ole">
            <mc:AlternateContent xmlns:mc="http://schemas.openxmlformats.org/markup-compatibility/2006">
              <mc:Choice xmlns:v="urn:schemas-microsoft-com:vml" Requires="v">
                <p:oleObj name="Document" r:id="rId2" imgW="4695891" imgH="1533493" progId="Word.Document.8">
                  <p:embed/>
                </p:oleObj>
              </mc:Choice>
              <mc:Fallback>
                <p:oleObj name="Document" r:id="rId2" imgW="4695891" imgH="1533493" progId="Word.Document.8">
                  <p:embed/>
                  <p:pic>
                    <p:nvPicPr>
                      <p:cNvPr id="0" name=""/>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87625" y="3494088"/>
                        <a:ext cx="7086600" cy="2324100"/>
                      </a:xfrm>
                      <a:prstGeom prst="rect">
                        <a:avLst/>
                      </a:prstGeom>
                      <a:solidFill>
                        <a:srgbClr val="FFFF99"/>
                      </a:solidFill>
                      <a:ln>
                        <a:noFill/>
                      </a:ln>
                      <a:effectLst>
                        <a:outerShdw blurRad="63500" dist="38099" dir="2700000" algn="ctr" rotWithShape="0">
                          <a:schemeClr val="bg2">
                            <a:alpha val="74998"/>
                          </a:schemeClr>
                        </a:outerShdw>
                      </a:effectLst>
                      <a:extLst>
                        <a:ext uri="{91240B29-F687-4F45-9708-019B960494DF}">
                          <a14:hiddenLine xmlns:a14="http://schemas.microsoft.com/office/drawing/2010/main" w="12700">
                            <a:solidFill>
                              <a:schemeClr val="tx1"/>
                            </a:solidFill>
                            <a:miter lim="800000"/>
                            <a:headEnd/>
                            <a:tailEnd/>
                          </a14:hiddenLine>
                        </a:ext>
                      </a:extLst>
                    </p:spPr>
                  </p:pic>
                </p:oleObj>
              </mc:Fallback>
            </mc:AlternateContent>
          </a:graphicData>
        </a:graphic>
      </p:graphicFrame>
      <p:sp>
        <p:nvSpPr>
          <p:cNvPr id="100357" name="Rectangle 5"/>
          <p:cNvSpPr>
            <a:spLocks noChangeArrowheads="1"/>
          </p:cNvSpPr>
          <p:nvPr/>
        </p:nvSpPr>
        <p:spPr bwMode="auto">
          <a:xfrm>
            <a:off x="6023992" y="2857501"/>
            <a:ext cx="3168650"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spcBef>
                <a:spcPct val="50000"/>
              </a:spcBef>
            </a:pPr>
            <a:r>
              <a:rPr lang="en-US" b="1" dirty="0">
                <a:solidFill>
                  <a:schemeClr val="tx2"/>
                </a:solidFill>
                <a:effectLst>
                  <a:outerShdw blurRad="38100" dist="38100" dir="2700000" algn="tl">
                    <a:srgbClr val="DDDDDD"/>
                  </a:outerShdw>
                </a:effectLst>
              </a:rPr>
              <a:t>Level of variable: 2</a:t>
            </a:r>
          </a:p>
        </p:txBody>
      </p:sp>
      <p:sp>
        <p:nvSpPr>
          <p:cNvPr id="100358" name="Rectangle 6"/>
          <p:cNvSpPr>
            <a:spLocks noChangeArrowheads="1"/>
          </p:cNvSpPr>
          <p:nvPr/>
        </p:nvSpPr>
        <p:spPr bwMode="auto">
          <a:xfrm>
            <a:off x="4962624" y="6158578"/>
            <a:ext cx="2213496"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a:spcBef>
                <a:spcPct val="50000"/>
              </a:spcBef>
            </a:pPr>
            <a:r>
              <a:rPr lang="en-US" b="1" dirty="0">
                <a:solidFill>
                  <a:schemeClr val="tx2"/>
                </a:solidFill>
                <a:effectLst>
                  <a:outerShdw blurRad="38100" dist="38100" dir="2700000" algn="tl">
                    <a:srgbClr val="DDDDDD"/>
                  </a:outerShdw>
                </a:effectLst>
              </a:rPr>
              <a:t>Level of variable: 1</a:t>
            </a:r>
          </a:p>
        </p:txBody>
      </p:sp>
      <p:sp>
        <p:nvSpPr>
          <p:cNvPr id="73737" name="Line 7"/>
          <p:cNvSpPr>
            <a:spLocks noChangeShapeType="1"/>
          </p:cNvSpPr>
          <p:nvPr/>
        </p:nvSpPr>
        <p:spPr bwMode="auto">
          <a:xfrm>
            <a:off x="5015880" y="4941168"/>
            <a:ext cx="1008112" cy="1296144"/>
          </a:xfrm>
          <a:prstGeom prst="line">
            <a:avLst/>
          </a:prstGeom>
          <a:noFill/>
          <a:ln w="25400">
            <a:solidFill>
              <a:schemeClr val="tx2"/>
            </a:solidFill>
            <a:round/>
            <a:headEnd type="triangle" w="med" len="med"/>
            <a:tailEnd/>
          </a:ln>
          <a:effectLst>
            <a:outerShdw blurRad="63500" dist="38099" dir="2700000" algn="ctr" rotWithShape="0">
              <a:schemeClr val="bg2">
                <a:alpha val="74998"/>
              </a:schemeClr>
            </a:outerShdw>
          </a:effectLst>
          <a:extLst>
            <a:ext uri="{909E8E84-426E-40DD-AFC4-6F175D3DCCD1}">
              <a14:hiddenFill xmlns:a14="http://schemas.microsoft.com/office/drawing/2010/main">
                <a:noFill/>
              </a14:hiddenFill>
            </a:ext>
          </a:extLst>
        </p:spPr>
        <p:txBody>
          <a:bodyPr wrap="none" anchor="ctr"/>
          <a:lstStyle/>
          <a:p>
            <a:endParaRPr lang="en-US"/>
          </a:p>
        </p:txBody>
      </p:sp>
      <p:sp>
        <p:nvSpPr>
          <p:cNvPr id="73738" name="Line 8"/>
          <p:cNvSpPr>
            <a:spLocks noChangeShapeType="1"/>
          </p:cNvSpPr>
          <p:nvPr/>
        </p:nvSpPr>
        <p:spPr bwMode="auto">
          <a:xfrm flipV="1">
            <a:off x="6261100" y="3260080"/>
            <a:ext cx="774700" cy="889000"/>
          </a:xfrm>
          <a:prstGeom prst="line">
            <a:avLst/>
          </a:prstGeom>
          <a:noFill/>
          <a:ln w="25400">
            <a:solidFill>
              <a:schemeClr val="tx2"/>
            </a:solidFill>
            <a:round/>
            <a:headEnd type="triangle" w="med" len="med"/>
            <a:tailEnd/>
          </a:ln>
          <a:effectLst>
            <a:outerShdw blurRad="63500" dist="38099" dir="2700000" algn="ctr" rotWithShape="0">
              <a:schemeClr val="bg2">
                <a:alpha val="74998"/>
              </a:schemeClr>
            </a:outerShdw>
          </a:effectLst>
          <a:extLst>
            <a:ext uri="{909E8E84-426E-40DD-AFC4-6F175D3DCCD1}">
              <a14:hiddenFill xmlns:a14="http://schemas.microsoft.com/office/drawing/2010/main">
                <a:noFill/>
              </a14:hiddenFill>
            </a:ext>
          </a:extLst>
        </p:spPr>
        <p:txBody>
          <a:bodyPr wrap="none" anchor="ctr"/>
          <a:lstStyle/>
          <a:p>
            <a:endParaRPr lang="en-US"/>
          </a:p>
        </p:txBody>
      </p:sp>
      <p:sp>
        <p:nvSpPr>
          <p:cNvPr id="73739" name="Line 9"/>
          <p:cNvSpPr>
            <a:spLocks noChangeShapeType="1"/>
          </p:cNvSpPr>
          <p:nvPr/>
        </p:nvSpPr>
        <p:spPr bwMode="auto">
          <a:xfrm flipH="1" flipV="1">
            <a:off x="7032104" y="3284984"/>
            <a:ext cx="576064" cy="792088"/>
          </a:xfrm>
          <a:prstGeom prst="line">
            <a:avLst/>
          </a:prstGeom>
          <a:noFill/>
          <a:ln w="25400">
            <a:solidFill>
              <a:schemeClr val="tx2"/>
            </a:solidFill>
            <a:round/>
            <a:headEnd type="triangle" w="med" len="med"/>
            <a:tailEnd/>
          </a:ln>
          <a:effectLst>
            <a:outerShdw blurRad="63500" dist="38099" dir="2700000" algn="ctr" rotWithShape="0">
              <a:schemeClr val="bg2">
                <a:alpha val="74998"/>
              </a:schemeClr>
            </a:outerShdw>
          </a:effectLst>
          <a:extLst>
            <a:ext uri="{909E8E84-426E-40DD-AFC4-6F175D3DCCD1}">
              <a14:hiddenFill xmlns:a14="http://schemas.microsoft.com/office/drawing/2010/main">
                <a:noFill/>
              </a14:hiddenFill>
            </a:ext>
          </a:extLst>
        </p:spPr>
        <p:txBody>
          <a:bodyPr wrap="none" anchor="ctr"/>
          <a:lstStyle/>
          <a:p>
            <a:endParaRPr lang="en-US"/>
          </a:p>
        </p:txBody>
      </p:sp>
      <p:sp>
        <p:nvSpPr>
          <p:cNvPr id="3" name="Right Brace 2"/>
          <p:cNvSpPr/>
          <p:nvPr/>
        </p:nvSpPr>
        <p:spPr>
          <a:xfrm>
            <a:off x="4799856" y="4581128"/>
            <a:ext cx="299464" cy="504056"/>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88935510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5" name="Slide Number Placeholder 5"/>
          <p:cNvSpPr>
            <a:spLocks noGrp="1"/>
          </p:cNvSpPr>
          <p:nvPr>
            <p:ph type="sldNum" sz="quarter" idx="4294967295"/>
          </p:nvPr>
        </p:nvSpPr>
        <p:spPr>
          <a:xfrm>
            <a:off x="9345488" y="6553200"/>
            <a:ext cx="1143000" cy="304800"/>
          </a:xfrm>
          <a:prstGeom prst="rect">
            <a:avLst/>
          </a:prstGeom>
          <a:noFill/>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a:defRPr sz="2400">
                <a:solidFill>
                  <a:schemeClr val="tx1"/>
                </a:solidFill>
                <a:latin typeface="Arial" charset="0"/>
                <a:ea typeface="ＭＳ Ｐゴシック" charset="0"/>
              </a:defRPr>
            </a:lvl1pPr>
            <a:lvl2pPr>
              <a:defRPr sz="2000">
                <a:solidFill>
                  <a:schemeClr val="tx1"/>
                </a:solidFill>
                <a:latin typeface="Arial" charset="0"/>
                <a:ea typeface="ＭＳ Ｐゴシック" charset="0"/>
              </a:defRPr>
            </a:lvl2pPr>
            <a:lvl3pPr>
              <a:defRPr sz="2000">
                <a:solidFill>
                  <a:schemeClr val="tx1"/>
                </a:solidFill>
                <a:latin typeface="Arial" charset="0"/>
                <a:ea typeface="ＭＳ Ｐゴシック" charset="0"/>
              </a:defRPr>
            </a:lvl3pPr>
            <a:lvl4pPr>
              <a:defRPr sz="2000">
                <a:solidFill>
                  <a:schemeClr val="tx1"/>
                </a:solidFill>
                <a:latin typeface="Arial" charset="0"/>
                <a:ea typeface="ＭＳ Ｐゴシック" charset="0"/>
              </a:defRPr>
            </a:lvl4pPr>
            <a:lvl5pPr>
              <a:defRPr sz="2000">
                <a:solidFill>
                  <a:schemeClr val="tx1"/>
                </a:solidFill>
                <a:latin typeface="Arial" charset="0"/>
                <a:ea typeface="ＭＳ Ｐゴシック" charset="0"/>
              </a:defRPr>
            </a:lvl5pPr>
            <a:lvl6pPr eaLnBrk="0" hangingPunct="0">
              <a:defRPr sz="2000">
                <a:solidFill>
                  <a:schemeClr val="tx1"/>
                </a:solidFill>
                <a:latin typeface="Arial" charset="0"/>
                <a:ea typeface="ＭＳ Ｐゴシック" charset="0"/>
              </a:defRPr>
            </a:lvl6pPr>
            <a:lvl7pPr eaLnBrk="0" hangingPunct="0">
              <a:defRPr sz="2000">
                <a:solidFill>
                  <a:schemeClr val="tx1"/>
                </a:solidFill>
                <a:latin typeface="Arial" charset="0"/>
                <a:ea typeface="ＭＳ Ｐゴシック" charset="0"/>
              </a:defRPr>
            </a:lvl7pPr>
            <a:lvl8pPr eaLnBrk="0" hangingPunct="0">
              <a:defRPr sz="2000">
                <a:solidFill>
                  <a:schemeClr val="tx1"/>
                </a:solidFill>
                <a:latin typeface="Arial" charset="0"/>
                <a:ea typeface="ＭＳ Ｐゴシック" charset="0"/>
              </a:defRPr>
            </a:lvl8pPr>
            <a:lvl9pPr eaLnBrk="0" hangingPunct="0">
              <a:defRPr sz="2000">
                <a:solidFill>
                  <a:schemeClr val="tx1"/>
                </a:solidFill>
                <a:latin typeface="Arial" charset="0"/>
                <a:ea typeface="ＭＳ Ｐゴシック" charset="0"/>
              </a:defRPr>
            </a:lvl9pPr>
          </a:lstStyle>
          <a:p>
            <a:fld id="{97FA626D-9141-7949-B22F-960B35826149}" type="slidenum">
              <a:rPr lang="en-US" sz="1000">
                <a:solidFill>
                  <a:schemeClr val="bg1"/>
                </a:solidFill>
              </a:rPr>
              <a:pPr/>
              <a:t>51</a:t>
            </a:fld>
            <a:endParaRPr lang="en-US" sz="1000" dirty="0">
              <a:solidFill>
                <a:schemeClr val="bg1"/>
              </a:solidFill>
            </a:endParaRPr>
          </a:p>
        </p:txBody>
      </p:sp>
      <p:sp>
        <p:nvSpPr>
          <p:cNvPr id="74756" name="Rectangle 2"/>
          <p:cNvSpPr>
            <a:spLocks noGrp="1" noChangeArrowheads="1"/>
          </p:cNvSpPr>
          <p:nvPr>
            <p:ph type="title"/>
          </p:nvPr>
        </p:nvSpPr>
        <p:spPr>
          <a:xfrm>
            <a:off x="3647728" y="274638"/>
            <a:ext cx="6912768" cy="634082"/>
          </a:xfrm>
        </p:spPr>
        <p:txBody>
          <a:bodyPr/>
          <a:lstStyle/>
          <a:p>
            <a:pPr eaLnBrk="1" hangingPunct="1"/>
            <a:r>
              <a:rPr lang="en-US" sz="3200" b="1" dirty="0">
                <a:latin typeface="Arial" charset="0"/>
              </a:rPr>
              <a:t>Test hypotheses &amp; Test Statistic</a:t>
            </a:r>
          </a:p>
        </p:txBody>
      </p:sp>
      <p:sp>
        <p:nvSpPr>
          <p:cNvPr id="74757" name="Rectangle 3"/>
          <p:cNvSpPr>
            <a:spLocks noGrp="1" noChangeArrowheads="1"/>
          </p:cNvSpPr>
          <p:nvPr>
            <p:ph type="body" idx="1"/>
          </p:nvPr>
        </p:nvSpPr>
        <p:spPr>
          <a:xfrm>
            <a:off x="1703512" y="1340769"/>
            <a:ext cx="8579296" cy="4525963"/>
          </a:xfrm>
        </p:spPr>
        <p:txBody>
          <a:bodyPr/>
          <a:lstStyle/>
          <a:p>
            <a:pPr eaLnBrk="1" hangingPunct="1">
              <a:lnSpc>
                <a:spcPct val="90000"/>
              </a:lnSpc>
            </a:pPr>
            <a:r>
              <a:rPr lang="en-US" sz="2800" dirty="0">
                <a:latin typeface="Arial" charset="0"/>
              </a:rPr>
              <a:t>Test hypothesis:</a:t>
            </a:r>
          </a:p>
          <a:p>
            <a:pPr marL="457200" lvl="1" indent="0" eaLnBrk="1" hangingPunct="1">
              <a:lnSpc>
                <a:spcPct val="90000"/>
              </a:lnSpc>
              <a:buNone/>
            </a:pPr>
            <a:r>
              <a:rPr lang="en-US" dirty="0">
                <a:solidFill>
                  <a:srgbClr val="0000FF"/>
                </a:solidFill>
              </a:rPr>
              <a:t>H</a:t>
            </a:r>
            <a:r>
              <a:rPr lang="en-US" baseline="-25000" dirty="0">
                <a:solidFill>
                  <a:srgbClr val="0000FF"/>
                </a:solidFill>
              </a:rPr>
              <a:t>0</a:t>
            </a:r>
            <a:r>
              <a:rPr lang="en-US" dirty="0"/>
              <a:t>: Variables are independent. </a:t>
            </a:r>
          </a:p>
          <a:p>
            <a:pPr marL="457200" lvl="1" indent="0" eaLnBrk="1" hangingPunct="1">
              <a:lnSpc>
                <a:spcPct val="90000"/>
              </a:lnSpc>
              <a:buNone/>
            </a:pPr>
            <a:r>
              <a:rPr lang="en-US" dirty="0">
                <a:solidFill>
                  <a:srgbClr val="0000FF"/>
                </a:solidFill>
              </a:rPr>
              <a:t>H</a:t>
            </a:r>
            <a:r>
              <a:rPr lang="en-US" baseline="-25000" dirty="0">
                <a:solidFill>
                  <a:srgbClr val="0000FF"/>
                </a:solidFill>
              </a:rPr>
              <a:t>1</a:t>
            </a:r>
            <a:r>
              <a:rPr lang="en-US" dirty="0"/>
              <a:t>: Variables are related (dependent).</a:t>
            </a:r>
          </a:p>
          <a:p>
            <a:pPr marL="0" indent="0" eaLnBrk="1" hangingPunct="1">
              <a:lnSpc>
                <a:spcPct val="90000"/>
              </a:lnSpc>
              <a:spcBef>
                <a:spcPct val="30000"/>
              </a:spcBef>
              <a:buNone/>
            </a:pPr>
            <a:endParaRPr lang="en-US" dirty="0">
              <a:latin typeface="Arial" charset="0"/>
            </a:endParaRPr>
          </a:p>
          <a:p>
            <a:pPr eaLnBrk="1" hangingPunct="1">
              <a:lnSpc>
                <a:spcPct val="90000"/>
              </a:lnSpc>
              <a:spcBef>
                <a:spcPct val="30000"/>
              </a:spcBef>
            </a:pPr>
            <a:r>
              <a:rPr lang="en-US" sz="2800" dirty="0">
                <a:latin typeface="Arial" charset="0"/>
              </a:rPr>
              <a:t>Test Statistic:</a:t>
            </a:r>
          </a:p>
          <a:p>
            <a:pPr marL="0" indent="0" eaLnBrk="1" hangingPunct="1">
              <a:lnSpc>
                <a:spcPct val="90000"/>
              </a:lnSpc>
              <a:spcBef>
                <a:spcPct val="30000"/>
              </a:spcBef>
              <a:buNone/>
            </a:pPr>
            <a:endParaRPr lang="en-US" dirty="0">
              <a:latin typeface="Arial" charset="0"/>
            </a:endParaRPr>
          </a:p>
          <a:p>
            <a:pPr marL="0" indent="0" eaLnBrk="1" hangingPunct="1">
              <a:lnSpc>
                <a:spcPct val="90000"/>
              </a:lnSpc>
              <a:spcBef>
                <a:spcPct val="30000"/>
              </a:spcBef>
              <a:buNone/>
            </a:pPr>
            <a:endParaRPr lang="en-US" dirty="0">
              <a:latin typeface="Arial" charset="0"/>
            </a:endParaRPr>
          </a:p>
          <a:p>
            <a:pPr marL="0" indent="0" eaLnBrk="1" hangingPunct="1">
              <a:lnSpc>
                <a:spcPct val="90000"/>
              </a:lnSpc>
              <a:spcBef>
                <a:spcPct val="30000"/>
              </a:spcBef>
              <a:buNone/>
            </a:pPr>
            <a:endParaRPr lang="en-US" dirty="0">
              <a:latin typeface="Arial" charset="0"/>
            </a:endParaRPr>
          </a:p>
          <a:p>
            <a:pPr eaLnBrk="1" hangingPunct="1">
              <a:lnSpc>
                <a:spcPct val="90000"/>
              </a:lnSpc>
              <a:spcBef>
                <a:spcPct val="30000"/>
              </a:spcBef>
            </a:pPr>
            <a:r>
              <a:rPr lang="en-US" sz="2800" dirty="0">
                <a:latin typeface="Arial" charset="0"/>
              </a:rPr>
              <a:t>Degrees of Freedom: (</a:t>
            </a:r>
            <a:r>
              <a:rPr lang="en-US" sz="2800" i="1" dirty="0">
                <a:latin typeface="Arial" charset="0"/>
              </a:rPr>
              <a:t>r</a:t>
            </a:r>
            <a:r>
              <a:rPr lang="en-US" sz="2800" dirty="0">
                <a:latin typeface="Arial" charset="0"/>
              </a:rPr>
              <a:t> - 1)(</a:t>
            </a:r>
            <a:r>
              <a:rPr lang="en-US" sz="2800" i="1" dirty="0">
                <a:latin typeface="Arial" charset="0"/>
              </a:rPr>
              <a:t>c</a:t>
            </a:r>
            <a:r>
              <a:rPr lang="en-US" sz="2800" dirty="0">
                <a:latin typeface="Arial" charset="0"/>
              </a:rPr>
              <a:t> - 1)</a:t>
            </a:r>
          </a:p>
        </p:txBody>
      </p:sp>
      <p:grpSp>
        <p:nvGrpSpPr>
          <p:cNvPr id="2" name="Group 1"/>
          <p:cNvGrpSpPr/>
          <p:nvPr/>
        </p:nvGrpSpPr>
        <p:grpSpPr>
          <a:xfrm>
            <a:off x="4267200" y="2996952"/>
            <a:ext cx="5429200" cy="2808312"/>
            <a:chOff x="2743200" y="2996952"/>
            <a:chExt cx="5429200" cy="2808312"/>
          </a:xfrm>
        </p:grpSpPr>
        <p:sp>
          <p:nvSpPr>
            <p:cNvPr id="74758" name="Rectangle 4"/>
            <p:cNvSpPr>
              <a:spLocks noChangeArrowheads="1"/>
            </p:cNvSpPr>
            <p:nvPr/>
          </p:nvSpPr>
          <p:spPr bwMode="auto">
            <a:xfrm>
              <a:off x="3563888" y="2996952"/>
              <a:ext cx="1800199"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lIns="90488" tIns="44450" rIns="90488" bIns="44450">
              <a:spAutoFit/>
            </a:bodyPr>
            <a:lstStyle/>
            <a:p>
              <a:pPr algn="ctr">
                <a:spcBef>
                  <a:spcPct val="50000"/>
                </a:spcBef>
              </a:pPr>
              <a:r>
                <a:rPr lang="en-US" dirty="0">
                  <a:solidFill>
                    <a:srgbClr val="FF0000"/>
                  </a:solidFill>
                </a:rPr>
                <a:t>Observed count</a:t>
              </a:r>
            </a:p>
          </p:txBody>
        </p:sp>
        <p:sp>
          <p:nvSpPr>
            <p:cNvPr id="74759" name="Rectangle 5"/>
            <p:cNvSpPr>
              <a:spLocks noChangeArrowheads="1"/>
            </p:cNvSpPr>
            <p:nvPr/>
          </p:nvSpPr>
          <p:spPr bwMode="auto">
            <a:xfrm>
              <a:off x="6012160" y="3854321"/>
              <a:ext cx="2160240"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lIns="90488" tIns="44450" rIns="90488" bIns="44450">
              <a:spAutoFit/>
            </a:bodyPr>
            <a:lstStyle/>
            <a:p>
              <a:pPr>
                <a:spcBef>
                  <a:spcPct val="50000"/>
                </a:spcBef>
              </a:pPr>
              <a:r>
                <a:rPr lang="en-US" dirty="0">
                  <a:solidFill>
                    <a:srgbClr val="FF0000"/>
                  </a:solidFill>
                </a:rPr>
                <a:t>Expected count</a:t>
              </a:r>
            </a:p>
          </p:txBody>
        </p:sp>
        <p:sp>
          <p:nvSpPr>
            <p:cNvPr id="74760" name="Line 6"/>
            <p:cNvSpPr>
              <a:spLocks noChangeShapeType="1"/>
            </p:cNvSpPr>
            <p:nvPr/>
          </p:nvSpPr>
          <p:spPr bwMode="auto">
            <a:xfrm>
              <a:off x="4355976" y="3429000"/>
              <a:ext cx="15998" cy="392113"/>
            </a:xfrm>
            <a:prstGeom prst="line">
              <a:avLst/>
            </a:prstGeom>
            <a:noFill/>
            <a:ln w="25400">
              <a:solidFill>
                <a:schemeClr val="tx2"/>
              </a:solidFill>
              <a:round/>
              <a:headEnd/>
              <a:tailEnd type="triangle" w="med" len="med"/>
            </a:ln>
            <a:effectLst>
              <a:outerShdw blurRad="63500" dist="38099" dir="2700000" algn="ctr" rotWithShape="0">
                <a:schemeClr val="bg2">
                  <a:alpha val="74998"/>
                </a:schemeClr>
              </a:outerShdw>
            </a:effectLst>
            <a:extLst>
              <a:ext uri="{909E8E84-426E-40DD-AFC4-6F175D3DCCD1}">
                <a14:hiddenFill xmlns:a14="http://schemas.microsoft.com/office/drawing/2010/main">
                  <a:noFill/>
                </a14:hiddenFill>
              </a:ext>
            </a:extLst>
          </p:spPr>
          <p:txBody>
            <a:bodyPr wrap="none" anchor="ctr"/>
            <a:lstStyle/>
            <a:p>
              <a:endParaRPr lang="en-US"/>
            </a:p>
          </p:txBody>
        </p:sp>
        <p:graphicFrame>
          <p:nvGraphicFramePr>
            <p:cNvPr id="74761" name="Object 7">
              <a:hlinkClick r:id="" action="ppaction://ole?verb=0"/>
            </p:cNvPr>
            <p:cNvGraphicFramePr>
              <a:graphicFrameLocks/>
            </p:cNvGraphicFramePr>
            <p:nvPr>
              <p:extLst>
                <p:ext uri="{D42A27DB-BD31-4B8C-83A1-F6EECF244321}">
                  <p14:modId xmlns:p14="http://schemas.microsoft.com/office/powerpoint/2010/main" val="1233773032"/>
                </p:ext>
              </p:extLst>
            </p:nvPr>
          </p:nvGraphicFramePr>
          <p:xfrm>
            <a:off x="2743200" y="3581400"/>
            <a:ext cx="2649538" cy="1371600"/>
          </p:xfrm>
          <a:graphic>
            <a:graphicData uri="http://schemas.openxmlformats.org/presentationml/2006/ole">
              <mc:AlternateContent xmlns:mc="http://schemas.openxmlformats.org/markup-compatibility/2006">
                <mc:Choice xmlns:v="urn:schemas-microsoft-com:vml" Requires="v">
                  <p:oleObj name="Equation" r:id="rId2" imgW="1257385" imgH="466715" progId="Equation.3">
                    <p:embed/>
                  </p:oleObj>
                </mc:Choice>
                <mc:Fallback>
                  <p:oleObj name="Equation" r:id="rId2" imgW="1257385" imgH="466715" progId="Equation.3">
                    <p:embed/>
                    <p:pic>
                      <p:nvPicPr>
                        <p:cNvPr id="0" name=""/>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43200" y="3581400"/>
                          <a:ext cx="2649538" cy="1371600"/>
                        </a:xfrm>
                        <a:prstGeom prst="rect">
                          <a:avLst/>
                        </a:prstGeom>
                        <a:noFill/>
                        <a:ln>
                          <a:noFill/>
                        </a:ln>
                        <a:effectLst>
                          <a:outerShdw blurRad="63500" dist="38099" dir="2700000" algn="ctr" rotWithShape="0">
                            <a:schemeClr val="bg2">
                              <a:alpha val="74998"/>
                            </a:scheme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Lst>
                      </p:spPr>
                    </p:pic>
                  </p:oleObj>
                </mc:Fallback>
              </mc:AlternateContent>
            </a:graphicData>
          </a:graphic>
        </p:graphicFrame>
        <p:sp>
          <p:nvSpPr>
            <p:cNvPr id="74762" name="Line 8"/>
            <p:cNvSpPr>
              <a:spLocks noChangeShapeType="1"/>
            </p:cNvSpPr>
            <p:nvPr/>
          </p:nvSpPr>
          <p:spPr bwMode="auto">
            <a:xfrm flipH="1" flipV="1">
              <a:off x="5004046" y="3933056"/>
              <a:ext cx="1080121" cy="144016"/>
            </a:xfrm>
            <a:prstGeom prst="line">
              <a:avLst/>
            </a:prstGeom>
            <a:noFill/>
            <a:ln w="25400">
              <a:solidFill>
                <a:schemeClr val="tx2"/>
              </a:solidFill>
              <a:round/>
              <a:headEnd/>
              <a:tailEnd type="triangle" w="med" len="med"/>
            </a:ln>
            <a:effectLst>
              <a:outerShdw blurRad="63500" dist="38099" dir="2700000" algn="ctr" rotWithShape="0">
                <a:schemeClr val="bg2">
                  <a:alpha val="74998"/>
                </a:schemeClr>
              </a:outerShdw>
            </a:effectLst>
            <a:extLst>
              <a:ext uri="{909E8E84-426E-40DD-AFC4-6F175D3DCCD1}">
                <a14:hiddenFill xmlns:a14="http://schemas.microsoft.com/office/drawing/2010/main">
                  <a:noFill/>
                </a14:hiddenFill>
              </a:ext>
            </a:extLst>
          </p:spPr>
          <p:txBody>
            <a:bodyPr wrap="none" anchor="ctr"/>
            <a:lstStyle/>
            <a:p>
              <a:endParaRPr lang="en-US"/>
            </a:p>
          </p:txBody>
        </p:sp>
        <p:sp>
          <p:nvSpPr>
            <p:cNvPr id="74763" name="Line 9"/>
            <p:cNvSpPr>
              <a:spLocks noChangeShapeType="1"/>
            </p:cNvSpPr>
            <p:nvPr/>
          </p:nvSpPr>
          <p:spPr bwMode="auto">
            <a:xfrm flipH="1">
              <a:off x="4824412" y="4077072"/>
              <a:ext cx="1259755" cy="569541"/>
            </a:xfrm>
            <a:prstGeom prst="line">
              <a:avLst/>
            </a:prstGeom>
            <a:noFill/>
            <a:ln w="25400">
              <a:solidFill>
                <a:schemeClr val="tx2"/>
              </a:solidFill>
              <a:round/>
              <a:headEnd/>
              <a:tailEnd type="triangle" w="med" len="med"/>
            </a:ln>
            <a:effectLst>
              <a:outerShdw blurRad="63500" dist="38099" dir="2700000" algn="ctr" rotWithShape="0">
                <a:schemeClr val="bg2">
                  <a:alpha val="74998"/>
                </a:schemeClr>
              </a:outerShdw>
            </a:effectLst>
            <a:extLst>
              <a:ext uri="{909E8E84-426E-40DD-AFC4-6F175D3DCCD1}">
                <a14:hiddenFill xmlns:a14="http://schemas.microsoft.com/office/drawing/2010/main">
                  <a:noFill/>
                </a14:hiddenFill>
              </a:ext>
            </a:extLst>
          </p:spPr>
          <p:txBody>
            <a:bodyPr wrap="none" anchor="ctr"/>
            <a:lstStyle/>
            <a:p>
              <a:endParaRPr lang="en-US"/>
            </a:p>
          </p:txBody>
        </p:sp>
        <p:sp>
          <p:nvSpPr>
            <p:cNvPr id="74764" name="Rectangle 10"/>
            <p:cNvSpPr>
              <a:spLocks noChangeArrowheads="1"/>
            </p:cNvSpPr>
            <p:nvPr/>
          </p:nvSpPr>
          <p:spPr bwMode="auto">
            <a:xfrm>
              <a:off x="4067944" y="5085184"/>
              <a:ext cx="3197225"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0488" tIns="44450" rIns="90488" bIns="44450">
              <a:spAutoFit/>
            </a:bodyPr>
            <a:lstStyle/>
            <a:p>
              <a:pPr>
                <a:spcBef>
                  <a:spcPct val="50000"/>
                </a:spcBef>
              </a:pPr>
              <a:r>
                <a:rPr lang="en-US" dirty="0">
                  <a:solidFill>
                    <a:srgbClr val="AE3221"/>
                  </a:solidFill>
                </a:rPr>
                <a:t>Rows	 Columns</a:t>
              </a:r>
            </a:p>
          </p:txBody>
        </p:sp>
        <p:sp>
          <p:nvSpPr>
            <p:cNvPr id="74765" name="Line 11"/>
            <p:cNvSpPr>
              <a:spLocks noChangeShapeType="1"/>
            </p:cNvSpPr>
            <p:nvPr/>
          </p:nvSpPr>
          <p:spPr bwMode="auto">
            <a:xfrm>
              <a:off x="4419600" y="5410200"/>
              <a:ext cx="8384" cy="395064"/>
            </a:xfrm>
            <a:prstGeom prst="line">
              <a:avLst/>
            </a:prstGeom>
            <a:noFill/>
            <a:ln w="25400">
              <a:solidFill>
                <a:schemeClr val="accent2"/>
              </a:solidFill>
              <a:round/>
              <a:headEnd/>
              <a:tailEnd type="triangle" w="med" len="med"/>
            </a:ln>
            <a:effectLst>
              <a:outerShdw blurRad="63500" dist="38099" dir="2700000" algn="ctr" rotWithShape="0">
                <a:schemeClr val="bg2">
                  <a:alpha val="74998"/>
                </a:schemeClr>
              </a:outerShdw>
            </a:effectLst>
            <a:extLst>
              <a:ext uri="{909E8E84-426E-40DD-AFC4-6F175D3DCCD1}">
                <a14:hiddenFill xmlns:a14="http://schemas.microsoft.com/office/drawing/2010/main">
                  <a:noFill/>
                </a14:hiddenFill>
              </a:ext>
            </a:extLst>
          </p:spPr>
          <p:txBody>
            <a:bodyPr wrap="none" anchor="ctr"/>
            <a:lstStyle/>
            <a:p>
              <a:endParaRPr lang="en-US"/>
            </a:p>
          </p:txBody>
        </p:sp>
        <p:sp>
          <p:nvSpPr>
            <p:cNvPr id="74766" name="Line 12"/>
            <p:cNvSpPr>
              <a:spLocks noChangeShapeType="1"/>
            </p:cNvSpPr>
            <p:nvPr/>
          </p:nvSpPr>
          <p:spPr bwMode="auto">
            <a:xfrm>
              <a:off x="5364088" y="5445224"/>
              <a:ext cx="0" cy="360040"/>
            </a:xfrm>
            <a:prstGeom prst="line">
              <a:avLst/>
            </a:prstGeom>
            <a:noFill/>
            <a:ln w="25400">
              <a:solidFill>
                <a:schemeClr val="accent2"/>
              </a:solidFill>
              <a:round/>
              <a:headEnd/>
              <a:tailEnd type="triangle" w="med" len="med"/>
            </a:ln>
            <a:effectLst>
              <a:outerShdw blurRad="63500" dist="38099" dir="2700000" algn="ctr" rotWithShape="0">
                <a:schemeClr val="bg2">
                  <a:alpha val="74998"/>
                </a:schemeClr>
              </a:outerShdw>
            </a:effectLst>
            <a:extLst>
              <a:ext uri="{909E8E84-426E-40DD-AFC4-6F175D3DCCD1}">
                <a14:hiddenFill xmlns:a14="http://schemas.microsoft.com/office/drawing/2010/main">
                  <a:noFill/>
                </a14:hiddenFill>
              </a:ext>
            </a:extLst>
          </p:spPr>
          <p:txBody>
            <a:bodyPr wrap="none" anchor="ctr"/>
            <a:lstStyle/>
            <a:p>
              <a:endParaRPr lang="en-US"/>
            </a:p>
          </p:txBody>
        </p:sp>
      </p:grpSp>
    </p:spTree>
    <p:extLst>
      <p:ext uri="{BB962C8B-B14F-4D97-AF65-F5344CB8AC3E}">
        <p14:creationId xmlns:p14="http://schemas.microsoft.com/office/powerpoint/2010/main" val="221464445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9" name="Slide Number Placeholder 5"/>
          <p:cNvSpPr>
            <a:spLocks noGrp="1"/>
          </p:cNvSpPr>
          <p:nvPr>
            <p:ph type="sldNum" sz="quarter" idx="4294967295"/>
          </p:nvPr>
        </p:nvSpPr>
        <p:spPr>
          <a:xfrm>
            <a:off x="9067800" y="6553200"/>
            <a:ext cx="1143000" cy="304800"/>
          </a:xfrm>
          <a:prstGeom prst="rect">
            <a:avLst/>
          </a:prstGeom>
          <a:noFill/>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a:defRPr sz="2400">
                <a:solidFill>
                  <a:schemeClr val="tx1"/>
                </a:solidFill>
                <a:latin typeface="Arial" charset="0"/>
                <a:ea typeface="ＭＳ Ｐゴシック" charset="0"/>
              </a:defRPr>
            </a:lvl1pPr>
            <a:lvl2pPr>
              <a:defRPr sz="2000">
                <a:solidFill>
                  <a:schemeClr val="tx1"/>
                </a:solidFill>
                <a:latin typeface="Arial" charset="0"/>
                <a:ea typeface="ＭＳ Ｐゴシック" charset="0"/>
              </a:defRPr>
            </a:lvl2pPr>
            <a:lvl3pPr>
              <a:defRPr sz="2000">
                <a:solidFill>
                  <a:schemeClr val="tx1"/>
                </a:solidFill>
                <a:latin typeface="Arial" charset="0"/>
                <a:ea typeface="ＭＳ Ｐゴシック" charset="0"/>
              </a:defRPr>
            </a:lvl3pPr>
            <a:lvl4pPr>
              <a:defRPr sz="2000">
                <a:solidFill>
                  <a:schemeClr val="tx1"/>
                </a:solidFill>
                <a:latin typeface="Arial" charset="0"/>
                <a:ea typeface="ＭＳ Ｐゴシック" charset="0"/>
              </a:defRPr>
            </a:lvl4pPr>
            <a:lvl5pPr>
              <a:defRPr sz="2000">
                <a:solidFill>
                  <a:schemeClr val="tx1"/>
                </a:solidFill>
                <a:latin typeface="Arial" charset="0"/>
                <a:ea typeface="ＭＳ Ｐゴシック" charset="0"/>
              </a:defRPr>
            </a:lvl5pPr>
            <a:lvl6pPr eaLnBrk="0" hangingPunct="0">
              <a:defRPr sz="2000">
                <a:solidFill>
                  <a:schemeClr val="tx1"/>
                </a:solidFill>
                <a:latin typeface="Arial" charset="0"/>
                <a:ea typeface="ＭＳ Ｐゴシック" charset="0"/>
              </a:defRPr>
            </a:lvl6pPr>
            <a:lvl7pPr eaLnBrk="0" hangingPunct="0">
              <a:defRPr sz="2000">
                <a:solidFill>
                  <a:schemeClr val="tx1"/>
                </a:solidFill>
                <a:latin typeface="Arial" charset="0"/>
                <a:ea typeface="ＭＳ Ｐゴシック" charset="0"/>
              </a:defRPr>
            </a:lvl7pPr>
            <a:lvl8pPr eaLnBrk="0" hangingPunct="0">
              <a:defRPr sz="2000">
                <a:solidFill>
                  <a:schemeClr val="tx1"/>
                </a:solidFill>
                <a:latin typeface="Arial" charset="0"/>
                <a:ea typeface="ＭＳ Ｐゴシック" charset="0"/>
              </a:defRPr>
            </a:lvl8pPr>
            <a:lvl9pPr eaLnBrk="0" hangingPunct="0">
              <a:defRPr sz="2000">
                <a:solidFill>
                  <a:schemeClr val="tx1"/>
                </a:solidFill>
                <a:latin typeface="Arial" charset="0"/>
                <a:ea typeface="ＭＳ Ｐゴシック" charset="0"/>
              </a:defRPr>
            </a:lvl9pPr>
          </a:lstStyle>
          <a:p>
            <a:fld id="{86EE1696-519B-CB45-A1F5-1A30AE4D390A}" type="slidenum">
              <a:rPr lang="en-US" sz="1000">
                <a:solidFill>
                  <a:schemeClr val="bg1"/>
                </a:solidFill>
              </a:rPr>
              <a:pPr/>
              <a:t>52</a:t>
            </a:fld>
            <a:endParaRPr lang="en-US" sz="1000">
              <a:solidFill>
                <a:schemeClr val="bg1"/>
              </a:solidFill>
            </a:endParaRPr>
          </a:p>
        </p:txBody>
      </p:sp>
      <p:sp>
        <p:nvSpPr>
          <p:cNvPr id="75780" name="Rectangle 2"/>
          <p:cNvSpPr>
            <a:spLocks noGrp="1" noChangeArrowheads="1"/>
          </p:cNvSpPr>
          <p:nvPr>
            <p:ph type="title"/>
          </p:nvPr>
        </p:nvSpPr>
        <p:spPr>
          <a:xfrm>
            <a:off x="3647728" y="274638"/>
            <a:ext cx="6563072" cy="634082"/>
          </a:xfrm>
        </p:spPr>
        <p:txBody>
          <a:bodyPr/>
          <a:lstStyle/>
          <a:p>
            <a:pPr eaLnBrk="1" hangingPunct="1"/>
            <a:r>
              <a:rPr lang="en-US" sz="2800" b="1" dirty="0">
                <a:latin typeface="Arial" charset="0"/>
              </a:rPr>
              <a:t>Calculation of Expected Counts</a:t>
            </a:r>
          </a:p>
        </p:txBody>
      </p:sp>
      <p:sp>
        <p:nvSpPr>
          <p:cNvPr id="75781" name="Rectangle 3"/>
          <p:cNvSpPr>
            <a:spLocks noGrp="1" noChangeArrowheads="1"/>
          </p:cNvSpPr>
          <p:nvPr>
            <p:ph type="body" idx="1"/>
          </p:nvPr>
        </p:nvSpPr>
        <p:spPr>
          <a:xfrm>
            <a:off x="1703512" y="1600201"/>
            <a:ext cx="8507288" cy="4525963"/>
          </a:xfrm>
        </p:spPr>
        <p:txBody>
          <a:bodyPr/>
          <a:lstStyle/>
          <a:p>
            <a:pPr eaLnBrk="1" hangingPunct="1"/>
            <a:r>
              <a:rPr lang="en-US" sz="2800" dirty="0">
                <a:latin typeface="Arial" charset="0"/>
              </a:rPr>
              <a:t>Statistical independence means joint probability equals product of marginal probabilities.</a:t>
            </a:r>
          </a:p>
          <a:p>
            <a:pPr marL="0" indent="0" eaLnBrk="1" hangingPunct="1">
              <a:buNone/>
            </a:pPr>
            <a:endParaRPr lang="en-US" sz="2800" dirty="0">
              <a:latin typeface="Arial" charset="0"/>
            </a:endParaRPr>
          </a:p>
          <a:p>
            <a:pPr eaLnBrk="1" hangingPunct="1"/>
            <a:r>
              <a:rPr lang="en-US" sz="2800" dirty="0">
                <a:latin typeface="Arial" charset="0"/>
              </a:rPr>
              <a:t>Compute marginal probabilities &amp; multiply for joint probability.</a:t>
            </a:r>
          </a:p>
          <a:p>
            <a:pPr marL="0" indent="0" eaLnBrk="1" hangingPunct="1">
              <a:buNone/>
            </a:pPr>
            <a:endParaRPr lang="en-US" sz="2800" dirty="0">
              <a:latin typeface="Arial" charset="0"/>
            </a:endParaRPr>
          </a:p>
          <a:p>
            <a:pPr eaLnBrk="1" hangingPunct="1"/>
            <a:r>
              <a:rPr lang="en-US" sz="2800" dirty="0">
                <a:latin typeface="Arial" charset="0"/>
              </a:rPr>
              <a:t>Expected count is sample size times joint probability.</a:t>
            </a:r>
          </a:p>
          <a:p>
            <a:pPr eaLnBrk="1" hangingPunct="1">
              <a:spcBef>
                <a:spcPct val="30000"/>
              </a:spcBef>
            </a:pPr>
            <a:endParaRPr lang="en-US" sz="2800" dirty="0">
              <a:latin typeface="Arial" charset="0"/>
            </a:endParaRPr>
          </a:p>
        </p:txBody>
      </p:sp>
    </p:spTree>
    <p:extLst>
      <p:ext uri="{BB962C8B-B14F-4D97-AF65-F5344CB8AC3E}">
        <p14:creationId xmlns:p14="http://schemas.microsoft.com/office/powerpoint/2010/main" val="83098069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3" name="Slide Number Placeholder 4"/>
          <p:cNvSpPr>
            <a:spLocks noGrp="1"/>
          </p:cNvSpPr>
          <p:nvPr>
            <p:ph type="sldNum" sz="quarter" idx="4294967295"/>
          </p:nvPr>
        </p:nvSpPr>
        <p:spPr>
          <a:xfrm>
            <a:off x="9067800" y="6553200"/>
            <a:ext cx="1143000" cy="304800"/>
          </a:xfrm>
          <a:prstGeom prst="rect">
            <a:avLst/>
          </a:prstGeom>
          <a:noFill/>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a:defRPr sz="2400">
                <a:solidFill>
                  <a:schemeClr val="tx1"/>
                </a:solidFill>
                <a:latin typeface="Arial" charset="0"/>
                <a:ea typeface="ＭＳ Ｐゴシック" charset="0"/>
              </a:defRPr>
            </a:lvl1pPr>
            <a:lvl2pPr>
              <a:defRPr sz="2000">
                <a:solidFill>
                  <a:schemeClr val="tx1"/>
                </a:solidFill>
                <a:latin typeface="Arial" charset="0"/>
                <a:ea typeface="ＭＳ Ｐゴシック" charset="0"/>
              </a:defRPr>
            </a:lvl2pPr>
            <a:lvl3pPr>
              <a:defRPr sz="2000">
                <a:solidFill>
                  <a:schemeClr val="tx1"/>
                </a:solidFill>
                <a:latin typeface="Arial" charset="0"/>
                <a:ea typeface="ＭＳ Ｐゴシック" charset="0"/>
              </a:defRPr>
            </a:lvl3pPr>
            <a:lvl4pPr>
              <a:defRPr sz="2000">
                <a:solidFill>
                  <a:schemeClr val="tx1"/>
                </a:solidFill>
                <a:latin typeface="Arial" charset="0"/>
                <a:ea typeface="ＭＳ Ｐゴシック" charset="0"/>
              </a:defRPr>
            </a:lvl4pPr>
            <a:lvl5pPr>
              <a:defRPr sz="2000">
                <a:solidFill>
                  <a:schemeClr val="tx1"/>
                </a:solidFill>
                <a:latin typeface="Arial" charset="0"/>
                <a:ea typeface="ＭＳ Ｐゴシック" charset="0"/>
              </a:defRPr>
            </a:lvl5pPr>
            <a:lvl6pPr eaLnBrk="0" hangingPunct="0">
              <a:defRPr sz="2000">
                <a:solidFill>
                  <a:schemeClr val="tx1"/>
                </a:solidFill>
                <a:latin typeface="Arial" charset="0"/>
                <a:ea typeface="ＭＳ Ｐゴシック" charset="0"/>
              </a:defRPr>
            </a:lvl6pPr>
            <a:lvl7pPr eaLnBrk="0" hangingPunct="0">
              <a:defRPr sz="2000">
                <a:solidFill>
                  <a:schemeClr val="tx1"/>
                </a:solidFill>
                <a:latin typeface="Arial" charset="0"/>
                <a:ea typeface="ＭＳ Ｐゴシック" charset="0"/>
              </a:defRPr>
            </a:lvl7pPr>
            <a:lvl8pPr eaLnBrk="0" hangingPunct="0">
              <a:defRPr sz="2000">
                <a:solidFill>
                  <a:schemeClr val="tx1"/>
                </a:solidFill>
                <a:latin typeface="Arial" charset="0"/>
                <a:ea typeface="ＭＳ Ｐゴシック" charset="0"/>
              </a:defRPr>
            </a:lvl8pPr>
            <a:lvl9pPr eaLnBrk="0" hangingPunct="0">
              <a:defRPr sz="2000">
                <a:solidFill>
                  <a:schemeClr val="tx1"/>
                </a:solidFill>
                <a:latin typeface="Arial" charset="0"/>
                <a:ea typeface="ＭＳ Ｐゴシック" charset="0"/>
              </a:defRPr>
            </a:lvl9pPr>
          </a:lstStyle>
          <a:p>
            <a:fld id="{ADC5E2F6-A047-0743-B8BF-259AA468905A}" type="slidenum">
              <a:rPr lang="en-US" sz="1000">
                <a:solidFill>
                  <a:schemeClr val="bg1"/>
                </a:solidFill>
              </a:rPr>
              <a:pPr/>
              <a:t>53</a:t>
            </a:fld>
            <a:endParaRPr lang="en-US" sz="1000">
              <a:solidFill>
                <a:schemeClr val="bg1"/>
              </a:solidFill>
            </a:endParaRPr>
          </a:p>
        </p:txBody>
      </p:sp>
      <p:graphicFrame>
        <p:nvGraphicFramePr>
          <p:cNvPr id="76804" name="Object 2">
            <a:hlinkClick r:id="" action="ppaction://ole?verb=0"/>
          </p:cNvPr>
          <p:cNvGraphicFramePr>
            <a:graphicFrameLocks/>
          </p:cNvGraphicFramePr>
          <p:nvPr>
            <p:extLst>
              <p:ext uri="{D42A27DB-BD31-4B8C-83A1-F6EECF244321}">
                <p14:modId xmlns:p14="http://schemas.microsoft.com/office/powerpoint/2010/main" val="1330872855"/>
              </p:ext>
            </p:extLst>
          </p:nvPr>
        </p:nvGraphicFramePr>
        <p:xfrm>
          <a:off x="2639616" y="1628801"/>
          <a:ext cx="6380162" cy="3141663"/>
        </p:xfrm>
        <a:graphic>
          <a:graphicData uri="http://schemas.openxmlformats.org/presentationml/2006/ole">
            <mc:AlternateContent xmlns:mc="http://schemas.openxmlformats.org/markup-compatibility/2006">
              <mc:Choice xmlns:v="urn:schemas-microsoft-com:vml" Requires="v">
                <p:oleObj name="Document" r:id="rId3" imgW="4229164" imgH="2086047" progId="Word.Document.8">
                  <p:embed/>
                </p:oleObj>
              </mc:Choice>
              <mc:Fallback>
                <p:oleObj name="Document" r:id="rId3" imgW="4229164" imgH="2086047" progId="Word.Document.8">
                  <p:embed/>
                  <p:pic>
                    <p:nvPicPr>
                      <p:cNvPr id="0" name=""/>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39616" y="1628801"/>
                        <a:ext cx="6380162" cy="3141663"/>
                      </a:xfrm>
                      <a:prstGeom prst="rect">
                        <a:avLst/>
                      </a:prstGeom>
                      <a:noFill/>
                      <a:ln>
                        <a:noFill/>
                      </a:ln>
                      <a:effectLst>
                        <a:outerShdw blurRad="63500" dist="38099" dir="2700000" algn="ctr" rotWithShape="0">
                          <a:schemeClr val="bg2">
                            <a:alpha val="74998"/>
                          </a:scheme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Lst>
                    </p:spPr>
                  </p:pic>
                </p:oleObj>
              </mc:Fallback>
            </mc:AlternateContent>
          </a:graphicData>
        </a:graphic>
      </p:graphicFrame>
      <p:sp>
        <p:nvSpPr>
          <p:cNvPr id="76805" name="Rectangle 3"/>
          <p:cNvSpPr>
            <a:spLocks noGrp="1" noChangeArrowheads="1"/>
          </p:cNvSpPr>
          <p:nvPr>
            <p:ph type="title"/>
          </p:nvPr>
        </p:nvSpPr>
        <p:spPr>
          <a:xfrm>
            <a:off x="3565376" y="418654"/>
            <a:ext cx="6707088" cy="562074"/>
          </a:xfrm>
        </p:spPr>
        <p:style>
          <a:lnRef idx="2">
            <a:schemeClr val="accent3"/>
          </a:lnRef>
          <a:fillRef idx="1">
            <a:schemeClr val="lt1"/>
          </a:fillRef>
          <a:effectRef idx="0">
            <a:schemeClr val="accent3"/>
          </a:effectRef>
          <a:fontRef idx="minor">
            <a:schemeClr val="dk1"/>
          </a:fontRef>
        </p:style>
        <p:txBody>
          <a:bodyPr vert="horz" wrap="square" lIns="90488" tIns="44450" rIns="90488" bIns="44450" numCol="1" anchor="ctr" anchorCtr="1" compatLnSpc="1">
            <a:prstTxWarp prst="textNoShape">
              <a:avLst/>
            </a:prstTxWarp>
          </a:bodyPr>
          <a:lstStyle/>
          <a:p>
            <a:pPr eaLnBrk="1" hangingPunct="1"/>
            <a:r>
              <a:rPr lang="en-US" dirty="0">
                <a:latin typeface="Arial" charset="0"/>
              </a:rPr>
              <a:t>Example 5</a:t>
            </a:r>
          </a:p>
        </p:txBody>
      </p:sp>
    </p:spTree>
    <p:extLst>
      <p:ext uri="{BB962C8B-B14F-4D97-AF65-F5344CB8AC3E}">
        <p14:creationId xmlns:p14="http://schemas.microsoft.com/office/powerpoint/2010/main" val="420976087"/>
      </p:ext>
    </p:extLst>
  </p:cSld>
  <p:clrMapOvr>
    <a:masterClrMapping/>
  </p:clrMapOvr>
  <p:transition>
    <p:wipe dir="r"/>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7" name="Slide Number Placeholder 4"/>
          <p:cNvSpPr>
            <a:spLocks noGrp="1"/>
          </p:cNvSpPr>
          <p:nvPr>
            <p:ph type="sldNum" sz="quarter" idx="4294967295"/>
          </p:nvPr>
        </p:nvSpPr>
        <p:spPr>
          <a:xfrm>
            <a:off x="9417496" y="6553200"/>
            <a:ext cx="1143000" cy="304800"/>
          </a:xfrm>
          <a:prstGeom prst="rect">
            <a:avLst/>
          </a:prstGeom>
          <a:noFill/>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a:defRPr sz="2400">
                <a:solidFill>
                  <a:schemeClr val="tx1"/>
                </a:solidFill>
                <a:latin typeface="Arial" charset="0"/>
                <a:ea typeface="ＭＳ Ｐゴシック" charset="0"/>
              </a:defRPr>
            </a:lvl1pPr>
            <a:lvl2pPr>
              <a:defRPr sz="2000">
                <a:solidFill>
                  <a:schemeClr val="tx1"/>
                </a:solidFill>
                <a:latin typeface="Arial" charset="0"/>
                <a:ea typeface="ＭＳ Ｐゴシック" charset="0"/>
              </a:defRPr>
            </a:lvl2pPr>
            <a:lvl3pPr>
              <a:defRPr sz="2000">
                <a:solidFill>
                  <a:schemeClr val="tx1"/>
                </a:solidFill>
                <a:latin typeface="Arial" charset="0"/>
                <a:ea typeface="ＭＳ Ｐゴシック" charset="0"/>
              </a:defRPr>
            </a:lvl3pPr>
            <a:lvl4pPr>
              <a:defRPr sz="2000">
                <a:solidFill>
                  <a:schemeClr val="tx1"/>
                </a:solidFill>
                <a:latin typeface="Arial" charset="0"/>
                <a:ea typeface="ＭＳ Ｐゴシック" charset="0"/>
              </a:defRPr>
            </a:lvl4pPr>
            <a:lvl5pPr>
              <a:defRPr sz="2000">
                <a:solidFill>
                  <a:schemeClr val="tx1"/>
                </a:solidFill>
                <a:latin typeface="Arial" charset="0"/>
                <a:ea typeface="ＭＳ Ｐゴシック" charset="0"/>
              </a:defRPr>
            </a:lvl5pPr>
            <a:lvl6pPr eaLnBrk="0" hangingPunct="0">
              <a:defRPr sz="2000">
                <a:solidFill>
                  <a:schemeClr val="tx1"/>
                </a:solidFill>
                <a:latin typeface="Arial" charset="0"/>
                <a:ea typeface="ＭＳ Ｐゴシック" charset="0"/>
              </a:defRPr>
            </a:lvl6pPr>
            <a:lvl7pPr eaLnBrk="0" hangingPunct="0">
              <a:defRPr sz="2000">
                <a:solidFill>
                  <a:schemeClr val="tx1"/>
                </a:solidFill>
                <a:latin typeface="Arial" charset="0"/>
                <a:ea typeface="ＭＳ Ｐゴシック" charset="0"/>
              </a:defRPr>
            </a:lvl7pPr>
            <a:lvl8pPr eaLnBrk="0" hangingPunct="0">
              <a:defRPr sz="2000">
                <a:solidFill>
                  <a:schemeClr val="tx1"/>
                </a:solidFill>
                <a:latin typeface="Arial" charset="0"/>
                <a:ea typeface="ＭＳ Ｐゴシック" charset="0"/>
              </a:defRPr>
            </a:lvl8pPr>
            <a:lvl9pPr eaLnBrk="0" hangingPunct="0">
              <a:defRPr sz="2000">
                <a:solidFill>
                  <a:schemeClr val="tx1"/>
                </a:solidFill>
                <a:latin typeface="Arial" charset="0"/>
                <a:ea typeface="ＭＳ Ｐゴシック" charset="0"/>
              </a:defRPr>
            </a:lvl9pPr>
          </a:lstStyle>
          <a:p>
            <a:fld id="{477ADE67-C301-7047-814E-59A2FE90DA4E}" type="slidenum">
              <a:rPr lang="en-US" sz="1000">
                <a:solidFill>
                  <a:schemeClr val="bg1"/>
                </a:solidFill>
              </a:rPr>
              <a:pPr/>
              <a:t>54</a:t>
            </a:fld>
            <a:endParaRPr lang="en-US" sz="1000">
              <a:solidFill>
                <a:schemeClr val="bg1"/>
              </a:solidFill>
            </a:endParaRPr>
          </a:p>
        </p:txBody>
      </p:sp>
      <p:sp>
        <p:nvSpPr>
          <p:cNvPr id="77828" name="AutoShape 2"/>
          <p:cNvSpPr>
            <a:spLocks noChangeArrowheads="1"/>
          </p:cNvSpPr>
          <p:nvPr/>
        </p:nvSpPr>
        <p:spPr bwMode="auto">
          <a:xfrm>
            <a:off x="3222626" y="3833813"/>
            <a:ext cx="5902325" cy="519112"/>
          </a:xfrm>
          <a:prstGeom prst="roundRect">
            <a:avLst>
              <a:gd name="adj" fmla="val 12495"/>
            </a:avLst>
          </a:prstGeom>
          <a:solidFill>
            <a:srgbClr val="FFFF99"/>
          </a:solidFill>
          <a:ln w="12700">
            <a:solidFill>
              <a:schemeClr val="tx2"/>
            </a:solidFill>
            <a:round/>
            <a:headEnd/>
            <a:tailEnd/>
          </a:ln>
          <a:effectLst>
            <a:outerShdw blurRad="63500" dist="38099" dir="2700000" algn="ctr" rotWithShape="0">
              <a:schemeClr val="bg2">
                <a:alpha val="74998"/>
              </a:schemeClr>
            </a:outerShdw>
          </a:effectLst>
        </p:spPr>
        <p:txBody>
          <a:bodyPr wrap="none" anchor="ctr"/>
          <a:lstStyle/>
          <a:p>
            <a:endParaRPr lang="en-AU"/>
          </a:p>
        </p:txBody>
      </p:sp>
      <p:graphicFrame>
        <p:nvGraphicFramePr>
          <p:cNvPr id="77829" name="Object 3">
            <a:hlinkClick r:id="" action="ppaction://ole?verb=0"/>
          </p:cNvPr>
          <p:cNvGraphicFramePr>
            <a:graphicFrameLocks/>
          </p:cNvGraphicFramePr>
          <p:nvPr/>
        </p:nvGraphicFramePr>
        <p:xfrm>
          <a:off x="2906713" y="2498726"/>
          <a:ext cx="6380162" cy="3141663"/>
        </p:xfrm>
        <a:graphic>
          <a:graphicData uri="http://schemas.openxmlformats.org/presentationml/2006/ole">
            <mc:AlternateContent xmlns:mc="http://schemas.openxmlformats.org/markup-compatibility/2006">
              <mc:Choice xmlns:v="urn:schemas-microsoft-com:vml" Requires="v">
                <p:oleObj name="Document" r:id="rId3" imgW="4229164" imgH="2086047" progId="Word.Document.8">
                  <p:embed/>
                </p:oleObj>
              </mc:Choice>
              <mc:Fallback>
                <p:oleObj name="Document" r:id="rId3" imgW="4229164" imgH="2086047" progId="Word.Document.8">
                  <p:embed/>
                  <p:pic>
                    <p:nvPicPr>
                      <p:cNvPr id="0" name=""/>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06713" y="2498726"/>
                        <a:ext cx="6380162" cy="3141663"/>
                      </a:xfrm>
                      <a:prstGeom prst="rect">
                        <a:avLst/>
                      </a:prstGeom>
                      <a:noFill/>
                      <a:ln>
                        <a:noFill/>
                      </a:ln>
                      <a:effectLst>
                        <a:outerShdw blurRad="63500" dist="38099" dir="2700000" algn="ctr" rotWithShape="0">
                          <a:schemeClr val="bg2">
                            <a:alpha val="74998"/>
                          </a:scheme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Lst>
                    </p:spPr>
                  </p:pic>
                </p:oleObj>
              </mc:Fallback>
            </mc:AlternateContent>
          </a:graphicData>
        </a:graphic>
      </p:graphicFrame>
      <p:sp>
        <p:nvSpPr>
          <p:cNvPr id="155653" name="Rectangle 5"/>
          <p:cNvSpPr>
            <a:spLocks noChangeArrowheads="1"/>
          </p:cNvSpPr>
          <p:nvPr/>
        </p:nvSpPr>
        <p:spPr bwMode="auto">
          <a:xfrm>
            <a:off x="8616280" y="1703388"/>
            <a:ext cx="882650" cy="643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ctr">
              <a:spcBef>
                <a:spcPct val="50000"/>
              </a:spcBef>
            </a:pPr>
            <a:r>
              <a:rPr lang="en-US" b="1" u="sng" dirty="0">
                <a:solidFill>
                  <a:schemeClr val="tx2"/>
                </a:solidFill>
                <a:effectLst>
                  <a:outerShdw blurRad="38100" dist="38100" dir="2700000" algn="tl">
                    <a:srgbClr val="DDDDDD"/>
                  </a:outerShdw>
                </a:effectLst>
              </a:rPr>
              <a:t>112 </a:t>
            </a:r>
            <a:br>
              <a:rPr lang="en-US" b="1" dirty="0">
                <a:solidFill>
                  <a:schemeClr val="tx2"/>
                </a:solidFill>
                <a:effectLst>
                  <a:outerShdw blurRad="38100" dist="38100" dir="2700000" algn="tl">
                    <a:srgbClr val="DDDDDD"/>
                  </a:outerShdw>
                </a:effectLst>
              </a:rPr>
            </a:br>
            <a:r>
              <a:rPr lang="en-US" b="1" dirty="0">
                <a:solidFill>
                  <a:schemeClr val="tx2"/>
                </a:solidFill>
                <a:effectLst>
                  <a:outerShdw blurRad="38100" dist="38100" dir="2700000" algn="tl">
                    <a:srgbClr val="DDDDDD"/>
                  </a:outerShdw>
                </a:effectLst>
              </a:rPr>
              <a:t>160</a:t>
            </a:r>
          </a:p>
        </p:txBody>
      </p:sp>
      <p:sp>
        <p:nvSpPr>
          <p:cNvPr id="77832" name="Line 6"/>
          <p:cNvSpPr>
            <a:spLocks noChangeShapeType="1"/>
          </p:cNvSpPr>
          <p:nvPr/>
        </p:nvSpPr>
        <p:spPr bwMode="auto">
          <a:xfrm flipH="1">
            <a:off x="8544272" y="2420889"/>
            <a:ext cx="0" cy="1558479"/>
          </a:xfrm>
          <a:prstGeom prst="line">
            <a:avLst/>
          </a:prstGeom>
          <a:noFill/>
          <a:ln w="25400">
            <a:solidFill>
              <a:schemeClr val="tx2"/>
            </a:solidFill>
            <a:round/>
            <a:headEnd type="triangle" w="med" len="med"/>
            <a:tailEnd/>
          </a:ln>
          <a:effectLst>
            <a:outerShdw blurRad="63500" dist="38099" dir="2700000" algn="ctr" rotWithShape="0">
              <a:schemeClr val="bg2">
                <a:alpha val="74998"/>
              </a:schemeClr>
            </a:outerShdw>
          </a:effectLst>
          <a:extLst>
            <a:ext uri="{909E8E84-426E-40DD-AFC4-6F175D3DCCD1}">
              <a14:hiddenFill xmlns:a14="http://schemas.microsoft.com/office/drawing/2010/main">
                <a:noFill/>
              </a14:hiddenFill>
            </a:ext>
          </a:extLst>
        </p:spPr>
        <p:txBody>
          <a:bodyPr wrap="none" anchor="ctr"/>
          <a:lstStyle/>
          <a:p>
            <a:endParaRPr lang="en-US"/>
          </a:p>
        </p:txBody>
      </p:sp>
      <p:sp>
        <p:nvSpPr>
          <p:cNvPr id="155655" name="Rectangle 7"/>
          <p:cNvSpPr>
            <a:spLocks noChangeArrowheads="1"/>
          </p:cNvSpPr>
          <p:nvPr/>
        </p:nvSpPr>
        <p:spPr bwMode="auto">
          <a:xfrm>
            <a:off x="6473825" y="1831976"/>
            <a:ext cx="3563938"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spcBef>
                <a:spcPct val="50000"/>
              </a:spcBef>
            </a:pPr>
            <a:r>
              <a:rPr lang="en-US" b="1" dirty="0">
                <a:solidFill>
                  <a:schemeClr val="tx2"/>
                </a:solidFill>
                <a:effectLst>
                  <a:outerShdw blurRad="38100" dist="38100" dir="2700000" algn="tl">
                    <a:srgbClr val="DDDDDD"/>
                  </a:outerShdw>
                </a:effectLst>
              </a:rPr>
              <a:t>Marginal probability = </a:t>
            </a:r>
          </a:p>
        </p:txBody>
      </p:sp>
      <p:sp>
        <p:nvSpPr>
          <p:cNvPr id="11" name="Rectangle 3"/>
          <p:cNvSpPr>
            <a:spLocks noGrp="1" noChangeArrowheads="1"/>
          </p:cNvSpPr>
          <p:nvPr>
            <p:ph type="title"/>
          </p:nvPr>
        </p:nvSpPr>
        <p:spPr>
          <a:xfrm>
            <a:off x="3565376" y="418654"/>
            <a:ext cx="6707088" cy="562074"/>
          </a:xfrm>
        </p:spPr>
        <p:style>
          <a:lnRef idx="2">
            <a:schemeClr val="accent3"/>
          </a:lnRef>
          <a:fillRef idx="1">
            <a:schemeClr val="lt1"/>
          </a:fillRef>
          <a:effectRef idx="0">
            <a:schemeClr val="accent3"/>
          </a:effectRef>
          <a:fontRef idx="minor">
            <a:schemeClr val="dk1"/>
          </a:fontRef>
        </p:style>
        <p:txBody>
          <a:bodyPr vert="horz" wrap="square" lIns="90488" tIns="44450" rIns="90488" bIns="44450" numCol="1" anchor="ctr" anchorCtr="1" compatLnSpc="1">
            <a:prstTxWarp prst="textNoShape">
              <a:avLst/>
            </a:prstTxWarp>
          </a:bodyPr>
          <a:lstStyle/>
          <a:p>
            <a:pPr eaLnBrk="1" hangingPunct="1"/>
            <a:r>
              <a:rPr lang="en-US" dirty="0">
                <a:latin typeface="Arial" charset="0"/>
              </a:rPr>
              <a:t>Example 5 </a:t>
            </a:r>
            <a:r>
              <a:rPr lang="en-US" sz="1600" dirty="0">
                <a:latin typeface="Arial" charset="0"/>
              </a:rPr>
              <a:t>(cont.)</a:t>
            </a:r>
          </a:p>
        </p:txBody>
      </p:sp>
    </p:spTree>
    <p:extLst>
      <p:ext uri="{BB962C8B-B14F-4D97-AF65-F5344CB8AC3E}">
        <p14:creationId xmlns:p14="http://schemas.microsoft.com/office/powerpoint/2010/main" val="541283426"/>
      </p:ext>
    </p:extLst>
  </p:cSld>
  <p:clrMapOvr>
    <a:masterClrMapping/>
  </p:clrMapOvr>
  <p:transition>
    <p:strips dir="ru"/>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1" name="Slide Number Placeholder 4"/>
          <p:cNvSpPr>
            <a:spLocks noGrp="1"/>
          </p:cNvSpPr>
          <p:nvPr>
            <p:ph type="sldNum" sz="quarter" idx="4294967295"/>
          </p:nvPr>
        </p:nvSpPr>
        <p:spPr>
          <a:xfrm>
            <a:off x="9273480" y="6553200"/>
            <a:ext cx="1143000" cy="304800"/>
          </a:xfrm>
          <a:prstGeom prst="rect">
            <a:avLst/>
          </a:prstGeom>
          <a:noFill/>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a:defRPr sz="2400">
                <a:solidFill>
                  <a:schemeClr val="tx1"/>
                </a:solidFill>
                <a:latin typeface="Arial" charset="0"/>
                <a:ea typeface="ＭＳ Ｐゴシック" charset="0"/>
              </a:defRPr>
            </a:lvl1pPr>
            <a:lvl2pPr>
              <a:defRPr sz="2000">
                <a:solidFill>
                  <a:schemeClr val="tx1"/>
                </a:solidFill>
                <a:latin typeface="Arial" charset="0"/>
                <a:ea typeface="ＭＳ Ｐゴシック" charset="0"/>
              </a:defRPr>
            </a:lvl2pPr>
            <a:lvl3pPr>
              <a:defRPr sz="2000">
                <a:solidFill>
                  <a:schemeClr val="tx1"/>
                </a:solidFill>
                <a:latin typeface="Arial" charset="0"/>
                <a:ea typeface="ＭＳ Ｐゴシック" charset="0"/>
              </a:defRPr>
            </a:lvl3pPr>
            <a:lvl4pPr>
              <a:defRPr sz="2000">
                <a:solidFill>
                  <a:schemeClr val="tx1"/>
                </a:solidFill>
                <a:latin typeface="Arial" charset="0"/>
                <a:ea typeface="ＭＳ Ｐゴシック" charset="0"/>
              </a:defRPr>
            </a:lvl4pPr>
            <a:lvl5pPr>
              <a:defRPr sz="2000">
                <a:solidFill>
                  <a:schemeClr val="tx1"/>
                </a:solidFill>
                <a:latin typeface="Arial" charset="0"/>
                <a:ea typeface="ＭＳ Ｐゴシック" charset="0"/>
              </a:defRPr>
            </a:lvl5pPr>
            <a:lvl6pPr eaLnBrk="0" hangingPunct="0">
              <a:defRPr sz="2000">
                <a:solidFill>
                  <a:schemeClr val="tx1"/>
                </a:solidFill>
                <a:latin typeface="Arial" charset="0"/>
                <a:ea typeface="ＭＳ Ｐゴシック" charset="0"/>
              </a:defRPr>
            </a:lvl6pPr>
            <a:lvl7pPr eaLnBrk="0" hangingPunct="0">
              <a:defRPr sz="2000">
                <a:solidFill>
                  <a:schemeClr val="tx1"/>
                </a:solidFill>
                <a:latin typeface="Arial" charset="0"/>
                <a:ea typeface="ＭＳ Ｐゴシック" charset="0"/>
              </a:defRPr>
            </a:lvl7pPr>
            <a:lvl8pPr eaLnBrk="0" hangingPunct="0">
              <a:defRPr sz="2000">
                <a:solidFill>
                  <a:schemeClr val="tx1"/>
                </a:solidFill>
                <a:latin typeface="Arial" charset="0"/>
                <a:ea typeface="ＭＳ Ｐゴシック" charset="0"/>
              </a:defRPr>
            </a:lvl8pPr>
            <a:lvl9pPr eaLnBrk="0" hangingPunct="0">
              <a:defRPr sz="2000">
                <a:solidFill>
                  <a:schemeClr val="tx1"/>
                </a:solidFill>
                <a:latin typeface="Arial" charset="0"/>
                <a:ea typeface="ＭＳ Ｐゴシック" charset="0"/>
              </a:defRPr>
            </a:lvl9pPr>
          </a:lstStyle>
          <a:p>
            <a:fld id="{A89C2A7B-62F7-9B4E-A74C-DA44D2B86A4C}" type="slidenum">
              <a:rPr lang="en-US" sz="1000">
                <a:solidFill>
                  <a:schemeClr val="bg1"/>
                </a:solidFill>
              </a:rPr>
              <a:pPr/>
              <a:t>55</a:t>
            </a:fld>
            <a:endParaRPr lang="en-US" sz="1000">
              <a:solidFill>
                <a:schemeClr val="bg1"/>
              </a:solidFill>
            </a:endParaRPr>
          </a:p>
        </p:txBody>
      </p:sp>
      <p:sp>
        <p:nvSpPr>
          <p:cNvPr id="78852" name="AutoShape 2"/>
          <p:cNvSpPr>
            <a:spLocks noChangeArrowheads="1"/>
          </p:cNvSpPr>
          <p:nvPr/>
        </p:nvSpPr>
        <p:spPr bwMode="auto">
          <a:xfrm>
            <a:off x="3222626" y="3833813"/>
            <a:ext cx="5902325" cy="519112"/>
          </a:xfrm>
          <a:prstGeom prst="roundRect">
            <a:avLst>
              <a:gd name="adj" fmla="val 12495"/>
            </a:avLst>
          </a:prstGeom>
          <a:noFill/>
          <a:ln w="12700">
            <a:solidFill>
              <a:schemeClr val="folHlink"/>
            </a:solidFill>
            <a:round/>
            <a:headEnd/>
            <a:tailEnd/>
          </a:ln>
          <a:effectLst>
            <a:outerShdw blurRad="63500" dist="38099" dir="2700000" algn="ctr" rotWithShape="0">
              <a:schemeClr val="bg2">
                <a:alpha val="74998"/>
              </a:schemeClr>
            </a:outerShdw>
          </a:effectLst>
          <a:extLst>
            <a:ext uri="{909E8E84-426E-40DD-AFC4-6F175D3DCCD1}">
              <a14:hiddenFill xmlns:a14="http://schemas.microsoft.com/office/drawing/2010/main">
                <a:solidFill>
                  <a:schemeClr val="accent1"/>
                </a:solidFill>
              </a14:hiddenFill>
            </a:ext>
          </a:extLst>
        </p:spPr>
        <p:txBody>
          <a:bodyPr wrap="none" anchor="ctr"/>
          <a:lstStyle/>
          <a:p>
            <a:endParaRPr lang="en-AU"/>
          </a:p>
        </p:txBody>
      </p:sp>
      <p:sp>
        <p:nvSpPr>
          <p:cNvPr id="78853" name="AutoShape 3"/>
          <p:cNvSpPr>
            <a:spLocks noChangeArrowheads="1"/>
          </p:cNvSpPr>
          <p:nvPr/>
        </p:nvSpPr>
        <p:spPr bwMode="auto">
          <a:xfrm>
            <a:off x="5421314" y="2954339"/>
            <a:ext cx="1260475" cy="2433637"/>
          </a:xfrm>
          <a:prstGeom prst="roundRect">
            <a:avLst>
              <a:gd name="adj" fmla="val 12495"/>
            </a:avLst>
          </a:prstGeom>
          <a:solidFill>
            <a:srgbClr val="FFFF99"/>
          </a:solidFill>
          <a:ln w="25400">
            <a:solidFill>
              <a:schemeClr val="tx2"/>
            </a:solidFill>
            <a:round/>
            <a:headEnd/>
            <a:tailEnd/>
          </a:ln>
          <a:effectLst>
            <a:outerShdw blurRad="63500" dist="38099" dir="2700000" algn="ctr" rotWithShape="0">
              <a:schemeClr val="bg2">
                <a:alpha val="74998"/>
              </a:schemeClr>
            </a:outerShdw>
          </a:effectLst>
        </p:spPr>
        <p:txBody>
          <a:bodyPr wrap="none" anchor="ctr"/>
          <a:lstStyle/>
          <a:p>
            <a:endParaRPr lang="en-AU"/>
          </a:p>
        </p:txBody>
      </p:sp>
      <p:graphicFrame>
        <p:nvGraphicFramePr>
          <p:cNvPr id="78854" name="Object 4">
            <a:hlinkClick r:id="" action="ppaction://ole?verb=0"/>
          </p:cNvPr>
          <p:cNvGraphicFramePr>
            <a:graphicFrameLocks/>
          </p:cNvGraphicFramePr>
          <p:nvPr/>
        </p:nvGraphicFramePr>
        <p:xfrm>
          <a:off x="2906713" y="2498726"/>
          <a:ext cx="6380162" cy="3141663"/>
        </p:xfrm>
        <a:graphic>
          <a:graphicData uri="http://schemas.openxmlformats.org/presentationml/2006/ole">
            <mc:AlternateContent xmlns:mc="http://schemas.openxmlformats.org/markup-compatibility/2006">
              <mc:Choice xmlns:v="urn:schemas-microsoft-com:vml" Requires="v">
                <p:oleObj name="Document" r:id="rId3" imgW="4229164" imgH="2086047" progId="Word.Document.8">
                  <p:embed/>
                </p:oleObj>
              </mc:Choice>
              <mc:Fallback>
                <p:oleObj name="Document" r:id="rId3" imgW="4229164" imgH="2086047" progId="Word.Document.8">
                  <p:embed/>
                  <p:pic>
                    <p:nvPicPr>
                      <p:cNvPr id="0" name=""/>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06713" y="2498726"/>
                        <a:ext cx="6380162" cy="3141663"/>
                      </a:xfrm>
                      <a:prstGeom prst="rect">
                        <a:avLst/>
                      </a:prstGeom>
                      <a:noFill/>
                      <a:ln>
                        <a:noFill/>
                      </a:ln>
                      <a:effectLst>
                        <a:outerShdw blurRad="63500" dist="38099" dir="2700000" algn="ctr" rotWithShape="0">
                          <a:schemeClr val="bg2">
                            <a:alpha val="74998"/>
                          </a:scheme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Lst>
                    </p:spPr>
                  </p:pic>
                </p:oleObj>
              </mc:Fallback>
            </mc:AlternateContent>
          </a:graphicData>
        </a:graphic>
      </p:graphicFrame>
      <p:sp>
        <p:nvSpPr>
          <p:cNvPr id="157702" name="Rectangle 6"/>
          <p:cNvSpPr>
            <a:spLocks noChangeArrowheads="1"/>
          </p:cNvSpPr>
          <p:nvPr/>
        </p:nvSpPr>
        <p:spPr bwMode="auto">
          <a:xfrm>
            <a:off x="8472264" y="1703388"/>
            <a:ext cx="882650" cy="643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ctr">
              <a:spcBef>
                <a:spcPct val="50000"/>
              </a:spcBef>
            </a:pPr>
            <a:r>
              <a:rPr lang="en-US" b="1" u="sng" dirty="0">
                <a:solidFill>
                  <a:schemeClr val="folHlink"/>
                </a:solidFill>
                <a:effectLst>
                  <a:outerShdw blurRad="38100" dist="38100" dir="2700000" algn="tl">
                    <a:srgbClr val="DDDDDD"/>
                  </a:outerShdw>
                </a:effectLst>
              </a:rPr>
              <a:t>112 </a:t>
            </a:r>
            <a:br>
              <a:rPr lang="en-US" b="1" dirty="0">
                <a:solidFill>
                  <a:schemeClr val="folHlink"/>
                </a:solidFill>
                <a:effectLst>
                  <a:outerShdw blurRad="38100" dist="38100" dir="2700000" algn="tl">
                    <a:srgbClr val="DDDDDD"/>
                  </a:outerShdw>
                </a:effectLst>
              </a:rPr>
            </a:br>
            <a:r>
              <a:rPr lang="en-US" b="1" dirty="0">
                <a:solidFill>
                  <a:schemeClr val="folHlink"/>
                </a:solidFill>
                <a:effectLst>
                  <a:outerShdw blurRad="38100" dist="38100" dir="2700000" algn="tl">
                    <a:srgbClr val="DDDDDD"/>
                  </a:outerShdw>
                </a:effectLst>
              </a:rPr>
              <a:t>160</a:t>
            </a:r>
          </a:p>
        </p:txBody>
      </p:sp>
      <p:sp>
        <p:nvSpPr>
          <p:cNvPr id="78857" name="Line 7"/>
          <p:cNvSpPr>
            <a:spLocks noChangeShapeType="1"/>
          </p:cNvSpPr>
          <p:nvPr/>
        </p:nvSpPr>
        <p:spPr bwMode="auto">
          <a:xfrm flipH="1">
            <a:off x="8904312" y="2348881"/>
            <a:ext cx="0" cy="1702495"/>
          </a:xfrm>
          <a:prstGeom prst="line">
            <a:avLst/>
          </a:prstGeom>
          <a:noFill/>
          <a:ln w="25400">
            <a:solidFill>
              <a:schemeClr val="folHlink"/>
            </a:solidFill>
            <a:round/>
            <a:headEnd type="triangle" w="med" len="med"/>
            <a:tailEnd/>
          </a:ln>
          <a:effectLst>
            <a:outerShdw blurRad="63500" dist="38099" dir="2700000" algn="ctr" rotWithShape="0">
              <a:schemeClr val="bg2">
                <a:alpha val="74998"/>
              </a:schemeClr>
            </a:outerShdw>
          </a:effectLst>
          <a:extLst>
            <a:ext uri="{909E8E84-426E-40DD-AFC4-6F175D3DCCD1}">
              <a14:hiddenFill xmlns:a14="http://schemas.microsoft.com/office/drawing/2010/main">
                <a:noFill/>
              </a14:hiddenFill>
            </a:ext>
          </a:extLst>
        </p:spPr>
        <p:txBody>
          <a:bodyPr wrap="none" anchor="ctr"/>
          <a:lstStyle/>
          <a:p>
            <a:endParaRPr lang="en-US"/>
          </a:p>
        </p:txBody>
      </p:sp>
      <p:sp>
        <p:nvSpPr>
          <p:cNvPr id="157704" name="Rectangle 8"/>
          <p:cNvSpPr>
            <a:spLocks noChangeArrowheads="1"/>
          </p:cNvSpPr>
          <p:nvPr/>
        </p:nvSpPr>
        <p:spPr bwMode="auto">
          <a:xfrm>
            <a:off x="3719736" y="5737562"/>
            <a:ext cx="1073348" cy="643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algn="ctr">
              <a:spcBef>
                <a:spcPct val="50000"/>
              </a:spcBef>
            </a:pPr>
            <a:r>
              <a:rPr lang="en-US" b="1" u="sng" dirty="0">
                <a:solidFill>
                  <a:schemeClr val="tx2"/>
                </a:solidFill>
                <a:effectLst>
                  <a:outerShdw blurRad="38100" dist="38100" dir="2700000" algn="tl">
                    <a:srgbClr val="DDDDDD"/>
                  </a:outerShdw>
                </a:effectLst>
              </a:rPr>
              <a:t>78 </a:t>
            </a:r>
            <a:br>
              <a:rPr lang="en-US" b="1" dirty="0">
                <a:solidFill>
                  <a:schemeClr val="tx2"/>
                </a:solidFill>
                <a:effectLst>
                  <a:outerShdw blurRad="38100" dist="38100" dir="2700000" algn="tl">
                    <a:srgbClr val="DDDDDD"/>
                  </a:outerShdw>
                </a:effectLst>
              </a:rPr>
            </a:br>
            <a:r>
              <a:rPr lang="en-US" b="1" dirty="0">
                <a:solidFill>
                  <a:schemeClr val="tx2"/>
                </a:solidFill>
                <a:effectLst>
                  <a:outerShdw blurRad="38100" dist="38100" dir="2700000" algn="tl">
                    <a:srgbClr val="DDDDDD"/>
                  </a:outerShdw>
                </a:effectLst>
              </a:rPr>
              <a:t>160</a:t>
            </a:r>
          </a:p>
        </p:txBody>
      </p:sp>
      <p:sp>
        <p:nvSpPr>
          <p:cNvPr id="78859" name="Line 9"/>
          <p:cNvSpPr>
            <a:spLocks noChangeShapeType="1"/>
          </p:cNvSpPr>
          <p:nvPr/>
        </p:nvSpPr>
        <p:spPr bwMode="auto">
          <a:xfrm flipV="1">
            <a:off x="3849689" y="4767264"/>
            <a:ext cx="1546225" cy="1089025"/>
          </a:xfrm>
          <a:prstGeom prst="line">
            <a:avLst/>
          </a:prstGeom>
          <a:noFill/>
          <a:ln w="25400">
            <a:solidFill>
              <a:schemeClr val="tx2"/>
            </a:solidFill>
            <a:round/>
            <a:headEnd type="triangle" w="med" len="med"/>
            <a:tailEnd/>
          </a:ln>
          <a:effectLst>
            <a:outerShdw blurRad="63500" dist="38099" dir="2700000" algn="ctr" rotWithShape="0">
              <a:schemeClr val="bg2">
                <a:alpha val="74998"/>
              </a:schemeClr>
            </a:outerShdw>
          </a:effectLst>
          <a:extLst>
            <a:ext uri="{909E8E84-426E-40DD-AFC4-6F175D3DCCD1}">
              <a14:hiddenFill xmlns:a14="http://schemas.microsoft.com/office/drawing/2010/main">
                <a:noFill/>
              </a14:hiddenFill>
            </a:ext>
          </a:extLst>
        </p:spPr>
        <p:txBody>
          <a:bodyPr wrap="none" anchor="ctr"/>
          <a:lstStyle/>
          <a:p>
            <a:endParaRPr lang="en-US"/>
          </a:p>
        </p:txBody>
      </p:sp>
      <p:sp>
        <p:nvSpPr>
          <p:cNvPr id="157706" name="Rectangle 10"/>
          <p:cNvSpPr>
            <a:spLocks noChangeArrowheads="1"/>
          </p:cNvSpPr>
          <p:nvPr/>
        </p:nvSpPr>
        <p:spPr bwMode="auto">
          <a:xfrm>
            <a:off x="6473825" y="1831976"/>
            <a:ext cx="3563938"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spcBef>
                <a:spcPct val="50000"/>
              </a:spcBef>
            </a:pPr>
            <a:r>
              <a:rPr lang="en-US" b="1">
                <a:solidFill>
                  <a:schemeClr val="folHlink"/>
                </a:solidFill>
                <a:effectLst>
                  <a:outerShdw blurRad="38100" dist="38100" dir="2700000" algn="tl">
                    <a:srgbClr val="DDDDDD"/>
                  </a:outerShdw>
                </a:effectLst>
              </a:rPr>
              <a:t>Marginal probability = </a:t>
            </a:r>
          </a:p>
        </p:txBody>
      </p:sp>
      <p:sp>
        <p:nvSpPr>
          <p:cNvPr id="157707" name="Rectangle 11"/>
          <p:cNvSpPr>
            <a:spLocks noChangeArrowheads="1"/>
          </p:cNvSpPr>
          <p:nvPr/>
        </p:nvSpPr>
        <p:spPr bwMode="auto">
          <a:xfrm>
            <a:off x="1725614" y="5848351"/>
            <a:ext cx="3563937"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spcBef>
                <a:spcPct val="50000"/>
              </a:spcBef>
            </a:pPr>
            <a:r>
              <a:rPr lang="en-US" b="1">
                <a:solidFill>
                  <a:schemeClr val="tx2"/>
                </a:solidFill>
                <a:effectLst>
                  <a:outerShdw blurRad="38100" dist="38100" dir="2700000" algn="tl">
                    <a:srgbClr val="DDDDDD"/>
                  </a:outerShdw>
                </a:effectLst>
              </a:rPr>
              <a:t>Marginal probability = </a:t>
            </a:r>
          </a:p>
        </p:txBody>
      </p:sp>
      <p:sp>
        <p:nvSpPr>
          <p:cNvPr id="15" name="Rectangle 3"/>
          <p:cNvSpPr>
            <a:spLocks noGrp="1" noChangeArrowheads="1"/>
          </p:cNvSpPr>
          <p:nvPr>
            <p:ph type="title"/>
          </p:nvPr>
        </p:nvSpPr>
        <p:spPr>
          <a:xfrm>
            <a:off x="3565376" y="418654"/>
            <a:ext cx="6707088" cy="562074"/>
          </a:xfrm>
        </p:spPr>
        <p:style>
          <a:lnRef idx="2">
            <a:schemeClr val="accent3"/>
          </a:lnRef>
          <a:fillRef idx="1">
            <a:schemeClr val="lt1"/>
          </a:fillRef>
          <a:effectRef idx="0">
            <a:schemeClr val="accent3"/>
          </a:effectRef>
          <a:fontRef idx="minor">
            <a:schemeClr val="dk1"/>
          </a:fontRef>
        </p:style>
        <p:txBody>
          <a:bodyPr vert="horz" wrap="square" lIns="90488" tIns="44450" rIns="90488" bIns="44450" numCol="1" anchor="ctr" anchorCtr="1" compatLnSpc="1">
            <a:prstTxWarp prst="textNoShape">
              <a:avLst/>
            </a:prstTxWarp>
          </a:bodyPr>
          <a:lstStyle/>
          <a:p>
            <a:pPr eaLnBrk="1" hangingPunct="1"/>
            <a:r>
              <a:rPr lang="en-US" dirty="0">
                <a:latin typeface="Arial" charset="0"/>
              </a:rPr>
              <a:t>Example 5 </a:t>
            </a:r>
            <a:r>
              <a:rPr lang="en-US" sz="1600" dirty="0">
                <a:latin typeface="Arial" charset="0"/>
              </a:rPr>
              <a:t>(cont.)</a:t>
            </a:r>
          </a:p>
        </p:txBody>
      </p:sp>
    </p:spTree>
    <p:extLst>
      <p:ext uri="{BB962C8B-B14F-4D97-AF65-F5344CB8AC3E}">
        <p14:creationId xmlns:p14="http://schemas.microsoft.com/office/powerpoint/2010/main" val="2962860061"/>
      </p:ext>
    </p:extLst>
  </p:cSld>
  <p:clrMapOvr>
    <a:masterClrMapping/>
  </p:clrMapOvr>
  <p:transition>
    <p:wipe dir="d"/>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5" name="Slide Number Placeholder 4"/>
          <p:cNvSpPr>
            <a:spLocks noGrp="1"/>
          </p:cNvSpPr>
          <p:nvPr>
            <p:ph type="sldNum" sz="quarter" idx="4294967295"/>
          </p:nvPr>
        </p:nvSpPr>
        <p:spPr>
          <a:xfrm>
            <a:off x="9417496" y="6553200"/>
            <a:ext cx="1143000" cy="304800"/>
          </a:xfrm>
          <a:prstGeom prst="rect">
            <a:avLst/>
          </a:prstGeom>
          <a:noFill/>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a:defRPr sz="2400">
                <a:solidFill>
                  <a:schemeClr val="tx1"/>
                </a:solidFill>
                <a:latin typeface="Arial" charset="0"/>
                <a:ea typeface="ＭＳ Ｐゴシック" charset="0"/>
              </a:defRPr>
            </a:lvl1pPr>
            <a:lvl2pPr>
              <a:defRPr sz="2000">
                <a:solidFill>
                  <a:schemeClr val="tx1"/>
                </a:solidFill>
                <a:latin typeface="Arial" charset="0"/>
                <a:ea typeface="ＭＳ Ｐゴシック" charset="0"/>
              </a:defRPr>
            </a:lvl2pPr>
            <a:lvl3pPr>
              <a:defRPr sz="2000">
                <a:solidFill>
                  <a:schemeClr val="tx1"/>
                </a:solidFill>
                <a:latin typeface="Arial" charset="0"/>
                <a:ea typeface="ＭＳ Ｐゴシック" charset="0"/>
              </a:defRPr>
            </a:lvl3pPr>
            <a:lvl4pPr>
              <a:defRPr sz="2000">
                <a:solidFill>
                  <a:schemeClr val="tx1"/>
                </a:solidFill>
                <a:latin typeface="Arial" charset="0"/>
                <a:ea typeface="ＭＳ Ｐゴシック" charset="0"/>
              </a:defRPr>
            </a:lvl4pPr>
            <a:lvl5pPr>
              <a:defRPr sz="2000">
                <a:solidFill>
                  <a:schemeClr val="tx1"/>
                </a:solidFill>
                <a:latin typeface="Arial" charset="0"/>
                <a:ea typeface="ＭＳ Ｐゴシック" charset="0"/>
              </a:defRPr>
            </a:lvl5pPr>
            <a:lvl6pPr eaLnBrk="0" hangingPunct="0">
              <a:defRPr sz="2000">
                <a:solidFill>
                  <a:schemeClr val="tx1"/>
                </a:solidFill>
                <a:latin typeface="Arial" charset="0"/>
                <a:ea typeface="ＭＳ Ｐゴシック" charset="0"/>
              </a:defRPr>
            </a:lvl6pPr>
            <a:lvl7pPr eaLnBrk="0" hangingPunct="0">
              <a:defRPr sz="2000">
                <a:solidFill>
                  <a:schemeClr val="tx1"/>
                </a:solidFill>
                <a:latin typeface="Arial" charset="0"/>
                <a:ea typeface="ＭＳ Ｐゴシック" charset="0"/>
              </a:defRPr>
            </a:lvl7pPr>
            <a:lvl8pPr eaLnBrk="0" hangingPunct="0">
              <a:defRPr sz="2000">
                <a:solidFill>
                  <a:schemeClr val="tx1"/>
                </a:solidFill>
                <a:latin typeface="Arial" charset="0"/>
                <a:ea typeface="ＭＳ Ｐゴシック" charset="0"/>
              </a:defRPr>
            </a:lvl8pPr>
            <a:lvl9pPr eaLnBrk="0" hangingPunct="0">
              <a:defRPr sz="2000">
                <a:solidFill>
                  <a:schemeClr val="tx1"/>
                </a:solidFill>
                <a:latin typeface="Arial" charset="0"/>
                <a:ea typeface="ＭＳ Ｐゴシック" charset="0"/>
              </a:defRPr>
            </a:lvl9pPr>
          </a:lstStyle>
          <a:p>
            <a:fld id="{823A4F19-D59E-2F43-A8AC-BCBE0F0E6E75}" type="slidenum">
              <a:rPr lang="en-US" sz="1000">
                <a:solidFill>
                  <a:schemeClr val="bg1"/>
                </a:solidFill>
              </a:rPr>
              <a:pPr/>
              <a:t>56</a:t>
            </a:fld>
            <a:endParaRPr lang="en-US" sz="1000">
              <a:solidFill>
                <a:schemeClr val="bg1"/>
              </a:solidFill>
            </a:endParaRPr>
          </a:p>
        </p:txBody>
      </p:sp>
      <p:sp>
        <p:nvSpPr>
          <p:cNvPr id="79876" name="AutoShape 2"/>
          <p:cNvSpPr>
            <a:spLocks noChangeArrowheads="1"/>
          </p:cNvSpPr>
          <p:nvPr/>
        </p:nvSpPr>
        <p:spPr bwMode="auto">
          <a:xfrm>
            <a:off x="5421314" y="2954339"/>
            <a:ext cx="1260475" cy="2433637"/>
          </a:xfrm>
          <a:prstGeom prst="roundRect">
            <a:avLst>
              <a:gd name="adj" fmla="val 12495"/>
            </a:avLst>
          </a:prstGeom>
          <a:noFill/>
          <a:ln w="25400">
            <a:solidFill>
              <a:schemeClr val="folHlink"/>
            </a:solidFill>
            <a:round/>
            <a:headEnd/>
            <a:tailEnd/>
          </a:ln>
          <a:effectLst>
            <a:outerShdw blurRad="63500" dist="38099" dir="2700000" algn="ctr" rotWithShape="0">
              <a:schemeClr val="bg2">
                <a:alpha val="74998"/>
              </a:schemeClr>
            </a:outerShdw>
          </a:effectLst>
          <a:extLst>
            <a:ext uri="{909E8E84-426E-40DD-AFC4-6F175D3DCCD1}">
              <a14:hiddenFill xmlns:a14="http://schemas.microsoft.com/office/drawing/2010/main">
                <a:solidFill>
                  <a:schemeClr val="accent1"/>
                </a:solidFill>
              </a14:hiddenFill>
            </a:ext>
          </a:extLst>
        </p:spPr>
        <p:txBody>
          <a:bodyPr wrap="none" anchor="ctr"/>
          <a:lstStyle/>
          <a:p>
            <a:endParaRPr lang="en-AU"/>
          </a:p>
        </p:txBody>
      </p:sp>
      <p:sp>
        <p:nvSpPr>
          <p:cNvPr id="79877" name="AutoShape 3"/>
          <p:cNvSpPr>
            <a:spLocks noChangeArrowheads="1"/>
          </p:cNvSpPr>
          <p:nvPr/>
        </p:nvSpPr>
        <p:spPr bwMode="auto">
          <a:xfrm>
            <a:off x="3222626" y="3833813"/>
            <a:ext cx="5902325" cy="519112"/>
          </a:xfrm>
          <a:prstGeom prst="roundRect">
            <a:avLst>
              <a:gd name="adj" fmla="val 12495"/>
            </a:avLst>
          </a:prstGeom>
          <a:noFill/>
          <a:ln w="12700">
            <a:solidFill>
              <a:schemeClr val="folHlink"/>
            </a:solidFill>
            <a:round/>
            <a:headEnd/>
            <a:tailEnd/>
          </a:ln>
          <a:effectLst>
            <a:outerShdw blurRad="63500" dist="38099" dir="2700000" algn="ctr" rotWithShape="0">
              <a:schemeClr val="bg2">
                <a:alpha val="74998"/>
              </a:schemeClr>
            </a:outerShdw>
          </a:effectLst>
          <a:extLst>
            <a:ext uri="{909E8E84-426E-40DD-AFC4-6F175D3DCCD1}">
              <a14:hiddenFill xmlns:a14="http://schemas.microsoft.com/office/drawing/2010/main">
                <a:solidFill>
                  <a:schemeClr val="accent1"/>
                </a:solidFill>
              </a14:hiddenFill>
            </a:ext>
          </a:extLst>
        </p:spPr>
        <p:txBody>
          <a:bodyPr wrap="none" anchor="ctr"/>
          <a:lstStyle/>
          <a:p>
            <a:endParaRPr lang="en-AU"/>
          </a:p>
        </p:txBody>
      </p:sp>
      <p:sp>
        <p:nvSpPr>
          <p:cNvPr id="79878" name="Rectangle 4"/>
          <p:cNvSpPr>
            <a:spLocks noChangeArrowheads="1"/>
          </p:cNvSpPr>
          <p:nvPr/>
        </p:nvSpPr>
        <p:spPr bwMode="auto">
          <a:xfrm>
            <a:off x="5414964" y="3833813"/>
            <a:ext cx="1273175" cy="519112"/>
          </a:xfrm>
          <a:prstGeom prst="rect">
            <a:avLst/>
          </a:prstGeom>
          <a:solidFill>
            <a:srgbClr val="FFFF99"/>
          </a:solidFill>
          <a:ln w="12700">
            <a:solidFill>
              <a:schemeClr val="tx2"/>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AU"/>
          </a:p>
        </p:txBody>
      </p:sp>
      <p:graphicFrame>
        <p:nvGraphicFramePr>
          <p:cNvPr id="79879" name="Object 5">
            <a:hlinkClick r:id="" action="ppaction://ole?verb=0"/>
          </p:cNvPr>
          <p:cNvGraphicFramePr>
            <a:graphicFrameLocks/>
          </p:cNvGraphicFramePr>
          <p:nvPr/>
        </p:nvGraphicFramePr>
        <p:xfrm>
          <a:off x="2906713" y="2498726"/>
          <a:ext cx="6380162" cy="3141663"/>
        </p:xfrm>
        <a:graphic>
          <a:graphicData uri="http://schemas.openxmlformats.org/presentationml/2006/ole">
            <mc:AlternateContent xmlns:mc="http://schemas.openxmlformats.org/markup-compatibility/2006">
              <mc:Choice xmlns:v="urn:schemas-microsoft-com:vml" Requires="v">
                <p:oleObj name="Document" r:id="rId3" imgW="4229164" imgH="2086047" progId="Word.Document.8">
                  <p:embed/>
                </p:oleObj>
              </mc:Choice>
              <mc:Fallback>
                <p:oleObj name="Document" r:id="rId3" imgW="4229164" imgH="2086047" progId="Word.Document.8">
                  <p:embed/>
                  <p:pic>
                    <p:nvPicPr>
                      <p:cNvPr id="0" name=""/>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06713" y="2498726"/>
                        <a:ext cx="6380162" cy="3141663"/>
                      </a:xfrm>
                      <a:prstGeom prst="rect">
                        <a:avLst/>
                      </a:prstGeom>
                      <a:noFill/>
                      <a:ln>
                        <a:noFill/>
                      </a:ln>
                      <a:effectLst>
                        <a:outerShdw blurRad="63500" dist="38099" dir="2700000" algn="ctr" rotWithShape="0">
                          <a:schemeClr val="bg2">
                            <a:alpha val="74998"/>
                          </a:scheme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Lst>
                    </p:spPr>
                  </p:pic>
                </p:oleObj>
              </mc:Fallback>
            </mc:AlternateContent>
          </a:graphicData>
        </a:graphic>
      </p:graphicFrame>
      <p:grpSp>
        <p:nvGrpSpPr>
          <p:cNvPr id="4" name="Group 3"/>
          <p:cNvGrpSpPr/>
          <p:nvPr/>
        </p:nvGrpSpPr>
        <p:grpSpPr>
          <a:xfrm>
            <a:off x="6473825" y="1703388"/>
            <a:ext cx="3563938" cy="2229668"/>
            <a:chOff x="4949825" y="1703388"/>
            <a:chExt cx="3563938" cy="2229668"/>
          </a:xfrm>
        </p:grpSpPr>
        <p:sp>
          <p:nvSpPr>
            <p:cNvPr id="159751" name="Rectangle 7"/>
            <p:cNvSpPr>
              <a:spLocks noChangeArrowheads="1"/>
            </p:cNvSpPr>
            <p:nvPr/>
          </p:nvSpPr>
          <p:spPr bwMode="auto">
            <a:xfrm>
              <a:off x="6948264" y="1703388"/>
              <a:ext cx="882650" cy="643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ctr">
                <a:spcBef>
                  <a:spcPct val="50000"/>
                </a:spcBef>
              </a:pPr>
              <a:r>
                <a:rPr lang="en-US" b="1" u="sng" dirty="0">
                  <a:solidFill>
                    <a:schemeClr val="folHlink"/>
                  </a:solidFill>
                  <a:effectLst>
                    <a:outerShdw blurRad="38100" dist="38100" dir="2700000" algn="tl">
                      <a:srgbClr val="DDDDDD"/>
                    </a:outerShdw>
                  </a:effectLst>
                </a:rPr>
                <a:t>112 </a:t>
              </a:r>
              <a:br>
                <a:rPr lang="en-US" b="1" dirty="0">
                  <a:solidFill>
                    <a:schemeClr val="folHlink"/>
                  </a:solidFill>
                  <a:effectLst>
                    <a:outerShdw blurRad="38100" dist="38100" dir="2700000" algn="tl">
                      <a:srgbClr val="DDDDDD"/>
                    </a:outerShdw>
                  </a:effectLst>
                </a:rPr>
              </a:br>
              <a:r>
                <a:rPr lang="en-US" b="1" dirty="0">
                  <a:solidFill>
                    <a:schemeClr val="folHlink"/>
                  </a:solidFill>
                  <a:effectLst>
                    <a:outerShdw blurRad="38100" dist="38100" dir="2700000" algn="tl">
                      <a:srgbClr val="DDDDDD"/>
                    </a:outerShdw>
                  </a:effectLst>
                </a:rPr>
                <a:t>160</a:t>
              </a:r>
            </a:p>
          </p:txBody>
        </p:sp>
        <p:sp>
          <p:nvSpPr>
            <p:cNvPr id="79882" name="Line 8"/>
            <p:cNvSpPr>
              <a:spLocks noChangeShapeType="1"/>
            </p:cNvSpPr>
            <p:nvPr/>
          </p:nvSpPr>
          <p:spPr bwMode="auto">
            <a:xfrm>
              <a:off x="6804248" y="2204864"/>
              <a:ext cx="72007" cy="1728192"/>
            </a:xfrm>
            <a:prstGeom prst="line">
              <a:avLst/>
            </a:prstGeom>
            <a:noFill/>
            <a:ln w="25400">
              <a:solidFill>
                <a:schemeClr val="folHlink"/>
              </a:solidFill>
              <a:round/>
              <a:headEnd type="triangle" w="med" len="med"/>
              <a:tailEnd/>
            </a:ln>
            <a:effectLst>
              <a:outerShdw blurRad="63500" dist="38099" dir="2700000" algn="ctr" rotWithShape="0">
                <a:schemeClr val="bg2">
                  <a:alpha val="74998"/>
                </a:schemeClr>
              </a:outerShdw>
            </a:effectLst>
            <a:extLst>
              <a:ext uri="{909E8E84-426E-40DD-AFC4-6F175D3DCCD1}">
                <a14:hiddenFill xmlns:a14="http://schemas.microsoft.com/office/drawing/2010/main">
                  <a:noFill/>
                </a14:hiddenFill>
              </a:ext>
            </a:extLst>
          </p:spPr>
          <p:txBody>
            <a:bodyPr wrap="none" anchor="ctr"/>
            <a:lstStyle/>
            <a:p>
              <a:endParaRPr lang="en-US"/>
            </a:p>
          </p:txBody>
        </p:sp>
        <p:sp>
          <p:nvSpPr>
            <p:cNvPr id="159756" name="Rectangle 12"/>
            <p:cNvSpPr>
              <a:spLocks noChangeArrowheads="1"/>
            </p:cNvSpPr>
            <p:nvPr/>
          </p:nvSpPr>
          <p:spPr bwMode="auto">
            <a:xfrm>
              <a:off x="4949825" y="1831975"/>
              <a:ext cx="3563938"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spcBef>
                  <a:spcPct val="50000"/>
                </a:spcBef>
              </a:pPr>
              <a:r>
                <a:rPr lang="en-US" b="1">
                  <a:solidFill>
                    <a:schemeClr val="folHlink"/>
                  </a:solidFill>
                  <a:effectLst>
                    <a:outerShdw blurRad="38100" dist="38100" dir="2700000" algn="tl">
                      <a:srgbClr val="DDDDDD"/>
                    </a:outerShdw>
                  </a:effectLst>
                </a:rPr>
                <a:t>Marginal probability = </a:t>
              </a:r>
            </a:p>
          </p:txBody>
        </p:sp>
      </p:grpSp>
      <p:grpSp>
        <p:nvGrpSpPr>
          <p:cNvPr id="6" name="Group 5"/>
          <p:cNvGrpSpPr/>
          <p:nvPr/>
        </p:nvGrpSpPr>
        <p:grpSpPr>
          <a:xfrm>
            <a:off x="1725614" y="4767264"/>
            <a:ext cx="3703637" cy="1542291"/>
            <a:chOff x="201613" y="4767263"/>
            <a:chExt cx="3703637" cy="1542291"/>
          </a:xfrm>
        </p:grpSpPr>
        <p:sp>
          <p:nvSpPr>
            <p:cNvPr id="159753" name="Rectangle 9"/>
            <p:cNvSpPr>
              <a:spLocks noChangeArrowheads="1"/>
            </p:cNvSpPr>
            <p:nvPr/>
          </p:nvSpPr>
          <p:spPr bwMode="auto">
            <a:xfrm>
              <a:off x="1835696" y="5665788"/>
              <a:ext cx="1597025" cy="643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ctr">
                <a:spcBef>
                  <a:spcPct val="50000"/>
                </a:spcBef>
              </a:pPr>
              <a:r>
                <a:rPr lang="en-US" b="1" u="sng" dirty="0">
                  <a:solidFill>
                    <a:schemeClr val="folHlink"/>
                  </a:solidFill>
                  <a:effectLst>
                    <a:outerShdw blurRad="38100" dist="38100" dir="2700000" algn="tl">
                      <a:srgbClr val="DDDDDD"/>
                    </a:outerShdw>
                  </a:effectLst>
                </a:rPr>
                <a:t>78 </a:t>
              </a:r>
              <a:br>
                <a:rPr lang="en-US" b="1" dirty="0">
                  <a:solidFill>
                    <a:schemeClr val="folHlink"/>
                  </a:solidFill>
                  <a:effectLst>
                    <a:outerShdw blurRad="38100" dist="38100" dir="2700000" algn="tl">
                      <a:srgbClr val="DDDDDD"/>
                    </a:outerShdw>
                  </a:effectLst>
                </a:rPr>
              </a:br>
              <a:r>
                <a:rPr lang="en-US" b="1" dirty="0">
                  <a:solidFill>
                    <a:schemeClr val="folHlink"/>
                  </a:solidFill>
                  <a:effectLst>
                    <a:outerShdw blurRad="38100" dist="38100" dir="2700000" algn="tl">
                      <a:srgbClr val="DDDDDD"/>
                    </a:outerShdw>
                  </a:effectLst>
                </a:rPr>
                <a:t>160</a:t>
              </a:r>
            </a:p>
          </p:txBody>
        </p:sp>
        <p:sp>
          <p:nvSpPr>
            <p:cNvPr id="79884" name="Line 10"/>
            <p:cNvSpPr>
              <a:spLocks noChangeShapeType="1"/>
            </p:cNvSpPr>
            <p:nvPr/>
          </p:nvSpPr>
          <p:spPr bwMode="auto">
            <a:xfrm flipV="1">
              <a:off x="2325688" y="4767263"/>
              <a:ext cx="1546225" cy="1089025"/>
            </a:xfrm>
            <a:prstGeom prst="line">
              <a:avLst/>
            </a:prstGeom>
            <a:noFill/>
            <a:ln w="25400">
              <a:solidFill>
                <a:schemeClr val="folHlink"/>
              </a:solidFill>
              <a:round/>
              <a:headEnd type="triangle" w="med" len="med"/>
              <a:tailEnd/>
            </a:ln>
            <a:effectLst>
              <a:outerShdw blurRad="63500" dist="38099" dir="2700000" algn="ctr" rotWithShape="0">
                <a:schemeClr val="bg2">
                  <a:alpha val="74998"/>
                </a:schemeClr>
              </a:outerShdw>
            </a:effectLst>
            <a:extLst>
              <a:ext uri="{909E8E84-426E-40DD-AFC4-6F175D3DCCD1}">
                <a14:hiddenFill xmlns:a14="http://schemas.microsoft.com/office/drawing/2010/main">
                  <a:noFill/>
                </a14:hiddenFill>
              </a:ext>
            </a:extLst>
          </p:spPr>
          <p:txBody>
            <a:bodyPr wrap="none" anchor="ctr"/>
            <a:lstStyle/>
            <a:p>
              <a:endParaRPr lang="en-US"/>
            </a:p>
          </p:txBody>
        </p:sp>
        <p:sp>
          <p:nvSpPr>
            <p:cNvPr id="159757" name="Rectangle 13"/>
            <p:cNvSpPr>
              <a:spLocks noChangeArrowheads="1"/>
            </p:cNvSpPr>
            <p:nvPr/>
          </p:nvSpPr>
          <p:spPr bwMode="auto">
            <a:xfrm>
              <a:off x="201613" y="5848350"/>
              <a:ext cx="3703637"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spcBef>
                  <a:spcPct val="50000"/>
                </a:spcBef>
              </a:pPr>
              <a:r>
                <a:rPr lang="en-US" b="1">
                  <a:solidFill>
                    <a:schemeClr val="folHlink"/>
                  </a:solidFill>
                  <a:effectLst>
                    <a:outerShdw blurRad="38100" dist="38100" dir="2700000" algn="tl">
                      <a:srgbClr val="DDDDDD"/>
                    </a:outerShdw>
                  </a:effectLst>
                </a:rPr>
                <a:t>Marginal probability = </a:t>
              </a:r>
            </a:p>
          </p:txBody>
        </p:sp>
      </p:grpSp>
      <p:grpSp>
        <p:nvGrpSpPr>
          <p:cNvPr id="5" name="Group 4"/>
          <p:cNvGrpSpPr/>
          <p:nvPr/>
        </p:nvGrpSpPr>
        <p:grpSpPr>
          <a:xfrm>
            <a:off x="1700214" y="1677988"/>
            <a:ext cx="4035747" cy="2399084"/>
            <a:chOff x="176213" y="1677988"/>
            <a:chExt cx="4035747" cy="2399084"/>
          </a:xfrm>
        </p:grpSpPr>
        <p:sp>
          <p:nvSpPr>
            <p:cNvPr id="79885" name="Line 11"/>
            <p:cNvSpPr>
              <a:spLocks noChangeShapeType="1"/>
            </p:cNvSpPr>
            <p:nvPr/>
          </p:nvSpPr>
          <p:spPr bwMode="auto">
            <a:xfrm>
              <a:off x="2771800" y="2348880"/>
              <a:ext cx="1440160" cy="1728192"/>
            </a:xfrm>
            <a:prstGeom prst="line">
              <a:avLst/>
            </a:prstGeom>
            <a:noFill/>
            <a:ln w="25400">
              <a:solidFill>
                <a:schemeClr val="tx2"/>
              </a:solidFill>
              <a:round/>
              <a:headEnd type="triangle" w="med" len="med"/>
              <a:tailEnd/>
            </a:ln>
            <a:effectLst>
              <a:outerShdw blurRad="63500" dist="38099" dir="2700000" algn="ctr" rotWithShape="0">
                <a:schemeClr val="bg2">
                  <a:alpha val="74998"/>
                </a:schemeClr>
              </a:outerShdw>
            </a:effectLst>
            <a:extLst>
              <a:ext uri="{909E8E84-426E-40DD-AFC4-6F175D3DCCD1}">
                <a14:hiddenFill xmlns:a14="http://schemas.microsoft.com/office/drawing/2010/main">
                  <a:noFill/>
                </a14:hiddenFill>
              </a:ext>
            </a:extLst>
          </p:spPr>
          <p:txBody>
            <a:bodyPr wrap="none" anchor="ctr"/>
            <a:lstStyle/>
            <a:p>
              <a:endParaRPr lang="en-US"/>
            </a:p>
          </p:txBody>
        </p:sp>
        <p:grpSp>
          <p:nvGrpSpPr>
            <p:cNvPr id="3" name="Group 2"/>
            <p:cNvGrpSpPr/>
            <p:nvPr/>
          </p:nvGrpSpPr>
          <p:grpSpPr>
            <a:xfrm>
              <a:off x="176213" y="1677988"/>
              <a:ext cx="3031083" cy="644525"/>
              <a:chOff x="176213" y="1677988"/>
              <a:chExt cx="3031083" cy="644525"/>
            </a:xfrm>
          </p:grpSpPr>
          <p:sp>
            <p:nvSpPr>
              <p:cNvPr id="159758" name="Rectangle 14"/>
              <p:cNvSpPr>
                <a:spLocks noChangeArrowheads="1"/>
              </p:cNvSpPr>
              <p:nvPr/>
            </p:nvSpPr>
            <p:spPr bwMode="auto">
              <a:xfrm>
                <a:off x="176213" y="1831975"/>
                <a:ext cx="2998787"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spcBef>
                    <a:spcPct val="50000"/>
                  </a:spcBef>
                </a:pPr>
                <a:r>
                  <a:rPr lang="en-US" b="1" dirty="0">
                    <a:solidFill>
                      <a:schemeClr val="tx2"/>
                    </a:solidFill>
                    <a:effectLst>
                      <a:outerShdw blurRad="38100" dist="38100" dir="2700000" algn="tl">
                        <a:srgbClr val="DDDDDD"/>
                      </a:outerShdw>
                    </a:effectLst>
                  </a:rPr>
                  <a:t>Joint probability = </a:t>
                </a:r>
              </a:p>
            </p:txBody>
          </p:sp>
          <p:grpSp>
            <p:nvGrpSpPr>
              <p:cNvPr id="79889" name="Group 15"/>
              <p:cNvGrpSpPr>
                <a:grpSpLocks/>
              </p:cNvGrpSpPr>
              <p:nvPr/>
            </p:nvGrpSpPr>
            <p:grpSpPr bwMode="auto">
              <a:xfrm>
                <a:off x="1835696" y="1677988"/>
                <a:ext cx="1371600" cy="644525"/>
                <a:chOff x="1749" y="1057"/>
                <a:chExt cx="864" cy="406"/>
              </a:xfrm>
            </p:grpSpPr>
            <p:sp>
              <p:nvSpPr>
                <p:cNvPr id="159760" name="Rectangle 16"/>
                <p:cNvSpPr>
                  <a:spLocks noChangeArrowheads="1"/>
                </p:cNvSpPr>
                <p:nvPr/>
              </p:nvSpPr>
              <p:spPr bwMode="auto">
                <a:xfrm>
                  <a:off x="1749" y="1057"/>
                  <a:ext cx="556" cy="4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ctr">
                    <a:spcBef>
                      <a:spcPct val="50000"/>
                    </a:spcBef>
                  </a:pPr>
                  <a:r>
                    <a:rPr lang="en-US" b="1" u="sng" dirty="0">
                      <a:solidFill>
                        <a:schemeClr val="tx2"/>
                      </a:solidFill>
                      <a:effectLst>
                        <a:outerShdw blurRad="38100" dist="38100" dir="2700000" algn="tl">
                          <a:srgbClr val="DDDDDD"/>
                        </a:outerShdw>
                      </a:effectLst>
                    </a:rPr>
                    <a:t>112 </a:t>
                  </a:r>
                  <a:br>
                    <a:rPr lang="en-US" b="1" dirty="0">
                      <a:solidFill>
                        <a:schemeClr val="tx2"/>
                      </a:solidFill>
                      <a:effectLst>
                        <a:outerShdw blurRad="38100" dist="38100" dir="2700000" algn="tl">
                          <a:srgbClr val="DDDDDD"/>
                        </a:outerShdw>
                      </a:effectLst>
                    </a:rPr>
                  </a:br>
                  <a:r>
                    <a:rPr lang="en-US" b="1" dirty="0">
                      <a:solidFill>
                        <a:schemeClr val="tx2"/>
                      </a:solidFill>
                      <a:effectLst>
                        <a:outerShdw blurRad="38100" dist="38100" dir="2700000" algn="tl">
                          <a:srgbClr val="DDDDDD"/>
                        </a:outerShdw>
                      </a:effectLst>
                    </a:rPr>
                    <a:t>160</a:t>
                  </a:r>
                </a:p>
              </p:txBody>
            </p:sp>
            <p:sp>
              <p:nvSpPr>
                <p:cNvPr id="159761" name="Rectangle 17"/>
                <p:cNvSpPr>
                  <a:spLocks noChangeArrowheads="1"/>
                </p:cNvSpPr>
                <p:nvPr/>
              </p:nvSpPr>
              <p:spPr bwMode="auto">
                <a:xfrm>
                  <a:off x="2131" y="1057"/>
                  <a:ext cx="482" cy="4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ctr">
                    <a:spcBef>
                      <a:spcPct val="50000"/>
                    </a:spcBef>
                  </a:pPr>
                  <a:r>
                    <a:rPr lang="en-US" b="1" u="sng" dirty="0">
                      <a:solidFill>
                        <a:schemeClr val="tx2"/>
                      </a:solidFill>
                      <a:effectLst>
                        <a:outerShdw blurRad="38100" dist="38100" dir="2700000" algn="tl">
                          <a:srgbClr val="DDDDDD"/>
                        </a:outerShdw>
                      </a:effectLst>
                    </a:rPr>
                    <a:t>78 </a:t>
                  </a:r>
                  <a:br>
                    <a:rPr lang="en-US" b="1" dirty="0">
                      <a:solidFill>
                        <a:schemeClr val="tx2"/>
                      </a:solidFill>
                      <a:effectLst>
                        <a:outerShdw blurRad="38100" dist="38100" dir="2700000" algn="tl">
                          <a:srgbClr val="DDDDDD"/>
                        </a:outerShdw>
                      </a:effectLst>
                    </a:rPr>
                  </a:br>
                  <a:r>
                    <a:rPr lang="en-US" b="1" dirty="0">
                      <a:solidFill>
                        <a:schemeClr val="tx2"/>
                      </a:solidFill>
                      <a:effectLst>
                        <a:outerShdw blurRad="38100" dist="38100" dir="2700000" algn="tl">
                          <a:srgbClr val="DDDDDD"/>
                        </a:outerShdw>
                      </a:effectLst>
                    </a:rPr>
                    <a:t>160</a:t>
                  </a:r>
                </a:p>
              </p:txBody>
            </p:sp>
          </p:grpSp>
          <p:sp>
            <p:nvSpPr>
              <p:cNvPr id="2" name="TextBox 1"/>
              <p:cNvSpPr txBox="1"/>
              <p:nvPr/>
            </p:nvSpPr>
            <p:spPr>
              <a:xfrm>
                <a:off x="2483768" y="1772816"/>
                <a:ext cx="287258" cy="369332"/>
              </a:xfrm>
              <a:prstGeom prst="rect">
                <a:avLst/>
              </a:prstGeom>
              <a:noFill/>
            </p:spPr>
            <p:txBody>
              <a:bodyPr wrap="none" rtlCol="0">
                <a:spAutoFit/>
              </a:bodyPr>
              <a:lstStyle/>
              <a:p>
                <a:pPr algn="ctr"/>
                <a:r>
                  <a:rPr lang="en-US" dirty="0"/>
                  <a:t>x</a:t>
                </a:r>
              </a:p>
            </p:txBody>
          </p:sp>
        </p:grpSp>
      </p:grpSp>
      <p:sp>
        <p:nvSpPr>
          <p:cNvPr id="26" name="Rectangle 3"/>
          <p:cNvSpPr>
            <a:spLocks noGrp="1" noChangeArrowheads="1"/>
          </p:cNvSpPr>
          <p:nvPr>
            <p:ph type="title"/>
          </p:nvPr>
        </p:nvSpPr>
        <p:spPr>
          <a:xfrm>
            <a:off x="3565376" y="418654"/>
            <a:ext cx="6707088" cy="562074"/>
          </a:xfrm>
        </p:spPr>
        <p:style>
          <a:lnRef idx="2">
            <a:schemeClr val="accent3"/>
          </a:lnRef>
          <a:fillRef idx="1">
            <a:schemeClr val="lt1"/>
          </a:fillRef>
          <a:effectRef idx="0">
            <a:schemeClr val="accent3"/>
          </a:effectRef>
          <a:fontRef idx="minor">
            <a:schemeClr val="dk1"/>
          </a:fontRef>
        </p:style>
        <p:txBody>
          <a:bodyPr vert="horz" wrap="square" lIns="90488" tIns="44450" rIns="90488" bIns="44450" numCol="1" anchor="ctr" anchorCtr="1" compatLnSpc="1">
            <a:prstTxWarp prst="textNoShape">
              <a:avLst/>
            </a:prstTxWarp>
          </a:bodyPr>
          <a:lstStyle/>
          <a:p>
            <a:pPr eaLnBrk="1" hangingPunct="1"/>
            <a:r>
              <a:rPr lang="en-US" dirty="0">
                <a:latin typeface="Arial" charset="0"/>
              </a:rPr>
              <a:t>Example 5 </a:t>
            </a:r>
            <a:r>
              <a:rPr lang="en-US" sz="1600" dirty="0">
                <a:latin typeface="Arial" charset="0"/>
              </a:rPr>
              <a:t>(cont.)</a:t>
            </a:r>
          </a:p>
        </p:txBody>
      </p:sp>
    </p:spTree>
    <p:extLst>
      <p:ext uri="{BB962C8B-B14F-4D97-AF65-F5344CB8AC3E}">
        <p14:creationId xmlns:p14="http://schemas.microsoft.com/office/powerpoint/2010/main" val="3236085948"/>
      </p:ext>
    </p:extLst>
  </p:cSld>
  <p:clrMapOvr>
    <a:masterClrMapping/>
  </p:clrMapOvr>
  <p:transition>
    <p:wipe dir="u"/>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3" name="Slide Number Placeholder 6"/>
          <p:cNvSpPr>
            <a:spLocks noGrp="1"/>
          </p:cNvSpPr>
          <p:nvPr>
            <p:ph type="sldNum" sz="quarter" idx="4294967295"/>
          </p:nvPr>
        </p:nvSpPr>
        <p:spPr>
          <a:xfrm>
            <a:off x="9067800" y="6553200"/>
            <a:ext cx="1143000" cy="304800"/>
          </a:xfrm>
          <a:prstGeom prst="rect">
            <a:avLst/>
          </a:prstGeom>
          <a:noFill/>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a:defRPr sz="2400">
                <a:solidFill>
                  <a:schemeClr val="tx1"/>
                </a:solidFill>
                <a:latin typeface="Arial" charset="0"/>
                <a:ea typeface="ＭＳ Ｐゴシック" charset="0"/>
              </a:defRPr>
            </a:lvl1pPr>
            <a:lvl2pPr>
              <a:defRPr sz="2000">
                <a:solidFill>
                  <a:schemeClr val="tx1"/>
                </a:solidFill>
                <a:latin typeface="Arial" charset="0"/>
                <a:ea typeface="ＭＳ Ｐゴシック" charset="0"/>
              </a:defRPr>
            </a:lvl2pPr>
            <a:lvl3pPr>
              <a:defRPr sz="2000">
                <a:solidFill>
                  <a:schemeClr val="tx1"/>
                </a:solidFill>
                <a:latin typeface="Arial" charset="0"/>
                <a:ea typeface="ＭＳ Ｐゴシック" charset="0"/>
              </a:defRPr>
            </a:lvl3pPr>
            <a:lvl4pPr>
              <a:defRPr sz="2000">
                <a:solidFill>
                  <a:schemeClr val="tx1"/>
                </a:solidFill>
                <a:latin typeface="Arial" charset="0"/>
                <a:ea typeface="ＭＳ Ｐゴシック" charset="0"/>
              </a:defRPr>
            </a:lvl4pPr>
            <a:lvl5pPr>
              <a:defRPr sz="2000">
                <a:solidFill>
                  <a:schemeClr val="tx1"/>
                </a:solidFill>
                <a:latin typeface="Arial" charset="0"/>
                <a:ea typeface="ＭＳ Ｐゴシック" charset="0"/>
              </a:defRPr>
            </a:lvl5pPr>
            <a:lvl6pPr eaLnBrk="0" hangingPunct="0">
              <a:defRPr sz="2000">
                <a:solidFill>
                  <a:schemeClr val="tx1"/>
                </a:solidFill>
                <a:latin typeface="Arial" charset="0"/>
                <a:ea typeface="ＭＳ Ｐゴシック" charset="0"/>
              </a:defRPr>
            </a:lvl6pPr>
            <a:lvl7pPr eaLnBrk="0" hangingPunct="0">
              <a:defRPr sz="2000">
                <a:solidFill>
                  <a:schemeClr val="tx1"/>
                </a:solidFill>
                <a:latin typeface="Arial" charset="0"/>
                <a:ea typeface="ＭＳ Ｐゴシック" charset="0"/>
              </a:defRPr>
            </a:lvl7pPr>
            <a:lvl8pPr eaLnBrk="0" hangingPunct="0">
              <a:defRPr sz="2000">
                <a:solidFill>
                  <a:schemeClr val="tx1"/>
                </a:solidFill>
                <a:latin typeface="Arial" charset="0"/>
                <a:ea typeface="ＭＳ Ｐゴシック" charset="0"/>
              </a:defRPr>
            </a:lvl8pPr>
            <a:lvl9pPr eaLnBrk="0" hangingPunct="0">
              <a:defRPr sz="2000">
                <a:solidFill>
                  <a:schemeClr val="tx1"/>
                </a:solidFill>
                <a:latin typeface="Arial" charset="0"/>
                <a:ea typeface="ＭＳ Ｐゴシック" charset="0"/>
              </a:defRPr>
            </a:lvl9pPr>
          </a:lstStyle>
          <a:p>
            <a:fld id="{5846DC8D-8261-BD40-B558-4122E4266948}" type="slidenum">
              <a:rPr lang="en-US" sz="1000">
                <a:solidFill>
                  <a:schemeClr val="bg1"/>
                </a:solidFill>
              </a:rPr>
              <a:pPr/>
              <a:t>57</a:t>
            </a:fld>
            <a:endParaRPr lang="en-US" sz="1000">
              <a:solidFill>
                <a:schemeClr val="bg1"/>
              </a:solidFill>
            </a:endParaRPr>
          </a:p>
        </p:txBody>
      </p:sp>
      <p:sp>
        <p:nvSpPr>
          <p:cNvPr id="81924" name="Rectangle 2"/>
          <p:cNvSpPr>
            <a:spLocks noGrp="1" noChangeArrowheads="1"/>
          </p:cNvSpPr>
          <p:nvPr>
            <p:ph type="title"/>
          </p:nvPr>
        </p:nvSpPr>
        <p:spPr>
          <a:xfrm>
            <a:off x="1991544" y="1556792"/>
            <a:ext cx="7571184" cy="1143000"/>
          </a:xfrm>
          <a:noFill/>
          <a:extLst>
            <a:ext uri="{91240B29-F687-4F45-9708-019B960494DF}">
              <a14:hiddenLine xmlns:a14="http://schemas.microsoft.com/office/drawing/2010/main" w="12700">
                <a:solidFill>
                  <a:schemeClr val="tx1"/>
                </a:solidFill>
                <a:miter lim="800000"/>
                <a:headEnd/>
                <a:tailEnd/>
              </a14:hiddenLine>
            </a:ext>
          </a:extLst>
        </p:spPr>
        <p:txBody>
          <a:bodyPr vert="horz" wrap="square" lIns="90488" tIns="44450" rIns="90488" bIns="44450" numCol="1" anchor="ctr" anchorCtr="1" compatLnSpc="1">
            <a:prstTxWarp prst="textNoShape">
              <a:avLst/>
            </a:prstTxWarp>
          </a:bodyPr>
          <a:lstStyle/>
          <a:p>
            <a:pPr eaLnBrk="1" hangingPunct="1"/>
            <a:r>
              <a:rPr lang="en-US" sz="2800" dirty="0">
                <a:latin typeface="Arial" charset="0"/>
              </a:rPr>
              <a:t>Expected Count calculation formula:</a:t>
            </a:r>
          </a:p>
        </p:txBody>
      </p:sp>
      <p:graphicFrame>
        <p:nvGraphicFramePr>
          <p:cNvPr id="81925" name="Object 6"/>
          <p:cNvGraphicFramePr>
            <a:graphicFrameLocks noGrp="1" noChangeAspect="1"/>
          </p:cNvGraphicFramePr>
          <p:nvPr>
            <p:ph sz="half" idx="2"/>
          </p:nvPr>
        </p:nvGraphicFramePr>
        <p:xfrm>
          <a:off x="3276600" y="2971800"/>
          <a:ext cx="5803900" cy="1085850"/>
        </p:xfrm>
        <a:graphic>
          <a:graphicData uri="http://schemas.openxmlformats.org/presentationml/2006/ole">
            <mc:AlternateContent xmlns:mc="http://schemas.openxmlformats.org/markup-compatibility/2006">
              <mc:Choice xmlns:v="urn:schemas-microsoft-com:vml" Requires="v">
                <p:oleObj name="Equation" r:id="rId3" imgW="2374900" imgH="444500" progId="Equation.3">
                  <p:embed/>
                </p:oleObj>
              </mc:Choice>
              <mc:Fallback>
                <p:oleObj name="Equation" r:id="rId3" imgW="2374900" imgH="44450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76600" y="2971800"/>
                        <a:ext cx="5803900" cy="1085850"/>
                      </a:xfrm>
                      <a:prstGeom prst="rect">
                        <a:avLst/>
                      </a:prstGeom>
                      <a:solidFill>
                        <a:srgbClr val="FF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 name="Rectangle 3"/>
          <p:cNvSpPr txBox="1">
            <a:spLocks noChangeArrowheads="1"/>
          </p:cNvSpPr>
          <p:nvPr/>
        </p:nvSpPr>
        <p:spPr bwMode="auto">
          <a:xfrm>
            <a:off x="3565376" y="418654"/>
            <a:ext cx="6707088" cy="562074"/>
          </a:xfrm>
          <a:prstGeom prst="rect">
            <a:avLst/>
          </a:prstGeom>
          <a:extLst>
            <a:ext uri="{FAA26D3D-D897-4be2-8F04-BA451C77F1D7}">
              <ma14:placeholderFlag xmlns="" xmlns:ma14="http://schemas.microsoft.com/office/mac/drawingml/2011/main" val="1"/>
            </a:ext>
          </a:extLst>
        </p:spPr>
        <p:style>
          <a:lnRef idx="2">
            <a:schemeClr val="accent3"/>
          </a:lnRef>
          <a:fillRef idx="1">
            <a:schemeClr val="lt1"/>
          </a:fillRef>
          <a:effectRef idx="0">
            <a:schemeClr val="accent3"/>
          </a:effectRef>
          <a:fontRef idx="minor">
            <a:schemeClr val="dk1"/>
          </a:fontRef>
        </p:style>
        <p:txBody>
          <a:bodyPr vert="horz" wrap="square" lIns="90488" tIns="44450" rIns="90488" bIns="44450" numCol="1" anchor="ctr" anchorCtr="1" compatLnSpc="1">
            <a:prstTxWarp prst="textNoShape">
              <a:avLst/>
            </a:prstTxWarp>
          </a:bodyPr>
          <a:lstStyle>
            <a:lvl1pPr algn="ctr" rtl="0" eaLnBrk="0" fontAlgn="base" hangingPunct="0">
              <a:spcBef>
                <a:spcPct val="0"/>
              </a:spcBef>
              <a:spcAft>
                <a:spcPct val="0"/>
              </a:spcAft>
              <a:defRPr sz="3600" kern="1200">
                <a:solidFill>
                  <a:schemeClr val="dk1"/>
                </a:solidFill>
                <a:latin typeface="+mn-lt"/>
                <a:ea typeface="+mn-ea"/>
                <a:cs typeface="+mn-cs"/>
              </a:defRPr>
            </a:lvl1pPr>
            <a:lvl2pPr algn="ctr" rtl="0" eaLnBrk="0" fontAlgn="base" hangingPunct="0">
              <a:spcBef>
                <a:spcPct val="0"/>
              </a:spcBef>
              <a:spcAft>
                <a:spcPct val="0"/>
              </a:spcAft>
              <a:defRPr sz="3600">
                <a:solidFill>
                  <a:schemeClr val="dk1"/>
                </a:solidFill>
                <a:latin typeface="+mn-lt"/>
                <a:ea typeface="+mn-ea"/>
                <a:cs typeface="+mn-cs"/>
              </a:defRPr>
            </a:lvl2pPr>
            <a:lvl3pPr algn="ctr" rtl="0" eaLnBrk="0" fontAlgn="base" hangingPunct="0">
              <a:spcBef>
                <a:spcPct val="0"/>
              </a:spcBef>
              <a:spcAft>
                <a:spcPct val="0"/>
              </a:spcAft>
              <a:defRPr sz="3600">
                <a:solidFill>
                  <a:schemeClr val="dk1"/>
                </a:solidFill>
                <a:latin typeface="+mn-lt"/>
                <a:ea typeface="+mn-ea"/>
                <a:cs typeface="+mn-cs"/>
              </a:defRPr>
            </a:lvl3pPr>
            <a:lvl4pPr algn="ctr" rtl="0" eaLnBrk="0" fontAlgn="base" hangingPunct="0">
              <a:spcBef>
                <a:spcPct val="0"/>
              </a:spcBef>
              <a:spcAft>
                <a:spcPct val="0"/>
              </a:spcAft>
              <a:defRPr sz="3600">
                <a:solidFill>
                  <a:schemeClr val="dk1"/>
                </a:solidFill>
                <a:latin typeface="+mn-lt"/>
                <a:ea typeface="+mn-ea"/>
                <a:cs typeface="+mn-cs"/>
              </a:defRPr>
            </a:lvl4pPr>
            <a:lvl5pPr algn="ctr" rtl="0" eaLnBrk="0" fontAlgn="base" hangingPunct="0">
              <a:spcBef>
                <a:spcPct val="0"/>
              </a:spcBef>
              <a:spcAft>
                <a:spcPct val="0"/>
              </a:spcAft>
              <a:defRPr sz="3600">
                <a:solidFill>
                  <a:schemeClr val="dk1"/>
                </a:solidFill>
                <a:latin typeface="+mn-lt"/>
                <a:ea typeface="+mn-ea"/>
                <a:cs typeface="+mn-cs"/>
              </a:defRPr>
            </a:lvl5pPr>
            <a:lvl6pPr marL="457200" algn="ctr" rtl="0" fontAlgn="base">
              <a:spcBef>
                <a:spcPct val="0"/>
              </a:spcBef>
              <a:spcAft>
                <a:spcPct val="0"/>
              </a:spcAft>
              <a:defRPr sz="3600">
                <a:solidFill>
                  <a:schemeClr val="dk1"/>
                </a:solidFill>
                <a:latin typeface="+mn-lt"/>
                <a:ea typeface="+mn-ea"/>
                <a:cs typeface="+mn-cs"/>
              </a:defRPr>
            </a:lvl6pPr>
            <a:lvl7pPr marL="914400" algn="ctr" rtl="0" fontAlgn="base">
              <a:spcBef>
                <a:spcPct val="0"/>
              </a:spcBef>
              <a:spcAft>
                <a:spcPct val="0"/>
              </a:spcAft>
              <a:defRPr sz="3600">
                <a:solidFill>
                  <a:schemeClr val="dk1"/>
                </a:solidFill>
                <a:latin typeface="+mn-lt"/>
                <a:ea typeface="+mn-ea"/>
                <a:cs typeface="+mn-cs"/>
              </a:defRPr>
            </a:lvl7pPr>
            <a:lvl8pPr marL="1371600" algn="ctr" rtl="0" fontAlgn="base">
              <a:spcBef>
                <a:spcPct val="0"/>
              </a:spcBef>
              <a:spcAft>
                <a:spcPct val="0"/>
              </a:spcAft>
              <a:defRPr sz="3600">
                <a:solidFill>
                  <a:schemeClr val="dk1"/>
                </a:solidFill>
                <a:latin typeface="+mn-lt"/>
                <a:ea typeface="+mn-ea"/>
                <a:cs typeface="+mn-cs"/>
              </a:defRPr>
            </a:lvl8pPr>
            <a:lvl9pPr marL="1828800" algn="ctr" rtl="0" fontAlgn="base">
              <a:spcBef>
                <a:spcPct val="0"/>
              </a:spcBef>
              <a:spcAft>
                <a:spcPct val="0"/>
              </a:spcAft>
              <a:defRPr sz="3600">
                <a:solidFill>
                  <a:schemeClr val="dk1"/>
                </a:solidFill>
                <a:latin typeface="+mn-lt"/>
                <a:ea typeface="+mn-ea"/>
                <a:cs typeface="+mn-cs"/>
              </a:defRPr>
            </a:lvl9pPr>
          </a:lstStyle>
          <a:p>
            <a:pPr eaLnBrk="1" hangingPunct="1"/>
            <a:r>
              <a:rPr lang="en-US">
                <a:latin typeface="Arial" charset="0"/>
              </a:rPr>
              <a:t>Example 5 </a:t>
            </a:r>
            <a:r>
              <a:rPr lang="en-US" sz="1600">
                <a:latin typeface="Arial" charset="0"/>
              </a:rPr>
              <a:t>(cont.)</a:t>
            </a:r>
            <a:endParaRPr lang="en-US" sz="1600" dirty="0">
              <a:latin typeface="Arial" charset="0"/>
            </a:endParaRPr>
          </a:p>
        </p:txBody>
      </p:sp>
    </p:spTree>
    <p:extLst>
      <p:ext uri="{BB962C8B-B14F-4D97-AF65-F5344CB8AC3E}">
        <p14:creationId xmlns:p14="http://schemas.microsoft.com/office/powerpoint/2010/main" val="3088122627"/>
      </p:ext>
    </p:extLst>
  </p:cSld>
  <p:clrMapOvr>
    <a:masterClrMapping/>
  </p:clrMapOvr>
  <p:transition>
    <p:wipe dir="r"/>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5" name="Slide Number Placeholder 4"/>
          <p:cNvSpPr>
            <a:spLocks noGrp="1"/>
          </p:cNvSpPr>
          <p:nvPr>
            <p:ph type="sldNum" sz="quarter" idx="4294967295"/>
          </p:nvPr>
        </p:nvSpPr>
        <p:spPr>
          <a:xfrm>
            <a:off x="9417496" y="6553200"/>
            <a:ext cx="1143000" cy="304800"/>
          </a:xfrm>
          <a:prstGeom prst="rect">
            <a:avLst/>
          </a:prstGeom>
          <a:noFill/>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a:defRPr sz="2400">
                <a:solidFill>
                  <a:schemeClr val="tx1"/>
                </a:solidFill>
                <a:latin typeface="Arial" charset="0"/>
                <a:ea typeface="ＭＳ Ｐゴシック" charset="0"/>
              </a:defRPr>
            </a:lvl1pPr>
            <a:lvl2pPr>
              <a:defRPr sz="2000">
                <a:solidFill>
                  <a:schemeClr val="tx1"/>
                </a:solidFill>
                <a:latin typeface="Arial" charset="0"/>
                <a:ea typeface="ＭＳ Ｐゴシック" charset="0"/>
              </a:defRPr>
            </a:lvl2pPr>
            <a:lvl3pPr>
              <a:defRPr sz="2000">
                <a:solidFill>
                  <a:schemeClr val="tx1"/>
                </a:solidFill>
                <a:latin typeface="Arial" charset="0"/>
                <a:ea typeface="ＭＳ Ｐゴシック" charset="0"/>
              </a:defRPr>
            </a:lvl3pPr>
            <a:lvl4pPr>
              <a:defRPr sz="2000">
                <a:solidFill>
                  <a:schemeClr val="tx1"/>
                </a:solidFill>
                <a:latin typeface="Arial" charset="0"/>
                <a:ea typeface="ＭＳ Ｐゴシック" charset="0"/>
              </a:defRPr>
            </a:lvl4pPr>
            <a:lvl5pPr>
              <a:defRPr sz="2000">
                <a:solidFill>
                  <a:schemeClr val="tx1"/>
                </a:solidFill>
                <a:latin typeface="Arial" charset="0"/>
                <a:ea typeface="ＭＳ Ｐゴシック" charset="0"/>
              </a:defRPr>
            </a:lvl5pPr>
            <a:lvl6pPr eaLnBrk="0" hangingPunct="0">
              <a:defRPr sz="2000">
                <a:solidFill>
                  <a:schemeClr val="tx1"/>
                </a:solidFill>
                <a:latin typeface="Arial" charset="0"/>
                <a:ea typeface="ＭＳ Ｐゴシック" charset="0"/>
              </a:defRPr>
            </a:lvl6pPr>
            <a:lvl7pPr eaLnBrk="0" hangingPunct="0">
              <a:defRPr sz="2000">
                <a:solidFill>
                  <a:schemeClr val="tx1"/>
                </a:solidFill>
                <a:latin typeface="Arial" charset="0"/>
                <a:ea typeface="ＭＳ Ｐゴシック" charset="0"/>
              </a:defRPr>
            </a:lvl7pPr>
            <a:lvl8pPr eaLnBrk="0" hangingPunct="0">
              <a:defRPr sz="2000">
                <a:solidFill>
                  <a:schemeClr val="tx1"/>
                </a:solidFill>
                <a:latin typeface="Arial" charset="0"/>
                <a:ea typeface="ＭＳ Ｐゴシック" charset="0"/>
              </a:defRPr>
            </a:lvl8pPr>
            <a:lvl9pPr eaLnBrk="0" hangingPunct="0">
              <a:defRPr sz="2000">
                <a:solidFill>
                  <a:schemeClr val="tx1"/>
                </a:solidFill>
                <a:latin typeface="Arial" charset="0"/>
                <a:ea typeface="ＭＳ Ｐゴシック" charset="0"/>
              </a:defRPr>
            </a:lvl9pPr>
          </a:lstStyle>
          <a:p>
            <a:fld id="{823A4F19-D59E-2F43-A8AC-BCBE0F0E6E75}" type="slidenum">
              <a:rPr lang="en-US" sz="1000">
                <a:solidFill>
                  <a:schemeClr val="bg1"/>
                </a:solidFill>
              </a:rPr>
              <a:pPr/>
              <a:t>58</a:t>
            </a:fld>
            <a:endParaRPr lang="en-US" sz="1000">
              <a:solidFill>
                <a:schemeClr val="bg1"/>
              </a:solidFill>
            </a:endParaRPr>
          </a:p>
        </p:txBody>
      </p:sp>
      <p:sp>
        <p:nvSpPr>
          <p:cNvPr id="79876" name="AutoShape 2"/>
          <p:cNvSpPr>
            <a:spLocks noChangeArrowheads="1"/>
          </p:cNvSpPr>
          <p:nvPr/>
        </p:nvSpPr>
        <p:spPr bwMode="auto">
          <a:xfrm>
            <a:off x="5421314" y="2954339"/>
            <a:ext cx="1260475" cy="2433637"/>
          </a:xfrm>
          <a:prstGeom prst="roundRect">
            <a:avLst>
              <a:gd name="adj" fmla="val 12495"/>
            </a:avLst>
          </a:prstGeom>
          <a:noFill/>
          <a:ln w="25400">
            <a:solidFill>
              <a:schemeClr val="folHlink"/>
            </a:solidFill>
            <a:round/>
            <a:headEnd/>
            <a:tailEnd/>
          </a:ln>
          <a:effectLst>
            <a:outerShdw blurRad="63500" dist="38099" dir="2700000" algn="ctr" rotWithShape="0">
              <a:schemeClr val="bg2">
                <a:alpha val="74998"/>
              </a:schemeClr>
            </a:outerShdw>
          </a:effectLst>
          <a:extLst>
            <a:ext uri="{909E8E84-426E-40DD-AFC4-6F175D3DCCD1}">
              <a14:hiddenFill xmlns:a14="http://schemas.microsoft.com/office/drawing/2010/main">
                <a:solidFill>
                  <a:schemeClr val="accent1"/>
                </a:solidFill>
              </a14:hiddenFill>
            </a:ext>
          </a:extLst>
        </p:spPr>
        <p:txBody>
          <a:bodyPr wrap="none" anchor="ctr"/>
          <a:lstStyle/>
          <a:p>
            <a:endParaRPr lang="en-AU"/>
          </a:p>
        </p:txBody>
      </p:sp>
      <p:sp>
        <p:nvSpPr>
          <p:cNvPr id="79877" name="AutoShape 3"/>
          <p:cNvSpPr>
            <a:spLocks noChangeArrowheads="1"/>
          </p:cNvSpPr>
          <p:nvPr/>
        </p:nvSpPr>
        <p:spPr bwMode="auto">
          <a:xfrm>
            <a:off x="3222626" y="3833813"/>
            <a:ext cx="5902325" cy="519112"/>
          </a:xfrm>
          <a:prstGeom prst="roundRect">
            <a:avLst>
              <a:gd name="adj" fmla="val 12495"/>
            </a:avLst>
          </a:prstGeom>
          <a:noFill/>
          <a:ln w="12700">
            <a:solidFill>
              <a:schemeClr val="folHlink"/>
            </a:solidFill>
            <a:round/>
            <a:headEnd/>
            <a:tailEnd/>
          </a:ln>
          <a:effectLst>
            <a:outerShdw blurRad="63500" dist="38099" dir="2700000" algn="ctr" rotWithShape="0">
              <a:schemeClr val="bg2">
                <a:alpha val="74998"/>
              </a:schemeClr>
            </a:outerShdw>
          </a:effectLst>
          <a:extLst>
            <a:ext uri="{909E8E84-426E-40DD-AFC4-6F175D3DCCD1}">
              <a14:hiddenFill xmlns:a14="http://schemas.microsoft.com/office/drawing/2010/main">
                <a:solidFill>
                  <a:schemeClr val="accent1"/>
                </a:solidFill>
              </a14:hiddenFill>
            </a:ext>
          </a:extLst>
        </p:spPr>
        <p:txBody>
          <a:bodyPr wrap="none" anchor="ctr"/>
          <a:lstStyle/>
          <a:p>
            <a:endParaRPr lang="en-AU"/>
          </a:p>
        </p:txBody>
      </p:sp>
      <p:sp>
        <p:nvSpPr>
          <p:cNvPr id="79878" name="Rectangle 4"/>
          <p:cNvSpPr>
            <a:spLocks noChangeArrowheads="1"/>
          </p:cNvSpPr>
          <p:nvPr/>
        </p:nvSpPr>
        <p:spPr bwMode="auto">
          <a:xfrm>
            <a:off x="5414964" y="3833813"/>
            <a:ext cx="1273175" cy="519112"/>
          </a:xfrm>
          <a:prstGeom prst="rect">
            <a:avLst/>
          </a:prstGeom>
          <a:solidFill>
            <a:srgbClr val="FFFF99"/>
          </a:solidFill>
          <a:ln w="12700">
            <a:solidFill>
              <a:schemeClr val="tx2"/>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AU"/>
          </a:p>
        </p:txBody>
      </p:sp>
      <p:graphicFrame>
        <p:nvGraphicFramePr>
          <p:cNvPr id="79879" name="Object 5">
            <a:hlinkClick r:id="" action="ppaction://ole?verb=0"/>
          </p:cNvPr>
          <p:cNvGraphicFramePr>
            <a:graphicFrameLocks/>
          </p:cNvGraphicFramePr>
          <p:nvPr/>
        </p:nvGraphicFramePr>
        <p:xfrm>
          <a:off x="2906713" y="2498726"/>
          <a:ext cx="6380162" cy="3141663"/>
        </p:xfrm>
        <a:graphic>
          <a:graphicData uri="http://schemas.openxmlformats.org/presentationml/2006/ole">
            <mc:AlternateContent xmlns:mc="http://schemas.openxmlformats.org/markup-compatibility/2006">
              <mc:Choice xmlns:v="urn:schemas-microsoft-com:vml" Requires="v">
                <p:oleObj name="Document" r:id="rId3" imgW="4229164" imgH="2086047" progId="Word.Document.8">
                  <p:embed/>
                </p:oleObj>
              </mc:Choice>
              <mc:Fallback>
                <p:oleObj name="Document" r:id="rId3" imgW="4229164" imgH="2086047" progId="Word.Document.8">
                  <p:embed/>
                  <p:pic>
                    <p:nvPicPr>
                      <p:cNvPr id="0" name=""/>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06713" y="2498726"/>
                        <a:ext cx="6380162" cy="3141663"/>
                      </a:xfrm>
                      <a:prstGeom prst="rect">
                        <a:avLst/>
                      </a:prstGeom>
                      <a:noFill/>
                      <a:ln>
                        <a:noFill/>
                      </a:ln>
                      <a:effectLst>
                        <a:outerShdw blurRad="63500" dist="38099" dir="2700000" algn="ctr" rotWithShape="0">
                          <a:schemeClr val="bg2">
                            <a:alpha val="74998"/>
                          </a:scheme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Lst>
                    </p:spPr>
                  </p:pic>
                </p:oleObj>
              </mc:Fallback>
            </mc:AlternateContent>
          </a:graphicData>
        </a:graphic>
      </p:graphicFrame>
      <p:grpSp>
        <p:nvGrpSpPr>
          <p:cNvPr id="4" name="Group 3"/>
          <p:cNvGrpSpPr/>
          <p:nvPr/>
        </p:nvGrpSpPr>
        <p:grpSpPr>
          <a:xfrm>
            <a:off x="6473825" y="1703388"/>
            <a:ext cx="3563938" cy="2229668"/>
            <a:chOff x="4949825" y="1703388"/>
            <a:chExt cx="3563938" cy="2229668"/>
          </a:xfrm>
        </p:grpSpPr>
        <p:sp>
          <p:nvSpPr>
            <p:cNvPr id="159751" name="Rectangle 7"/>
            <p:cNvSpPr>
              <a:spLocks noChangeArrowheads="1"/>
            </p:cNvSpPr>
            <p:nvPr/>
          </p:nvSpPr>
          <p:spPr bwMode="auto">
            <a:xfrm>
              <a:off x="6948264" y="1703388"/>
              <a:ext cx="882650" cy="643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ctr">
                <a:spcBef>
                  <a:spcPct val="50000"/>
                </a:spcBef>
              </a:pPr>
              <a:r>
                <a:rPr lang="en-US" b="1" u="sng" dirty="0">
                  <a:solidFill>
                    <a:schemeClr val="folHlink"/>
                  </a:solidFill>
                  <a:effectLst>
                    <a:outerShdw blurRad="38100" dist="38100" dir="2700000" algn="tl">
                      <a:srgbClr val="DDDDDD"/>
                    </a:outerShdw>
                  </a:effectLst>
                </a:rPr>
                <a:t>112 </a:t>
              </a:r>
              <a:br>
                <a:rPr lang="en-US" b="1" dirty="0">
                  <a:solidFill>
                    <a:schemeClr val="folHlink"/>
                  </a:solidFill>
                  <a:effectLst>
                    <a:outerShdw blurRad="38100" dist="38100" dir="2700000" algn="tl">
                      <a:srgbClr val="DDDDDD"/>
                    </a:outerShdw>
                  </a:effectLst>
                </a:rPr>
              </a:br>
              <a:r>
                <a:rPr lang="en-US" b="1" dirty="0">
                  <a:solidFill>
                    <a:schemeClr val="folHlink"/>
                  </a:solidFill>
                  <a:effectLst>
                    <a:outerShdw blurRad="38100" dist="38100" dir="2700000" algn="tl">
                      <a:srgbClr val="DDDDDD"/>
                    </a:outerShdw>
                  </a:effectLst>
                </a:rPr>
                <a:t>160</a:t>
              </a:r>
            </a:p>
          </p:txBody>
        </p:sp>
        <p:sp>
          <p:nvSpPr>
            <p:cNvPr id="79882" name="Line 8"/>
            <p:cNvSpPr>
              <a:spLocks noChangeShapeType="1"/>
            </p:cNvSpPr>
            <p:nvPr/>
          </p:nvSpPr>
          <p:spPr bwMode="auto">
            <a:xfrm>
              <a:off x="6804248" y="2204864"/>
              <a:ext cx="72007" cy="1728192"/>
            </a:xfrm>
            <a:prstGeom prst="line">
              <a:avLst/>
            </a:prstGeom>
            <a:noFill/>
            <a:ln w="25400">
              <a:solidFill>
                <a:schemeClr val="folHlink"/>
              </a:solidFill>
              <a:round/>
              <a:headEnd type="triangle" w="med" len="med"/>
              <a:tailEnd/>
            </a:ln>
            <a:effectLst>
              <a:outerShdw blurRad="63500" dist="38099" dir="2700000" algn="ctr" rotWithShape="0">
                <a:schemeClr val="bg2">
                  <a:alpha val="74998"/>
                </a:schemeClr>
              </a:outerShdw>
            </a:effectLst>
            <a:extLst>
              <a:ext uri="{909E8E84-426E-40DD-AFC4-6F175D3DCCD1}">
                <a14:hiddenFill xmlns:a14="http://schemas.microsoft.com/office/drawing/2010/main">
                  <a:noFill/>
                </a14:hiddenFill>
              </a:ext>
            </a:extLst>
          </p:spPr>
          <p:txBody>
            <a:bodyPr wrap="none" anchor="ctr"/>
            <a:lstStyle/>
            <a:p>
              <a:endParaRPr lang="en-US"/>
            </a:p>
          </p:txBody>
        </p:sp>
        <p:sp>
          <p:nvSpPr>
            <p:cNvPr id="159756" name="Rectangle 12"/>
            <p:cNvSpPr>
              <a:spLocks noChangeArrowheads="1"/>
            </p:cNvSpPr>
            <p:nvPr/>
          </p:nvSpPr>
          <p:spPr bwMode="auto">
            <a:xfrm>
              <a:off x="4949825" y="1831975"/>
              <a:ext cx="3563938"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spcBef>
                  <a:spcPct val="50000"/>
                </a:spcBef>
              </a:pPr>
              <a:r>
                <a:rPr lang="en-US" b="1">
                  <a:solidFill>
                    <a:schemeClr val="folHlink"/>
                  </a:solidFill>
                  <a:effectLst>
                    <a:outerShdw blurRad="38100" dist="38100" dir="2700000" algn="tl">
                      <a:srgbClr val="DDDDDD"/>
                    </a:outerShdw>
                  </a:effectLst>
                </a:rPr>
                <a:t>Marginal probability = </a:t>
              </a:r>
            </a:p>
          </p:txBody>
        </p:sp>
      </p:grpSp>
      <p:grpSp>
        <p:nvGrpSpPr>
          <p:cNvPr id="6" name="Group 5"/>
          <p:cNvGrpSpPr/>
          <p:nvPr/>
        </p:nvGrpSpPr>
        <p:grpSpPr>
          <a:xfrm>
            <a:off x="1725614" y="4767264"/>
            <a:ext cx="3703637" cy="1542291"/>
            <a:chOff x="201613" y="4767263"/>
            <a:chExt cx="3703637" cy="1542291"/>
          </a:xfrm>
        </p:grpSpPr>
        <p:sp>
          <p:nvSpPr>
            <p:cNvPr id="159753" name="Rectangle 9"/>
            <p:cNvSpPr>
              <a:spLocks noChangeArrowheads="1"/>
            </p:cNvSpPr>
            <p:nvPr/>
          </p:nvSpPr>
          <p:spPr bwMode="auto">
            <a:xfrm>
              <a:off x="1835696" y="5665788"/>
              <a:ext cx="1597025" cy="643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ctr">
                <a:spcBef>
                  <a:spcPct val="50000"/>
                </a:spcBef>
              </a:pPr>
              <a:r>
                <a:rPr lang="en-US" b="1" u="sng" dirty="0">
                  <a:solidFill>
                    <a:schemeClr val="folHlink"/>
                  </a:solidFill>
                  <a:effectLst>
                    <a:outerShdw blurRad="38100" dist="38100" dir="2700000" algn="tl">
                      <a:srgbClr val="DDDDDD"/>
                    </a:outerShdw>
                  </a:effectLst>
                </a:rPr>
                <a:t>78 </a:t>
              </a:r>
              <a:br>
                <a:rPr lang="en-US" b="1" dirty="0">
                  <a:solidFill>
                    <a:schemeClr val="folHlink"/>
                  </a:solidFill>
                  <a:effectLst>
                    <a:outerShdw blurRad="38100" dist="38100" dir="2700000" algn="tl">
                      <a:srgbClr val="DDDDDD"/>
                    </a:outerShdw>
                  </a:effectLst>
                </a:rPr>
              </a:br>
              <a:r>
                <a:rPr lang="en-US" b="1" dirty="0">
                  <a:solidFill>
                    <a:schemeClr val="folHlink"/>
                  </a:solidFill>
                  <a:effectLst>
                    <a:outerShdw blurRad="38100" dist="38100" dir="2700000" algn="tl">
                      <a:srgbClr val="DDDDDD"/>
                    </a:outerShdw>
                  </a:effectLst>
                </a:rPr>
                <a:t>160</a:t>
              </a:r>
            </a:p>
          </p:txBody>
        </p:sp>
        <p:sp>
          <p:nvSpPr>
            <p:cNvPr id="79884" name="Line 10"/>
            <p:cNvSpPr>
              <a:spLocks noChangeShapeType="1"/>
            </p:cNvSpPr>
            <p:nvPr/>
          </p:nvSpPr>
          <p:spPr bwMode="auto">
            <a:xfrm flipV="1">
              <a:off x="2325688" y="4767263"/>
              <a:ext cx="1546225" cy="1089025"/>
            </a:xfrm>
            <a:prstGeom prst="line">
              <a:avLst/>
            </a:prstGeom>
            <a:noFill/>
            <a:ln w="25400">
              <a:solidFill>
                <a:schemeClr val="folHlink"/>
              </a:solidFill>
              <a:round/>
              <a:headEnd type="triangle" w="med" len="med"/>
              <a:tailEnd/>
            </a:ln>
            <a:effectLst>
              <a:outerShdw blurRad="63500" dist="38099" dir="2700000" algn="ctr" rotWithShape="0">
                <a:schemeClr val="bg2">
                  <a:alpha val="74998"/>
                </a:schemeClr>
              </a:outerShdw>
            </a:effectLst>
            <a:extLst>
              <a:ext uri="{909E8E84-426E-40DD-AFC4-6F175D3DCCD1}">
                <a14:hiddenFill xmlns:a14="http://schemas.microsoft.com/office/drawing/2010/main">
                  <a:noFill/>
                </a14:hiddenFill>
              </a:ext>
            </a:extLst>
          </p:spPr>
          <p:txBody>
            <a:bodyPr wrap="none" anchor="ctr"/>
            <a:lstStyle/>
            <a:p>
              <a:endParaRPr lang="en-US"/>
            </a:p>
          </p:txBody>
        </p:sp>
        <p:sp>
          <p:nvSpPr>
            <p:cNvPr id="159757" name="Rectangle 13"/>
            <p:cNvSpPr>
              <a:spLocks noChangeArrowheads="1"/>
            </p:cNvSpPr>
            <p:nvPr/>
          </p:nvSpPr>
          <p:spPr bwMode="auto">
            <a:xfrm>
              <a:off x="201613" y="5848350"/>
              <a:ext cx="3703637"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spcBef>
                  <a:spcPct val="50000"/>
                </a:spcBef>
              </a:pPr>
              <a:r>
                <a:rPr lang="en-US" b="1">
                  <a:solidFill>
                    <a:schemeClr val="folHlink"/>
                  </a:solidFill>
                  <a:effectLst>
                    <a:outerShdw blurRad="38100" dist="38100" dir="2700000" algn="tl">
                      <a:srgbClr val="DDDDDD"/>
                    </a:outerShdw>
                  </a:effectLst>
                </a:rPr>
                <a:t>Marginal probability = </a:t>
              </a:r>
            </a:p>
          </p:txBody>
        </p:sp>
      </p:grpSp>
      <p:grpSp>
        <p:nvGrpSpPr>
          <p:cNvPr id="5" name="Group 4"/>
          <p:cNvGrpSpPr/>
          <p:nvPr/>
        </p:nvGrpSpPr>
        <p:grpSpPr>
          <a:xfrm>
            <a:off x="1700214" y="1677988"/>
            <a:ext cx="4035747" cy="2399084"/>
            <a:chOff x="176213" y="1677988"/>
            <a:chExt cx="4035747" cy="2399084"/>
          </a:xfrm>
        </p:grpSpPr>
        <p:sp>
          <p:nvSpPr>
            <p:cNvPr id="79885" name="Line 11"/>
            <p:cNvSpPr>
              <a:spLocks noChangeShapeType="1"/>
            </p:cNvSpPr>
            <p:nvPr/>
          </p:nvSpPr>
          <p:spPr bwMode="auto">
            <a:xfrm>
              <a:off x="2771800" y="2348880"/>
              <a:ext cx="1440160" cy="1728192"/>
            </a:xfrm>
            <a:prstGeom prst="line">
              <a:avLst/>
            </a:prstGeom>
            <a:noFill/>
            <a:ln w="25400">
              <a:solidFill>
                <a:schemeClr val="tx2"/>
              </a:solidFill>
              <a:round/>
              <a:headEnd type="triangle" w="med" len="med"/>
              <a:tailEnd/>
            </a:ln>
            <a:effectLst>
              <a:outerShdw blurRad="63500" dist="38099" dir="2700000" algn="ctr" rotWithShape="0">
                <a:schemeClr val="bg2">
                  <a:alpha val="74998"/>
                </a:schemeClr>
              </a:outerShdw>
            </a:effectLst>
            <a:extLst>
              <a:ext uri="{909E8E84-426E-40DD-AFC4-6F175D3DCCD1}">
                <a14:hiddenFill xmlns:a14="http://schemas.microsoft.com/office/drawing/2010/main">
                  <a:noFill/>
                </a14:hiddenFill>
              </a:ext>
            </a:extLst>
          </p:spPr>
          <p:txBody>
            <a:bodyPr wrap="none" anchor="ctr"/>
            <a:lstStyle/>
            <a:p>
              <a:endParaRPr lang="en-US"/>
            </a:p>
          </p:txBody>
        </p:sp>
        <p:grpSp>
          <p:nvGrpSpPr>
            <p:cNvPr id="3" name="Group 2"/>
            <p:cNvGrpSpPr/>
            <p:nvPr/>
          </p:nvGrpSpPr>
          <p:grpSpPr>
            <a:xfrm>
              <a:off x="176213" y="1677988"/>
              <a:ext cx="3031083" cy="644525"/>
              <a:chOff x="176213" y="1677988"/>
              <a:chExt cx="3031083" cy="644525"/>
            </a:xfrm>
          </p:grpSpPr>
          <p:sp>
            <p:nvSpPr>
              <p:cNvPr id="159758" name="Rectangle 14"/>
              <p:cNvSpPr>
                <a:spLocks noChangeArrowheads="1"/>
              </p:cNvSpPr>
              <p:nvPr/>
            </p:nvSpPr>
            <p:spPr bwMode="auto">
              <a:xfrm>
                <a:off x="176213" y="1831975"/>
                <a:ext cx="2998787"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spcBef>
                    <a:spcPct val="50000"/>
                  </a:spcBef>
                </a:pPr>
                <a:r>
                  <a:rPr lang="en-US" b="1" dirty="0">
                    <a:solidFill>
                      <a:schemeClr val="tx2"/>
                    </a:solidFill>
                    <a:effectLst>
                      <a:outerShdw blurRad="38100" dist="38100" dir="2700000" algn="tl">
                        <a:srgbClr val="DDDDDD"/>
                      </a:outerShdw>
                    </a:effectLst>
                  </a:rPr>
                  <a:t>Joint probability = </a:t>
                </a:r>
              </a:p>
            </p:txBody>
          </p:sp>
          <p:grpSp>
            <p:nvGrpSpPr>
              <p:cNvPr id="79889" name="Group 15"/>
              <p:cNvGrpSpPr>
                <a:grpSpLocks/>
              </p:cNvGrpSpPr>
              <p:nvPr/>
            </p:nvGrpSpPr>
            <p:grpSpPr bwMode="auto">
              <a:xfrm>
                <a:off x="1835696" y="1677988"/>
                <a:ext cx="1371600" cy="644525"/>
                <a:chOff x="1749" y="1057"/>
                <a:chExt cx="864" cy="406"/>
              </a:xfrm>
            </p:grpSpPr>
            <p:sp>
              <p:nvSpPr>
                <p:cNvPr id="159760" name="Rectangle 16"/>
                <p:cNvSpPr>
                  <a:spLocks noChangeArrowheads="1"/>
                </p:cNvSpPr>
                <p:nvPr/>
              </p:nvSpPr>
              <p:spPr bwMode="auto">
                <a:xfrm>
                  <a:off x="1749" y="1057"/>
                  <a:ext cx="556" cy="4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ctr">
                    <a:spcBef>
                      <a:spcPct val="50000"/>
                    </a:spcBef>
                  </a:pPr>
                  <a:r>
                    <a:rPr lang="en-US" b="1" u="sng" dirty="0">
                      <a:solidFill>
                        <a:schemeClr val="tx2"/>
                      </a:solidFill>
                      <a:effectLst>
                        <a:outerShdw blurRad="38100" dist="38100" dir="2700000" algn="tl">
                          <a:srgbClr val="DDDDDD"/>
                        </a:outerShdw>
                      </a:effectLst>
                    </a:rPr>
                    <a:t>112 </a:t>
                  </a:r>
                  <a:br>
                    <a:rPr lang="en-US" b="1" dirty="0">
                      <a:solidFill>
                        <a:schemeClr val="tx2"/>
                      </a:solidFill>
                      <a:effectLst>
                        <a:outerShdw blurRad="38100" dist="38100" dir="2700000" algn="tl">
                          <a:srgbClr val="DDDDDD"/>
                        </a:outerShdw>
                      </a:effectLst>
                    </a:rPr>
                  </a:br>
                  <a:r>
                    <a:rPr lang="en-US" b="1" dirty="0">
                      <a:solidFill>
                        <a:schemeClr val="tx2"/>
                      </a:solidFill>
                      <a:effectLst>
                        <a:outerShdw blurRad="38100" dist="38100" dir="2700000" algn="tl">
                          <a:srgbClr val="DDDDDD"/>
                        </a:outerShdw>
                      </a:effectLst>
                    </a:rPr>
                    <a:t>160</a:t>
                  </a:r>
                </a:p>
              </p:txBody>
            </p:sp>
            <p:sp>
              <p:nvSpPr>
                <p:cNvPr id="159761" name="Rectangle 17"/>
                <p:cNvSpPr>
                  <a:spLocks noChangeArrowheads="1"/>
                </p:cNvSpPr>
                <p:nvPr/>
              </p:nvSpPr>
              <p:spPr bwMode="auto">
                <a:xfrm>
                  <a:off x="2131" y="1057"/>
                  <a:ext cx="482" cy="4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ctr">
                    <a:spcBef>
                      <a:spcPct val="50000"/>
                    </a:spcBef>
                  </a:pPr>
                  <a:r>
                    <a:rPr lang="en-US" b="1" u="sng" dirty="0">
                      <a:solidFill>
                        <a:schemeClr val="tx2"/>
                      </a:solidFill>
                      <a:effectLst>
                        <a:outerShdw blurRad="38100" dist="38100" dir="2700000" algn="tl">
                          <a:srgbClr val="DDDDDD"/>
                        </a:outerShdw>
                      </a:effectLst>
                    </a:rPr>
                    <a:t>78 </a:t>
                  </a:r>
                  <a:br>
                    <a:rPr lang="en-US" b="1" dirty="0">
                      <a:solidFill>
                        <a:schemeClr val="tx2"/>
                      </a:solidFill>
                      <a:effectLst>
                        <a:outerShdw blurRad="38100" dist="38100" dir="2700000" algn="tl">
                          <a:srgbClr val="DDDDDD"/>
                        </a:outerShdw>
                      </a:effectLst>
                    </a:rPr>
                  </a:br>
                  <a:r>
                    <a:rPr lang="en-US" b="1" dirty="0">
                      <a:solidFill>
                        <a:schemeClr val="tx2"/>
                      </a:solidFill>
                      <a:effectLst>
                        <a:outerShdw blurRad="38100" dist="38100" dir="2700000" algn="tl">
                          <a:srgbClr val="DDDDDD"/>
                        </a:outerShdw>
                      </a:effectLst>
                    </a:rPr>
                    <a:t>160</a:t>
                  </a:r>
                </a:p>
              </p:txBody>
            </p:sp>
          </p:grpSp>
          <p:sp>
            <p:nvSpPr>
              <p:cNvPr id="2" name="TextBox 1"/>
              <p:cNvSpPr txBox="1"/>
              <p:nvPr/>
            </p:nvSpPr>
            <p:spPr>
              <a:xfrm>
                <a:off x="2483768" y="1772816"/>
                <a:ext cx="287258" cy="369332"/>
              </a:xfrm>
              <a:prstGeom prst="rect">
                <a:avLst/>
              </a:prstGeom>
              <a:noFill/>
            </p:spPr>
            <p:txBody>
              <a:bodyPr wrap="none" rtlCol="0">
                <a:spAutoFit/>
              </a:bodyPr>
              <a:lstStyle/>
              <a:p>
                <a:pPr algn="ctr"/>
                <a:r>
                  <a:rPr lang="en-US" dirty="0"/>
                  <a:t>x</a:t>
                </a:r>
              </a:p>
            </p:txBody>
          </p:sp>
        </p:grpSp>
      </p:grpSp>
      <p:sp>
        <p:nvSpPr>
          <p:cNvPr id="26" name="Rectangle 3"/>
          <p:cNvSpPr>
            <a:spLocks noGrp="1" noChangeArrowheads="1"/>
          </p:cNvSpPr>
          <p:nvPr>
            <p:ph type="title"/>
          </p:nvPr>
        </p:nvSpPr>
        <p:spPr>
          <a:xfrm>
            <a:off x="3565376" y="418654"/>
            <a:ext cx="6707088" cy="562074"/>
          </a:xfrm>
        </p:spPr>
        <p:style>
          <a:lnRef idx="2">
            <a:schemeClr val="accent3"/>
          </a:lnRef>
          <a:fillRef idx="1">
            <a:schemeClr val="lt1"/>
          </a:fillRef>
          <a:effectRef idx="0">
            <a:schemeClr val="accent3"/>
          </a:effectRef>
          <a:fontRef idx="minor">
            <a:schemeClr val="dk1"/>
          </a:fontRef>
        </p:style>
        <p:txBody>
          <a:bodyPr vert="horz" wrap="square" lIns="90488" tIns="44450" rIns="90488" bIns="44450" numCol="1" anchor="ctr" anchorCtr="1" compatLnSpc="1">
            <a:prstTxWarp prst="textNoShape">
              <a:avLst/>
            </a:prstTxWarp>
          </a:bodyPr>
          <a:lstStyle/>
          <a:p>
            <a:pPr eaLnBrk="1" hangingPunct="1"/>
            <a:r>
              <a:rPr lang="en-US" dirty="0">
                <a:latin typeface="Arial" charset="0"/>
              </a:rPr>
              <a:t>Example 5 </a:t>
            </a:r>
            <a:r>
              <a:rPr lang="en-US" sz="1600" dirty="0">
                <a:latin typeface="Arial" charset="0"/>
              </a:rPr>
              <a:t>(cont.)</a:t>
            </a:r>
          </a:p>
        </p:txBody>
      </p:sp>
    </p:spTree>
    <p:extLst>
      <p:ext uri="{BB962C8B-B14F-4D97-AF65-F5344CB8AC3E}">
        <p14:creationId xmlns:p14="http://schemas.microsoft.com/office/powerpoint/2010/main" val="3403702753"/>
      </p:ext>
    </p:extLst>
  </p:cSld>
  <p:clrMapOvr>
    <a:masterClrMapping/>
  </p:clrMapOvr>
  <p:transition>
    <p:wipe dir="u"/>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7" name="Slide Number Placeholder 4"/>
          <p:cNvSpPr>
            <a:spLocks noGrp="1"/>
          </p:cNvSpPr>
          <p:nvPr>
            <p:ph type="sldNum" sz="quarter" idx="4294967295"/>
          </p:nvPr>
        </p:nvSpPr>
        <p:spPr>
          <a:xfrm>
            <a:off x="9417496" y="6553200"/>
            <a:ext cx="1143000" cy="304800"/>
          </a:xfrm>
          <a:prstGeom prst="rect">
            <a:avLst/>
          </a:prstGeom>
          <a:noFill/>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a:defRPr sz="2400">
                <a:solidFill>
                  <a:schemeClr val="tx1"/>
                </a:solidFill>
                <a:latin typeface="Arial" charset="0"/>
                <a:ea typeface="ＭＳ Ｐゴシック" charset="0"/>
              </a:defRPr>
            </a:lvl1pPr>
            <a:lvl2pPr>
              <a:defRPr sz="2000">
                <a:solidFill>
                  <a:schemeClr val="tx1"/>
                </a:solidFill>
                <a:latin typeface="Arial" charset="0"/>
                <a:ea typeface="ＭＳ Ｐゴシック" charset="0"/>
              </a:defRPr>
            </a:lvl2pPr>
            <a:lvl3pPr>
              <a:defRPr sz="2000">
                <a:solidFill>
                  <a:schemeClr val="tx1"/>
                </a:solidFill>
                <a:latin typeface="Arial" charset="0"/>
                <a:ea typeface="ＭＳ Ｐゴシック" charset="0"/>
              </a:defRPr>
            </a:lvl3pPr>
            <a:lvl4pPr>
              <a:defRPr sz="2000">
                <a:solidFill>
                  <a:schemeClr val="tx1"/>
                </a:solidFill>
                <a:latin typeface="Arial" charset="0"/>
                <a:ea typeface="ＭＳ Ｐゴシック" charset="0"/>
              </a:defRPr>
            </a:lvl4pPr>
            <a:lvl5pPr>
              <a:defRPr sz="2000">
                <a:solidFill>
                  <a:schemeClr val="tx1"/>
                </a:solidFill>
                <a:latin typeface="Arial" charset="0"/>
                <a:ea typeface="ＭＳ Ｐゴシック" charset="0"/>
              </a:defRPr>
            </a:lvl5pPr>
            <a:lvl6pPr eaLnBrk="0" hangingPunct="0">
              <a:defRPr sz="2000">
                <a:solidFill>
                  <a:schemeClr val="tx1"/>
                </a:solidFill>
                <a:latin typeface="Arial" charset="0"/>
                <a:ea typeface="ＭＳ Ｐゴシック" charset="0"/>
              </a:defRPr>
            </a:lvl6pPr>
            <a:lvl7pPr eaLnBrk="0" hangingPunct="0">
              <a:defRPr sz="2000">
                <a:solidFill>
                  <a:schemeClr val="tx1"/>
                </a:solidFill>
                <a:latin typeface="Arial" charset="0"/>
                <a:ea typeface="ＭＳ Ｐゴシック" charset="0"/>
              </a:defRPr>
            </a:lvl7pPr>
            <a:lvl8pPr eaLnBrk="0" hangingPunct="0">
              <a:defRPr sz="2000">
                <a:solidFill>
                  <a:schemeClr val="tx1"/>
                </a:solidFill>
                <a:latin typeface="Arial" charset="0"/>
                <a:ea typeface="ＭＳ Ｐゴシック" charset="0"/>
              </a:defRPr>
            </a:lvl8pPr>
            <a:lvl9pPr eaLnBrk="0" hangingPunct="0">
              <a:defRPr sz="2000">
                <a:solidFill>
                  <a:schemeClr val="tx1"/>
                </a:solidFill>
                <a:latin typeface="Arial" charset="0"/>
                <a:ea typeface="ＭＳ Ｐゴシック" charset="0"/>
              </a:defRPr>
            </a:lvl9pPr>
          </a:lstStyle>
          <a:p>
            <a:fld id="{D73A9DA5-32BC-2E45-8978-D2F5307B45B1}" type="slidenum">
              <a:rPr lang="en-US" sz="1000">
                <a:solidFill>
                  <a:schemeClr val="bg1"/>
                </a:solidFill>
              </a:rPr>
              <a:pPr/>
              <a:t>59</a:t>
            </a:fld>
            <a:endParaRPr lang="en-US" sz="1000">
              <a:solidFill>
                <a:schemeClr val="bg1"/>
              </a:solidFill>
            </a:endParaRPr>
          </a:p>
        </p:txBody>
      </p:sp>
      <p:graphicFrame>
        <p:nvGraphicFramePr>
          <p:cNvPr id="82948" name="Object 2">
            <a:hlinkClick r:id="" action="ppaction://ole?verb=0"/>
          </p:cNvPr>
          <p:cNvGraphicFramePr>
            <a:graphicFrameLocks/>
          </p:cNvGraphicFramePr>
          <p:nvPr/>
        </p:nvGraphicFramePr>
        <p:xfrm>
          <a:off x="2397126" y="2719388"/>
          <a:ext cx="7459663" cy="3141662"/>
        </p:xfrm>
        <a:graphic>
          <a:graphicData uri="http://schemas.openxmlformats.org/presentationml/2006/ole">
            <mc:AlternateContent xmlns:mc="http://schemas.openxmlformats.org/markup-compatibility/2006">
              <mc:Choice xmlns:v="urn:schemas-microsoft-com:vml" Requires="v">
                <p:oleObj name="Document" r:id="rId3" imgW="4943427" imgH="2086047" progId="Word.Document.8">
                  <p:embed/>
                </p:oleObj>
              </mc:Choice>
              <mc:Fallback>
                <p:oleObj name="Document" r:id="rId3" imgW="4943427" imgH="2086047" progId="Word.Document.8">
                  <p:embed/>
                  <p:pic>
                    <p:nvPicPr>
                      <p:cNvPr id="0" name=""/>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97126" y="2719388"/>
                        <a:ext cx="7459663" cy="3141662"/>
                      </a:xfrm>
                      <a:prstGeom prst="rect">
                        <a:avLst/>
                      </a:prstGeom>
                      <a:solidFill>
                        <a:srgbClr val="FFFF99"/>
                      </a:solidFill>
                      <a:ln>
                        <a:noFill/>
                      </a:ln>
                      <a:effectLst>
                        <a:outerShdw blurRad="63500" dist="38099" dir="2700000" algn="ctr" rotWithShape="0">
                          <a:schemeClr val="bg2">
                            <a:alpha val="74998"/>
                          </a:schemeClr>
                        </a:outerShdw>
                      </a:effectLst>
                      <a:extLst>
                        <a:ext uri="{91240B29-F687-4F45-9708-019B960494DF}">
                          <a14:hiddenLine xmlns:a14="http://schemas.microsoft.com/office/drawing/2010/main" w="12700">
                            <a:solidFill>
                              <a:schemeClr val="tx1"/>
                            </a:solidFill>
                            <a:miter lim="800000"/>
                            <a:headEnd/>
                            <a:tailEnd/>
                          </a14:hiddenLine>
                        </a:ext>
                      </a:extLst>
                    </p:spPr>
                  </p:pic>
                </p:oleObj>
              </mc:Fallback>
            </mc:AlternateContent>
          </a:graphicData>
        </a:graphic>
      </p:graphicFrame>
      <p:sp>
        <p:nvSpPr>
          <p:cNvPr id="165892" name="Rectangle 4"/>
          <p:cNvSpPr>
            <a:spLocks noChangeArrowheads="1"/>
          </p:cNvSpPr>
          <p:nvPr/>
        </p:nvSpPr>
        <p:spPr bwMode="auto">
          <a:xfrm>
            <a:off x="8459789" y="2744788"/>
            <a:ext cx="1597025" cy="643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ctr">
              <a:spcBef>
                <a:spcPct val="50000"/>
              </a:spcBef>
            </a:pPr>
            <a:r>
              <a:rPr lang="en-US" b="1" u="sng">
                <a:solidFill>
                  <a:schemeClr val="tx2"/>
                </a:solidFill>
                <a:effectLst>
                  <a:outerShdw blurRad="38100" dist="38100" dir="2700000" algn="tl">
                    <a:srgbClr val="DDDDDD"/>
                  </a:outerShdw>
                </a:effectLst>
              </a:rPr>
              <a:t>112·82 </a:t>
            </a:r>
            <a:br>
              <a:rPr lang="en-US" b="1">
                <a:solidFill>
                  <a:schemeClr val="tx2"/>
                </a:solidFill>
                <a:effectLst>
                  <a:outerShdw blurRad="38100" dist="38100" dir="2700000" algn="tl">
                    <a:srgbClr val="DDDDDD"/>
                  </a:outerShdw>
                </a:effectLst>
              </a:rPr>
            </a:br>
            <a:r>
              <a:rPr lang="en-US" b="1">
                <a:solidFill>
                  <a:schemeClr val="tx2"/>
                </a:solidFill>
                <a:effectLst>
                  <a:outerShdw blurRad="38100" dist="38100" dir="2700000" algn="tl">
                    <a:srgbClr val="DDDDDD"/>
                  </a:outerShdw>
                </a:effectLst>
              </a:rPr>
              <a:t>160</a:t>
            </a:r>
          </a:p>
        </p:txBody>
      </p:sp>
      <p:sp>
        <p:nvSpPr>
          <p:cNvPr id="82951" name="Line 5"/>
          <p:cNvSpPr>
            <a:spLocks noChangeShapeType="1"/>
          </p:cNvSpPr>
          <p:nvPr/>
        </p:nvSpPr>
        <p:spPr bwMode="auto">
          <a:xfrm flipH="1">
            <a:off x="8184232" y="3140968"/>
            <a:ext cx="792088" cy="1100832"/>
          </a:xfrm>
          <a:prstGeom prst="line">
            <a:avLst/>
          </a:prstGeom>
          <a:noFill/>
          <a:ln w="25400">
            <a:solidFill>
              <a:schemeClr val="tx2"/>
            </a:solidFill>
            <a:round/>
            <a:headEnd/>
            <a:tailEnd type="triangle" w="med" len="med"/>
          </a:ln>
          <a:effectLst>
            <a:outerShdw blurRad="63500" dist="38099" dir="2700000" algn="ctr" rotWithShape="0">
              <a:schemeClr val="bg2">
                <a:alpha val="74998"/>
              </a:schemeClr>
            </a:outerShdw>
          </a:effectLst>
          <a:extLst>
            <a:ext uri="{909E8E84-426E-40DD-AFC4-6F175D3DCCD1}">
              <a14:hiddenFill xmlns:a14="http://schemas.microsoft.com/office/drawing/2010/main">
                <a:noFill/>
              </a14:hiddenFill>
            </a:ext>
          </a:extLst>
        </p:spPr>
        <p:txBody>
          <a:bodyPr wrap="none" anchor="ctr"/>
          <a:lstStyle/>
          <a:p>
            <a:endParaRPr lang="en-US"/>
          </a:p>
        </p:txBody>
      </p:sp>
      <p:sp>
        <p:nvSpPr>
          <p:cNvPr id="165894" name="Rectangle 6"/>
          <p:cNvSpPr>
            <a:spLocks noChangeArrowheads="1"/>
          </p:cNvSpPr>
          <p:nvPr/>
        </p:nvSpPr>
        <p:spPr bwMode="auto">
          <a:xfrm>
            <a:off x="4426968" y="5791200"/>
            <a:ext cx="1597025" cy="643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ctr">
              <a:spcBef>
                <a:spcPct val="50000"/>
              </a:spcBef>
            </a:pPr>
            <a:r>
              <a:rPr lang="en-US" b="1" u="sng" dirty="0">
                <a:solidFill>
                  <a:schemeClr val="tx2"/>
                </a:solidFill>
                <a:effectLst>
                  <a:outerShdw blurRad="38100" dist="38100" dir="2700000" algn="tl">
                    <a:srgbClr val="DDDDDD"/>
                  </a:outerShdw>
                </a:effectLst>
              </a:rPr>
              <a:t>48·78 </a:t>
            </a:r>
            <a:br>
              <a:rPr lang="en-US" b="1" dirty="0">
                <a:solidFill>
                  <a:schemeClr val="tx2"/>
                </a:solidFill>
                <a:effectLst>
                  <a:outerShdw blurRad="38100" dist="38100" dir="2700000" algn="tl">
                    <a:srgbClr val="DDDDDD"/>
                  </a:outerShdw>
                </a:effectLst>
              </a:rPr>
            </a:br>
            <a:r>
              <a:rPr lang="en-US" b="1" dirty="0">
                <a:solidFill>
                  <a:schemeClr val="tx2"/>
                </a:solidFill>
                <a:effectLst>
                  <a:outerShdw blurRad="38100" dist="38100" dir="2700000" algn="tl">
                    <a:srgbClr val="DDDDDD"/>
                  </a:outerShdw>
                </a:effectLst>
              </a:rPr>
              <a:t>160</a:t>
            </a:r>
          </a:p>
        </p:txBody>
      </p:sp>
      <p:sp>
        <p:nvSpPr>
          <p:cNvPr id="82953" name="Line 7"/>
          <p:cNvSpPr>
            <a:spLocks noChangeShapeType="1"/>
          </p:cNvSpPr>
          <p:nvPr/>
        </p:nvSpPr>
        <p:spPr bwMode="auto">
          <a:xfrm flipV="1">
            <a:off x="5231904" y="4941168"/>
            <a:ext cx="648072" cy="1028824"/>
          </a:xfrm>
          <a:prstGeom prst="line">
            <a:avLst/>
          </a:prstGeom>
          <a:noFill/>
          <a:ln w="25400">
            <a:solidFill>
              <a:schemeClr val="tx2"/>
            </a:solidFill>
            <a:round/>
            <a:headEnd/>
            <a:tailEnd type="triangle" w="med" len="med"/>
          </a:ln>
          <a:effectLst>
            <a:outerShdw blurRad="63500" dist="38099" dir="2700000" algn="ctr" rotWithShape="0">
              <a:schemeClr val="bg2">
                <a:alpha val="74998"/>
              </a:schemeClr>
            </a:outerShdw>
          </a:effectLst>
          <a:extLst>
            <a:ext uri="{909E8E84-426E-40DD-AFC4-6F175D3DCCD1}">
              <a14:hiddenFill xmlns:a14="http://schemas.microsoft.com/office/drawing/2010/main">
                <a:noFill/>
              </a14:hiddenFill>
            </a:ext>
          </a:extLst>
        </p:spPr>
        <p:txBody>
          <a:bodyPr wrap="none" anchor="ctr"/>
          <a:lstStyle/>
          <a:p>
            <a:endParaRPr lang="en-US"/>
          </a:p>
        </p:txBody>
      </p:sp>
      <p:sp>
        <p:nvSpPr>
          <p:cNvPr id="165896" name="Rectangle 8"/>
          <p:cNvSpPr>
            <a:spLocks noChangeArrowheads="1"/>
          </p:cNvSpPr>
          <p:nvPr/>
        </p:nvSpPr>
        <p:spPr bwMode="auto">
          <a:xfrm>
            <a:off x="8001001" y="5715000"/>
            <a:ext cx="1597025" cy="643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ctr">
              <a:spcBef>
                <a:spcPct val="50000"/>
              </a:spcBef>
            </a:pPr>
            <a:r>
              <a:rPr lang="en-US" b="1" u="sng">
                <a:solidFill>
                  <a:schemeClr val="tx2"/>
                </a:solidFill>
                <a:effectLst>
                  <a:outerShdw blurRad="38100" dist="38100" dir="2700000" algn="tl">
                    <a:srgbClr val="DDDDDD"/>
                  </a:outerShdw>
                </a:effectLst>
              </a:rPr>
              <a:t>48·82 </a:t>
            </a:r>
            <a:br>
              <a:rPr lang="en-US" b="1">
                <a:solidFill>
                  <a:schemeClr val="tx2"/>
                </a:solidFill>
                <a:effectLst>
                  <a:outerShdw blurRad="38100" dist="38100" dir="2700000" algn="tl">
                    <a:srgbClr val="DDDDDD"/>
                  </a:outerShdw>
                </a:effectLst>
              </a:rPr>
            </a:br>
            <a:r>
              <a:rPr lang="en-US" b="1">
                <a:solidFill>
                  <a:schemeClr val="tx2"/>
                </a:solidFill>
                <a:effectLst>
                  <a:outerShdw blurRad="38100" dist="38100" dir="2700000" algn="tl">
                    <a:srgbClr val="DDDDDD"/>
                  </a:outerShdw>
                </a:effectLst>
              </a:rPr>
              <a:t>160</a:t>
            </a:r>
          </a:p>
        </p:txBody>
      </p:sp>
      <p:sp>
        <p:nvSpPr>
          <p:cNvPr id="82955" name="Line 9"/>
          <p:cNvSpPr>
            <a:spLocks noChangeShapeType="1"/>
          </p:cNvSpPr>
          <p:nvPr/>
        </p:nvSpPr>
        <p:spPr bwMode="auto">
          <a:xfrm flipH="1" flipV="1">
            <a:off x="8256240" y="4941168"/>
            <a:ext cx="432048" cy="936104"/>
          </a:xfrm>
          <a:prstGeom prst="line">
            <a:avLst/>
          </a:prstGeom>
          <a:noFill/>
          <a:ln w="25400">
            <a:solidFill>
              <a:schemeClr val="tx2"/>
            </a:solidFill>
            <a:round/>
            <a:headEnd/>
            <a:tailEnd type="triangle" w="med" len="med"/>
          </a:ln>
          <a:effectLst>
            <a:outerShdw blurRad="63500" dist="38099" dir="2700000" algn="ctr" rotWithShape="0">
              <a:schemeClr val="bg2">
                <a:alpha val="74998"/>
              </a:schemeClr>
            </a:outerShdw>
          </a:effectLst>
          <a:extLst>
            <a:ext uri="{909E8E84-426E-40DD-AFC4-6F175D3DCCD1}">
              <a14:hiddenFill xmlns:a14="http://schemas.microsoft.com/office/drawing/2010/main">
                <a:noFill/>
              </a14:hiddenFill>
            </a:ext>
          </a:extLst>
        </p:spPr>
        <p:txBody>
          <a:bodyPr wrap="none" anchor="ctr"/>
          <a:lstStyle/>
          <a:p>
            <a:endParaRPr lang="en-US"/>
          </a:p>
        </p:txBody>
      </p:sp>
      <p:sp>
        <p:nvSpPr>
          <p:cNvPr id="165898" name="Rectangle 10"/>
          <p:cNvSpPr>
            <a:spLocks noChangeArrowheads="1"/>
          </p:cNvSpPr>
          <p:nvPr/>
        </p:nvSpPr>
        <p:spPr bwMode="auto">
          <a:xfrm>
            <a:off x="3125789" y="2744788"/>
            <a:ext cx="1597025" cy="643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ctr">
              <a:spcBef>
                <a:spcPct val="50000"/>
              </a:spcBef>
            </a:pPr>
            <a:r>
              <a:rPr lang="en-US" b="1" u="sng">
                <a:solidFill>
                  <a:schemeClr val="tx2"/>
                </a:solidFill>
                <a:effectLst>
                  <a:outerShdw blurRad="38100" dist="38100" dir="2700000" algn="tl">
                    <a:srgbClr val="DDDDDD"/>
                  </a:outerShdw>
                </a:effectLst>
              </a:rPr>
              <a:t>112·78 </a:t>
            </a:r>
            <a:br>
              <a:rPr lang="en-US" b="1">
                <a:solidFill>
                  <a:schemeClr val="tx2"/>
                </a:solidFill>
                <a:effectLst>
                  <a:outerShdw blurRad="38100" dist="38100" dir="2700000" algn="tl">
                    <a:srgbClr val="DDDDDD"/>
                  </a:outerShdw>
                </a:effectLst>
              </a:rPr>
            </a:br>
            <a:r>
              <a:rPr lang="en-US" b="1">
                <a:solidFill>
                  <a:schemeClr val="tx2"/>
                </a:solidFill>
                <a:effectLst>
                  <a:outerShdw blurRad="38100" dist="38100" dir="2700000" algn="tl">
                    <a:srgbClr val="DDDDDD"/>
                  </a:outerShdw>
                </a:effectLst>
              </a:rPr>
              <a:t>160</a:t>
            </a:r>
          </a:p>
        </p:txBody>
      </p:sp>
      <p:sp>
        <p:nvSpPr>
          <p:cNvPr id="82957" name="Line 11"/>
          <p:cNvSpPr>
            <a:spLocks noChangeShapeType="1"/>
          </p:cNvSpPr>
          <p:nvPr/>
        </p:nvSpPr>
        <p:spPr bwMode="auto">
          <a:xfrm>
            <a:off x="4432300" y="3213100"/>
            <a:ext cx="1447676" cy="1079996"/>
          </a:xfrm>
          <a:prstGeom prst="line">
            <a:avLst/>
          </a:prstGeom>
          <a:noFill/>
          <a:ln w="25400">
            <a:solidFill>
              <a:schemeClr val="tx2"/>
            </a:solidFill>
            <a:round/>
            <a:headEnd/>
            <a:tailEnd type="triangle" w="med" len="med"/>
          </a:ln>
          <a:effectLst>
            <a:outerShdw blurRad="63500" dist="38099" dir="2700000" algn="ctr" rotWithShape="0">
              <a:schemeClr val="bg2">
                <a:alpha val="74998"/>
              </a:schemeClr>
            </a:outerShdw>
          </a:effectLst>
          <a:extLst>
            <a:ext uri="{909E8E84-426E-40DD-AFC4-6F175D3DCCD1}">
              <a14:hiddenFill xmlns:a14="http://schemas.microsoft.com/office/drawing/2010/main">
                <a:noFill/>
              </a14:hiddenFill>
            </a:ext>
          </a:extLst>
        </p:spPr>
        <p:txBody>
          <a:bodyPr wrap="none" anchor="ctr"/>
          <a:lstStyle/>
          <a:p>
            <a:endParaRPr lang="en-US"/>
          </a:p>
        </p:txBody>
      </p:sp>
      <p:sp>
        <p:nvSpPr>
          <p:cNvPr id="15" name="Rectangle 3"/>
          <p:cNvSpPr>
            <a:spLocks noGrp="1" noChangeArrowheads="1"/>
          </p:cNvSpPr>
          <p:nvPr>
            <p:ph type="title"/>
          </p:nvPr>
        </p:nvSpPr>
        <p:spPr>
          <a:xfrm>
            <a:off x="3565376" y="418654"/>
            <a:ext cx="6707088" cy="562074"/>
          </a:xfrm>
        </p:spPr>
        <p:style>
          <a:lnRef idx="2">
            <a:schemeClr val="accent3"/>
          </a:lnRef>
          <a:fillRef idx="1">
            <a:schemeClr val="lt1"/>
          </a:fillRef>
          <a:effectRef idx="0">
            <a:schemeClr val="accent3"/>
          </a:effectRef>
          <a:fontRef idx="minor">
            <a:schemeClr val="dk1"/>
          </a:fontRef>
        </p:style>
        <p:txBody>
          <a:bodyPr vert="horz" wrap="square" lIns="90488" tIns="44450" rIns="90488" bIns="44450" numCol="1" anchor="ctr" anchorCtr="1" compatLnSpc="1">
            <a:prstTxWarp prst="textNoShape">
              <a:avLst/>
            </a:prstTxWarp>
          </a:bodyPr>
          <a:lstStyle/>
          <a:p>
            <a:pPr eaLnBrk="1" hangingPunct="1"/>
            <a:r>
              <a:rPr lang="en-US" dirty="0">
                <a:latin typeface="Arial" charset="0"/>
              </a:rPr>
              <a:t>Example 5 </a:t>
            </a:r>
            <a:r>
              <a:rPr lang="en-US" sz="1600" dirty="0">
                <a:latin typeface="Arial" charset="0"/>
              </a:rPr>
              <a:t>(cont.)</a:t>
            </a:r>
          </a:p>
        </p:txBody>
      </p:sp>
    </p:spTree>
    <p:extLst>
      <p:ext uri="{BB962C8B-B14F-4D97-AF65-F5344CB8AC3E}">
        <p14:creationId xmlns:p14="http://schemas.microsoft.com/office/powerpoint/2010/main" val="1962325126"/>
      </p:ext>
    </p:extLst>
  </p:cSld>
  <p:clrMapOvr>
    <a:masterClrMapping/>
  </p:clrMapOvr>
  <p:transition>
    <p:wipe dir="r"/>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1" name="Slide Number Placeholder 6"/>
          <p:cNvSpPr>
            <a:spLocks noGrp="1"/>
          </p:cNvSpPr>
          <p:nvPr>
            <p:ph type="sldNum" sz="quarter" idx="12"/>
          </p:nvPr>
        </p:nvSpPr>
        <p:spPr>
          <a:noFill/>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a:defRPr sz="2400">
                <a:solidFill>
                  <a:schemeClr val="tx1"/>
                </a:solidFill>
                <a:latin typeface="Arial" charset="0"/>
                <a:ea typeface="ＭＳ Ｐゴシック" charset="0"/>
              </a:defRPr>
            </a:lvl1pPr>
            <a:lvl2pPr>
              <a:defRPr sz="2000">
                <a:solidFill>
                  <a:schemeClr val="tx1"/>
                </a:solidFill>
                <a:latin typeface="Arial" charset="0"/>
                <a:ea typeface="ＭＳ Ｐゴシック" charset="0"/>
              </a:defRPr>
            </a:lvl2pPr>
            <a:lvl3pPr>
              <a:defRPr sz="2000">
                <a:solidFill>
                  <a:schemeClr val="tx1"/>
                </a:solidFill>
                <a:latin typeface="Arial" charset="0"/>
                <a:ea typeface="ＭＳ Ｐゴシック" charset="0"/>
              </a:defRPr>
            </a:lvl3pPr>
            <a:lvl4pPr>
              <a:defRPr sz="2000">
                <a:solidFill>
                  <a:schemeClr val="tx1"/>
                </a:solidFill>
                <a:latin typeface="Arial" charset="0"/>
                <a:ea typeface="ＭＳ Ｐゴシック" charset="0"/>
              </a:defRPr>
            </a:lvl4pPr>
            <a:lvl5pPr>
              <a:defRPr sz="2000">
                <a:solidFill>
                  <a:schemeClr val="tx1"/>
                </a:solidFill>
                <a:latin typeface="Arial" charset="0"/>
                <a:ea typeface="ＭＳ Ｐゴシック" charset="0"/>
              </a:defRPr>
            </a:lvl5pPr>
            <a:lvl6pPr eaLnBrk="0" hangingPunct="0">
              <a:defRPr sz="2000">
                <a:solidFill>
                  <a:schemeClr val="tx1"/>
                </a:solidFill>
                <a:latin typeface="Arial" charset="0"/>
                <a:ea typeface="ＭＳ Ｐゴシック" charset="0"/>
              </a:defRPr>
            </a:lvl6pPr>
            <a:lvl7pPr eaLnBrk="0" hangingPunct="0">
              <a:defRPr sz="2000">
                <a:solidFill>
                  <a:schemeClr val="tx1"/>
                </a:solidFill>
                <a:latin typeface="Arial" charset="0"/>
                <a:ea typeface="ＭＳ Ｐゴシック" charset="0"/>
              </a:defRPr>
            </a:lvl7pPr>
            <a:lvl8pPr eaLnBrk="0" hangingPunct="0">
              <a:defRPr sz="2000">
                <a:solidFill>
                  <a:schemeClr val="tx1"/>
                </a:solidFill>
                <a:latin typeface="Arial" charset="0"/>
                <a:ea typeface="ＭＳ Ｐゴシック" charset="0"/>
              </a:defRPr>
            </a:lvl8pPr>
            <a:lvl9pPr eaLnBrk="0" hangingPunct="0">
              <a:defRPr sz="2000">
                <a:solidFill>
                  <a:schemeClr val="tx1"/>
                </a:solidFill>
                <a:latin typeface="Arial" charset="0"/>
                <a:ea typeface="ＭＳ Ｐゴシック" charset="0"/>
              </a:defRPr>
            </a:lvl9pPr>
          </a:lstStyle>
          <a:p>
            <a:fld id="{7C5F044F-C606-714A-A339-028363C0D2C8}" type="slidenum">
              <a:rPr lang="en-US" sz="1000">
                <a:solidFill>
                  <a:schemeClr val="bg1"/>
                </a:solidFill>
              </a:rPr>
              <a:pPr/>
              <a:t>60</a:t>
            </a:fld>
            <a:endParaRPr lang="en-US" sz="1000">
              <a:solidFill>
                <a:schemeClr val="bg1"/>
              </a:solidFill>
            </a:endParaRPr>
          </a:p>
        </p:txBody>
      </p:sp>
      <p:graphicFrame>
        <p:nvGraphicFramePr>
          <p:cNvPr id="83972" name="Object 2">
            <a:hlinkClick r:id="" action="ppaction://ole?verb=0"/>
          </p:cNvPr>
          <p:cNvGraphicFramePr>
            <a:graphicFrameLocks/>
          </p:cNvGraphicFramePr>
          <p:nvPr/>
        </p:nvGraphicFramePr>
        <p:xfrm>
          <a:off x="2590800" y="3276600"/>
          <a:ext cx="6897688" cy="2324100"/>
        </p:xfrm>
        <a:graphic>
          <a:graphicData uri="http://schemas.openxmlformats.org/presentationml/2006/ole">
            <mc:AlternateContent xmlns:mc="http://schemas.openxmlformats.org/markup-compatibility/2006">
              <mc:Choice xmlns:v="urn:schemas-microsoft-com:vml" Requires="v">
                <p:oleObj name="Document" r:id="rId3" imgW="4571989" imgH="1533493" progId="Word.Document.8">
                  <p:embed/>
                </p:oleObj>
              </mc:Choice>
              <mc:Fallback>
                <p:oleObj name="Document" r:id="rId3" imgW="4571989" imgH="1533493" progId="Word.Document.8">
                  <p:embed/>
                  <p:pic>
                    <p:nvPicPr>
                      <p:cNvPr id="0" name=""/>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90800" y="3276600"/>
                        <a:ext cx="6897688" cy="2324100"/>
                      </a:xfrm>
                      <a:prstGeom prst="rect">
                        <a:avLst/>
                      </a:prstGeom>
                      <a:solidFill>
                        <a:srgbClr val="FFFF99"/>
                      </a:solidFill>
                      <a:ln>
                        <a:noFill/>
                      </a:ln>
                      <a:effectLst>
                        <a:outerShdw blurRad="63500" dist="38099" dir="2700000" algn="ctr" rotWithShape="0">
                          <a:schemeClr val="bg2">
                            <a:alpha val="74998"/>
                          </a:schemeClr>
                        </a:outerShdw>
                      </a:effectLst>
                      <a:extLst>
                        <a:ext uri="{91240B29-F687-4F45-9708-019B960494DF}">
                          <a14:hiddenLine xmlns:a14="http://schemas.microsoft.com/office/drawing/2010/main" w="12700">
                            <a:solidFill>
                              <a:schemeClr val="tx1"/>
                            </a:solidFill>
                            <a:miter lim="800000"/>
                            <a:headEnd/>
                            <a:tailEnd/>
                          </a14:hiddenLine>
                        </a:ext>
                      </a:extLst>
                    </p:spPr>
                  </p:pic>
                </p:oleObj>
              </mc:Fallback>
            </mc:AlternateContent>
          </a:graphicData>
        </a:graphic>
      </p:graphicFrame>
      <p:sp>
        <p:nvSpPr>
          <p:cNvPr id="83973" name="Rectangle 3"/>
          <p:cNvSpPr>
            <a:spLocks noGrp="1" noChangeArrowheads="1"/>
          </p:cNvSpPr>
          <p:nvPr>
            <p:ph type="body" sz="half" idx="1"/>
          </p:nvPr>
        </p:nvSpPr>
        <p:spPr>
          <a:xfrm>
            <a:off x="2209800" y="1778000"/>
            <a:ext cx="8077200" cy="4394200"/>
          </a:xfrm>
          <a:noFill/>
          <a:extLst>
            <a:ext uri="{91240B29-F687-4F45-9708-019B960494DF}">
              <a14:hiddenLine xmlns:a14="http://schemas.microsoft.com/office/drawing/2010/main" w="12700">
                <a:solidFill>
                  <a:schemeClr val="tx1"/>
                </a:solidFill>
                <a:miter lim="800000"/>
                <a:headEnd/>
                <a:tailEnd/>
              </a14:hiddenLine>
            </a:ext>
          </a:extLst>
        </p:spPr>
        <p:txBody>
          <a:bodyPr vert="horz" wrap="square" lIns="90488" tIns="44450" rIns="90488" bIns="44450" numCol="1" anchor="t" anchorCtr="0" compatLnSpc="1">
            <a:prstTxWarp prst="textNoShape">
              <a:avLst/>
            </a:prstTxWarp>
          </a:bodyPr>
          <a:lstStyle/>
          <a:p>
            <a:pPr marL="0" indent="0" eaLnBrk="1" hangingPunct="1">
              <a:lnSpc>
                <a:spcPct val="105000"/>
              </a:lnSpc>
              <a:buNone/>
            </a:pPr>
            <a:r>
              <a:rPr lang="en-US" sz="2000" dirty="0">
                <a:latin typeface="Arial" charset="0"/>
              </a:rPr>
              <a:t>You’re a marketing research analyst.  You ask a random sample of </a:t>
            </a:r>
            <a:r>
              <a:rPr lang="en-US" sz="2000" b="1" dirty="0">
                <a:solidFill>
                  <a:schemeClr val="tx2"/>
                </a:solidFill>
                <a:latin typeface="Arial" charset="0"/>
              </a:rPr>
              <a:t>286</a:t>
            </a:r>
            <a:r>
              <a:rPr lang="en-US" sz="2000" dirty="0">
                <a:latin typeface="Arial" charset="0"/>
              </a:rPr>
              <a:t> consumers if they purchase Diet Pepsi or Diet Coke.  At the </a:t>
            </a:r>
            <a:r>
              <a:rPr lang="en-US" sz="2000" b="1" dirty="0">
                <a:solidFill>
                  <a:schemeClr val="tx2"/>
                </a:solidFill>
                <a:latin typeface="Arial" charset="0"/>
              </a:rPr>
              <a:t>0.05</a:t>
            </a:r>
            <a:r>
              <a:rPr lang="en-US" sz="2000" dirty="0">
                <a:latin typeface="Arial" charset="0"/>
              </a:rPr>
              <a:t> level, is there evidence of a </a:t>
            </a:r>
            <a:r>
              <a:rPr lang="en-US" sz="2000" b="1" dirty="0">
                <a:solidFill>
                  <a:schemeClr val="tx2"/>
                </a:solidFill>
                <a:latin typeface="Arial" charset="0"/>
              </a:rPr>
              <a:t>relationship</a:t>
            </a:r>
            <a:r>
              <a:rPr lang="en-US" sz="2000" dirty="0">
                <a:latin typeface="Arial" charset="0"/>
              </a:rPr>
              <a:t>?</a:t>
            </a:r>
          </a:p>
        </p:txBody>
      </p:sp>
      <p:sp>
        <p:nvSpPr>
          <p:cNvPr id="8" name="Rectangle 3"/>
          <p:cNvSpPr>
            <a:spLocks noGrp="1" noChangeArrowheads="1"/>
          </p:cNvSpPr>
          <p:nvPr>
            <p:ph type="title"/>
          </p:nvPr>
        </p:nvSpPr>
        <p:spPr>
          <a:xfrm>
            <a:off x="3565376" y="418654"/>
            <a:ext cx="6707088" cy="562074"/>
          </a:xfrm>
        </p:spPr>
        <p:style>
          <a:lnRef idx="2">
            <a:schemeClr val="accent3"/>
          </a:lnRef>
          <a:fillRef idx="1">
            <a:schemeClr val="lt1"/>
          </a:fillRef>
          <a:effectRef idx="0">
            <a:schemeClr val="accent3"/>
          </a:effectRef>
          <a:fontRef idx="minor">
            <a:schemeClr val="dk1"/>
          </a:fontRef>
        </p:style>
        <p:txBody>
          <a:bodyPr vert="horz" wrap="square" lIns="90488" tIns="44450" rIns="90488" bIns="44450" numCol="1" anchor="ctr" anchorCtr="1" compatLnSpc="1">
            <a:prstTxWarp prst="textNoShape">
              <a:avLst/>
            </a:prstTxWarp>
          </a:bodyPr>
          <a:lstStyle/>
          <a:p>
            <a:pPr eaLnBrk="1" hangingPunct="1"/>
            <a:r>
              <a:rPr lang="en-US" dirty="0">
                <a:latin typeface="Arial" charset="0"/>
              </a:rPr>
              <a:t>Example 6</a:t>
            </a:r>
            <a:endParaRPr lang="en-US" sz="1600" dirty="0">
              <a:latin typeface="Arial" charset="0"/>
            </a:endParaRPr>
          </a:p>
        </p:txBody>
      </p:sp>
    </p:spTree>
    <p:extLst>
      <p:ext uri="{BB962C8B-B14F-4D97-AF65-F5344CB8AC3E}">
        <p14:creationId xmlns:p14="http://schemas.microsoft.com/office/powerpoint/2010/main" val="1664314639"/>
      </p:ext>
    </p:extLst>
  </p:cSld>
  <p:clrMapOvr>
    <a:masterClrMapping/>
  </p:clrMapOvr>
  <p:transition>
    <p:wipe dir="r"/>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5" name="Slide Number Placeholder 6"/>
          <p:cNvSpPr>
            <a:spLocks noGrp="1"/>
          </p:cNvSpPr>
          <p:nvPr>
            <p:ph type="sldNum" sz="quarter" idx="12"/>
          </p:nvPr>
        </p:nvSpPr>
        <p:spPr>
          <a:noFill/>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a:defRPr sz="2400">
                <a:solidFill>
                  <a:schemeClr val="tx1"/>
                </a:solidFill>
                <a:latin typeface="Arial" charset="0"/>
                <a:ea typeface="ＭＳ Ｐゴシック" charset="0"/>
              </a:defRPr>
            </a:lvl1pPr>
            <a:lvl2pPr>
              <a:defRPr sz="2000">
                <a:solidFill>
                  <a:schemeClr val="tx1"/>
                </a:solidFill>
                <a:latin typeface="Arial" charset="0"/>
                <a:ea typeface="ＭＳ Ｐゴシック" charset="0"/>
              </a:defRPr>
            </a:lvl2pPr>
            <a:lvl3pPr>
              <a:defRPr sz="2000">
                <a:solidFill>
                  <a:schemeClr val="tx1"/>
                </a:solidFill>
                <a:latin typeface="Arial" charset="0"/>
                <a:ea typeface="ＭＳ Ｐゴシック" charset="0"/>
              </a:defRPr>
            </a:lvl3pPr>
            <a:lvl4pPr>
              <a:defRPr sz="2000">
                <a:solidFill>
                  <a:schemeClr val="tx1"/>
                </a:solidFill>
                <a:latin typeface="Arial" charset="0"/>
                <a:ea typeface="ＭＳ Ｐゴシック" charset="0"/>
              </a:defRPr>
            </a:lvl4pPr>
            <a:lvl5pPr>
              <a:defRPr sz="2000">
                <a:solidFill>
                  <a:schemeClr val="tx1"/>
                </a:solidFill>
                <a:latin typeface="Arial" charset="0"/>
                <a:ea typeface="ＭＳ Ｐゴシック" charset="0"/>
              </a:defRPr>
            </a:lvl5pPr>
            <a:lvl6pPr eaLnBrk="0" hangingPunct="0">
              <a:defRPr sz="2000">
                <a:solidFill>
                  <a:schemeClr val="tx1"/>
                </a:solidFill>
                <a:latin typeface="Arial" charset="0"/>
                <a:ea typeface="ＭＳ Ｐゴシック" charset="0"/>
              </a:defRPr>
            </a:lvl6pPr>
            <a:lvl7pPr eaLnBrk="0" hangingPunct="0">
              <a:defRPr sz="2000">
                <a:solidFill>
                  <a:schemeClr val="tx1"/>
                </a:solidFill>
                <a:latin typeface="Arial" charset="0"/>
                <a:ea typeface="ＭＳ Ｐゴシック" charset="0"/>
              </a:defRPr>
            </a:lvl7pPr>
            <a:lvl8pPr eaLnBrk="0" hangingPunct="0">
              <a:defRPr sz="2000">
                <a:solidFill>
                  <a:schemeClr val="tx1"/>
                </a:solidFill>
                <a:latin typeface="Arial" charset="0"/>
                <a:ea typeface="ＭＳ Ｐゴシック" charset="0"/>
              </a:defRPr>
            </a:lvl8pPr>
            <a:lvl9pPr eaLnBrk="0" hangingPunct="0">
              <a:defRPr sz="2000">
                <a:solidFill>
                  <a:schemeClr val="tx1"/>
                </a:solidFill>
                <a:latin typeface="Arial" charset="0"/>
                <a:ea typeface="ＭＳ Ｐゴシック" charset="0"/>
              </a:defRPr>
            </a:lvl9pPr>
          </a:lstStyle>
          <a:p>
            <a:fld id="{674897D9-2E05-7540-B847-103BDB7E01C6}" type="slidenum">
              <a:rPr lang="en-US" sz="1000">
                <a:solidFill>
                  <a:schemeClr val="bg1"/>
                </a:solidFill>
              </a:rPr>
              <a:pPr/>
              <a:t>61</a:t>
            </a:fld>
            <a:endParaRPr lang="en-US" sz="1000">
              <a:solidFill>
                <a:schemeClr val="bg1"/>
              </a:solidFill>
            </a:endParaRPr>
          </a:p>
        </p:txBody>
      </p:sp>
      <p:sp>
        <p:nvSpPr>
          <p:cNvPr id="84997" name="Rectangle 3"/>
          <p:cNvSpPr>
            <a:spLocks noGrp="1" noChangeArrowheads="1"/>
          </p:cNvSpPr>
          <p:nvPr>
            <p:ph type="body" sz="half" idx="1"/>
          </p:nvPr>
        </p:nvSpPr>
        <p:spPr>
          <a:xfrm>
            <a:off x="1847528" y="1412776"/>
            <a:ext cx="8496944" cy="4114800"/>
          </a:xfrm>
          <a:noFill/>
          <a:extLst>
            <a:ext uri="{91240B29-F687-4F45-9708-019B960494DF}">
              <a14:hiddenLine xmlns:a14="http://schemas.microsoft.com/office/drawing/2010/main" w="12700">
                <a:solidFill>
                  <a:schemeClr val="tx1"/>
                </a:solidFill>
                <a:miter lim="800000"/>
                <a:headEnd/>
                <a:tailEnd/>
              </a14:hiddenLine>
            </a:ext>
          </a:extLst>
        </p:spPr>
        <p:txBody>
          <a:bodyPr vert="horz" wrap="square" lIns="90488" tIns="44450" rIns="90488" bIns="44450" numCol="1" anchor="t" anchorCtr="0" compatLnSpc="1">
            <a:prstTxWarp prst="textNoShape">
              <a:avLst/>
            </a:prstTxWarp>
          </a:bodyPr>
          <a:lstStyle/>
          <a:p>
            <a:pPr marL="0" indent="0" eaLnBrk="1" hangingPunct="1">
              <a:buNone/>
            </a:pPr>
            <a:r>
              <a:rPr lang="en-US" sz="2400" dirty="0" err="1">
                <a:solidFill>
                  <a:srgbClr val="FF0000"/>
                </a:solidFill>
                <a:latin typeface="Arial" charset="0"/>
              </a:rPr>
              <a:t>i</a:t>
            </a:r>
            <a:r>
              <a:rPr lang="en-US" sz="2400" dirty="0">
                <a:solidFill>
                  <a:srgbClr val="FF0000"/>
                </a:solidFill>
                <a:latin typeface="Arial" charset="0"/>
              </a:rPr>
              <a:t>. State the test hypothesis: </a:t>
            </a:r>
          </a:p>
          <a:p>
            <a:pPr marL="0" indent="0" eaLnBrk="1" hangingPunct="1">
              <a:buNone/>
            </a:pPr>
            <a:r>
              <a:rPr lang="en-US" dirty="0">
                <a:solidFill>
                  <a:schemeClr val="tx2"/>
                </a:solidFill>
                <a:latin typeface="Arial" charset="0"/>
              </a:rPr>
              <a:t>H</a:t>
            </a:r>
            <a:r>
              <a:rPr lang="en-US" baseline="-25000" dirty="0">
                <a:solidFill>
                  <a:schemeClr val="tx2"/>
                </a:solidFill>
                <a:latin typeface="Arial" charset="0"/>
              </a:rPr>
              <a:t>0</a:t>
            </a:r>
            <a:r>
              <a:rPr lang="en-US" dirty="0">
                <a:solidFill>
                  <a:schemeClr val="tx2"/>
                </a:solidFill>
                <a:latin typeface="Arial" charset="0"/>
              </a:rPr>
              <a:t>: </a:t>
            </a:r>
            <a:r>
              <a:rPr lang="en-US" dirty="0">
                <a:latin typeface="Arial" charset="0"/>
              </a:rPr>
              <a:t>No relationship between variables. </a:t>
            </a:r>
          </a:p>
          <a:p>
            <a:pPr marL="0" indent="0" eaLnBrk="1" hangingPunct="1">
              <a:buNone/>
            </a:pPr>
            <a:r>
              <a:rPr lang="en-US" dirty="0">
                <a:solidFill>
                  <a:schemeClr val="tx2"/>
                </a:solidFill>
                <a:latin typeface="Arial" charset="0"/>
              </a:rPr>
              <a:t>H</a:t>
            </a:r>
            <a:r>
              <a:rPr lang="en-US" baseline="-25000" dirty="0">
                <a:solidFill>
                  <a:schemeClr val="tx2"/>
                </a:solidFill>
                <a:latin typeface="Arial" charset="0"/>
              </a:rPr>
              <a:t>1</a:t>
            </a:r>
            <a:r>
              <a:rPr lang="en-US" dirty="0">
                <a:solidFill>
                  <a:schemeClr val="tx2"/>
                </a:solidFill>
                <a:latin typeface="Arial" charset="0"/>
              </a:rPr>
              <a:t>: </a:t>
            </a:r>
            <a:r>
              <a:rPr lang="en-US" dirty="0">
                <a:latin typeface="Arial" charset="0"/>
              </a:rPr>
              <a:t>Variables has relationship.</a:t>
            </a:r>
          </a:p>
          <a:p>
            <a:pPr marL="0" indent="0" eaLnBrk="1" hangingPunct="1">
              <a:buNone/>
            </a:pPr>
            <a:endParaRPr lang="en-US" dirty="0">
              <a:solidFill>
                <a:schemeClr val="tx2"/>
              </a:solidFill>
              <a:latin typeface="Symbol" charset="0"/>
            </a:endParaRPr>
          </a:p>
          <a:p>
            <a:pPr marL="0" indent="0" eaLnBrk="1" hangingPunct="1">
              <a:buNone/>
            </a:pPr>
            <a:r>
              <a:rPr lang="en-US" sz="2400" dirty="0">
                <a:solidFill>
                  <a:srgbClr val="FF0000"/>
                </a:solidFill>
                <a:latin typeface="Arial" charset="0"/>
              </a:rPr>
              <a:t>ii. Find the critical value (refer to chi-square table): </a:t>
            </a:r>
            <a:endParaRPr lang="en-US" sz="2400" dirty="0">
              <a:solidFill>
                <a:schemeClr val="tx2"/>
              </a:solidFill>
              <a:latin typeface="Symbol" charset="0"/>
            </a:endParaRPr>
          </a:p>
          <a:p>
            <a:pPr marL="0" indent="0" eaLnBrk="1" hangingPunct="1">
              <a:buNone/>
            </a:pPr>
            <a:r>
              <a:rPr lang="en-US" dirty="0">
                <a:solidFill>
                  <a:schemeClr val="tx2"/>
                </a:solidFill>
                <a:latin typeface="Symbol" charset="0"/>
              </a:rPr>
              <a:t></a:t>
            </a:r>
            <a:r>
              <a:rPr lang="en-US" dirty="0">
                <a:solidFill>
                  <a:schemeClr val="tx2"/>
                </a:solidFill>
                <a:latin typeface="Arial" charset="0"/>
              </a:rPr>
              <a:t> = </a:t>
            </a:r>
            <a:r>
              <a:rPr lang="en-US" dirty="0">
                <a:latin typeface="Arial" charset="0"/>
              </a:rPr>
              <a:t>0.05</a:t>
            </a:r>
          </a:p>
          <a:p>
            <a:pPr marL="0" indent="0" eaLnBrk="1" hangingPunct="1">
              <a:buNone/>
            </a:pPr>
            <a:r>
              <a:rPr lang="en-US" dirty="0" err="1">
                <a:solidFill>
                  <a:schemeClr val="tx2"/>
                </a:solidFill>
                <a:latin typeface="Arial" charset="0"/>
              </a:rPr>
              <a:t>df</a:t>
            </a:r>
            <a:r>
              <a:rPr lang="en-US" dirty="0">
                <a:solidFill>
                  <a:schemeClr val="tx2"/>
                </a:solidFill>
                <a:latin typeface="Arial" charset="0"/>
              </a:rPr>
              <a:t> = </a:t>
            </a:r>
            <a:r>
              <a:rPr lang="en-US" dirty="0">
                <a:latin typeface="Arial" charset="0"/>
              </a:rPr>
              <a:t>(2 - 1)(2 - 1) = 1 </a:t>
            </a:r>
          </a:p>
          <a:p>
            <a:pPr marL="0" indent="0" eaLnBrk="1" hangingPunct="1">
              <a:buNone/>
            </a:pPr>
            <a:endParaRPr lang="en-US" dirty="0">
              <a:solidFill>
                <a:schemeClr val="tx2"/>
              </a:solidFill>
              <a:latin typeface="Arial" charset="0"/>
            </a:endParaRPr>
          </a:p>
        </p:txBody>
      </p:sp>
      <p:sp>
        <p:nvSpPr>
          <p:cNvPr id="8" name="Rectangle 3"/>
          <p:cNvSpPr>
            <a:spLocks noGrp="1" noChangeArrowheads="1"/>
          </p:cNvSpPr>
          <p:nvPr>
            <p:ph type="title"/>
          </p:nvPr>
        </p:nvSpPr>
        <p:spPr>
          <a:xfrm>
            <a:off x="3565376" y="418654"/>
            <a:ext cx="6707088" cy="562074"/>
          </a:xfrm>
        </p:spPr>
        <p:style>
          <a:lnRef idx="2">
            <a:schemeClr val="accent3"/>
          </a:lnRef>
          <a:fillRef idx="1">
            <a:schemeClr val="lt1"/>
          </a:fillRef>
          <a:effectRef idx="0">
            <a:schemeClr val="accent3"/>
          </a:effectRef>
          <a:fontRef idx="minor">
            <a:schemeClr val="dk1"/>
          </a:fontRef>
        </p:style>
        <p:txBody>
          <a:bodyPr vert="horz" wrap="square" lIns="90488" tIns="44450" rIns="90488" bIns="44450" numCol="1" anchor="ctr" anchorCtr="1" compatLnSpc="1">
            <a:prstTxWarp prst="textNoShape">
              <a:avLst/>
            </a:prstTxWarp>
          </a:bodyPr>
          <a:lstStyle/>
          <a:p>
            <a:pPr eaLnBrk="1" hangingPunct="1"/>
            <a:r>
              <a:rPr lang="en-US" dirty="0">
                <a:latin typeface="Arial" charset="0"/>
              </a:rPr>
              <a:t>Example 6 - Solution</a:t>
            </a:r>
            <a:endParaRPr lang="en-US" sz="1600" dirty="0">
              <a:latin typeface="Arial" charset="0"/>
            </a:endParaRPr>
          </a:p>
        </p:txBody>
      </p:sp>
      <p:graphicFrame>
        <p:nvGraphicFramePr>
          <p:cNvPr id="9" name="Object 5">
            <a:hlinkClick r:id="" action="ppaction://ole?verb=0"/>
          </p:cNvPr>
          <p:cNvGraphicFramePr>
            <a:graphicFrameLocks/>
          </p:cNvGraphicFramePr>
          <p:nvPr>
            <p:extLst>
              <p:ext uri="{D42A27DB-BD31-4B8C-83A1-F6EECF244321}">
                <p14:modId xmlns:p14="http://schemas.microsoft.com/office/powerpoint/2010/main" val="2072321902"/>
              </p:ext>
            </p:extLst>
          </p:nvPr>
        </p:nvGraphicFramePr>
        <p:xfrm>
          <a:off x="6550224" y="4140348"/>
          <a:ext cx="3578225" cy="2312988"/>
        </p:xfrm>
        <a:graphic>
          <a:graphicData uri="http://schemas.openxmlformats.org/presentationml/2006/ole">
            <mc:AlternateContent xmlns:mc="http://schemas.openxmlformats.org/markup-compatibility/2006">
              <mc:Choice xmlns:v="urn:schemas-microsoft-com:vml" Requires="v">
                <p:oleObj name="VISIO" r:id="rId3" imgW="3552692" imgH="2295515" progId="Visio.Drawing.4">
                  <p:embed/>
                </p:oleObj>
              </mc:Choice>
              <mc:Fallback>
                <p:oleObj name="VISIO" r:id="rId3" imgW="3552692" imgH="2295515" progId="Visio.Drawing.4">
                  <p:embed/>
                  <p:pic>
                    <p:nvPicPr>
                      <p:cNvPr id="0" name=""/>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50224" y="4140348"/>
                        <a:ext cx="3578225" cy="2312988"/>
                      </a:xfrm>
                      <a:prstGeom prst="rect">
                        <a:avLst/>
                      </a:prstGeom>
                      <a:noFill/>
                      <a:ln>
                        <a:noFill/>
                      </a:ln>
                      <a:effectLst>
                        <a:outerShdw blurRad="63500" dist="38099" dir="2700000" algn="ctr" rotWithShape="0">
                          <a:schemeClr val="bg2">
                            <a:alpha val="74998"/>
                          </a:scheme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3127915350"/>
      </p:ext>
    </p:extLst>
  </p:cSld>
  <p:clrMapOvr>
    <a:masterClrMapping/>
  </p:clrMapOvr>
  <p:transition>
    <p:wipe dir="r"/>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3" name="Slide Number Placeholder 4"/>
          <p:cNvSpPr>
            <a:spLocks noGrp="1"/>
          </p:cNvSpPr>
          <p:nvPr>
            <p:ph type="sldNum" sz="quarter" idx="4294967295"/>
          </p:nvPr>
        </p:nvSpPr>
        <p:spPr>
          <a:xfrm>
            <a:off x="9417496" y="6553200"/>
            <a:ext cx="1143000" cy="304800"/>
          </a:xfrm>
          <a:prstGeom prst="rect">
            <a:avLst/>
          </a:prstGeom>
          <a:noFill/>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a:defRPr sz="2400">
                <a:solidFill>
                  <a:schemeClr val="tx1"/>
                </a:solidFill>
                <a:latin typeface="Arial" charset="0"/>
                <a:ea typeface="ＭＳ Ｐゴシック" charset="0"/>
              </a:defRPr>
            </a:lvl1pPr>
            <a:lvl2pPr>
              <a:defRPr sz="2000">
                <a:solidFill>
                  <a:schemeClr val="tx1"/>
                </a:solidFill>
                <a:latin typeface="Arial" charset="0"/>
                <a:ea typeface="ＭＳ Ｐゴシック" charset="0"/>
              </a:defRPr>
            </a:lvl2pPr>
            <a:lvl3pPr>
              <a:defRPr sz="2000">
                <a:solidFill>
                  <a:schemeClr val="tx1"/>
                </a:solidFill>
                <a:latin typeface="Arial" charset="0"/>
                <a:ea typeface="ＭＳ Ｐゴシック" charset="0"/>
              </a:defRPr>
            </a:lvl3pPr>
            <a:lvl4pPr>
              <a:defRPr sz="2000">
                <a:solidFill>
                  <a:schemeClr val="tx1"/>
                </a:solidFill>
                <a:latin typeface="Arial" charset="0"/>
                <a:ea typeface="ＭＳ Ｐゴシック" charset="0"/>
              </a:defRPr>
            </a:lvl4pPr>
            <a:lvl5pPr>
              <a:defRPr sz="2000">
                <a:solidFill>
                  <a:schemeClr val="tx1"/>
                </a:solidFill>
                <a:latin typeface="Arial" charset="0"/>
                <a:ea typeface="ＭＳ Ｐゴシック" charset="0"/>
              </a:defRPr>
            </a:lvl5pPr>
            <a:lvl6pPr eaLnBrk="0" hangingPunct="0">
              <a:defRPr sz="2000">
                <a:solidFill>
                  <a:schemeClr val="tx1"/>
                </a:solidFill>
                <a:latin typeface="Arial" charset="0"/>
                <a:ea typeface="ＭＳ Ｐゴシック" charset="0"/>
              </a:defRPr>
            </a:lvl6pPr>
            <a:lvl7pPr eaLnBrk="0" hangingPunct="0">
              <a:defRPr sz="2000">
                <a:solidFill>
                  <a:schemeClr val="tx1"/>
                </a:solidFill>
                <a:latin typeface="Arial" charset="0"/>
                <a:ea typeface="ＭＳ Ｐゴシック" charset="0"/>
              </a:defRPr>
            </a:lvl7pPr>
            <a:lvl8pPr eaLnBrk="0" hangingPunct="0">
              <a:defRPr sz="2000">
                <a:solidFill>
                  <a:schemeClr val="tx1"/>
                </a:solidFill>
                <a:latin typeface="Arial" charset="0"/>
                <a:ea typeface="ＭＳ Ｐゴシック" charset="0"/>
              </a:defRPr>
            </a:lvl8pPr>
            <a:lvl9pPr eaLnBrk="0" hangingPunct="0">
              <a:defRPr sz="2000">
                <a:solidFill>
                  <a:schemeClr val="tx1"/>
                </a:solidFill>
                <a:latin typeface="Arial" charset="0"/>
                <a:ea typeface="ＭＳ Ｐゴシック" charset="0"/>
              </a:defRPr>
            </a:lvl9pPr>
          </a:lstStyle>
          <a:p>
            <a:fld id="{3A65768A-EFA8-BA44-A1AD-0437D7760B8C}" type="slidenum">
              <a:rPr lang="en-US" sz="1000">
                <a:solidFill>
                  <a:schemeClr val="bg1"/>
                </a:solidFill>
              </a:rPr>
              <a:pPr/>
              <a:t>62</a:t>
            </a:fld>
            <a:endParaRPr lang="en-US" sz="1000">
              <a:solidFill>
                <a:schemeClr val="bg1"/>
              </a:solidFill>
            </a:endParaRPr>
          </a:p>
        </p:txBody>
      </p:sp>
      <p:graphicFrame>
        <p:nvGraphicFramePr>
          <p:cNvPr id="87044" name="Object 2">
            <a:hlinkClick r:id="" action="ppaction://ole?verb=0"/>
          </p:cNvPr>
          <p:cNvGraphicFramePr>
            <a:graphicFrameLocks/>
          </p:cNvGraphicFramePr>
          <p:nvPr>
            <p:extLst>
              <p:ext uri="{D42A27DB-BD31-4B8C-83A1-F6EECF244321}">
                <p14:modId xmlns:p14="http://schemas.microsoft.com/office/powerpoint/2010/main" val="1583912680"/>
              </p:ext>
            </p:extLst>
          </p:nvPr>
        </p:nvGraphicFramePr>
        <p:xfrm>
          <a:off x="2379663" y="1772816"/>
          <a:ext cx="7281862" cy="3087688"/>
        </p:xfrm>
        <a:graphic>
          <a:graphicData uri="http://schemas.openxmlformats.org/presentationml/2006/ole">
            <mc:AlternateContent xmlns:mc="http://schemas.openxmlformats.org/markup-compatibility/2006">
              <mc:Choice xmlns:v="urn:schemas-microsoft-com:vml" Requires="v">
                <p:oleObj name="Document" r:id="rId3" imgW="4829242" imgH="2047986" progId="Word.Document.8">
                  <p:embed/>
                </p:oleObj>
              </mc:Choice>
              <mc:Fallback>
                <p:oleObj name="Document" r:id="rId3" imgW="4829242" imgH="2047986" progId="Word.Document.8">
                  <p:embed/>
                  <p:pic>
                    <p:nvPicPr>
                      <p:cNvPr id="0" name=""/>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79663" y="1772816"/>
                        <a:ext cx="7281862" cy="3087688"/>
                      </a:xfrm>
                      <a:prstGeom prst="rect">
                        <a:avLst/>
                      </a:prstGeom>
                      <a:noFill/>
                      <a:ln>
                        <a:noFill/>
                      </a:ln>
                      <a:effectLst>
                        <a:outerShdw blurRad="63500" dist="38099" dir="2700000" algn="ctr" rotWithShape="0">
                          <a:schemeClr val="bg2">
                            <a:alpha val="74998"/>
                          </a:scheme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Lst>
                    </p:spPr>
                  </p:pic>
                </p:oleObj>
              </mc:Fallback>
            </mc:AlternateContent>
          </a:graphicData>
        </a:graphic>
      </p:graphicFrame>
      <p:grpSp>
        <p:nvGrpSpPr>
          <p:cNvPr id="9" name="Group 8"/>
          <p:cNvGrpSpPr/>
          <p:nvPr/>
        </p:nvGrpSpPr>
        <p:grpSpPr>
          <a:xfrm>
            <a:off x="1760687" y="5733257"/>
            <a:ext cx="3236118" cy="705321"/>
            <a:chOff x="236687" y="5733256"/>
            <a:chExt cx="3236118" cy="705321"/>
          </a:xfrm>
        </p:grpSpPr>
        <p:sp>
          <p:nvSpPr>
            <p:cNvPr id="182275" name="Rectangle 3"/>
            <p:cNvSpPr>
              <a:spLocks noChangeArrowheads="1"/>
            </p:cNvSpPr>
            <p:nvPr/>
          </p:nvSpPr>
          <p:spPr bwMode="auto">
            <a:xfrm>
              <a:off x="683568" y="5805264"/>
              <a:ext cx="2789237"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r>
                <a:rPr lang="en-US" b="1" i="1" dirty="0" err="1">
                  <a:solidFill>
                    <a:schemeClr val="tx2"/>
                  </a:solidFill>
                  <a:effectLst>
                    <a:outerShdw blurRad="38100" dist="38100" dir="2700000" algn="tl">
                      <a:srgbClr val="DDDDDD"/>
                    </a:outerShdw>
                  </a:effectLst>
                </a:rPr>
                <a:t>e</a:t>
              </a:r>
              <a:r>
                <a:rPr lang="en-US" b="1" i="1" baseline="-25000" dirty="0" err="1">
                  <a:solidFill>
                    <a:schemeClr val="tx2"/>
                  </a:solidFill>
                  <a:effectLst>
                    <a:outerShdw blurRad="38100" dist="38100" dir="2700000" algn="tl">
                      <a:srgbClr val="DDDDDD"/>
                    </a:outerShdw>
                  </a:effectLst>
                </a:rPr>
                <a:t>ij</a:t>
              </a:r>
              <a:r>
                <a:rPr lang="en-US" b="1" dirty="0">
                  <a:solidFill>
                    <a:schemeClr val="tx2"/>
                  </a:solidFill>
                  <a:effectLst>
                    <a:outerShdw blurRad="38100" dist="38100" dir="2700000" algn="tl">
                      <a:srgbClr val="DDDDDD"/>
                    </a:outerShdw>
                  </a:effectLst>
                </a:rPr>
                <a:t> </a:t>
              </a:r>
              <a:r>
                <a:rPr lang="en-US" b="1" dirty="0">
                  <a:solidFill>
                    <a:schemeClr val="tx2"/>
                  </a:solidFill>
                  <a:effectLst>
                    <a:outerShdw blurRad="38100" dist="38100" dir="2700000" algn="tl">
                      <a:srgbClr val="DDDDDD"/>
                    </a:outerShdw>
                  </a:effectLst>
                  <a:latin typeface="Symbol" charset="0"/>
                </a:rPr>
                <a:t></a:t>
              </a:r>
              <a:r>
                <a:rPr lang="en-US" b="1" dirty="0">
                  <a:solidFill>
                    <a:schemeClr val="tx2"/>
                  </a:solidFill>
                  <a:effectLst>
                    <a:outerShdw blurRad="38100" dist="38100" dir="2700000" algn="tl">
                      <a:srgbClr val="DDDDDD"/>
                    </a:outerShdw>
                  </a:effectLst>
                </a:rPr>
                <a:t> 5 in all cells</a:t>
              </a:r>
            </a:p>
          </p:txBody>
        </p:sp>
        <p:sp>
          <p:nvSpPr>
            <p:cNvPr id="182276" name="Rectangle 4"/>
            <p:cNvSpPr>
              <a:spLocks noChangeArrowheads="1"/>
            </p:cNvSpPr>
            <p:nvPr/>
          </p:nvSpPr>
          <p:spPr bwMode="auto">
            <a:xfrm>
              <a:off x="236687" y="5733256"/>
              <a:ext cx="835025" cy="705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spcBef>
                  <a:spcPct val="50000"/>
                </a:spcBef>
                <a:defRPr/>
              </a:pPr>
              <a:r>
                <a:rPr lang="en-US" altLang="en-US" sz="4000" b="1" dirty="0">
                  <a:solidFill>
                    <a:schemeClr val="hlink"/>
                  </a:solidFill>
                  <a:effectLst>
                    <a:outerShdw blurRad="38100" dist="38100" dir="2700000" algn="tl">
                      <a:srgbClr val="C0C0C0"/>
                    </a:outerShdw>
                  </a:effectLst>
                  <a:latin typeface="Wingdings" pitchFamily="2" charset="2"/>
                  <a:ea typeface="ＭＳ Ｐゴシック" pitchFamily="34" charset="-128"/>
                  <a:cs typeface="+mn-cs"/>
                </a:rPr>
                <a:t></a:t>
              </a:r>
            </a:p>
          </p:txBody>
        </p:sp>
      </p:grpSp>
      <p:sp>
        <p:nvSpPr>
          <p:cNvPr id="17" name="Rectangle 3"/>
          <p:cNvSpPr>
            <a:spLocks noGrp="1" noChangeArrowheads="1"/>
          </p:cNvSpPr>
          <p:nvPr>
            <p:ph type="title"/>
          </p:nvPr>
        </p:nvSpPr>
        <p:spPr>
          <a:xfrm>
            <a:off x="3565376" y="332656"/>
            <a:ext cx="6707088" cy="562074"/>
          </a:xfrm>
        </p:spPr>
        <p:style>
          <a:lnRef idx="2">
            <a:schemeClr val="accent3"/>
          </a:lnRef>
          <a:fillRef idx="1">
            <a:schemeClr val="lt1"/>
          </a:fillRef>
          <a:effectRef idx="0">
            <a:schemeClr val="accent3"/>
          </a:effectRef>
          <a:fontRef idx="minor">
            <a:schemeClr val="dk1"/>
          </a:fontRef>
        </p:style>
        <p:txBody>
          <a:bodyPr vert="horz" wrap="square" lIns="90488" tIns="44450" rIns="90488" bIns="44450" numCol="1" anchor="ctr" anchorCtr="1" compatLnSpc="1">
            <a:prstTxWarp prst="textNoShape">
              <a:avLst/>
            </a:prstTxWarp>
          </a:bodyPr>
          <a:lstStyle/>
          <a:p>
            <a:pPr eaLnBrk="1" hangingPunct="1"/>
            <a:r>
              <a:rPr lang="en-US" dirty="0">
                <a:latin typeface="Arial" charset="0"/>
              </a:rPr>
              <a:t>Example 6 – Solution </a:t>
            </a:r>
            <a:r>
              <a:rPr lang="en-US" sz="1600" dirty="0">
                <a:latin typeface="Arial" charset="0"/>
              </a:rPr>
              <a:t>(cont.)</a:t>
            </a:r>
          </a:p>
        </p:txBody>
      </p:sp>
      <p:sp>
        <p:nvSpPr>
          <p:cNvPr id="3" name="Rectangle 2"/>
          <p:cNvSpPr/>
          <p:nvPr/>
        </p:nvSpPr>
        <p:spPr>
          <a:xfrm>
            <a:off x="1847528" y="1196752"/>
            <a:ext cx="7992888" cy="369332"/>
          </a:xfrm>
          <a:prstGeom prst="rect">
            <a:avLst/>
          </a:prstGeom>
        </p:spPr>
        <p:txBody>
          <a:bodyPr wrap="square">
            <a:spAutoFit/>
          </a:bodyPr>
          <a:lstStyle/>
          <a:p>
            <a:r>
              <a:rPr lang="en-US" dirty="0">
                <a:solidFill>
                  <a:srgbClr val="FF0000"/>
                </a:solidFill>
                <a:latin typeface="Arial" charset="0"/>
              </a:rPr>
              <a:t>iii. Calculate the expected counts:</a:t>
            </a:r>
            <a:endParaRPr lang="en-US" dirty="0">
              <a:solidFill>
                <a:schemeClr val="tx2"/>
              </a:solidFill>
              <a:latin typeface="Symbol" charset="0"/>
            </a:endParaRPr>
          </a:p>
        </p:txBody>
      </p:sp>
      <p:grpSp>
        <p:nvGrpSpPr>
          <p:cNvPr id="5" name="Group 4"/>
          <p:cNvGrpSpPr/>
          <p:nvPr/>
        </p:nvGrpSpPr>
        <p:grpSpPr>
          <a:xfrm>
            <a:off x="2911476" y="1818854"/>
            <a:ext cx="3472557" cy="1754162"/>
            <a:chOff x="1387475" y="1818854"/>
            <a:chExt cx="3472557" cy="1754162"/>
          </a:xfrm>
        </p:grpSpPr>
        <p:sp>
          <p:nvSpPr>
            <p:cNvPr id="182281" name="Rectangle 9"/>
            <p:cNvSpPr>
              <a:spLocks noChangeArrowheads="1"/>
            </p:cNvSpPr>
            <p:nvPr/>
          </p:nvSpPr>
          <p:spPr bwMode="auto">
            <a:xfrm>
              <a:off x="1387475" y="1818854"/>
              <a:ext cx="1597025" cy="643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ctr">
                <a:spcBef>
                  <a:spcPct val="50000"/>
                </a:spcBef>
              </a:pPr>
              <a:r>
                <a:rPr lang="en-US" b="1" u="sng" dirty="0">
                  <a:solidFill>
                    <a:schemeClr val="tx2"/>
                  </a:solidFill>
                  <a:effectLst>
                    <a:outerShdw blurRad="38100" dist="38100" dir="2700000" algn="tl">
                      <a:srgbClr val="DDDDDD"/>
                    </a:outerShdw>
                  </a:effectLst>
                </a:rPr>
                <a:t>116·132 </a:t>
              </a:r>
              <a:br>
                <a:rPr lang="en-US" b="1" dirty="0">
                  <a:solidFill>
                    <a:schemeClr val="tx2"/>
                  </a:solidFill>
                  <a:effectLst>
                    <a:outerShdw blurRad="38100" dist="38100" dir="2700000" algn="tl">
                      <a:srgbClr val="DDDDDD"/>
                    </a:outerShdw>
                  </a:effectLst>
                </a:rPr>
              </a:br>
              <a:r>
                <a:rPr lang="en-US" b="1" dirty="0">
                  <a:solidFill>
                    <a:schemeClr val="tx2"/>
                  </a:solidFill>
                  <a:effectLst>
                    <a:outerShdw blurRad="38100" dist="38100" dir="2700000" algn="tl">
                      <a:srgbClr val="DDDDDD"/>
                    </a:outerShdw>
                  </a:effectLst>
                </a:rPr>
                <a:t>286</a:t>
              </a:r>
            </a:p>
          </p:txBody>
        </p:sp>
        <p:sp>
          <p:nvSpPr>
            <p:cNvPr id="87052" name="Line 10"/>
            <p:cNvSpPr>
              <a:spLocks noChangeShapeType="1"/>
            </p:cNvSpPr>
            <p:nvPr/>
          </p:nvSpPr>
          <p:spPr bwMode="auto">
            <a:xfrm>
              <a:off x="2770188" y="2287166"/>
              <a:ext cx="1308100" cy="946150"/>
            </a:xfrm>
            <a:prstGeom prst="line">
              <a:avLst/>
            </a:prstGeom>
            <a:noFill/>
            <a:ln w="25400">
              <a:solidFill>
                <a:schemeClr val="tx2"/>
              </a:solidFill>
              <a:round/>
              <a:headEnd/>
              <a:tailEnd type="triangle" w="med" len="med"/>
            </a:ln>
            <a:effectLst>
              <a:outerShdw blurRad="63500" dist="38099" dir="2700000" algn="ctr" rotWithShape="0">
                <a:schemeClr val="bg2">
                  <a:alpha val="74998"/>
                </a:schemeClr>
              </a:outerShdw>
            </a:effectLst>
            <a:extLst>
              <a:ext uri="{909E8E84-426E-40DD-AFC4-6F175D3DCCD1}">
                <a14:hiddenFill xmlns:a14="http://schemas.microsoft.com/office/drawing/2010/main">
                  <a:noFill/>
                </a14:hiddenFill>
              </a:ext>
            </a:extLst>
          </p:spPr>
          <p:txBody>
            <a:bodyPr wrap="none" anchor="ctr"/>
            <a:lstStyle/>
            <a:p>
              <a:endParaRPr lang="en-US"/>
            </a:p>
          </p:txBody>
        </p:sp>
        <p:sp>
          <p:nvSpPr>
            <p:cNvPr id="4" name="Rounded Rectangle 3"/>
            <p:cNvSpPr/>
            <p:nvPr/>
          </p:nvSpPr>
          <p:spPr>
            <a:xfrm>
              <a:off x="4139952" y="3140968"/>
              <a:ext cx="720080" cy="432048"/>
            </a:xfrm>
            <a:prstGeom prst="roundRect">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6" name="Group 5"/>
          <p:cNvGrpSpPr/>
          <p:nvPr/>
        </p:nvGrpSpPr>
        <p:grpSpPr>
          <a:xfrm>
            <a:off x="7608169" y="1818854"/>
            <a:ext cx="2461345" cy="1754162"/>
            <a:chOff x="6084168" y="1818854"/>
            <a:chExt cx="2461345" cy="1754162"/>
          </a:xfrm>
        </p:grpSpPr>
        <p:sp>
          <p:nvSpPr>
            <p:cNvPr id="182283" name="Rectangle 11"/>
            <p:cNvSpPr>
              <a:spLocks noChangeArrowheads="1"/>
            </p:cNvSpPr>
            <p:nvPr/>
          </p:nvSpPr>
          <p:spPr bwMode="auto">
            <a:xfrm>
              <a:off x="6948488" y="1818854"/>
              <a:ext cx="1597025" cy="643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ctr">
                <a:spcBef>
                  <a:spcPct val="50000"/>
                </a:spcBef>
              </a:pPr>
              <a:r>
                <a:rPr lang="en-US" b="1" u="sng">
                  <a:solidFill>
                    <a:schemeClr val="tx2"/>
                  </a:solidFill>
                  <a:effectLst>
                    <a:outerShdw blurRad="38100" dist="38100" dir="2700000" algn="tl">
                      <a:srgbClr val="DDDDDD"/>
                    </a:outerShdw>
                  </a:effectLst>
                </a:rPr>
                <a:t>116.154 </a:t>
              </a:r>
              <a:br>
                <a:rPr lang="en-US" b="1">
                  <a:solidFill>
                    <a:schemeClr val="tx2"/>
                  </a:solidFill>
                  <a:effectLst>
                    <a:outerShdw blurRad="38100" dist="38100" dir="2700000" algn="tl">
                      <a:srgbClr val="DDDDDD"/>
                    </a:outerShdw>
                  </a:effectLst>
                </a:rPr>
              </a:br>
              <a:r>
                <a:rPr lang="en-US" b="1">
                  <a:solidFill>
                    <a:schemeClr val="tx2"/>
                  </a:solidFill>
                  <a:effectLst>
                    <a:outerShdw blurRad="38100" dist="38100" dir="2700000" algn="tl">
                      <a:srgbClr val="DDDDDD"/>
                    </a:outerShdw>
                  </a:effectLst>
                </a:rPr>
                <a:t>286</a:t>
              </a:r>
            </a:p>
          </p:txBody>
        </p:sp>
        <p:sp>
          <p:nvSpPr>
            <p:cNvPr id="87054" name="Line 12"/>
            <p:cNvSpPr>
              <a:spLocks noChangeShapeType="1"/>
            </p:cNvSpPr>
            <p:nvPr/>
          </p:nvSpPr>
          <p:spPr bwMode="auto">
            <a:xfrm flipH="1">
              <a:off x="6516215" y="2276872"/>
              <a:ext cx="864096" cy="1008111"/>
            </a:xfrm>
            <a:prstGeom prst="line">
              <a:avLst/>
            </a:prstGeom>
            <a:noFill/>
            <a:ln w="25400">
              <a:solidFill>
                <a:schemeClr val="tx2"/>
              </a:solidFill>
              <a:round/>
              <a:headEnd/>
              <a:tailEnd type="triangle" w="med" len="med"/>
            </a:ln>
            <a:effectLst>
              <a:outerShdw blurRad="63500" dist="38099" dir="2700000" algn="ctr" rotWithShape="0">
                <a:schemeClr val="bg2">
                  <a:alpha val="74998"/>
                </a:schemeClr>
              </a:outerShdw>
            </a:effectLst>
            <a:extLst>
              <a:ext uri="{909E8E84-426E-40DD-AFC4-6F175D3DCCD1}">
                <a14:hiddenFill xmlns:a14="http://schemas.microsoft.com/office/drawing/2010/main">
                  <a:noFill/>
                </a14:hiddenFill>
              </a:ext>
            </a:extLst>
          </p:spPr>
          <p:txBody>
            <a:bodyPr wrap="none" anchor="ctr"/>
            <a:lstStyle/>
            <a:p>
              <a:endParaRPr lang="en-US"/>
            </a:p>
          </p:txBody>
        </p:sp>
        <p:sp>
          <p:nvSpPr>
            <p:cNvPr id="20" name="Rounded Rectangle 19"/>
            <p:cNvSpPr/>
            <p:nvPr/>
          </p:nvSpPr>
          <p:spPr>
            <a:xfrm>
              <a:off x="6084168" y="3140968"/>
              <a:ext cx="720080" cy="432048"/>
            </a:xfrm>
            <a:prstGeom prst="roundRect">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8" name="Group 7"/>
          <p:cNvGrpSpPr/>
          <p:nvPr/>
        </p:nvGrpSpPr>
        <p:grpSpPr>
          <a:xfrm>
            <a:off x="4206876" y="3645024"/>
            <a:ext cx="2177157" cy="1941796"/>
            <a:chOff x="2682875" y="3645024"/>
            <a:chExt cx="2177157" cy="1941796"/>
          </a:xfrm>
        </p:grpSpPr>
        <p:sp>
          <p:nvSpPr>
            <p:cNvPr id="182277" name="Rectangle 5"/>
            <p:cNvSpPr>
              <a:spLocks noChangeArrowheads="1"/>
            </p:cNvSpPr>
            <p:nvPr/>
          </p:nvSpPr>
          <p:spPr bwMode="auto">
            <a:xfrm>
              <a:off x="2682875" y="4943054"/>
              <a:ext cx="1597025" cy="643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ctr">
                <a:spcBef>
                  <a:spcPct val="50000"/>
                </a:spcBef>
              </a:pPr>
              <a:r>
                <a:rPr lang="en-US" b="1" u="sng" dirty="0">
                  <a:solidFill>
                    <a:schemeClr val="tx2"/>
                  </a:solidFill>
                  <a:effectLst>
                    <a:outerShdw blurRad="38100" dist="38100" dir="2700000" algn="tl">
                      <a:srgbClr val="DDDDDD"/>
                    </a:outerShdw>
                  </a:effectLst>
                </a:rPr>
                <a:t>170·132 </a:t>
              </a:r>
              <a:br>
                <a:rPr lang="en-US" b="1" dirty="0">
                  <a:solidFill>
                    <a:schemeClr val="tx2"/>
                  </a:solidFill>
                  <a:effectLst>
                    <a:outerShdw blurRad="38100" dist="38100" dir="2700000" algn="tl">
                      <a:srgbClr val="DDDDDD"/>
                    </a:outerShdw>
                  </a:effectLst>
                </a:rPr>
              </a:br>
              <a:r>
                <a:rPr lang="en-US" b="1" dirty="0">
                  <a:solidFill>
                    <a:schemeClr val="tx2"/>
                  </a:solidFill>
                  <a:effectLst>
                    <a:outerShdw blurRad="38100" dist="38100" dir="2700000" algn="tl">
                      <a:srgbClr val="DDDDDD"/>
                    </a:outerShdw>
                  </a:effectLst>
                </a:rPr>
                <a:t>286</a:t>
              </a:r>
            </a:p>
          </p:txBody>
        </p:sp>
        <p:sp>
          <p:nvSpPr>
            <p:cNvPr id="87048" name="Line 6"/>
            <p:cNvSpPr>
              <a:spLocks noChangeShapeType="1"/>
            </p:cNvSpPr>
            <p:nvPr/>
          </p:nvSpPr>
          <p:spPr bwMode="auto">
            <a:xfrm flipV="1">
              <a:off x="3684588" y="4128666"/>
              <a:ext cx="431800" cy="749300"/>
            </a:xfrm>
            <a:prstGeom prst="line">
              <a:avLst/>
            </a:prstGeom>
            <a:noFill/>
            <a:ln w="25400">
              <a:solidFill>
                <a:schemeClr val="tx2"/>
              </a:solidFill>
              <a:round/>
              <a:headEnd/>
              <a:tailEnd type="triangle" w="med" len="med"/>
            </a:ln>
            <a:effectLst>
              <a:outerShdw blurRad="63500" dist="38099" dir="2700000" algn="ctr" rotWithShape="0">
                <a:schemeClr val="bg2">
                  <a:alpha val="74998"/>
                </a:schemeClr>
              </a:outerShdw>
            </a:effectLst>
            <a:extLst>
              <a:ext uri="{909E8E84-426E-40DD-AFC4-6F175D3DCCD1}">
                <a14:hiddenFill xmlns:a14="http://schemas.microsoft.com/office/drawing/2010/main">
                  <a:noFill/>
                </a14:hiddenFill>
              </a:ext>
            </a:extLst>
          </p:spPr>
          <p:txBody>
            <a:bodyPr wrap="none" anchor="ctr"/>
            <a:lstStyle/>
            <a:p>
              <a:endParaRPr lang="en-US"/>
            </a:p>
          </p:txBody>
        </p:sp>
        <p:sp>
          <p:nvSpPr>
            <p:cNvPr id="21" name="Rounded Rectangle 20"/>
            <p:cNvSpPr/>
            <p:nvPr/>
          </p:nvSpPr>
          <p:spPr>
            <a:xfrm>
              <a:off x="4139952" y="3645024"/>
              <a:ext cx="720080" cy="432048"/>
            </a:xfrm>
            <a:prstGeom prst="roundRect">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7" name="Group 6"/>
          <p:cNvGrpSpPr/>
          <p:nvPr/>
        </p:nvGrpSpPr>
        <p:grpSpPr>
          <a:xfrm>
            <a:off x="7608168" y="3717032"/>
            <a:ext cx="1802532" cy="1869788"/>
            <a:chOff x="6084168" y="3717032"/>
            <a:chExt cx="1802532" cy="1869788"/>
          </a:xfrm>
        </p:grpSpPr>
        <p:sp>
          <p:nvSpPr>
            <p:cNvPr id="182279" name="Rectangle 7"/>
            <p:cNvSpPr>
              <a:spLocks noChangeArrowheads="1"/>
            </p:cNvSpPr>
            <p:nvPr/>
          </p:nvSpPr>
          <p:spPr bwMode="auto">
            <a:xfrm>
              <a:off x="6289675" y="4943054"/>
              <a:ext cx="1597025" cy="643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ctr">
                <a:spcBef>
                  <a:spcPct val="50000"/>
                </a:spcBef>
              </a:pPr>
              <a:r>
                <a:rPr lang="en-US" b="1" u="sng">
                  <a:solidFill>
                    <a:schemeClr val="tx2"/>
                  </a:solidFill>
                  <a:effectLst>
                    <a:outerShdw blurRad="38100" dist="38100" dir="2700000" algn="tl">
                      <a:srgbClr val="DDDDDD"/>
                    </a:outerShdw>
                  </a:effectLst>
                </a:rPr>
                <a:t>170·154 </a:t>
              </a:r>
              <a:br>
                <a:rPr lang="en-US" b="1">
                  <a:solidFill>
                    <a:schemeClr val="tx2"/>
                  </a:solidFill>
                  <a:effectLst>
                    <a:outerShdw blurRad="38100" dist="38100" dir="2700000" algn="tl">
                      <a:srgbClr val="DDDDDD"/>
                    </a:outerShdw>
                  </a:effectLst>
                </a:rPr>
              </a:br>
              <a:r>
                <a:rPr lang="en-US" b="1">
                  <a:solidFill>
                    <a:schemeClr val="tx2"/>
                  </a:solidFill>
                  <a:effectLst>
                    <a:outerShdw blurRad="38100" dist="38100" dir="2700000" algn="tl">
                      <a:srgbClr val="DDDDDD"/>
                    </a:outerShdw>
                  </a:effectLst>
                </a:rPr>
                <a:t>286</a:t>
              </a:r>
            </a:p>
          </p:txBody>
        </p:sp>
        <p:sp>
          <p:nvSpPr>
            <p:cNvPr id="87050" name="Line 8"/>
            <p:cNvSpPr>
              <a:spLocks noChangeShapeType="1"/>
            </p:cNvSpPr>
            <p:nvPr/>
          </p:nvSpPr>
          <p:spPr bwMode="auto">
            <a:xfrm flipH="1" flipV="1">
              <a:off x="6588224" y="4005064"/>
              <a:ext cx="455514" cy="891952"/>
            </a:xfrm>
            <a:prstGeom prst="line">
              <a:avLst/>
            </a:prstGeom>
            <a:noFill/>
            <a:ln w="25400">
              <a:solidFill>
                <a:schemeClr val="tx2"/>
              </a:solidFill>
              <a:round/>
              <a:headEnd/>
              <a:tailEnd type="triangle" w="med" len="med"/>
            </a:ln>
            <a:effectLst>
              <a:outerShdw blurRad="63500" dist="38099" dir="2700000" algn="ctr" rotWithShape="0">
                <a:schemeClr val="bg2">
                  <a:alpha val="74998"/>
                </a:schemeClr>
              </a:outerShdw>
            </a:effectLst>
            <a:extLst>
              <a:ext uri="{909E8E84-426E-40DD-AFC4-6F175D3DCCD1}">
                <a14:hiddenFill xmlns:a14="http://schemas.microsoft.com/office/drawing/2010/main">
                  <a:noFill/>
                </a14:hiddenFill>
              </a:ext>
            </a:extLst>
          </p:spPr>
          <p:txBody>
            <a:bodyPr wrap="none" anchor="ctr"/>
            <a:lstStyle/>
            <a:p>
              <a:endParaRPr lang="en-US"/>
            </a:p>
          </p:txBody>
        </p:sp>
        <p:sp>
          <p:nvSpPr>
            <p:cNvPr id="22" name="Rounded Rectangle 21"/>
            <p:cNvSpPr/>
            <p:nvPr/>
          </p:nvSpPr>
          <p:spPr>
            <a:xfrm>
              <a:off x="6084168" y="3717032"/>
              <a:ext cx="720080" cy="432048"/>
            </a:xfrm>
            <a:prstGeom prst="roundRect">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602566120"/>
      </p:ext>
    </p:extLst>
  </p:cSld>
  <p:clrMapOvr>
    <a:masterClrMapping/>
  </p:clrMapOvr>
  <p:transition>
    <p:wipe dir="r"/>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7" name="Slide Number Placeholder 5"/>
          <p:cNvSpPr>
            <a:spLocks noGrp="1"/>
          </p:cNvSpPr>
          <p:nvPr>
            <p:ph type="sldNum" sz="quarter" idx="12"/>
          </p:nvPr>
        </p:nvSpPr>
        <p:spPr>
          <a:noFill/>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a:defRPr sz="2400">
                <a:solidFill>
                  <a:schemeClr val="tx1"/>
                </a:solidFill>
                <a:latin typeface="Arial" charset="0"/>
                <a:ea typeface="ＭＳ Ｐゴシック" charset="0"/>
              </a:defRPr>
            </a:lvl1pPr>
            <a:lvl2pPr>
              <a:defRPr sz="2000">
                <a:solidFill>
                  <a:schemeClr val="tx1"/>
                </a:solidFill>
                <a:latin typeface="Arial" charset="0"/>
                <a:ea typeface="ＭＳ Ｐゴシック" charset="0"/>
              </a:defRPr>
            </a:lvl2pPr>
            <a:lvl3pPr>
              <a:defRPr sz="2000">
                <a:solidFill>
                  <a:schemeClr val="tx1"/>
                </a:solidFill>
                <a:latin typeface="Arial" charset="0"/>
                <a:ea typeface="ＭＳ Ｐゴシック" charset="0"/>
              </a:defRPr>
            </a:lvl3pPr>
            <a:lvl4pPr>
              <a:defRPr sz="2000">
                <a:solidFill>
                  <a:schemeClr val="tx1"/>
                </a:solidFill>
                <a:latin typeface="Arial" charset="0"/>
                <a:ea typeface="ＭＳ Ｐゴシック" charset="0"/>
              </a:defRPr>
            </a:lvl4pPr>
            <a:lvl5pPr>
              <a:defRPr sz="2000">
                <a:solidFill>
                  <a:schemeClr val="tx1"/>
                </a:solidFill>
                <a:latin typeface="Arial" charset="0"/>
                <a:ea typeface="ＭＳ Ｐゴシック" charset="0"/>
              </a:defRPr>
            </a:lvl5pPr>
            <a:lvl6pPr eaLnBrk="0" hangingPunct="0">
              <a:defRPr sz="2000">
                <a:solidFill>
                  <a:schemeClr val="tx1"/>
                </a:solidFill>
                <a:latin typeface="Arial" charset="0"/>
                <a:ea typeface="ＭＳ Ｐゴシック" charset="0"/>
              </a:defRPr>
            </a:lvl6pPr>
            <a:lvl7pPr eaLnBrk="0" hangingPunct="0">
              <a:defRPr sz="2000">
                <a:solidFill>
                  <a:schemeClr val="tx1"/>
                </a:solidFill>
                <a:latin typeface="Arial" charset="0"/>
                <a:ea typeface="ＭＳ Ｐゴシック" charset="0"/>
              </a:defRPr>
            </a:lvl7pPr>
            <a:lvl8pPr eaLnBrk="0" hangingPunct="0">
              <a:defRPr sz="2000">
                <a:solidFill>
                  <a:schemeClr val="tx1"/>
                </a:solidFill>
                <a:latin typeface="Arial" charset="0"/>
                <a:ea typeface="ＭＳ Ｐゴシック" charset="0"/>
              </a:defRPr>
            </a:lvl8pPr>
            <a:lvl9pPr eaLnBrk="0" hangingPunct="0">
              <a:defRPr sz="2000">
                <a:solidFill>
                  <a:schemeClr val="tx1"/>
                </a:solidFill>
                <a:latin typeface="Arial" charset="0"/>
                <a:ea typeface="ＭＳ Ｐゴシック" charset="0"/>
              </a:defRPr>
            </a:lvl9pPr>
          </a:lstStyle>
          <a:p>
            <a:fld id="{22D8924F-F432-5341-9C31-464841995133}" type="slidenum">
              <a:rPr lang="en-US" sz="1000">
                <a:solidFill>
                  <a:schemeClr val="bg1"/>
                </a:solidFill>
              </a:rPr>
              <a:pPr/>
              <a:t>63</a:t>
            </a:fld>
            <a:endParaRPr lang="en-US" sz="1000">
              <a:solidFill>
                <a:schemeClr val="bg1"/>
              </a:solidFill>
            </a:endParaRPr>
          </a:p>
        </p:txBody>
      </p:sp>
      <p:graphicFrame>
        <p:nvGraphicFramePr>
          <p:cNvPr id="184371" name="Group 51"/>
          <p:cNvGraphicFramePr>
            <a:graphicFrameLocks noGrp="1"/>
          </p:cNvGraphicFramePr>
          <p:nvPr>
            <p:ph idx="1"/>
            <p:extLst>
              <p:ext uri="{D42A27DB-BD31-4B8C-83A1-F6EECF244321}">
                <p14:modId xmlns:p14="http://schemas.microsoft.com/office/powerpoint/2010/main" val="1321497455"/>
              </p:ext>
            </p:extLst>
          </p:nvPr>
        </p:nvGraphicFramePr>
        <p:xfrm>
          <a:off x="1981200" y="1828800"/>
          <a:ext cx="8229600" cy="4273550"/>
        </p:xfrm>
        <a:graphic>
          <a:graphicData uri="http://schemas.openxmlformats.org/drawingml/2006/table">
            <a:tbl>
              <a:tblPr/>
              <a:tblGrid>
                <a:gridCol w="2057400">
                  <a:extLst>
                    <a:ext uri="{9D8B030D-6E8A-4147-A177-3AD203B41FA5}">
                      <a16:colId xmlns:a16="http://schemas.microsoft.com/office/drawing/2014/main" val="20000"/>
                    </a:ext>
                  </a:extLst>
                </a:gridCol>
                <a:gridCol w="2057400">
                  <a:extLst>
                    <a:ext uri="{9D8B030D-6E8A-4147-A177-3AD203B41FA5}">
                      <a16:colId xmlns:a16="http://schemas.microsoft.com/office/drawing/2014/main" val="20001"/>
                    </a:ext>
                  </a:extLst>
                </a:gridCol>
                <a:gridCol w="2057400">
                  <a:extLst>
                    <a:ext uri="{9D8B030D-6E8A-4147-A177-3AD203B41FA5}">
                      <a16:colId xmlns:a16="http://schemas.microsoft.com/office/drawing/2014/main" val="20002"/>
                    </a:ext>
                  </a:extLst>
                </a:gridCol>
                <a:gridCol w="2057400">
                  <a:extLst>
                    <a:ext uri="{9D8B030D-6E8A-4147-A177-3AD203B41FA5}">
                      <a16:colId xmlns:a16="http://schemas.microsoft.com/office/drawing/2014/main" val="20003"/>
                    </a:ext>
                  </a:extLst>
                </a:gridCol>
              </a:tblGrid>
              <a:tr h="716069">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a:solidFill>
                            <a:schemeClr val="tx1"/>
                          </a:solidFill>
                          <a:latin typeface="Arial" charset="0"/>
                        </a:defRPr>
                      </a:lvl3pPr>
                      <a:lvl4pPr>
                        <a:spcBef>
                          <a:spcPct val="20000"/>
                        </a:spcBef>
                        <a:defRPr>
                          <a:solidFill>
                            <a:schemeClr val="tx1"/>
                          </a:solidFill>
                          <a:latin typeface="Arial" charset="0"/>
                        </a:defRPr>
                      </a:lvl4pPr>
                      <a:lvl5pPr>
                        <a:spcBef>
                          <a:spcPct val="20000"/>
                        </a:spcBef>
                        <a:defRPr>
                          <a:solidFill>
                            <a:schemeClr val="tx1"/>
                          </a:solidFill>
                          <a:latin typeface="Arial" charset="0"/>
                        </a:defRPr>
                      </a:lvl5pPr>
                      <a:lvl6pPr fontAlgn="base">
                        <a:spcBef>
                          <a:spcPct val="20000"/>
                        </a:spcBef>
                        <a:spcAft>
                          <a:spcPct val="0"/>
                        </a:spcAft>
                        <a:defRPr>
                          <a:solidFill>
                            <a:schemeClr val="tx1"/>
                          </a:solidFill>
                          <a:latin typeface="Arial" charset="0"/>
                        </a:defRPr>
                      </a:lvl6pPr>
                      <a:lvl7pPr fontAlgn="base">
                        <a:spcBef>
                          <a:spcPct val="20000"/>
                        </a:spcBef>
                        <a:spcAft>
                          <a:spcPct val="0"/>
                        </a:spcAft>
                        <a:defRPr>
                          <a:solidFill>
                            <a:schemeClr val="tx1"/>
                          </a:solidFill>
                          <a:latin typeface="Arial" charset="0"/>
                        </a:defRPr>
                      </a:lvl7pPr>
                      <a:lvl8pPr fontAlgn="base">
                        <a:spcBef>
                          <a:spcPct val="20000"/>
                        </a:spcBef>
                        <a:spcAft>
                          <a:spcPct val="0"/>
                        </a:spcAft>
                        <a:defRPr>
                          <a:solidFill>
                            <a:schemeClr val="tx1"/>
                          </a:solidFill>
                          <a:latin typeface="Arial" charset="0"/>
                        </a:defRPr>
                      </a:lvl8pPr>
                      <a:lvl9pPr fontAlgn="base">
                        <a:spcBef>
                          <a:spcPct val="20000"/>
                        </a:spcBef>
                        <a:spcAft>
                          <a:spcPct val="0"/>
                        </a:spcAft>
                        <a:defRPr>
                          <a:solidFill>
                            <a:schemeClr val="tx1"/>
                          </a:solidFill>
                          <a:latin typeface="Arial"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Arial" charset="0"/>
                        </a:rPr>
                        <a:t>Cell, ij</a:t>
                      </a:r>
                    </a:p>
                  </a:txBody>
                  <a:tcPr marT="45727" marB="457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a:solidFill>
                            <a:schemeClr val="tx1"/>
                          </a:solidFill>
                          <a:latin typeface="Arial" charset="0"/>
                        </a:defRPr>
                      </a:lvl3pPr>
                      <a:lvl4pPr>
                        <a:spcBef>
                          <a:spcPct val="20000"/>
                        </a:spcBef>
                        <a:defRPr>
                          <a:solidFill>
                            <a:schemeClr val="tx1"/>
                          </a:solidFill>
                          <a:latin typeface="Arial" charset="0"/>
                        </a:defRPr>
                      </a:lvl4pPr>
                      <a:lvl5pPr>
                        <a:spcBef>
                          <a:spcPct val="20000"/>
                        </a:spcBef>
                        <a:defRPr>
                          <a:solidFill>
                            <a:schemeClr val="tx1"/>
                          </a:solidFill>
                          <a:latin typeface="Arial" charset="0"/>
                        </a:defRPr>
                      </a:lvl5pPr>
                      <a:lvl6pPr fontAlgn="base">
                        <a:spcBef>
                          <a:spcPct val="20000"/>
                        </a:spcBef>
                        <a:spcAft>
                          <a:spcPct val="0"/>
                        </a:spcAft>
                        <a:defRPr>
                          <a:solidFill>
                            <a:schemeClr val="tx1"/>
                          </a:solidFill>
                          <a:latin typeface="Arial" charset="0"/>
                        </a:defRPr>
                      </a:lvl6pPr>
                      <a:lvl7pPr fontAlgn="base">
                        <a:spcBef>
                          <a:spcPct val="20000"/>
                        </a:spcBef>
                        <a:spcAft>
                          <a:spcPct val="0"/>
                        </a:spcAft>
                        <a:defRPr>
                          <a:solidFill>
                            <a:schemeClr val="tx1"/>
                          </a:solidFill>
                          <a:latin typeface="Arial" charset="0"/>
                        </a:defRPr>
                      </a:lvl7pPr>
                      <a:lvl8pPr fontAlgn="base">
                        <a:spcBef>
                          <a:spcPct val="20000"/>
                        </a:spcBef>
                        <a:spcAft>
                          <a:spcPct val="0"/>
                        </a:spcAft>
                        <a:defRPr>
                          <a:solidFill>
                            <a:schemeClr val="tx1"/>
                          </a:solidFill>
                          <a:latin typeface="Arial" charset="0"/>
                        </a:defRPr>
                      </a:lvl8pPr>
                      <a:lvl9pPr fontAlgn="base">
                        <a:spcBef>
                          <a:spcPct val="20000"/>
                        </a:spcBef>
                        <a:spcAft>
                          <a:spcPct val="0"/>
                        </a:spcAft>
                        <a:defRPr>
                          <a:solidFill>
                            <a:schemeClr val="tx1"/>
                          </a:solidFill>
                          <a:latin typeface="Arial"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000" b="0" i="0" u="none" strike="noStrike" cap="none" normalizeH="0" baseline="0" dirty="0">
                          <a:ln>
                            <a:noFill/>
                          </a:ln>
                          <a:solidFill>
                            <a:schemeClr val="tx1"/>
                          </a:solidFill>
                          <a:effectLst/>
                          <a:latin typeface="Arial" charset="0"/>
                        </a:rPr>
                        <a:t>Observed Count, </a:t>
                      </a:r>
                      <a:r>
                        <a:rPr kumimoji="0" lang="en-US" altLang="en-US" sz="2000" b="0" i="0" u="none" strike="noStrike" cap="none" normalizeH="0" baseline="0" dirty="0" err="1">
                          <a:ln>
                            <a:noFill/>
                          </a:ln>
                          <a:solidFill>
                            <a:schemeClr val="tx1"/>
                          </a:solidFill>
                          <a:effectLst/>
                          <a:latin typeface="Arial" charset="0"/>
                        </a:rPr>
                        <a:t>o</a:t>
                      </a:r>
                      <a:r>
                        <a:rPr kumimoji="0" lang="en-US" altLang="en-US" sz="2000" b="0" i="0" u="none" strike="noStrike" cap="none" normalizeH="0" baseline="-25000" dirty="0" err="1">
                          <a:ln>
                            <a:noFill/>
                          </a:ln>
                          <a:solidFill>
                            <a:schemeClr val="tx1"/>
                          </a:solidFill>
                          <a:effectLst/>
                          <a:latin typeface="Arial" charset="0"/>
                        </a:rPr>
                        <a:t>ij</a:t>
                      </a:r>
                      <a:endParaRPr kumimoji="0" lang="en-US" altLang="en-US" sz="2000" b="0" i="0" u="none" strike="noStrike" cap="none" normalizeH="0" baseline="-25000" dirty="0">
                        <a:ln>
                          <a:noFill/>
                        </a:ln>
                        <a:solidFill>
                          <a:schemeClr val="tx1"/>
                        </a:solidFill>
                        <a:effectLst/>
                        <a:latin typeface="Arial" charset="0"/>
                      </a:endParaRPr>
                    </a:p>
                  </a:txBody>
                  <a:tcPr marT="45727" marB="457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a:solidFill>
                            <a:schemeClr val="tx1"/>
                          </a:solidFill>
                          <a:latin typeface="Arial" charset="0"/>
                        </a:defRPr>
                      </a:lvl3pPr>
                      <a:lvl4pPr>
                        <a:spcBef>
                          <a:spcPct val="20000"/>
                        </a:spcBef>
                        <a:defRPr>
                          <a:solidFill>
                            <a:schemeClr val="tx1"/>
                          </a:solidFill>
                          <a:latin typeface="Arial" charset="0"/>
                        </a:defRPr>
                      </a:lvl4pPr>
                      <a:lvl5pPr>
                        <a:spcBef>
                          <a:spcPct val="20000"/>
                        </a:spcBef>
                        <a:defRPr>
                          <a:solidFill>
                            <a:schemeClr val="tx1"/>
                          </a:solidFill>
                          <a:latin typeface="Arial" charset="0"/>
                        </a:defRPr>
                      </a:lvl5pPr>
                      <a:lvl6pPr fontAlgn="base">
                        <a:spcBef>
                          <a:spcPct val="20000"/>
                        </a:spcBef>
                        <a:spcAft>
                          <a:spcPct val="0"/>
                        </a:spcAft>
                        <a:defRPr>
                          <a:solidFill>
                            <a:schemeClr val="tx1"/>
                          </a:solidFill>
                          <a:latin typeface="Arial" charset="0"/>
                        </a:defRPr>
                      </a:lvl6pPr>
                      <a:lvl7pPr fontAlgn="base">
                        <a:spcBef>
                          <a:spcPct val="20000"/>
                        </a:spcBef>
                        <a:spcAft>
                          <a:spcPct val="0"/>
                        </a:spcAft>
                        <a:defRPr>
                          <a:solidFill>
                            <a:schemeClr val="tx1"/>
                          </a:solidFill>
                          <a:latin typeface="Arial" charset="0"/>
                        </a:defRPr>
                      </a:lvl7pPr>
                      <a:lvl8pPr fontAlgn="base">
                        <a:spcBef>
                          <a:spcPct val="20000"/>
                        </a:spcBef>
                        <a:spcAft>
                          <a:spcPct val="0"/>
                        </a:spcAft>
                        <a:defRPr>
                          <a:solidFill>
                            <a:schemeClr val="tx1"/>
                          </a:solidFill>
                          <a:latin typeface="Arial" charset="0"/>
                        </a:defRPr>
                      </a:lvl8pPr>
                      <a:lvl9pPr fontAlgn="base">
                        <a:spcBef>
                          <a:spcPct val="20000"/>
                        </a:spcBef>
                        <a:spcAft>
                          <a:spcPct val="0"/>
                        </a:spcAft>
                        <a:defRPr>
                          <a:solidFill>
                            <a:schemeClr val="tx1"/>
                          </a:solidFill>
                          <a:latin typeface="Arial"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000" b="0" i="0" u="none" strike="noStrike" cap="none" normalizeH="0" baseline="0" dirty="0">
                          <a:ln>
                            <a:noFill/>
                          </a:ln>
                          <a:solidFill>
                            <a:schemeClr val="tx1"/>
                          </a:solidFill>
                          <a:effectLst/>
                          <a:latin typeface="Arial" charset="0"/>
                        </a:rPr>
                        <a:t>Expected Count, </a:t>
                      </a:r>
                      <a:r>
                        <a:rPr kumimoji="0" lang="en-US" altLang="en-US" sz="2000" b="0" i="0" u="none" strike="noStrike" cap="none" normalizeH="0" baseline="0" dirty="0" err="1">
                          <a:ln>
                            <a:noFill/>
                          </a:ln>
                          <a:solidFill>
                            <a:schemeClr val="tx1"/>
                          </a:solidFill>
                          <a:effectLst/>
                          <a:latin typeface="Arial" charset="0"/>
                        </a:rPr>
                        <a:t>e</a:t>
                      </a:r>
                      <a:r>
                        <a:rPr kumimoji="0" lang="en-US" altLang="en-US" sz="2000" b="0" i="0" u="none" strike="noStrike" cap="none" normalizeH="0" baseline="-25000" dirty="0" err="1">
                          <a:ln>
                            <a:noFill/>
                          </a:ln>
                          <a:solidFill>
                            <a:schemeClr val="tx1"/>
                          </a:solidFill>
                          <a:effectLst/>
                          <a:latin typeface="Arial" charset="0"/>
                        </a:rPr>
                        <a:t>ij</a:t>
                      </a:r>
                      <a:endParaRPr kumimoji="0" lang="en-US" altLang="en-US" sz="2000" b="0" i="0" u="none" strike="noStrike" cap="none" normalizeH="0" baseline="0" dirty="0">
                        <a:ln>
                          <a:noFill/>
                        </a:ln>
                        <a:solidFill>
                          <a:schemeClr val="tx1"/>
                        </a:solidFill>
                        <a:effectLst/>
                        <a:latin typeface="Arial" charset="0"/>
                      </a:endParaRPr>
                    </a:p>
                  </a:txBody>
                  <a:tcPr marT="45727" marB="457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a:solidFill>
                            <a:schemeClr val="tx1"/>
                          </a:solidFill>
                          <a:latin typeface="Arial" charset="0"/>
                        </a:defRPr>
                      </a:lvl3pPr>
                      <a:lvl4pPr>
                        <a:spcBef>
                          <a:spcPct val="20000"/>
                        </a:spcBef>
                        <a:defRPr>
                          <a:solidFill>
                            <a:schemeClr val="tx1"/>
                          </a:solidFill>
                          <a:latin typeface="Arial" charset="0"/>
                        </a:defRPr>
                      </a:lvl4pPr>
                      <a:lvl5pPr>
                        <a:spcBef>
                          <a:spcPct val="20000"/>
                        </a:spcBef>
                        <a:defRPr>
                          <a:solidFill>
                            <a:schemeClr val="tx1"/>
                          </a:solidFill>
                          <a:latin typeface="Arial" charset="0"/>
                        </a:defRPr>
                      </a:lvl5pPr>
                      <a:lvl6pPr fontAlgn="base">
                        <a:spcBef>
                          <a:spcPct val="20000"/>
                        </a:spcBef>
                        <a:spcAft>
                          <a:spcPct val="0"/>
                        </a:spcAft>
                        <a:defRPr>
                          <a:solidFill>
                            <a:schemeClr val="tx1"/>
                          </a:solidFill>
                          <a:latin typeface="Arial" charset="0"/>
                        </a:defRPr>
                      </a:lvl6pPr>
                      <a:lvl7pPr fontAlgn="base">
                        <a:spcBef>
                          <a:spcPct val="20000"/>
                        </a:spcBef>
                        <a:spcAft>
                          <a:spcPct val="0"/>
                        </a:spcAft>
                        <a:defRPr>
                          <a:solidFill>
                            <a:schemeClr val="tx1"/>
                          </a:solidFill>
                          <a:latin typeface="Arial" charset="0"/>
                        </a:defRPr>
                      </a:lvl7pPr>
                      <a:lvl8pPr fontAlgn="base">
                        <a:spcBef>
                          <a:spcPct val="20000"/>
                        </a:spcBef>
                        <a:spcAft>
                          <a:spcPct val="0"/>
                        </a:spcAft>
                        <a:defRPr>
                          <a:solidFill>
                            <a:schemeClr val="tx1"/>
                          </a:solidFill>
                          <a:latin typeface="Arial" charset="0"/>
                        </a:defRPr>
                      </a:lvl8pPr>
                      <a:lvl9pPr fontAlgn="base">
                        <a:spcBef>
                          <a:spcPct val="20000"/>
                        </a:spcBef>
                        <a:spcAft>
                          <a:spcPct val="0"/>
                        </a:spcAft>
                        <a:defRPr>
                          <a:solidFill>
                            <a:schemeClr val="tx1"/>
                          </a:solidFill>
                          <a:latin typeface="Arial"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000" b="0" i="0" u="none" strike="noStrike" cap="none" normalizeH="0" baseline="0" dirty="0">
                          <a:ln>
                            <a:noFill/>
                          </a:ln>
                          <a:solidFill>
                            <a:schemeClr val="tx1"/>
                          </a:solidFill>
                          <a:effectLst/>
                          <a:latin typeface="Arial" charset="0"/>
                        </a:rPr>
                        <a:t>[</a:t>
                      </a:r>
                      <a:r>
                        <a:rPr kumimoji="0" lang="en-US" altLang="en-US" sz="2000" b="0" i="0" u="none" strike="noStrike" cap="none" normalizeH="0" baseline="0" dirty="0" err="1">
                          <a:ln>
                            <a:noFill/>
                          </a:ln>
                          <a:solidFill>
                            <a:schemeClr val="tx1"/>
                          </a:solidFill>
                          <a:effectLst/>
                          <a:latin typeface="Arial" charset="0"/>
                        </a:rPr>
                        <a:t>o</a:t>
                      </a:r>
                      <a:r>
                        <a:rPr kumimoji="0" lang="en-US" altLang="en-US" sz="2000" b="0" i="0" u="none" strike="noStrike" cap="none" normalizeH="0" baseline="-25000" dirty="0" err="1">
                          <a:ln>
                            <a:noFill/>
                          </a:ln>
                          <a:solidFill>
                            <a:schemeClr val="tx1"/>
                          </a:solidFill>
                          <a:effectLst/>
                          <a:latin typeface="Arial" charset="0"/>
                        </a:rPr>
                        <a:t>ij</a:t>
                      </a:r>
                      <a:r>
                        <a:rPr kumimoji="0" lang="en-US" altLang="en-US" sz="2000" b="0" i="0" u="none" strike="noStrike" cap="none" normalizeH="0" baseline="0" dirty="0">
                          <a:ln>
                            <a:noFill/>
                          </a:ln>
                          <a:solidFill>
                            <a:schemeClr val="tx1"/>
                          </a:solidFill>
                          <a:effectLst/>
                          <a:latin typeface="Arial" charset="0"/>
                        </a:rPr>
                        <a:t> -</a:t>
                      </a:r>
                      <a:r>
                        <a:rPr kumimoji="0" lang="en-US" altLang="en-US" sz="2000" b="0" i="0" u="none" strike="noStrike" cap="none" normalizeH="0" baseline="0" dirty="0" err="1">
                          <a:ln>
                            <a:noFill/>
                          </a:ln>
                          <a:solidFill>
                            <a:schemeClr val="tx1"/>
                          </a:solidFill>
                          <a:effectLst/>
                          <a:latin typeface="Arial" charset="0"/>
                        </a:rPr>
                        <a:t>e</a:t>
                      </a:r>
                      <a:r>
                        <a:rPr kumimoji="0" lang="en-US" altLang="en-US" sz="2000" b="0" i="0" u="none" strike="noStrike" cap="none" normalizeH="0" baseline="-25000" dirty="0" err="1">
                          <a:ln>
                            <a:noFill/>
                          </a:ln>
                          <a:solidFill>
                            <a:schemeClr val="tx1"/>
                          </a:solidFill>
                          <a:effectLst/>
                          <a:latin typeface="Arial" charset="0"/>
                        </a:rPr>
                        <a:t>ij</a:t>
                      </a:r>
                      <a:r>
                        <a:rPr kumimoji="0" lang="en-US" altLang="en-US" sz="2000" b="0" i="0" u="none" strike="noStrike" cap="none" normalizeH="0" baseline="0" dirty="0">
                          <a:ln>
                            <a:noFill/>
                          </a:ln>
                          <a:solidFill>
                            <a:schemeClr val="tx1"/>
                          </a:solidFill>
                          <a:effectLst/>
                          <a:latin typeface="Arial" charset="0"/>
                        </a:rPr>
                        <a:t>)]</a:t>
                      </a:r>
                      <a:r>
                        <a:rPr kumimoji="0" lang="en-US" altLang="en-US" sz="2000" b="0" i="0" u="none" strike="noStrike" cap="none" normalizeH="0" baseline="30000" dirty="0">
                          <a:ln>
                            <a:noFill/>
                          </a:ln>
                          <a:solidFill>
                            <a:schemeClr val="tx1"/>
                          </a:solidFill>
                          <a:effectLst/>
                          <a:latin typeface="Arial" charset="0"/>
                        </a:rPr>
                        <a:t>2</a:t>
                      </a:r>
                      <a:r>
                        <a:rPr kumimoji="0" lang="en-US" altLang="en-US" sz="2000" b="0" i="0" u="none" strike="noStrike" cap="none" normalizeH="0" baseline="0" dirty="0">
                          <a:ln>
                            <a:noFill/>
                          </a:ln>
                          <a:solidFill>
                            <a:schemeClr val="tx1"/>
                          </a:solidFill>
                          <a:effectLst/>
                          <a:latin typeface="Arial" charset="0"/>
                        </a:rPr>
                        <a:t>/ </a:t>
                      </a:r>
                      <a:r>
                        <a:rPr kumimoji="0" lang="en-US" altLang="en-US" sz="2000" b="0" i="0" u="none" strike="noStrike" cap="none" normalizeH="0" baseline="0" dirty="0" err="1">
                          <a:ln>
                            <a:noFill/>
                          </a:ln>
                          <a:solidFill>
                            <a:schemeClr val="tx1"/>
                          </a:solidFill>
                          <a:effectLst/>
                          <a:latin typeface="Arial" charset="0"/>
                        </a:rPr>
                        <a:t>e</a:t>
                      </a:r>
                      <a:r>
                        <a:rPr kumimoji="0" lang="en-US" altLang="en-US" sz="2000" b="0" i="0" u="none" strike="noStrike" cap="none" normalizeH="0" baseline="-25000" dirty="0" err="1">
                          <a:ln>
                            <a:noFill/>
                          </a:ln>
                          <a:solidFill>
                            <a:schemeClr val="tx1"/>
                          </a:solidFill>
                          <a:effectLst/>
                          <a:latin typeface="Arial" charset="0"/>
                        </a:rPr>
                        <a:t>ij</a:t>
                      </a:r>
                      <a:endParaRPr kumimoji="0" lang="en-US" altLang="en-US" sz="2000" b="0" i="0" u="none" strike="noStrike" cap="none" normalizeH="0" baseline="0" dirty="0">
                        <a:ln>
                          <a:noFill/>
                        </a:ln>
                        <a:solidFill>
                          <a:schemeClr val="tx1"/>
                        </a:solidFill>
                        <a:effectLst/>
                        <a:latin typeface="Arial" charset="0"/>
                      </a:endParaRPr>
                    </a:p>
                  </a:txBody>
                  <a:tcPr marT="45727" marB="457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762113">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a:solidFill>
                            <a:schemeClr val="tx1"/>
                          </a:solidFill>
                          <a:latin typeface="Arial" charset="0"/>
                        </a:defRPr>
                      </a:lvl3pPr>
                      <a:lvl4pPr>
                        <a:spcBef>
                          <a:spcPct val="20000"/>
                        </a:spcBef>
                        <a:defRPr>
                          <a:solidFill>
                            <a:schemeClr val="tx1"/>
                          </a:solidFill>
                          <a:latin typeface="Arial" charset="0"/>
                        </a:defRPr>
                      </a:lvl4pPr>
                      <a:lvl5pPr>
                        <a:spcBef>
                          <a:spcPct val="20000"/>
                        </a:spcBef>
                        <a:defRPr>
                          <a:solidFill>
                            <a:schemeClr val="tx1"/>
                          </a:solidFill>
                          <a:latin typeface="Arial" charset="0"/>
                        </a:defRPr>
                      </a:lvl5pPr>
                      <a:lvl6pPr fontAlgn="base">
                        <a:spcBef>
                          <a:spcPct val="20000"/>
                        </a:spcBef>
                        <a:spcAft>
                          <a:spcPct val="0"/>
                        </a:spcAft>
                        <a:defRPr>
                          <a:solidFill>
                            <a:schemeClr val="tx1"/>
                          </a:solidFill>
                          <a:latin typeface="Arial" charset="0"/>
                        </a:defRPr>
                      </a:lvl6pPr>
                      <a:lvl7pPr fontAlgn="base">
                        <a:spcBef>
                          <a:spcPct val="20000"/>
                        </a:spcBef>
                        <a:spcAft>
                          <a:spcPct val="0"/>
                        </a:spcAft>
                        <a:defRPr>
                          <a:solidFill>
                            <a:schemeClr val="tx1"/>
                          </a:solidFill>
                          <a:latin typeface="Arial" charset="0"/>
                        </a:defRPr>
                      </a:lvl7pPr>
                      <a:lvl8pPr fontAlgn="base">
                        <a:spcBef>
                          <a:spcPct val="20000"/>
                        </a:spcBef>
                        <a:spcAft>
                          <a:spcPct val="0"/>
                        </a:spcAft>
                        <a:defRPr>
                          <a:solidFill>
                            <a:schemeClr val="tx1"/>
                          </a:solidFill>
                          <a:latin typeface="Arial" charset="0"/>
                        </a:defRPr>
                      </a:lvl8pPr>
                      <a:lvl9pPr fontAlgn="base">
                        <a:spcBef>
                          <a:spcPct val="20000"/>
                        </a:spcBef>
                        <a:spcAft>
                          <a:spcPct val="0"/>
                        </a:spcAft>
                        <a:defRPr>
                          <a:solidFill>
                            <a:schemeClr val="tx1"/>
                          </a:solidFill>
                          <a:latin typeface="Arial"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Arial" charset="0"/>
                        </a:rPr>
                        <a:t>1,1</a:t>
                      </a:r>
                    </a:p>
                  </a:txBody>
                  <a:tcPr marT="45727" marB="457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a:solidFill>
                            <a:schemeClr val="tx1"/>
                          </a:solidFill>
                          <a:latin typeface="Arial" charset="0"/>
                        </a:defRPr>
                      </a:lvl3pPr>
                      <a:lvl4pPr>
                        <a:spcBef>
                          <a:spcPct val="20000"/>
                        </a:spcBef>
                        <a:defRPr>
                          <a:solidFill>
                            <a:schemeClr val="tx1"/>
                          </a:solidFill>
                          <a:latin typeface="Arial" charset="0"/>
                        </a:defRPr>
                      </a:lvl4pPr>
                      <a:lvl5pPr>
                        <a:spcBef>
                          <a:spcPct val="20000"/>
                        </a:spcBef>
                        <a:defRPr>
                          <a:solidFill>
                            <a:schemeClr val="tx1"/>
                          </a:solidFill>
                          <a:latin typeface="Arial" charset="0"/>
                        </a:defRPr>
                      </a:lvl5pPr>
                      <a:lvl6pPr fontAlgn="base">
                        <a:spcBef>
                          <a:spcPct val="20000"/>
                        </a:spcBef>
                        <a:spcAft>
                          <a:spcPct val="0"/>
                        </a:spcAft>
                        <a:defRPr>
                          <a:solidFill>
                            <a:schemeClr val="tx1"/>
                          </a:solidFill>
                          <a:latin typeface="Arial" charset="0"/>
                        </a:defRPr>
                      </a:lvl6pPr>
                      <a:lvl7pPr fontAlgn="base">
                        <a:spcBef>
                          <a:spcPct val="20000"/>
                        </a:spcBef>
                        <a:spcAft>
                          <a:spcPct val="0"/>
                        </a:spcAft>
                        <a:defRPr>
                          <a:solidFill>
                            <a:schemeClr val="tx1"/>
                          </a:solidFill>
                          <a:latin typeface="Arial" charset="0"/>
                        </a:defRPr>
                      </a:lvl7pPr>
                      <a:lvl8pPr fontAlgn="base">
                        <a:spcBef>
                          <a:spcPct val="20000"/>
                        </a:spcBef>
                        <a:spcAft>
                          <a:spcPct val="0"/>
                        </a:spcAft>
                        <a:defRPr>
                          <a:solidFill>
                            <a:schemeClr val="tx1"/>
                          </a:solidFill>
                          <a:latin typeface="Arial" charset="0"/>
                        </a:defRPr>
                      </a:lvl8pPr>
                      <a:lvl9pPr fontAlgn="base">
                        <a:spcBef>
                          <a:spcPct val="20000"/>
                        </a:spcBef>
                        <a:spcAft>
                          <a:spcPct val="0"/>
                        </a:spcAft>
                        <a:defRPr>
                          <a:solidFill>
                            <a:schemeClr val="tx1"/>
                          </a:solidFill>
                          <a:latin typeface="Arial"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Arial" charset="0"/>
                        </a:rPr>
                        <a:t>84</a:t>
                      </a:r>
                    </a:p>
                  </a:txBody>
                  <a:tcPr marT="45727" marB="457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a:solidFill>
                            <a:schemeClr val="tx1"/>
                          </a:solidFill>
                          <a:latin typeface="Arial" charset="0"/>
                        </a:defRPr>
                      </a:lvl3pPr>
                      <a:lvl4pPr>
                        <a:spcBef>
                          <a:spcPct val="20000"/>
                        </a:spcBef>
                        <a:defRPr>
                          <a:solidFill>
                            <a:schemeClr val="tx1"/>
                          </a:solidFill>
                          <a:latin typeface="Arial" charset="0"/>
                        </a:defRPr>
                      </a:lvl4pPr>
                      <a:lvl5pPr>
                        <a:spcBef>
                          <a:spcPct val="20000"/>
                        </a:spcBef>
                        <a:defRPr>
                          <a:solidFill>
                            <a:schemeClr val="tx1"/>
                          </a:solidFill>
                          <a:latin typeface="Arial" charset="0"/>
                        </a:defRPr>
                      </a:lvl5pPr>
                      <a:lvl6pPr fontAlgn="base">
                        <a:spcBef>
                          <a:spcPct val="20000"/>
                        </a:spcBef>
                        <a:spcAft>
                          <a:spcPct val="0"/>
                        </a:spcAft>
                        <a:defRPr>
                          <a:solidFill>
                            <a:schemeClr val="tx1"/>
                          </a:solidFill>
                          <a:latin typeface="Arial" charset="0"/>
                        </a:defRPr>
                      </a:lvl6pPr>
                      <a:lvl7pPr fontAlgn="base">
                        <a:spcBef>
                          <a:spcPct val="20000"/>
                        </a:spcBef>
                        <a:spcAft>
                          <a:spcPct val="0"/>
                        </a:spcAft>
                        <a:defRPr>
                          <a:solidFill>
                            <a:schemeClr val="tx1"/>
                          </a:solidFill>
                          <a:latin typeface="Arial" charset="0"/>
                        </a:defRPr>
                      </a:lvl7pPr>
                      <a:lvl8pPr fontAlgn="base">
                        <a:spcBef>
                          <a:spcPct val="20000"/>
                        </a:spcBef>
                        <a:spcAft>
                          <a:spcPct val="0"/>
                        </a:spcAft>
                        <a:defRPr>
                          <a:solidFill>
                            <a:schemeClr val="tx1"/>
                          </a:solidFill>
                          <a:latin typeface="Arial" charset="0"/>
                        </a:defRPr>
                      </a:lvl8pPr>
                      <a:lvl9pPr fontAlgn="base">
                        <a:spcBef>
                          <a:spcPct val="20000"/>
                        </a:spcBef>
                        <a:spcAft>
                          <a:spcPct val="0"/>
                        </a:spcAft>
                        <a:defRPr>
                          <a:solidFill>
                            <a:schemeClr val="tx1"/>
                          </a:solidFill>
                          <a:latin typeface="Arial"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Arial" charset="0"/>
                        </a:rPr>
                        <a:t>(116)(132)/286</a:t>
                      </a:r>
                    </a:p>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Arial" charset="0"/>
                        </a:rPr>
                        <a:t>=53.5</a:t>
                      </a:r>
                    </a:p>
                  </a:txBody>
                  <a:tcPr marT="45727" marB="457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a:solidFill>
                            <a:schemeClr val="tx1"/>
                          </a:solidFill>
                          <a:latin typeface="Arial" charset="0"/>
                        </a:defRPr>
                      </a:lvl3pPr>
                      <a:lvl4pPr>
                        <a:spcBef>
                          <a:spcPct val="20000"/>
                        </a:spcBef>
                        <a:defRPr>
                          <a:solidFill>
                            <a:schemeClr val="tx1"/>
                          </a:solidFill>
                          <a:latin typeface="Arial" charset="0"/>
                        </a:defRPr>
                      </a:lvl4pPr>
                      <a:lvl5pPr>
                        <a:spcBef>
                          <a:spcPct val="20000"/>
                        </a:spcBef>
                        <a:defRPr>
                          <a:solidFill>
                            <a:schemeClr val="tx1"/>
                          </a:solidFill>
                          <a:latin typeface="Arial" charset="0"/>
                        </a:defRPr>
                      </a:lvl5pPr>
                      <a:lvl6pPr fontAlgn="base">
                        <a:spcBef>
                          <a:spcPct val="20000"/>
                        </a:spcBef>
                        <a:spcAft>
                          <a:spcPct val="0"/>
                        </a:spcAft>
                        <a:defRPr>
                          <a:solidFill>
                            <a:schemeClr val="tx1"/>
                          </a:solidFill>
                          <a:latin typeface="Arial" charset="0"/>
                        </a:defRPr>
                      </a:lvl6pPr>
                      <a:lvl7pPr fontAlgn="base">
                        <a:spcBef>
                          <a:spcPct val="20000"/>
                        </a:spcBef>
                        <a:spcAft>
                          <a:spcPct val="0"/>
                        </a:spcAft>
                        <a:defRPr>
                          <a:solidFill>
                            <a:schemeClr val="tx1"/>
                          </a:solidFill>
                          <a:latin typeface="Arial" charset="0"/>
                        </a:defRPr>
                      </a:lvl7pPr>
                      <a:lvl8pPr fontAlgn="base">
                        <a:spcBef>
                          <a:spcPct val="20000"/>
                        </a:spcBef>
                        <a:spcAft>
                          <a:spcPct val="0"/>
                        </a:spcAft>
                        <a:defRPr>
                          <a:solidFill>
                            <a:schemeClr val="tx1"/>
                          </a:solidFill>
                          <a:latin typeface="Arial" charset="0"/>
                        </a:defRPr>
                      </a:lvl8pPr>
                      <a:lvl9pPr fontAlgn="base">
                        <a:spcBef>
                          <a:spcPct val="20000"/>
                        </a:spcBef>
                        <a:spcAft>
                          <a:spcPct val="0"/>
                        </a:spcAft>
                        <a:defRPr>
                          <a:solidFill>
                            <a:schemeClr val="tx1"/>
                          </a:solidFill>
                          <a:latin typeface="Arial"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000" b="0" i="0" u="none" strike="noStrike" cap="none" normalizeH="0" baseline="0" dirty="0">
                          <a:ln>
                            <a:noFill/>
                          </a:ln>
                          <a:solidFill>
                            <a:schemeClr val="tx1"/>
                          </a:solidFill>
                          <a:effectLst/>
                          <a:latin typeface="Arial" charset="0"/>
                        </a:rPr>
                        <a:t>17.39</a:t>
                      </a:r>
                    </a:p>
                  </a:txBody>
                  <a:tcPr marT="45727" marB="457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762113">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a:solidFill>
                            <a:schemeClr val="tx1"/>
                          </a:solidFill>
                          <a:latin typeface="Arial" charset="0"/>
                        </a:defRPr>
                      </a:lvl3pPr>
                      <a:lvl4pPr>
                        <a:spcBef>
                          <a:spcPct val="20000"/>
                        </a:spcBef>
                        <a:defRPr>
                          <a:solidFill>
                            <a:schemeClr val="tx1"/>
                          </a:solidFill>
                          <a:latin typeface="Arial" charset="0"/>
                        </a:defRPr>
                      </a:lvl4pPr>
                      <a:lvl5pPr>
                        <a:spcBef>
                          <a:spcPct val="20000"/>
                        </a:spcBef>
                        <a:defRPr>
                          <a:solidFill>
                            <a:schemeClr val="tx1"/>
                          </a:solidFill>
                          <a:latin typeface="Arial" charset="0"/>
                        </a:defRPr>
                      </a:lvl5pPr>
                      <a:lvl6pPr fontAlgn="base">
                        <a:spcBef>
                          <a:spcPct val="20000"/>
                        </a:spcBef>
                        <a:spcAft>
                          <a:spcPct val="0"/>
                        </a:spcAft>
                        <a:defRPr>
                          <a:solidFill>
                            <a:schemeClr val="tx1"/>
                          </a:solidFill>
                          <a:latin typeface="Arial" charset="0"/>
                        </a:defRPr>
                      </a:lvl6pPr>
                      <a:lvl7pPr fontAlgn="base">
                        <a:spcBef>
                          <a:spcPct val="20000"/>
                        </a:spcBef>
                        <a:spcAft>
                          <a:spcPct val="0"/>
                        </a:spcAft>
                        <a:defRPr>
                          <a:solidFill>
                            <a:schemeClr val="tx1"/>
                          </a:solidFill>
                          <a:latin typeface="Arial" charset="0"/>
                        </a:defRPr>
                      </a:lvl7pPr>
                      <a:lvl8pPr fontAlgn="base">
                        <a:spcBef>
                          <a:spcPct val="20000"/>
                        </a:spcBef>
                        <a:spcAft>
                          <a:spcPct val="0"/>
                        </a:spcAft>
                        <a:defRPr>
                          <a:solidFill>
                            <a:schemeClr val="tx1"/>
                          </a:solidFill>
                          <a:latin typeface="Arial" charset="0"/>
                        </a:defRPr>
                      </a:lvl8pPr>
                      <a:lvl9pPr fontAlgn="base">
                        <a:spcBef>
                          <a:spcPct val="20000"/>
                        </a:spcBef>
                        <a:spcAft>
                          <a:spcPct val="0"/>
                        </a:spcAft>
                        <a:defRPr>
                          <a:solidFill>
                            <a:schemeClr val="tx1"/>
                          </a:solidFill>
                          <a:latin typeface="Arial"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Arial" charset="0"/>
                        </a:rPr>
                        <a:t>1,2</a:t>
                      </a:r>
                    </a:p>
                  </a:txBody>
                  <a:tcPr marT="45727" marB="457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a:solidFill>
                            <a:schemeClr val="tx1"/>
                          </a:solidFill>
                          <a:latin typeface="Arial" charset="0"/>
                        </a:defRPr>
                      </a:lvl3pPr>
                      <a:lvl4pPr>
                        <a:spcBef>
                          <a:spcPct val="20000"/>
                        </a:spcBef>
                        <a:defRPr>
                          <a:solidFill>
                            <a:schemeClr val="tx1"/>
                          </a:solidFill>
                          <a:latin typeface="Arial" charset="0"/>
                        </a:defRPr>
                      </a:lvl4pPr>
                      <a:lvl5pPr>
                        <a:spcBef>
                          <a:spcPct val="20000"/>
                        </a:spcBef>
                        <a:defRPr>
                          <a:solidFill>
                            <a:schemeClr val="tx1"/>
                          </a:solidFill>
                          <a:latin typeface="Arial" charset="0"/>
                        </a:defRPr>
                      </a:lvl5pPr>
                      <a:lvl6pPr fontAlgn="base">
                        <a:spcBef>
                          <a:spcPct val="20000"/>
                        </a:spcBef>
                        <a:spcAft>
                          <a:spcPct val="0"/>
                        </a:spcAft>
                        <a:defRPr>
                          <a:solidFill>
                            <a:schemeClr val="tx1"/>
                          </a:solidFill>
                          <a:latin typeface="Arial" charset="0"/>
                        </a:defRPr>
                      </a:lvl6pPr>
                      <a:lvl7pPr fontAlgn="base">
                        <a:spcBef>
                          <a:spcPct val="20000"/>
                        </a:spcBef>
                        <a:spcAft>
                          <a:spcPct val="0"/>
                        </a:spcAft>
                        <a:defRPr>
                          <a:solidFill>
                            <a:schemeClr val="tx1"/>
                          </a:solidFill>
                          <a:latin typeface="Arial" charset="0"/>
                        </a:defRPr>
                      </a:lvl7pPr>
                      <a:lvl8pPr fontAlgn="base">
                        <a:spcBef>
                          <a:spcPct val="20000"/>
                        </a:spcBef>
                        <a:spcAft>
                          <a:spcPct val="0"/>
                        </a:spcAft>
                        <a:defRPr>
                          <a:solidFill>
                            <a:schemeClr val="tx1"/>
                          </a:solidFill>
                          <a:latin typeface="Arial" charset="0"/>
                        </a:defRPr>
                      </a:lvl8pPr>
                      <a:lvl9pPr fontAlgn="base">
                        <a:spcBef>
                          <a:spcPct val="20000"/>
                        </a:spcBef>
                        <a:spcAft>
                          <a:spcPct val="0"/>
                        </a:spcAft>
                        <a:defRPr>
                          <a:solidFill>
                            <a:schemeClr val="tx1"/>
                          </a:solidFill>
                          <a:latin typeface="Arial"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Arial" charset="0"/>
                        </a:rPr>
                        <a:t>32</a:t>
                      </a:r>
                    </a:p>
                  </a:txBody>
                  <a:tcPr marT="45727" marB="457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a:solidFill>
                            <a:schemeClr val="tx1"/>
                          </a:solidFill>
                          <a:latin typeface="Arial" charset="0"/>
                        </a:defRPr>
                      </a:lvl3pPr>
                      <a:lvl4pPr>
                        <a:spcBef>
                          <a:spcPct val="20000"/>
                        </a:spcBef>
                        <a:defRPr>
                          <a:solidFill>
                            <a:schemeClr val="tx1"/>
                          </a:solidFill>
                          <a:latin typeface="Arial" charset="0"/>
                        </a:defRPr>
                      </a:lvl4pPr>
                      <a:lvl5pPr>
                        <a:spcBef>
                          <a:spcPct val="20000"/>
                        </a:spcBef>
                        <a:defRPr>
                          <a:solidFill>
                            <a:schemeClr val="tx1"/>
                          </a:solidFill>
                          <a:latin typeface="Arial" charset="0"/>
                        </a:defRPr>
                      </a:lvl5pPr>
                      <a:lvl6pPr fontAlgn="base">
                        <a:spcBef>
                          <a:spcPct val="20000"/>
                        </a:spcBef>
                        <a:spcAft>
                          <a:spcPct val="0"/>
                        </a:spcAft>
                        <a:defRPr>
                          <a:solidFill>
                            <a:schemeClr val="tx1"/>
                          </a:solidFill>
                          <a:latin typeface="Arial" charset="0"/>
                        </a:defRPr>
                      </a:lvl6pPr>
                      <a:lvl7pPr fontAlgn="base">
                        <a:spcBef>
                          <a:spcPct val="20000"/>
                        </a:spcBef>
                        <a:spcAft>
                          <a:spcPct val="0"/>
                        </a:spcAft>
                        <a:defRPr>
                          <a:solidFill>
                            <a:schemeClr val="tx1"/>
                          </a:solidFill>
                          <a:latin typeface="Arial" charset="0"/>
                        </a:defRPr>
                      </a:lvl7pPr>
                      <a:lvl8pPr fontAlgn="base">
                        <a:spcBef>
                          <a:spcPct val="20000"/>
                        </a:spcBef>
                        <a:spcAft>
                          <a:spcPct val="0"/>
                        </a:spcAft>
                        <a:defRPr>
                          <a:solidFill>
                            <a:schemeClr val="tx1"/>
                          </a:solidFill>
                          <a:latin typeface="Arial" charset="0"/>
                        </a:defRPr>
                      </a:lvl8pPr>
                      <a:lvl9pPr fontAlgn="base">
                        <a:spcBef>
                          <a:spcPct val="20000"/>
                        </a:spcBef>
                        <a:spcAft>
                          <a:spcPct val="0"/>
                        </a:spcAft>
                        <a:defRPr>
                          <a:solidFill>
                            <a:schemeClr val="tx1"/>
                          </a:solidFill>
                          <a:latin typeface="Arial"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Arial" charset="0"/>
                        </a:rPr>
                        <a:t>(116)(154)/286</a:t>
                      </a:r>
                    </a:p>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Arial" charset="0"/>
                        </a:rPr>
                        <a:t>=62.5</a:t>
                      </a:r>
                    </a:p>
                  </a:txBody>
                  <a:tcPr marT="45727" marB="457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a:solidFill>
                            <a:schemeClr val="tx1"/>
                          </a:solidFill>
                          <a:latin typeface="Arial" charset="0"/>
                        </a:defRPr>
                      </a:lvl3pPr>
                      <a:lvl4pPr>
                        <a:spcBef>
                          <a:spcPct val="20000"/>
                        </a:spcBef>
                        <a:defRPr>
                          <a:solidFill>
                            <a:schemeClr val="tx1"/>
                          </a:solidFill>
                          <a:latin typeface="Arial" charset="0"/>
                        </a:defRPr>
                      </a:lvl4pPr>
                      <a:lvl5pPr>
                        <a:spcBef>
                          <a:spcPct val="20000"/>
                        </a:spcBef>
                        <a:defRPr>
                          <a:solidFill>
                            <a:schemeClr val="tx1"/>
                          </a:solidFill>
                          <a:latin typeface="Arial" charset="0"/>
                        </a:defRPr>
                      </a:lvl5pPr>
                      <a:lvl6pPr fontAlgn="base">
                        <a:spcBef>
                          <a:spcPct val="20000"/>
                        </a:spcBef>
                        <a:spcAft>
                          <a:spcPct val="0"/>
                        </a:spcAft>
                        <a:defRPr>
                          <a:solidFill>
                            <a:schemeClr val="tx1"/>
                          </a:solidFill>
                          <a:latin typeface="Arial" charset="0"/>
                        </a:defRPr>
                      </a:lvl6pPr>
                      <a:lvl7pPr fontAlgn="base">
                        <a:spcBef>
                          <a:spcPct val="20000"/>
                        </a:spcBef>
                        <a:spcAft>
                          <a:spcPct val="0"/>
                        </a:spcAft>
                        <a:defRPr>
                          <a:solidFill>
                            <a:schemeClr val="tx1"/>
                          </a:solidFill>
                          <a:latin typeface="Arial" charset="0"/>
                        </a:defRPr>
                      </a:lvl7pPr>
                      <a:lvl8pPr fontAlgn="base">
                        <a:spcBef>
                          <a:spcPct val="20000"/>
                        </a:spcBef>
                        <a:spcAft>
                          <a:spcPct val="0"/>
                        </a:spcAft>
                        <a:defRPr>
                          <a:solidFill>
                            <a:schemeClr val="tx1"/>
                          </a:solidFill>
                          <a:latin typeface="Arial" charset="0"/>
                        </a:defRPr>
                      </a:lvl8pPr>
                      <a:lvl9pPr fontAlgn="base">
                        <a:spcBef>
                          <a:spcPct val="20000"/>
                        </a:spcBef>
                        <a:spcAft>
                          <a:spcPct val="0"/>
                        </a:spcAft>
                        <a:defRPr>
                          <a:solidFill>
                            <a:schemeClr val="tx1"/>
                          </a:solidFill>
                          <a:latin typeface="Arial"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Arial" charset="0"/>
                        </a:rPr>
                        <a:t>14.88</a:t>
                      </a:r>
                    </a:p>
                  </a:txBody>
                  <a:tcPr marT="45727" marB="457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701144">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a:solidFill>
                            <a:schemeClr val="tx1"/>
                          </a:solidFill>
                          <a:latin typeface="Arial" charset="0"/>
                        </a:defRPr>
                      </a:lvl3pPr>
                      <a:lvl4pPr>
                        <a:spcBef>
                          <a:spcPct val="20000"/>
                        </a:spcBef>
                        <a:defRPr>
                          <a:solidFill>
                            <a:schemeClr val="tx1"/>
                          </a:solidFill>
                          <a:latin typeface="Arial" charset="0"/>
                        </a:defRPr>
                      </a:lvl4pPr>
                      <a:lvl5pPr>
                        <a:spcBef>
                          <a:spcPct val="20000"/>
                        </a:spcBef>
                        <a:defRPr>
                          <a:solidFill>
                            <a:schemeClr val="tx1"/>
                          </a:solidFill>
                          <a:latin typeface="Arial" charset="0"/>
                        </a:defRPr>
                      </a:lvl5pPr>
                      <a:lvl6pPr fontAlgn="base">
                        <a:spcBef>
                          <a:spcPct val="20000"/>
                        </a:spcBef>
                        <a:spcAft>
                          <a:spcPct val="0"/>
                        </a:spcAft>
                        <a:defRPr>
                          <a:solidFill>
                            <a:schemeClr val="tx1"/>
                          </a:solidFill>
                          <a:latin typeface="Arial" charset="0"/>
                        </a:defRPr>
                      </a:lvl6pPr>
                      <a:lvl7pPr fontAlgn="base">
                        <a:spcBef>
                          <a:spcPct val="20000"/>
                        </a:spcBef>
                        <a:spcAft>
                          <a:spcPct val="0"/>
                        </a:spcAft>
                        <a:defRPr>
                          <a:solidFill>
                            <a:schemeClr val="tx1"/>
                          </a:solidFill>
                          <a:latin typeface="Arial" charset="0"/>
                        </a:defRPr>
                      </a:lvl7pPr>
                      <a:lvl8pPr fontAlgn="base">
                        <a:spcBef>
                          <a:spcPct val="20000"/>
                        </a:spcBef>
                        <a:spcAft>
                          <a:spcPct val="0"/>
                        </a:spcAft>
                        <a:defRPr>
                          <a:solidFill>
                            <a:schemeClr val="tx1"/>
                          </a:solidFill>
                          <a:latin typeface="Arial" charset="0"/>
                        </a:defRPr>
                      </a:lvl8pPr>
                      <a:lvl9pPr fontAlgn="base">
                        <a:spcBef>
                          <a:spcPct val="20000"/>
                        </a:spcBef>
                        <a:spcAft>
                          <a:spcPct val="0"/>
                        </a:spcAft>
                        <a:defRPr>
                          <a:solidFill>
                            <a:schemeClr val="tx1"/>
                          </a:solidFill>
                          <a:latin typeface="Arial"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Arial" charset="0"/>
                        </a:rPr>
                        <a:t>2,1</a:t>
                      </a:r>
                    </a:p>
                  </a:txBody>
                  <a:tcPr marT="45727" marB="457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a:solidFill>
                            <a:schemeClr val="tx1"/>
                          </a:solidFill>
                          <a:latin typeface="Arial" charset="0"/>
                        </a:defRPr>
                      </a:lvl3pPr>
                      <a:lvl4pPr>
                        <a:spcBef>
                          <a:spcPct val="20000"/>
                        </a:spcBef>
                        <a:defRPr>
                          <a:solidFill>
                            <a:schemeClr val="tx1"/>
                          </a:solidFill>
                          <a:latin typeface="Arial" charset="0"/>
                        </a:defRPr>
                      </a:lvl4pPr>
                      <a:lvl5pPr>
                        <a:spcBef>
                          <a:spcPct val="20000"/>
                        </a:spcBef>
                        <a:defRPr>
                          <a:solidFill>
                            <a:schemeClr val="tx1"/>
                          </a:solidFill>
                          <a:latin typeface="Arial" charset="0"/>
                        </a:defRPr>
                      </a:lvl5pPr>
                      <a:lvl6pPr fontAlgn="base">
                        <a:spcBef>
                          <a:spcPct val="20000"/>
                        </a:spcBef>
                        <a:spcAft>
                          <a:spcPct val="0"/>
                        </a:spcAft>
                        <a:defRPr>
                          <a:solidFill>
                            <a:schemeClr val="tx1"/>
                          </a:solidFill>
                          <a:latin typeface="Arial" charset="0"/>
                        </a:defRPr>
                      </a:lvl6pPr>
                      <a:lvl7pPr fontAlgn="base">
                        <a:spcBef>
                          <a:spcPct val="20000"/>
                        </a:spcBef>
                        <a:spcAft>
                          <a:spcPct val="0"/>
                        </a:spcAft>
                        <a:defRPr>
                          <a:solidFill>
                            <a:schemeClr val="tx1"/>
                          </a:solidFill>
                          <a:latin typeface="Arial" charset="0"/>
                        </a:defRPr>
                      </a:lvl7pPr>
                      <a:lvl8pPr fontAlgn="base">
                        <a:spcBef>
                          <a:spcPct val="20000"/>
                        </a:spcBef>
                        <a:spcAft>
                          <a:spcPct val="0"/>
                        </a:spcAft>
                        <a:defRPr>
                          <a:solidFill>
                            <a:schemeClr val="tx1"/>
                          </a:solidFill>
                          <a:latin typeface="Arial" charset="0"/>
                        </a:defRPr>
                      </a:lvl8pPr>
                      <a:lvl9pPr fontAlgn="base">
                        <a:spcBef>
                          <a:spcPct val="20000"/>
                        </a:spcBef>
                        <a:spcAft>
                          <a:spcPct val="0"/>
                        </a:spcAft>
                        <a:defRPr>
                          <a:solidFill>
                            <a:schemeClr val="tx1"/>
                          </a:solidFill>
                          <a:latin typeface="Arial"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Arial" charset="0"/>
                        </a:rPr>
                        <a:t>48</a:t>
                      </a:r>
                    </a:p>
                  </a:txBody>
                  <a:tcPr marT="45727" marB="457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a:solidFill>
                            <a:schemeClr val="tx1"/>
                          </a:solidFill>
                          <a:latin typeface="Arial" charset="0"/>
                        </a:defRPr>
                      </a:lvl3pPr>
                      <a:lvl4pPr>
                        <a:spcBef>
                          <a:spcPct val="20000"/>
                        </a:spcBef>
                        <a:defRPr>
                          <a:solidFill>
                            <a:schemeClr val="tx1"/>
                          </a:solidFill>
                          <a:latin typeface="Arial" charset="0"/>
                        </a:defRPr>
                      </a:lvl4pPr>
                      <a:lvl5pPr>
                        <a:spcBef>
                          <a:spcPct val="20000"/>
                        </a:spcBef>
                        <a:defRPr>
                          <a:solidFill>
                            <a:schemeClr val="tx1"/>
                          </a:solidFill>
                          <a:latin typeface="Arial" charset="0"/>
                        </a:defRPr>
                      </a:lvl5pPr>
                      <a:lvl6pPr fontAlgn="base">
                        <a:spcBef>
                          <a:spcPct val="20000"/>
                        </a:spcBef>
                        <a:spcAft>
                          <a:spcPct val="0"/>
                        </a:spcAft>
                        <a:defRPr>
                          <a:solidFill>
                            <a:schemeClr val="tx1"/>
                          </a:solidFill>
                          <a:latin typeface="Arial" charset="0"/>
                        </a:defRPr>
                      </a:lvl6pPr>
                      <a:lvl7pPr fontAlgn="base">
                        <a:spcBef>
                          <a:spcPct val="20000"/>
                        </a:spcBef>
                        <a:spcAft>
                          <a:spcPct val="0"/>
                        </a:spcAft>
                        <a:defRPr>
                          <a:solidFill>
                            <a:schemeClr val="tx1"/>
                          </a:solidFill>
                          <a:latin typeface="Arial" charset="0"/>
                        </a:defRPr>
                      </a:lvl7pPr>
                      <a:lvl8pPr fontAlgn="base">
                        <a:spcBef>
                          <a:spcPct val="20000"/>
                        </a:spcBef>
                        <a:spcAft>
                          <a:spcPct val="0"/>
                        </a:spcAft>
                        <a:defRPr>
                          <a:solidFill>
                            <a:schemeClr val="tx1"/>
                          </a:solidFill>
                          <a:latin typeface="Arial" charset="0"/>
                        </a:defRPr>
                      </a:lvl8pPr>
                      <a:lvl9pPr fontAlgn="base">
                        <a:spcBef>
                          <a:spcPct val="20000"/>
                        </a:spcBef>
                        <a:spcAft>
                          <a:spcPct val="0"/>
                        </a:spcAft>
                        <a:defRPr>
                          <a:solidFill>
                            <a:schemeClr val="tx1"/>
                          </a:solidFill>
                          <a:latin typeface="Arial"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Arial" charset="0"/>
                        </a:rPr>
                        <a:t>(170)(132)/286 =78.5</a:t>
                      </a:r>
                    </a:p>
                  </a:txBody>
                  <a:tcPr marT="45727" marB="457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a:solidFill>
                            <a:schemeClr val="tx1"/>
                          </a:solidFill>
                          <a:latin typeface="Arial" charset="0"/>
                        </a:defRPr>
                      </a:lvl3pPr>
                      <a:lvl4pPr>
                        <a:spcBef>
                          <a:spcPct val="20000"/>
                        </a:spcBef>
                        <a:defRPr>
                          <a:solidFill>
                            <a:schemeClr val="tx1"/>
                          </a:solidFill>
                          <a:latin typeface="Arial" charset="0"/>
                        </a:defRPr>
                      </a:lvl4pPr>
                      <a:lvl5pPr>
                        <a:spcBef>
                          <a:spcPct val="20000"/>
                        </a:spcBef>
                        <a:defRPr>
                          <a:solidFill>
                            <a:schemeClr val="tx1"/>
                          </a:solidFill>
                          <a:latin typeface="Arial" charset="0"/>
                        </a:defRPr>
                      </a:lvl5pPr>
                      <a:lvl6pPr fontAlgn="base">
                        <a:spcBef>
                          <a:spcPct val="20000"/>
                        </a:spcBef>
                        <a:spcAft>
                          <a:spcPct val="0"/>
                        </a:spcAft>
                        <a:defRPr>
                          <a:solidFill>
                            <a:schemeClr val="tx1"/>
                          </a:solidFill>
                          <a:latin typeface="Arial" charset="0"/>
                        </a:defRPr>
                      </a:lvl6pPr>
                      <a:lvl7pPr fontAlgn="base">
                        <a:spcBef>
                          <a:spcPct val="20000"/>
                        </a:spcBef>
                        <a:spcAft>
                          <a:spcPct val="0"/>
                        </a:spcAft>
                        <a:defRPr>
                          <a:solidFill>
                            <a:schemeClr val="tx1"/>
                          </a:solidFill>
                          <a:latin typeface="Arial" charset="0"/>
                        </a:defRPr>
                      </a:lvl7pPr>
                      <a:lvl8pPr fontAlgn="base">
                        <a:spcBef>
                          <a:spcPct val="20000"/>
                        </a:spcBef>
                        <a:spcAft>
                          <a:spcPct val="0"/>
                        </a:spcAft>
                        <a:defRPr>
                          <a:solidFill>
                            <a:schemeClr val="tx1"/>
                          </a:solidFill>
                          <a:latin typeface="Arial" charset="0"/>
                        </a:defRPr>
                      </a:lvl8pPr>
                      <a:lvl9pPr fontAlgn="base">
                        <a:spcBef>
                          <a:spcPct val="20000"/>
                        </a:spcBef>
                        <a:spcAft>
                          <a:spcPct val="0"/>
                        </a:spcAft>
                        <a:defRPr>
                          <a:solidFill>
                            <a:schemeClr val="tx1"/>
                          </a:solidFill>
                          <a:latin typeface="Arial"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Arial" charset="0"/>
                        </a:rPr>
                        <a:t>11.85</a:t>
                      </a:r>
                    </a:p>
                  </a:txBody>
                  <a:tcPr marT="45727" marB="457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762113">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a:solidFill>
                            <a:schemeClr val="tx1"/>
                          </a:solidFill>
                          <a:latin typeface="Arial" charset="0"/>
                        </a:defRPr>
                      </a:lvl3pPr>
                      <a:lvl4pPr>
                        <a:spcBef>
                          <a:spcPct val="20000"/>
                        </a:spcBef>
                        <a:defRPr>
                          <a:solidFill>
                            <a:schemeClr val="tx1"/>
                          </a:solidFill>
                          <a:latin typeface="Arial" charset="0"/>
                        </a:defRPr>
                      </a:lvl4pPr>
                      <a:lvl5pPr>
                        <a:spcBef>
                          <a:spcPct val="20000"/>
                        </a:spcBef>
                        <a:defRPr>
                          <a:solidFill>
                            <a:schemeClr val="tx1"/>
                          </a:solidFill>
                          <a:latin typeface="Arial" charset="0"/>
                        </a:defRPr>
                      </a:lvl5pPr>
                      <a:lvl6pPr fontAlgn="base">
                        <a:spcBef>
                          <a:spcPct val="20000"/>
                        </a:spcBef>
                        <a:spcAft>
                          <a:spcPct val="0"/>
                        </a:spcAft>
                        <a:defRPr>
                          <a:solidFill>
                            <a:schemeClr val="tx1"/>
                          </a:solidFill>
                          <a:latin typeface="Arial" charset="0"/>
                        </a:defRPr>
                      </a:lvl6pPr>
                      <a:lvl7pPr fontAlgn="base">
                        <a:spcBef>
                          <a:spcPct val="20000"/>
                        </a:spcBef>
                        <a:spcAft>
                          <a:spcPct val="0"/>
                        </a:spcAft>
                        <a:defRPr>
                          <a:solidFill>
                            <a:schemeClr val="tx1"/>
                          </a:solidFill>
                          <a:latin typeface="Arial" charset="0"/>
                        </a:defRPr>
                      </a:lvl7pPr>
                      <a:lvl8pPr fontAlgn="base">
                        <a:spcBef>
                          <a:spcPct val="20000"/>
                        </a:spcBef>
                        <a:spcAft>
                          <a:spcPct val="0"/>
                        </a:spcAft>
                        <a:defRPr>
                          <a:solidFill>
                            <a:schemeClr val="tx1"/>
                          </a:solidFill>
                          <a:latin typeface="Arial" charset="0"/>
                        </a:defRPr>
                      </a:lvl8pPr>
                      <a:lvl9pPr fontAlgn="base">
                        <a:spcBef>
                          <a:spcPct val="20000"/>
                        </a:spcBef>
                        <a:spcAft>
                          <a:spcPct val="0"/>
                        </a:spcAft>
                        <a:defRPr>
                          <a:solidFill>
                            <a:schemeClr val="tx1"/>
                          </a:solidFill>
                          <a:latin typeface="Arial"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Arial" charset="0"/>
                        </a:rPr>
                        <a:t>2,2</a:t>
                      </a:r>
                    </a:p>
                  </a:txBody>
                  <a:tcPr marT="45727" marB="457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a:solidFill>
                            <a:schemeClr val="tx1"/>
                          </a:solidFill>
                          <a:latin typeface="Arial" charset="0"/>
                        </a:defRPr>
                      </a:lvl3pPr>
                      <a:lvl4pPr>
                        <a:spcBef>
                          <a:spcPct val="20000"/>
                        </a:spcBef>
                        <a:defRPr>
                          <a:solidFill>
                            <a:schemeClr val="tx1"/>
                          </a:solidFill>
                          <a:latin typeface="Arial" charset="0"/>
                        </a:defRPr>
                      </a:lvl4pPr>
                      <a:lvl5pPr>
                        <a:spcBef>
                          <a:spcPct val="20000"/>
                        </a:spcBef>
                        <a:defRPr>
                          <a:solidFill>
                            <a:schemeClr val="tx1"/>
                          </a:solidFill>
                          <a:latin typeface="Arial" charset="0"/>
                        </a:defRPr>
                      </a:lvl5pPr>
                      <a:lvl6pPr fontAlgn="base">
                        <a:spcBef>
                          <a:spcPct val="20000"/>
                        </a:spcBef>
                        <a:spcAft>
                          <a:spcPct val="0"/>
                        </a:spcAft>
                        <a:defRPr>
                          <a:solidFill>
                            <a:schemeClr val="tx1"/>
                          </a:solidFill>
                          <a:latin typeface="Arial" charset="0"/>
                        </a:defRPr>
                      </a:lvl6pPr>
                      <a:lvl7pPr fontAlgn="base">
                        <a:spcBef>
                          <a:spcPct val="20000"/>
                        </a:spcBef>
                        <a:spcAft>
                          <a:spcPct val="0"/>
                        </a:spcAft>
                        <a:defRPr>
                          <a:solidFill>
                            <a:schemeClr val="tx1"/>
                          </a:solidFill>
                          <a:latin typeface="Arial" charset="0"/>
                        </a:defRPr>
                      </a:lvl7pPr>
                      <a:lvl8pPr fontAlgn="base">
                        <a:spcBef>
                          <a:spcPct val="20000"/>
                        </a:spcBef>
                        <a:spcAft>
                          <a:spcPct val="0"/>
                        </a:spcAft>
                        <a:defRPr>
                          <a:solidFill>
                            <a:schemeClr val="tx1"/>
                          </a:solidFill>
                          <a:latin typeface="Arial" charset="0"/>
                        </a:defRPr>
                      </a:lvl8pPr>
                      <a:lvl9pPr fontAlgn="base">
                        <a:spcBef>
                          <a:spcPct val="20000"/>
                        </a:spcBef>
                        <a:spcAft>
                          <a:spcPct val="0"/>
                        </a:spcAft>
                        <a:defRPr>
                          <a:solidFill>
                            <a:schemeClr val="tx1"/>
                          </a:solidFill>
                          <a:latin typeface="Arial"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Arial" charset="0"/>
                        </a:rPr>
                        <a:t>122</a:t>
                      </a:r>
                    </a:p>
                  </a:txBody>
                  <a:tcPr marT="45727" marB="457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a:solidFill>
                            <a:schemeClr val="tx1"/>
                          </a:solidFill>
                          <a:latin typeface="Arial" charset="0"/>
                        </a:defRPr>
                      </a:lvl3pPr>
                      <a:lvl4pPr>
                        <a:spcBef>
                          <a:spcPct val="20000"/>
                        </a:spcBef>
                        <a:defRPr>
                          <a:solidFill>
                            <a:schemeClr val="tx1"/>
                          </a:solidFill>
                          <a:latin typeface="Arial" charset="0"/>
                        </a:defRPr>
                      </a:lvl4pPr>
                      <a:lvl5pPr>
                        <a:spcBef>
                          <a:spcPct val="20000"/>
                        </a:spcBef>
                        <a:defRPr>
                          <a:solidFill>
                            <a:schemeClr val="tx1"/>
                          </a:solidFill>
                          <a:latin typeface="Arial" charset="0"/>
                        </a:defRPr>
                      </a:lvl5pPr>
                      <a:lvl6pPr fontAlgn="base">
                        <a:spcBef>
                          <a:spcPct val="20000"/>
                        </a:spcBef>
                        <a:spcAft>
                          <a:spcPct val="0"/>
                        </a:spcAft>
                        <a:defRPr>
                          <a:solidFill>
                            <a:schemeClr val="tx1"/>
                          </a:solidFill>
                          <a:latin typeface="Arial" charset="0"/>
                        </a:defRPr>
                      </a:lvl6pPr>
                      <a:lvl7pPr fontAlgn="base">
                        <a:spcBef>
                          <a:spcPct val="20000"/>
                        </a:spcBef>
                        <a:spcAft>
                          <a:spcPct val="0"/>
                        </a:spcAft>
                        <a:defRPr>
                          <a:solidFill>
                            <a:schemeClr val="tx1"/>
                          </a:solidFill>
                          <a:latin typeface="Arial" charset="0"/>
                        </a:defRPr>
                      </a:lvl7pPr>
                      <a:lvl8pPr fontAlgn="base">
                        <a:spcBef>
                          <a:spcPct val="20000"/>
                        </a:spcBef>
                        <a:spcAft>
                          <a:spcPct val="0"/>
                        </a:spcAft>
                        <a:defRPr>
                          <a:solidFill>
                            <a:schemeClr val="tx1"/>
                          </a:solidFill>
                          <a:latin typeface="Arial" charset="0"/>
                        </a:defRPr>
                      </a:lvl8pPr>
                      <a:lvl9pPr fontAlgn="base">
                        <a:spcBef>
                          <a:spcPct val="20000"/>
                        </a:spcBef>
                        <a:spcAft>
                          <a:spcPct val="0"/>
                        </a:spcAft>
                        <a:defRPr>
                          <a:solidFill>
                            <a:schemeClr val="tx1"/>
                          </a:solidFill>
                          <a:latin typeface="Arial"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Arial" charset="0"/>
                        </a:rPr>
                        <a:t>(170)(154)/286</a:t>
                      </a:r>
                    </a:p>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Arial" charset="0"/>
                        </a:rPr>
                        <a:t>=91.5</a:t>
                      </a:r>
                    </a:p>
                  </a:txBody>
                  <a:tcPr marT="45727" marB="457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a:solidFill>
                            <a:schemeClr val="tx1"/>
                          </a:solidFill>
                          <a:latin typeface="Arial" charset="0"/>
                        </a:defRPr>
                      </a:lvl3pPr>
                      <a:lvl4pPr>
                        <a:spcBef>
                          <a:spcPct val="20000"/>
                        </a:spcBef>
                        <a:defRPr>
                          <a:solidFill>
                            <a:schemeClr val="tx1"/>
                          </a:solidFill>
                          <a:latin typeface="Arial" charset="0"/>
                        </a:defRPr>
                      </a:lvl4pPr>
                      <a:lvl5pPr>
                        <a:spcBef>
                          <a:spcPct val="20000"/>
                        </a:spcBef>
                        <a:defRPr>
                          <a:solidFill>
                            <a:schemeClr val="tx1"/>
                          </a:solidFill>
                          <a:latin typeface="Arial" charset="0"/>
                        </a:defRPr>
                      </a:lvl5pPr>
                      <a:lvl6pPr fontAlgn="base">
                        <a:spcBef>
                          <a:spcPct val="20000"/>
                        </a:spcBef>
                        <a:spcAft>
                          <a:spcPct val="0"/>
                        </a:spcAft>
                        <a:defRPr>
                          <a:solidFill>
                            <a:schemeClr val="tx1"/>
                          </a:solidFill>
                          <a:latin typeface="Arial" charset="0"/>
                        </a:defRPr>
                      </a:lvl6pPr>
                      <a:lvl7pPr fontAlgn="base">
                        <a:spcBef>
                          <a:spcPct val="20000"/>
                        </a:spcBef>
                        <a:spcAft>
                          <a:spcPct val="0"/>
                        </a:spcAft>
                        <a:defRPr>
                          <a:solidFill>
                            <a:schemeClr val="tx1"/>
                          </a:solidFill>
                          <a:latin typeface="Arial" charset="0"/>
                        </a:defRPr>
                      </a:lvl7pPr>
                      <a:lvl8pPr fontAlgn="base">
                        <a:spcBef>
                          <a:spcPct val="20000"/>
                        </a:spcBef>
                        <a:spcAft>
                          <a:spcPct val="0"/>
                        </a:spcAft>
                        <a:defRPr>
                          <a:solidFill>
                            <a:schemeClr val="tx1"/>
                          </a:solidFill>
                          <a:latin typeface="Arial" charset="0"/>
                        </a:defRPr>
                      </a:lvl8pPr>
                      <a:lvl9pPr fontAlgn="base">
                        <a:spcBef>
                          <a:spcPct val="20000"/>
                        </a:spcBef>
                        <a:spcAft>
                          <a:spcPct val="0"/>
                        </a:spcAft>
                        <a:defRPr>
                          <a:solidFill>
                            <a:schemeClr val="tx1"/>
                          </a:solidFill>
                          <a:latin typeface="Arial"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Arial" charset="0"/>
                        </a:rPr>
                        <a:t>10.17</a:t>
                      </a:r>
                    </a:p>
                  </a:txBody>
                  <a:tcPr marT="45727" marB="457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569998">
                <a:tc gridSpan="3">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a:solidFill>
                            <a:schemeClr val="tx1"/>
                          </a:solidFill>
                          <a:latin typeface="Arial" charset="0"/>
                        </a:defRPr>
                      </a:lvl3pPr>
                      <a:lvl4pPr>
                        <a:spcBef>
                          <a:spcPct val="20000"/>
                        </a:spcBef>
                        <a:defRPr>
                          <a:solidFill>
                            <a:schemeClr val="tx1"/>
                          </a:solidFill>
                          <a:latin typeface="Arial" charset="0"/>
                        </a:defRPr>
                      </a:lvl4pPr>
                      <a:lvl5pPr>
                        <a:spcBef>
                          <a:spcPct val="20000"/>
                        </a:spcBef>
                        <a:defRPr>
                          <a:solidFill>
                            <a:schemeClr val="tx1"/>
                          </a:solidFill>
                          <a:latin typeface="Arial" charset="0"/>
                        </a:defRPr>
                      </a:lvl5pPr>
                      <a:lvl6pPr fontAlgn="base">
                        <a:spcBef>
                          <a:spcPct val="20000"/>
                        </a:spcBef>
                        <a:spcAft>
                          <a:spcPct val="0"/>
                        </a:spcAft>
                        <a:defRPr>
                          <a:solidFill>
                            <a:schemeClr val="tx1"/>
                          </a:solidFill>
                          <a:latin typeface="Arial" charset="0"/>
                        </a:defRPr>
                      </a:lvl6pPr>
                      <a:lvl7pPr fontAlgn="base">
                        <a:spcBef>
                          <a:spcPct val="20000"/>
                        </a:spcBef>
                        <a:spcAft>
                          <a:spcPct val="0"/>
                        </a:spcAft>
                        <a:defRPr>
                          <a:solidFill>
                            <a:schemeClr val="tx1"/>
                          </a:solidFill>
                          <a:latin typeface="Arial" charset="0"/>
                        </a:defRPr>
                      </a:lvl7pPr>
                      <a:lvl8pPr fontAlgn="base">
                        <a:spcBef>
                          <a:spcPct val="20000"/>
                        </a:spcBef>
                        <a:spcAft>
                          <a:spcPct val="0"/>
                        </a:spcAft>
                        <a:defRPr>
                          <a:solidFill>
                            <a:schemeClr val="tx1"/>
                          </a:solidFill>
                          <a:latin typeface="Arial" charset="0"/>
                        </a:defRPr>
                      </a:lvl8pPr>
                      <a:lvl9pPr fontAlgn="base">
                        <a:spcBef>
                          <a:spcPct val="20000"/>
                        </a:spcBef>
                        <a:spcAft>
                          <a:spcPct val="0"/>
                        </a:spcAft>
                        <a:defRPr>
                          <a:solidFill>
                            <a:schemeClr val="tx1"/>
                          </a:solidFill>
                          <a:latin typeface="Arial" charset="0"/>
                        </a:defRPr>
                      </a:lvl9p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Arial" charset="0"/>
                          <a:sym typeface="Symbol" pitchFamily="18" charset="2"/>
                        </a:rPr>
                        <a:t></a:t>
                      </a:r>
                      <a:r>
                        <a:rPr kumimoji="0" lang="en-US" altLang="en-US" sz="2000" b="0" i="0" u="none" strike="noStrike" cap="none" normalizeH="0" baseline="30000">
                          <a:ln>
                            <a:noFill/>
                          </a:ln>
                          <a:solidFill>
                            <a:schemeClr val="tx1"/>
                          </a:solidFill>
                          <a:effectLst/>
                          <a:latin typeface="Arial" charset="0"/>
                          <a:sym typeface="Symbol" pitchFamily="18" charset="2"/>
                        </a:rPr>
                        <a:t>2</a:t>
                      </a:r>
                      <a:r>
                        <a:rPr kumimoji="0" lang="en-US" altLang="en-US" sz="2000" b="0" i="0" u="none" strike="noStrike" cap="none" normalizeH="0" baseline="0">
                          <a:ln>
                            <a:noFill/>
                          </a:ln>
                          <a:solidFill>
                            <a:schemeClr val="tx1"/>
                          </a:solidFill>
                          <a:effectLst/>
                          <a:latin typeface="Arial" charset="0"/>
                          <a:sym typeface="Symbol" pitchFamily="18" charset="2"/>
                        </a:rPr>
                        <a:t>=</a:t>
                      </a:r>
                      <a:endParaRPr kumimoji="0" lang="en-US" altLang="en-US" sz="2000" b="0" i="0" u="none" strike="noStrike" cap="none" normalizeH="0" baseline="30000">
                        <a:ln>
                          <a:noFill/>
                        </a:ln>
                        <a:solidFill>
                          <a:schemeClr val="tx1"/>
                        </a:solidFill>
                        <a:effectLst/>
                        <a:latin typeface="Arial" charset="0"/>
                        <a:sym typeface="Symbol" pitchFamily="18" charset="2"/>
                      </a:endParaRPr>
                    </a:p>
                  </a:txBody>
                  <a:tcPr marT="45727" marB="457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AU"/>
                    </a:p>
                  </a:txBody>
                  <a:tcPr/>
                </a:tc>
                <a:tc hMerge="1">
                  <a:txBody>
                    <a:bodyPr/>
                    <a:lstStyle/>
                    <a:p>
                      <a:endParaRPr lang="en-AU"/>
                    </a:p>
                  </a:txBody>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a:solidFill>
                            <a:schemeClr val="tx1"/>
                          </a:solidFill>
                          <a:latin typeface="Arial" charset="0"/>
                        </a:defRPr>
                      </a:lvl3pPr>
                      <a:lvl4pPr>
                        <a:spcBef>
                          <a:spcPct val="20000"/>
                        </a:spcBef>
                        <a:defRPr>
                          <a:solidFill>
                            <a:schemeClr val="tx1"/>
                          </a:solidFill>
                          <a:latin typeface="Arial" charset="0"/>
                        </a:defRPr>
                      </a:lvl4pPr>
                      <a:lvl5pPr>
                        <a:spcBef>
                          <a:spcPct val="20000"/>
                        </a:spcBef>
                        <a:defRPr>
                          <a:solidFill>
                            <a:schemeClr val="tx1"/>
                          </a:solidFill>
                          <a:latin typeface="Arial" charset="0"/>
                        </a:defRPr>
                      </a:lvl5pPr>
                      <a:lvl6pPr fontAlgn="base">
                        <a:spcBef>
                          <a:spcPct val="20000"/>
                        </a:spcBef>
                        <a:spcAft>
                          <a:spcPct val="0"/>
                        </a:spcAft>
                        <a:defRPr>
                          <a:solidFill>
                            <a:schemeClr val="tx1"/>
                          </a:solidFill>
                          <a:latin typeface="Arial" charset="0"/>
                        </a:defRPr>
                      </a:lvl6pPr>
                      <a:lvl7pPr fontAlgn="base">
                        <a:spcBef>
                          <a:spcPct val="20000"/>
                        </a:spcBef>
                        <a:spcAft>
                          <a:spcPct val="0"/>
                        </a:spcAft>
                        <a:defRPr>
                          <a:solidFill>
                            <a:schemeClr val="tx1"/>
                          </a:solidFill>
                          <a:latin typeface="Arial" charset="0"/>
                        </a:defRPr>
                      </a:lvl7pPr>
                      <a:lvl8pPr fontAlgn="base">
                        <a:spcBef>
                          <a:spcPct val="20000"/>
                        </a:spcBef>
                        <a:spcAft>
                          <a:spcPct val="0"/>
                        </a:spcAft>
                        <a:defRPr>
                          <a:solidFill>
                            <a:schemeClr val="tx1"/>
                          </a:solidFill>
                          <a:latin typeface="Arial" charset="0"/>
                        </a:defRPr>
                      </a:lvl8pPr>
                      <a:lvl9pPr fontAlgn="base">
                        <a:spcBef>
                          <a:spcPct val="20000"/>
                        </a:spcBef>
                        <a:spcAft>
                          <a:spcPct val="0"/>
                        </a:spcAft>
                        <a:defRPr>
                          <a:solidFill>
                            <a:schemeClr val="tx1"/>
                          </a:solidFill>
                          <a:latin typeface="Arial"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000" b="0" i="0" u="none" strike="noStrike" cap="none" normalizeH="0" baseline="0" dirty="0">
                          <a:ln>
                            <a:noFill/>
                          </a:ln>
                          <a:solidFill>
                            <a:schemeClr val="tx1"/>
                          </a:solidFill>
                          <a:effectLst/>
                          <a:latin typeface="Arial" charset="0"/>
                        </a:rPr>
                        <a:t>54.29</a:t>
                      </a:r>
                    </a:p>
                  </a:txBody>
                  <a:tcPr marT="45727" marB="457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
        <p:nvSpPr>
          <p:cNvPr id="8" name="Rectangle 7"/>
          <p:cNvSpPr/>
          <p:nvPr/>
        </p:nvSpPr>
        <p:spPr>
          <a:xfrm>
            <a:off x="1847528" y="1196752"/>
            <a:ext cx="7992888" cy="369332"/>
          </a:xfrm>
          <a:prstGeom prst="rect">
            <a:avLst/>
          </a:prstGeom>
        </p:spPr>
        <p:txBody>
          <a:bodyPr wrap="square">
            <a:spAutoFit/>
          </a:bodyPr>
          <a:lstStyle/>
          <a:p>
            <a:r>
              <a:rPr lang="en-US" dirty="0">
                <a:solidFill>
                  <a:srgbClr val="FF0000"/>
                </a:solidFill>
                <a:latin typeface="Arial" charset="0"/>
              </a:rPr>
              <a:t>iv. Calculate the test statistic value:</a:t>
            </a:r>
            <a:endParaRPr lang="en-US" dirty="0">
              <a:solidFill>
                <a:schemeClr val="tx2"/>
              </a:solidFill>
              <a:latin typeface="Symbol" charset="0"/>
            </a:endParaRPr>
          </a:p>
        </p:txBody>
      </p:sp>
      <p:sp>
        <p:nvSpPr>
          <p:cNvPr id="9" name="Rectangle 3"/>
          <p:cNvSpPr>
            <a:spLocks noGrp="1" noChangeArrowheads="1"/>
          </p:cNvSpPr>
          <p:nvPr>
            <p:ph type="title"/>
          </p:nvPr>
        </p:nvSpPr>
        <p:spPr>
          <a:xfrm>
            <a:off x="3565376" y="332656"/>
            <a:ext cx="6707088" cy="562074"/>
          </a:xfrm>
        </p:spPr>
        <p:style>
          <a:lnRef idx="2">
            <a:schemeClr val="accent3"/>
          </a:lnRef>
          <a:fillRef idx="1">
            <a:schemeClr val="lt1"/>
          </a:fillRef>
          <a:effectRef idx="0">
            <a:schemeClr val="accent3"/>
          </a:effectRef>
          <a:fontRef idx="minor">
            <a:schemeClr val="dk1"/>
          </a:fontRef>
        </p:style>
        <p:txBody>
          <a:bodyPr vert="horz" wrap="square" lIns="90488" tIns="44450" rIns="90488" bIns="44450" numCol="1" anchor="ctr" anchorCtr="1" compatLnSpc="1">
            <a:prstTxWarp prst="textNoShape">
              <a:avLst/>
            </a:prstTxWarp>
          </a:bodyPr>
          <a:lstStyle/>
          <a:p>
            <a:pPr eaLnBrk="1" hangingPunct="1"/>
            <a:r>
              <a:rPr lang="en-US" dirty="0">
                <a:latin typeface="Arial" charset="0"/>
              </a:rPr>
              <a:t>Example 6 – Solution </a:t>
            </a:r>
            <a:r>
              <a:rPr lang="en-US" sz="1600" dirty="0">
                <a:latin typeface="Arial" charset="0"/>
              </a:rPr>
              <a:t>(cont.)</a:t>
            </a:r>
          </a:p>
        </p:txBody>
      </p:sp>
    </p:spTree>
    <p:extLst>
      <p:ext uri="{BB962C8B-B14F-4D97-AF65-F5344CB8AC3E}">
        <p14:creationId xmlns:p14="http://schemas.microsoft.com/office/powerpoint/2010/main" val="75357036"/>
      </p:ext>
    </p:extLst>
  </p:cSld>
  <p:clrMapOvr>
    <a:masterClrMapping/>
  </p:clrMapOvr>
  <p:transition>
    <p:wipe dir="r"/>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5" name="Slide Number Placeholder 6"/>
          <p:cNvSpPr>
            <a:spLocks noGrp="1"/>
          </p:cNvSpPr>
          <p:nvPr>
            <p:ph type="sldNum" sz="quarter" idx="12"/>
          </p:nvPr>
        </p:nvSpPr>
        <p:spPr>
          <a:noFill/>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a:defRPr sz="2400">
                <a:solidFill>
                  <a:schemeClr val="tx1"/>
                </a:solidFill>
                <a:latin typeface="Arial" charset="0"/>
                <a:ea typeface="ＭＳ Ｐゴシック" charset="0"/>
              </a:defRPr>
            </a:lvl1pPr>
            <a:lvl2pPr>
              <a:defRPr sz="2000">
                <a:solidFill>
                  <a:schemeClr val="tx1"/>
                </a:solidFill>
                <a:latin typeface="Arial" charset="0"/>
                <a:ea typeface="ＭＳ Ｐゴシック" charset="0"/>
              </a:defRPr>
            </a:lvl2pPr>
            <a:lvl3pPr>
              <a:defRPr sz="2000">
                <a:solidFill>
                  <a:schemeClr val="tx1"/>
                </a:solidFill>
                <a:latin typeface="Arial" charset="0"/>
                <a:ea typeface="ＭＳ Ｐゴシック" charset="0"/>
              </a:defRPr>
            </a:lvl3pPr>
            <a:lvl4pPr>
              <a:defRPr sz="2000">
                <a:solidFill>
                  <a:schemeClr val="tx1"/>
                </a:solidFill>
                <a:latin typeface="Arial" charset="0"/>
                <a:ea typeface="ＭＳ Ｐゴシック" charset="0"/>
              </a:defRPr>
            </a:lvl4pPr>
            <a:lvl5pPr>
              <a:defRPr sz="2000">
                <a:solidFill>
                  <a:schemeClr val="tx1"/>
                </a:solidFill>
                <a:latin typeface="Arial" charset="0"/>
                <a:ea typeface="ＭＳ Ｐゴシック" charset="0"/>
              </a:defRPr>
            </a:lvl5pPr>
            <a:lvl6pPr eaLnBrk="0" hangingPunct="0">
              <a:defRPr sz="2000">
                <a:solidFill>
                  <a:schemeClr val="tx1"/>
                </a:solidFill>
                <a:latin typeface="Arial" charset="0"/>
                <a:ea typeface="ＭＳ Ｐゴシック" charset="0"/>
              </a:defRPr>
            </a:lvl6pPr>
            <a:lvl7pPr eaLnBrk="0" hangingPunct="0">
              <a:defRPr sz="2000">
                <a:solidFill>
                  <a:schemeClr val="tx1"/>
                </a:solidFill>
                <a:latin typeface="Arial" charset="0"/>
                <a:ea typeface="ＭＳ Ｐゴシック" charset="0"/>
              </a:defRPr>
            </a:lvl7pPr>
            <a:lvl8pPr eaLnBrk="0" hangingPunct="0">
              <a:defRPr sz="2000">
                <a:solidFill>
                  <a:schemeClr val="tx1"/>
                </a:solidFill>
                <a:latin typeface="Arial" charset="0"/>
                <a:ea typeface="ＭＳ Ｐゴシック" charset="0"/>
              </a:defRPr>
            </a:lvl8pPr>
            <a:lvl9pPr eaLnBrk="0" hangingPunct="0">
              <a:defRPr sz="2000">
                <a:solidFill>
                  <a:schemeClr val="tx1"/>
                </a:solidFill>
                <a:latin typeface="Arial" charset="0"/>
                <a:ea typeface="ＭＳ Ｐゴシック" charset="0"/>
              </a:defRPr>
            </a:lvl9pPr>
          </a:lstStyle>
          <a:p>
            <a:fld id="{4A06791B-B962-1049-B700-C26851BBFE45}" type="slidenum">
              <a:rPr lang="en-US" sz="1000">
                <a:solidFill>
                  <a:schemeClr val="bg1"/>
                </a:solidFill>
              </a:rPr>
              <a:pPr/>
              <a:t>64</a:t>
            </a:fld>
            <a:endParaRPr lang="en-US" sz="1000">
              <a:solidFill>
                <a:schemeClr val="bg1"/>
              </a:solidFill>
            </a:endParaRPr>
          </a:p>
        </p:txBody>
      </p:sp>
      <p:graphicFrame>
        <p:nvGraphicFramePr>
          <p:cNvPr id="90119" name="Object 7">
            <a:hlinkClick r:id="" action="ppaction://ole?verb=0"/>
          </p:cNvPr>
          <p:cNvGraphicFramePr>
            <a:graphicFrameLocks/>
          </p:cNvGraphicFramePr>
          <p:nvPr/>
        </p:nvGraphicFramePr>
        <p:xfrm>
          <a:off x="2057401" y="2590800"/>
          <a:ext cx="3578225" cy="2312988"/>
        </p:xfrm>
        <a:graphic>
          <a:graphicData uri="http://schemas.openxmlformats.org/presentationml/2006/ole">
            <mc:AlternateContent xmlns:mc="http://schemas.openxmlformats.org/markup-compatibility/2006">
              <mc:Choice xmlns:v="urn:schemas-microsoft-com:vml" Requires="v">
                <p:oleObj name="VISIO" r:id="rId3" imgW="3552692" imgH="2295515" progId="Visio.Drawing.4">
                  <p:embed/>
                </p:oleObj>
              </mc:Choice>
              <mc:Fallback>
                <p:oleObj name="VISIO" r:id="rId3" imgW="3552692" imgH="2295515" progId="Visio.Drawing.4">
                  <p:embed/>
                  <p:pic>
                    <p:nvPicPr>
                      <p:cNvPr id="0" name=""/>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57401" y="2590800"/>
                        <a:ext cx="3578225" cy="2312988"/>
                      </a:xfrm>
                      <a:prstGeom prst="rect">
                        <a:avLst/>
                      </a:prstGeom>
                      <a:noFill/>
                      <a:ln>
                        <a:noFill/>
                      </a:ln>
                      <a:effectLst>
                        <a:outerShdw blurRad="63500" dist="38099" dir="2700000" algn="ctr" rotWithShape="0">
                          <a:schemeClr val="bg2">
                            <a:alpha val="74998"/>
                          </a:scheme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Lst>
                    </p:spPr>
                  </p:pic>
                </p:oleObj>
              </mc:Fallback>
            </mc:AlternateContent>
          </a:graphicData>
        </a:graphic>
      </p:graphicFrame>
      <p:sp>
        <p:nvSpPr>
          <p:cNvPr id="190472" name="Rectangle 8"/>
          <p:cNvSpPr>
            <a:spLocks noChangeArrowheads="1"/>
          </p:cNvSpPr>
          <p:nvPr/>
        </p:nvSpPr>
        <p:spPr bwMode="auto">
          <a:xfrm>
            <a:off x="4359275" y="3387726"/>
            <a:ext cx="1784350"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spcBef>
                <a:spcPct val="50000"/>
              </a:spcBef>
            </a:pPr>
            <a:r>
              <a:rPr lang="en-US" b="1">
                <a:effectLst>
                  <a:outerShdw blurRad="38100" dist="38100" dir="2700000" algn="tl">
                    <a:srgbClr val="DDDDDD"/>
                  </a:outerShdw>
                </a:effectLst>
                <a:latin typeface="Symbol" charset="0"/>
              </a:rPr>
              <a:t></a:t>
            </a:r>
            <a:r>
              <a:rPr lang="en-US" b="1">
                <a:effectLst>
                  <a:outerShdw blurRad="38100" dist="38100" dir="2700000" algn="tl">
                    <a:srgbClr val="DDDDDD"/>
                  </a:outerShdw>
                </a:effectLst>
              </a:rPr>
              <a:t> = .05</a:t>
            </a:r>
          </a:p>
        </p:txBody>
      </p:sp>
      <p:sp>
        <p:nvSpPr>
          <p:cNvPr id="90121" name="Line 9"/>
          <p:cNvSpPr>
            <a:spLocks noChangeShapeType="1"/>
          </p:cNvSpPr>
          <p:nvPr/>
        </p:nvSpPr>
        <p:spPr bwMode="auto">
          <a:xfrm flipH="1">
            <a:off x="4384675" y="3803650"/>
            <a:ext cx="469900" cy="368300"/>
          </a:xfrm>
          <a:prstGeom prst="line">
            <a:avLst/>
          </a:prstGeom>
          <a:noFill/>
          <a:ln w="12700">
            <a:solidFill>
              <a:schemeClr val="accent2"/>
            </a:solidFill>
            <a:round/>
            <a:headEnd/>
            <a:tailEnd type="triangle" w="med" len="med"/>
          </a:ln>
          <a:effectLst>
            <a:outerShdw blurRad="63500" dist="38099" dir="2700000" algn="ctr" rotWithShape="0">
              <a:schemeClr val="bg2">
                <a:alpha val="74998"/>
              </a:schemeClr>
            </a:outerShdw>
          </a:effectLst>
          <a:extLst>
            <a:ext uri="{909E8E84-426E-40DD-AFC4-6F175D3DCCD1}">
              <a14:hiddenFill xmlns:a14="http://schemas.microsoft.com/office/drawing/2010/main">
                <a:noFill/>
              </a14:hiddenFill>
            </a:ext>
          </a:extLst>
        </p:spPr>
        <p:txBody>
          <a:bodyPr wrap="none" anchor="ctr"/>
          <a:lstStyle/>
          <a:p>
            <a:endParaRPr lang="en-US"/>
          </a:p>
        </p:txBody>
      </p:sp>
      <p:sp>
        <p:nvSpPr>
          <p:cNvPr id="13" name="Rectangle 3"/>
          <p:cNvSpPr>
            <a:spLocks noGrp="1" noChangeArrowheads="1"/>
          </p:cNvSpPr>
          <p:nvPr>
            <p:ph type="title"/>
          </p:nvPr>
        </p:nvSpPr>
        <p:spPr>
          <a:xfrm>
            <a:off x="3565376" y="332656"/>
            <a:ext cx="6707088" cy="562074"/>
          </a:xfrm>
        </p:spPr>
        <p:style>
          <a:lnRef idx="2">
            <a:schemeClr val="accent3"/>
          </a:lnRef>
          <a:fillRef idx="1">
            <a:schemeClr val="lt1"/>
          </a:fillRef>
          <a:effectRef idx="0">
            <a:schemeClr val="accent3"/>
          </a:effectRef>
          <a:fontRef idx="minor">
            <a:schemeClr val="dk1"/>
          </a:fontRef>
        </p:style>
        <p:txBody>
          <a:bodyPr vert="horz" wrap="square" lIns="90488" tIns="44450" rIns="90488" bIns="44450" numCol="1" anchor="ctr" anchorCtr="1" compatLnSpc="1">
            <a:prstTxWarp prst="textNoShape">
              <a:avLst/>
            </a:prstTxWarp>
          </a:bodyPr>
          <a:lstStyle/>
          <a:p>
            <a:pPr eaLnBrk="1" hangingPunct="1"/>
            <a:r>
              <a:rPr lang="en-US" dirty="0">
                <a:latin typeface="Arial" charset="0"/>
              </a:rPr>
              <a:t>Example 6 – Solution </a:t>
            </a:r>
            <a:r>
              <a:rPr lang="en-US" sz="1600" dirty="0">
                <a:latin typeface="Arial" charset="0"/>
              </a:rPr>
              <a:t>(cont.)</a:t>
            </a:r>
          </a:p>
        </p:txBody>
      </p:sp>
      <p:sp>
        <p:nvSpPr>
          <p:cNvPr id="14" name="Rectangle 13"/>
          <p:cNvSpPr/>
          <p:nvPr/>
        </p:nvSpPr>
        <p:spPr>
          <a:xfrm>
            <a:off x="1847528" y="1196752"/>
            <a:ext cx="7992888" cy="369332"/>
          </a:xfrm>
          <a:prstGeom prst="rect">
            <a:avLst/>
          </a:prstGeom>
        </p:spPr>
        <p:txBody>
          <a:bodyPr wrap="square">
            <a:spAutoFit/>
          </a:bodyPr>
          <a:lstStyle/>
          <a:p>
            <a:r>
              <a:rPr lang="en-US" dirty="0">
                <a:solidFill>
                  <a:srgbClr val="FF0000"/>
                </a:solidFill>
                <a:latin typeface="Arial" charset="0"/>
              </a:rPr>
              <a:t>v. State the decision:</a:t>
            </a:r>
            <a:endParaRPr lang="en-US" dirty="0">
              <a:solidFill>
                <a:schemeClr val="tx2"/>
              </a:solidFill>
              <a:latin typeface="Symbol" charset="0"/>
            </a:endParaRPr>
          </a:p>
        </p:txBody>
      </p:sp>
      <p:grpSp>
        <p:nvGrpSpPr>
          <p:cNvPr id="3" name="Group 2"/>
          <p:cNvGrpSpPr/>
          <p:nvPr/>
        </p:nvGrpSpPr>
        <p:grpSpPr>
          <a:xfrm>
            <a:off x="5844481" y="1328886"/>
            <a:ext cx="4716017" cy="4980434"/>
            <a:chOff x="4320480" y="1328886"/>
            <a:chExt cx="4716017" cy="4980434"/>
          </a:xfrm>
        </p:grpSpPr>
        <p:sp>
          <p:nvSpPr>
            <p:cNvPr id="90116" name="Rectangle 4"/>
            <p:cNvSpPr>
              <a:spLocks noChangeArrowheads="1"/>
            </p:cNvSpPr>
            <p:nvPr/>
          </p:nvSpPr>
          <p:spPr bwMode="auto">
            <a:xfrm>
              <a:off x="4355976" y="1412776"/>
              <a:ext cx="38100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0488" tIns="44450" rIns="90488" bIns="44450"/>
            <a:lstStyle/>
            <a:p>
              <a:pPr>
                <a:spcBef>
                  <a:spcPct val="20000"/>
                </a:spcBef>
              </a:pPr>
              <a:r>
                <a:rPr lang="en-US" sz="2800" dirty="0">
                  <a:solidFill>
                    <a:srgbClr val="0000FF"/>
                  </a:solidFill>
                </a:rPr>
                <a:t>Test Statistic: </a:t>
              </a:r>
            </a:p>
            <a:p>
              <a:pPr>
                <a:spcBef>
                  <a:spcPct val="20000"/>
                </a:spcBef>
              </a:pPr>
              <a:r>
                <a:rPr lang="en-US" sz="2800" dirty="0">
                  <a:solidFill>
                    <a:srgbClr val="0000FF"/>
                  </a:solidFill>
                </a:rPr>
                <a:t>Critical value: </a:t>
              </a:r>
            </a:p>
            <a:p>
              <a:pPr>
                <a:spcBef>
                  <a:spcPct val="20000"/>
                </a:spcBef>
              </a:pPr>
              <a:r>
                <a:rPr lang="en-US" sz="2800" dirty="0">
                  <a:solidFill>
                    <a:srgbClr val="0000FF"/>
                  </a:solidFill>
                </a:rPr>
                <a:t>Decision:</a:t>
              </a:r>
            </a:p>
            <a:p>
              <a:pPr>
                <a:spcBef>
                  <a:spcPct val="20000"/>
                </a:spcBef>
              </a:pPr>
              <a:endParaRPr lang="en-US" sz="2800" dirty="0">
                <a:solidFill>
                  <a:schemeClr val="tx2"/>
                </a:solidFill>
              </a:endParaRPr>
            </a:p>
            <a:p>
              <a:pPr>
                <a:spcBef>
                  <a:spcPct val="20000"/>
                </a:spcBef>
              </a:pPr>
              <a:endParaRPr lang="en-US" sz="2800" dirty="0">
                <a:solidFill>
                  <a:schemeClr val="tx2"/>
                </a:solidFill>
              </a:endParaRPr>
            </a:p>
            <a:p>
              <a:pPr>
                <a:spcBef>
                  <a:spcPct val="20000"/>
                </a:spcBef>
              </a:pPr>
              <a:endParaRPr lang="en-US" sz="2800" dirty="0">
                <a:solidFill>
                  <a:schemeClr val="tx2"/>
                </a:solidFill>
              </a:endParaRPr>
            </a:p>
            <a:p>
              <a:pPr>
                <a:spcBef>
                  <a:spcPct val="20000"/>
                </a:spcBef>
              </a:pPr>
              <a:r>
                <a:rPr lang="en-US" sz="2800" dirty="0">
                  <a:solidFill>
                    <a:srgbClr val="0000FF"/>
                  </a:solidFill>
                </a:rPr>
                <a:t>Conclusion:</a:t>
              </a:r>
            </a:p>
            <a:p>
              <a:pPr latinLnBrk="1">
                <a:spcBef>
                  <a:spcPct val="20000"/>
                </a:spcBef>
              </a:pPr>
              <a:endParaRPr lang="en-US" sz="2800" dirty="0">
                <a:solidFill>
                  <a:schemeClr val="tx2"/>
                </a:solidFill>
              </a:endParaRPr>
            </a:p>
          </p:txBody>
        </p:sp>
        <p:sp>
          <p:nvSpPr>
            <p:cNvPr id="190469" name="Rectangle 5"/>
            <p:cNvSpPr>
              <a:spLocks noChangeArrowheads="1"/>
            </p:cNvSpPr>
            <p:nvPr/>
          </p:nvSpPr>
          <p:spPr bwMode="auto">
            <a:xfrm>
              <a:off x="4320480" y="2910666"/>
              <a:ext cx="4572000" cy="13824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a:spcBef>
                  <a:spcPct val="50000"/>
                </a:spcBef>
              </a:pPr>
              <a:r>
                <a:rPr lang="en-US" sz="2800" dirty="0">
                  <a:effectLst>
                    <a:outerShdw blurRad="38100" dist="38100" dir="2700000" algn="tl">
                      <a:srgbClr val="DDDDDD"/>
                    </a:outerShdw>
                  </a:effectLst>
                </a:rPr>
                <a:t>Since, test statistic value &gt; critical value, thus reject H</a:t>
              </a:r>
              <a:r>
                <a:rPr lang="en-US" sz="2800" baseline="-25000" dirty="0">
                  <a:effectLst>
                    <a:outerShdw blurRad="38100" dist="38100" dir="2700000" algn="tl">
                      <a:srgbClr val="DDDDDD"/>
                    </a:outerShdw>
                  </a:effectLst>
                </a:rPr>
                <a:t>0</a:t>
              </a:r>
              <a:r>
                <a:rPr lang="en-US" sz="2800" dirty="0">
                  <a:effectLst>
                    <a:outerShdw blurRad="38100" dist="38100" dir="2700000" algn="tl">
                      <a:srgbClr val="DDDDDD"/>
                    </a:outerShdw>
                  </a:effectLst>
                </a:rPr>
                <a:t> at </a:t>
              </a:r>
              <a:r>
                <a:rPr lang="en-US" sz="2800" dirty="0">
                  <a:effectLst>
                    <a:outerShdw blurRad="38100" dist="38100" dir="2700000" algn="tl">
                      <a:srgbClr val="DDDDDD"/>
                    </a:outerShdw>
                  </a:effectLst>
                  <a:latin typeface="Symbol" charset="0"/>
                </a:rPr>
                <a:t></a:t>
              </a:r>
              <a:r>
                <a:rPr lang="en-US" sz="2800" dirty="0">
                  <a:effectLst>
                    <a:outerShdw blurRad="38100" dist="38100" dir="2700000" algn="tl">
                      <a:srgbClr val="DDDDDD"/>
                    </a:outerShdw>
                  </a:effectLst>
                </a:rPr>
                <a:t> = 0.05</a:t>
              </a:r>
            </a:p>
          </p:txBody>
        </p:sp>
        <p:sp>
          <p:nvSpPr>
            <p:cNvPr id="190470" name="Rectangle 6"/>
            <p:cNvSpPr>
              <a:spLocks noChangeArrowheads="1"/>
            </p:cNvSpPr>
            <p:nvPr/>
          </p:nvSpPr>
          <p:spPr bwMode="auto">
            <a:xfrm>
              <a:off x="4355976" y="4926890"/>
              <a:ext cx="4536504" cy="13824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a:spcBef>
                  <a:spcPct val="50000"/>
                </a:spcBef>
              </a:pPr>
              <a:r>
                <a:rPr lang="en-US" sz="2800" dirty="0">
                  <a:effectLst>
                    <a:outerShdw blurRad="38100" dist="38100" dir="2700000" algn="tl">
                      <a:srgbClr val="DDDDDD"/>
                    </a:outerShdw>
                  </a:effectLst>
                </a:rPr>
                <a:t>There is evidence of a relationship between the variables. </a:t>
              </a:r>
            </a:p>
          </p:txBody>
        </p:sp>
        <p:sp>
          <p:nvSpPr>
            <p:cNvPr id="190474" name="Rectangle 10"/>
            <p:cNvSpPr>
              <a:spLocks noChangeArrowheads="1"/>
            </p:cNvSpPr>
            <p:nvPr/>
          </p:nvSpPr>
          <p:spPr bwMode="auto">
            <a:xfrm>
              <a:off x="6372200" y="1328886"/>
              <a:ext cx="2078037" cy="5159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spcBef>
                  <a:spcPct val="50000"/>
                </a:spcBef>
              </a:pPr>
              <a:r>
                <a:rPr lang="en-US" sz="2800" dirty="0">
                  <a:effectLst>
                    <a:outerShdw blurRad="38100" dist="38100" dir="2700000" algn="tl">
                      <a:srgbClr val="DDDDDD"/>
                    </a:outerShdw>
                  </a:effectLst>
                  <a:latin typeface="Symbol" charset="0"/>
                </a:rPr>
                <a:t></a:t>
              </a:r>
              <a:r>
                <a:rPr lang="en-US" sz="2800" baseline="30000" dirty="0">
                  <a:effectLst>
                    <a:outerShdw blurRad="38100" dist="38100" dir="2700000" algn="tl">
                      <a:srgbClr val="DDDDDD"/>
                    </a:outerShdw>
                  </a:effectLst>
                </a:rPr>
                <a:t>2</a:t>
              </a:r>
              <a:r>
                <a:rPr lang="en-US" sz="2800" dirty="0">
                  <a:effectLst>
                    <a:outerShdw blurRad="38100" dist="38100" dir="2700000" algn="tl">
                      <a:srgbClr val="DDDDDD"/>
                    </a:outerShdw>
                  </a:effectLst>
                </a:rPr>
                <a:t> = 54.29</a:t>
              </a:r>
            </a:p>
          </p:txBody>
        </p:sp>
        <p:sp>
          <p:nvSpPr>
            <p:cNvPr id="15" name="Rectangle 10"/>
            <p:cNvSpPr>
              <a:spLocks noChangeArrowheads="1"/>
            </p:cNvSpPr>
            <p:nvPr/>
          </p:nvSpPr>
          <p:spPr bwMode="auto">
            <a:xfrm>
              <a:off x="6372201" y="1832942"/>
              <a:ext cx="2664296" cy="5206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a:spcBef>
                  <a:spcPct val="50000"/>
                </a:spcBef>
              </a:pPr>
              <a:r>
                <a:rPr lang="en-US" sz="2800" dirty="0">
                  <a:effectLst>
                    <a:outerShdw blurRad="38100" dist="38100" dir="2700000" algn="tl">
                      <a:srgbClr val="DDDDDD"/>
                    </a:outerShdw>
                  </a:effectLst>
                  <a:latin typeface="Symbol" charset="0"/>
                </a:rPr>
                <a:t></a:t>
              </a:r>
              <a:r>
                <a:rPr lang="en-US" sz="2800" baseline="30000" dirty="0">
                  <a:effectLst>
                    <a:outerShdw blurRad="38100" dist="38100" dir="2700000" algn="tl">
                      <a:srgbClr val="DDDDDD"/>
                    </a:outerShdw>
                  </a:effectLst>
                </a:rPr>
                <a:t>2</a:t>
              </a:r>
              <a:r>
                <a:rPr lang="en-US" sz="2000" baseline="-25000" dirty="0">
                  <a:effectLst>
                    <a:outerShdw blurRad="38100" dist="38100" dir="2700000" algn="tl">
                      <a:srgbClr val="DDDDDD"/>
                    </a:outerShdw>
                  </a:effectLst>
                </a:rPr>
                <a:t>k=1,</a:t>
              </a:r>
              <a:r>
                <a:rPr lang="en-US" sz="2000" baseline="-25000" dirty="0">
                  <a:effectLst>
                    <a:outerShdw blurRad="38100" dist="38100" dir="2700000" algn="tl">
                      <a:srgbClr val="DDDDDD"/>
                    </a:outerShdw>
                  </a:effectLst>
                  <a:latin typeface="Symbol" charset="0"/>
                </a:rPr>
                <a:t></a:t>
              </a:r>
              <a:r>
                <a:rPr lang="en-US" sz="2000" baseline="-25000" dirty="0">
                  <a:effectLst>
                    <a:outerShdw blurRad="38100" dist="38100" dir="2700000" algn="tl">
                      <a:srgbClr val="DDDDDD"/>
                    </a:outerShdw>
                  </a:effectLst>
                </a:rPr>
                <a:t> = 0.05</a:t>
              </a:r>
              <a:r>
                <a:rPr lang="en-US" sz="2800" baseline="-25000" dirty="0">
                  <a:effectLst>
                    <a:outerShdw blurRad="38100" dist="38100" dir="2700000" algn="tl">
                      <a:srgbClr val="DDDDDD"/>
                    </a:outerShdw>
                  </a:effectLst>
                </a:rPr>
                <a:t>  </a:t>
              </a:r>
              <a:r>
                <a:rPr lang="en-US" sz="2800" dirty="0">
                  <a:effectLst>
                    <a:outerShdw blurRad="38100" dist="38100" dir="2700000" algn="tl">
                      <a:srgbClr val="DDDDDD"/>
                    </a:outerShdw>
                  </a:effectLst>
                </a:rPr>
                <a:t>= 3.841</a:t>
              </a:r>
            </a:p>
          </p:txBody>
        </p:sp>
      </p:grpSp>
    </p:spTree>
    <p:extLst>
      <p:ext uri="{BB962C8B-B14F-4D97-AF65-F5344CB8AC3E}">
        <p14:creationId xmlns:p14="http://schemas.microsoft.com/office/powerpoint/2010/main" val="3956796756"/>
      </p:ext>
    </p:extLst>
  </p:cSld>
  <p:clrMapOvr>
    <a:masterClrMapping/>
  </p:clrMapOvr>
  <p:transition>
    <p:wipe dir="r"/>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9" name="Slide Number Placeholder 5"/>
          <p:cNvSpPr>
            <a:spLocks noGrp="1"/>
          </p:cNvSpPr>
          <p:nvPr>
            <p:ph type="sldNum" sz="quarter" idx="4294967295"/>
          </p:nvPr>
        </p:nvSpPr>
        <p:spPr>
          <a:xfrm>
            <a:off x="9417496" y="6553200"/>
            <a:ext cx="1143000" cy="304800"/>
          </a:xfrm>
          <a:prstGeom prst="rect">
            <a:avLst/>
          </a:prstGeom>
          <a:noFill/>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a:defRPr sz="2400">
                <a:solidFill>
                  <a:schemeClr val="tx1"/>
                </a:solidFill>
                <a:latin typeface="Arial" charset="0"/>
                <a:ea typeface="ＭＳ Ｐゴシック" charset="0"/>
              </a:defRPr>
            </a:lvl1pPr>
            <a:lvl2pPr>
              <a:defRPr sz="2000">
                <a:solidFill>
                  <a:schemeClr val="tx1"/>
                </a:solidFill>
                <a:latin typeface="Arial" charset="0"/>
                <a:ea typeface="ＭＳ Ｐゴシック" charset="0"/>
              </a:defRPr>
            </a:lvl2pPr>
            <a:lvl3pPr>
              <a:defRPr sz="2000">
                <a:solidFill>
                  <a:schemeClr val="tx1"/>
                </a:solidFill>
                <a:latin typeface="Arial" charset="0"/>
                <a:ea typeface="ＭＳ Ｐゴシック" charset="0"/>
              </a:defRPr>
            </a:lvl3pPr>
            <a:lvl4pPr>
              <a:defRPr sz="2000">
                <a:solidFill>
                  <a:schemeClr val="tx1"/>
                </a:solidFill>
                <a:latin typeface="Arial" charset="0"/>
                <a:ea typeface="ＭＳ Ｐゴシック" charset="0"/>
              </a:defRPr>
            </a:lvl4pPr>
            <a:lvl5pPr>
              <a:defRPr sz="2000">
                <a:solidFill>
                  <a:schemeClr val="tx1"/>
                </a:solidFill>
                <a:latin typeface="Arial" charset="0"/>
                <a:ea typeface="ＭＳ Ｐゴシック" charset="0"/>
              </a:defRPr>
            </a:lvl5pPr>
            <a:lvl6pPr eaLnBrk="0" hangingPunct="0">
              <a:defRPr sz="2000">
                <a:solidFill>
                  <a:schemeClr val="tx1"/>
                </a:solidFill>
                <a:latin typeface="Arial" charset="0"/>
                <a:ea typeface="ＭＳ Ｐゴシック" charset="0"/>
              </a:defRPr>
            </a:lvl6pPr>
            <a:lvl7pPr eaLnBrk="0" hangingPunct="0">
              <a:defRPr sz="2000">
                <a:solidFill>
                  <a:schemeClr val="tx1"/>
                </a:solidFill>
                <a:latin typeface="Arial" charset="0"/>
                <a:ea typeface="ＭＳ Ｐゴシック" charset="0"/>
              </a:defRPr>
            </a:lvl7pPr>
            <a:lvl8pPr eaLnBrk="0" hangingPunct="0">
              <a:defRPr sz="2000">
                <a:solidFill>
                  <a:schemeClr val="tx1"/>
                </a:solidFill>
                <a:latin typeface="Arial" charset="0"/>
                <a:ea typeface="ＭＳ Ｐゴシック" charset="0"/>
              </a:defRPr>
            </a:lvl8pPr>
            <a:lvl9pPr eaLnBrk="0" hangingPunct="0">
              <a:defRPr sz="2000">
                <a:solidFill>
                  <a:schemeClr val="tx1"/>
                </a:solidFill>
                <a:latin typeface="Arial" charset="0"/>
                <a:ea typeface="ＭＳ Ｐゴシック" charset="0"/>
              </a:defRPr>
            </a:lvl9pPr>
          </a:lstStyle>
          <a:p>
            <a:fld id="{57C73389-01DF-F74B-8826-77B58E75652F}" type="slidenum">
              <a:rPr lang="en-US" sz="1000">
                <a:solidFill>
                  <a:schemeClr val="bg1"/>
                </a:solidFill>
              </a:rPr>
              <a:pPr/>
              <a:t>65</a:t>
            </a:fld>
            <a:endParaRPr lang="en-US" sz="1000">
              <a:solidFill>
                <a:schemeClr val="bg1"/>
              </a:solidFill>
            </a:endParaRPr>
          </a:p>
        </p:txBody>
      </p:sp>
      <p:sp>
        <p:nvSpPr>
          <p:cNvPr id="91141" name="Rectangle 3"/>
          <p:cNvSpPr>
            <a:spLocks noGrp="1" noChangeArrowheads="1"/>
          </p:cNvSpPr>
          <p:nvPr>
            <p:ph type="body" idx="1"/>
          </p:nvPr>
        </p:nvSpPr>
        <p:spPr>
          <a:xfrm>
            <a:off x="1703512" y="1340769"/>
            <a:ext cx="6563072" cy="4525963"/>
          </a:xfrm>
        </p:spPr>
        <p:txBody>
          <a:bodyPr/>
          <a:lstStyle/>
          <a:p>
            <a:pPr eaLnBrk="1" hangingPunct="1"/>
            <a:r>
              <a:rPr lang="en-US" dirty="0">
                <a:solidFill>
                  <a:schemeClr val="folHlink"/>
                </a:solidFill>
                <a:latin typeface="Arial" charset="0"/>
              </a:rPr>
              <a:t>Left-Handed vs. Gender</a:t>
            </a:r>
          </a:p>
          <a:p>
            <a:pPr lvl="1" eaLnBrk="1" hangingPunct="1"/>
            <a:r>
              <a:rPr lang="en-US" dirty="0">
                <a:latin typeface="Arial" charset="0"/>
              </a:rPr>
              <a:t>  Dominant Hand:  Left vs. Right</a:t>
            </a:r>
          </a:p>
          <a:p>
            <a:pPr lvl="1" eaLnBrk="1" hangingPunct="1"/>
            <a:r>
              <a:rPr lang="en-US" dirty="0">
                <a:latin typeface="Arial" charset="0"/>
              </a:rPr>
              <a:t>  Gender:  Male vs. Female</a:t>
            </a:r>
          </a:p>
        </p:txBody>
      </p:sp>
      <p:sp>
        <p:nvSpPr>
          <p:cNvPr id="91142" name="Rectangle 4"/>
          <p:cNvSpPr>
            <a:spLocks noChangeArrowheads="1"/>
          </p:cNvSpPr>
          <p:nvPr/>
        </p:nvSpPr>
        <p:spPr bwMode="auto">
          <a:xfrm>
            <a:off x="2133600" y="4038600"/>
            <a:ext cx="8077200" cy="1143000"/>
          </a:xfrm>
          <a:prstGeom prst="rect">
            <a:avLst/>
          </a:prstGeom>
          <a:solidFill>
            <a:srgbClr val="FFFFCC"/>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85342" tIns="42672" rIns="85342" bIns="42672"/>
          <a:lstStyle/>
          <a:p>
            <a:pPr marL="320675" indent="-320675" defTabSz="852488">
              <a:spcBef>
                <a:spcPct val="20000"/>
              </a:spcBef>
            </a:pPr>
            <a:r>
              <a:rPr lang="en-US" sz="2300"/>
              <a:t>H</a:t>
            </a:r>
            <a:r>
              <a:rPr lang="en-US" sz="2300" baseline="-25000"/>
              <a:t>0</a:t>
            </a:r>
            <a:r>
              <a:rPr lang="en-US" sz="2300"/>
              <a:t>: Hand preference is independent of gender</a:t>
            </a:r>
          </a:p>
          <a:p>
            <a:pPr marL="320675" indent="-320675" defTabSz="852488">
              <a:spcBef>
                <a:spcPct val="20000"/>
              </a:spcBef>
            </a:pPr>
            <a:r>
              <a:rPr lang="en-US" sz="2300"/>
              <a:t>H</a:t>
            </a:r>
            <a:r>
              <a:rPr lang="en-US" sz="2300" baseline="-25000"/>
              <a:t>1</a:t>
            </a:r>
            <a:r>
              <a:rPr lang="en-US" sz="2300"/>
              <a:t>: Hand preference is </a:t>
            </a:r>
            <a:r>
              <a:rPr lang="en-US" sz="2300">
                <a:solidFill>
                  <a:schemeClr val="folHlink"/>
                </a:solidFill>
              </a:rPr>
              <a:t>not</a:t>
            </a:r>
            <a:r>
              <a:rPr lang="en-US" sz="2300"/>
              <a:t> independent of gender</a:t>
            </a:r>
          </a:p>
        </p:txBody>
      </p:sp>
      <p:sp>
        <p:nvSpPr>
          <p:cNvPr id="8" name="Rectangle 3"/>
          <p:cNvSpPr>
            <a:spLocks noGrp="1" noChangeArrowheads="1"/>
          </p:cNvSpPr>
          <p:nvPr>
            <p:ph type="title"/>
          </p:nvPr>
        </p:nvSpPr>
        <p:spPr>
          <a:xfrm>
            <a:off x="3565376" y="332656"/>
            <a:ext cx="6707088" cy="562074"/>
          </a:xfrm>
        </p:spPr>
        <p:style>
          <a:lnRef idx="2">
            <a:schemeClr val="accent3"/>
          </a:lnRef>
          <a:fillRef idx="1">
            <a:schemeClr val="lt1"/>
          </a:fillRef>
          <a:effectRef idx="0">
            <a:schemeClr val="accent3"/>
          </a:effectRef>
          <a:fontRef idx="minor">
            <a:schemeClr val="dk1"/>
          </a:fontRef>
        </p:style>
        <p:txBody>
          <a:bodyPr vert="horz" wrap="square" lIns="90488" tIns="44450" rIns="90488" bIns="44450" numCol="1" anchor="ctr" anchorCtr="1" compatLnSpc="1">
            <a:prstTxWarp prst="textNoShape">
              <a:avLst/>
            </a:prstTxWarp>
          </a:bodyPr>
          <a:lstStyle/>
          <a:p>
            <a:pPr eaLnBrk="1" hangingPunct="1"/>
            <a:r>
              <a:rPr lang="en-US" dirty="0">
                <a:latin typeface="Arial" charset="0"/>
              </a:rPr>
              <a:t>Example 7</a:t>
            </a:r>
            <a:endParaRPr lang="en-US" sz="1600" dirty="0">
              <a:latin typeface="Arial" charset="0"/>
            </a:endParaRPr>
          </a:p>
        </p:txBody>
      </p:sp>
    </p:spTree>
    <p:extLst>
      <p:ext uri="{BB962C8B-B14F-4D97-AF65-F5344CB8AC3E}">
        <p14:creationId xmlns:p14="http://schemas.microsoft.com/office/powerpoint/2010/main" val="2781973687"/>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3" name="Slide Number Placeholder 5"/>
          <p:cNvSpPr>
            <a:spLocks noGrp="1"/>
          </p:cNvSpPr>
          <p:nvPr>
            <p:ph type="sldNum" sz="quarter" idx="4294967295"/>
          </p:nvPr>
        </p:nvSpPr>
        <p:spPr>
          <a:xfrm>
            <a:off x="9417496" y="6553200"/>
            <a:ext cx="1143000" cy="304800"/>
          </a:xfrm>
          <a:prstGeom prst="rect">
            <a:avLst/>
          </a:prstGeom>
          <a:noFill/>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a:defRPr sz="2400">
                <a:solidFill>
                  <a:schemeClr val="tx1"/>
                </a:solidFill>
                <a:latin typeface="Arial" charset="0"/>
                <a:ea typeface="ＭＳ Ｐゴシック" charset="0"/>
              </a:defRPr>
            </a:lvl1pPr>
            <a:lvl2pPr>
              <a:defRPr sz="2000">
                <a:solidFill>
                  <a:schemeClr val="tx1"/>
                </a:solidFill>
                <a:latin typeface="Arial" charset="0"/>
                <a:ea typeface="ＭＳ Ｐゴシック" charset="0"/>
              </a:defRPr>
            </a:lvl2pPr>
            <a:lvl3pPr>
              <a:defRPr sz="2000">
                <a:solidFill>
                  <a:schemeClr val="tx1"/>
                </a:solidFill>
                <a:latin typeface="Arial" charset="0"/>
                <a:ea typeface="ＭＳ Ｐゴシック" charset="0"/>
              </a:defRPr>
            </a:lvl3pPr>
            <a:lvl4pPr>
              <a:defRPr sz="2000">
                <a:solidFill>
                  <a:schemeClr val="tx1"/>
                </a:solidFill>
                <a:latin typeface="Arial" charset="0"/>
                <a:ea typeface="ＭＳ Ｐゴシック" charset="0"/>
              </a:defRPr>
            </a:lvl4pPr>
            <a:lvl5pPr>
              <a:defRPr sz="2000">
                <a:solidFill>
                  <a:schemeClr val="tx1"/>
                </a:solidFill>
                <a:latin typeface="Arial" charset="0"/>
                <a:ea typeface="ＭＳ Ｐゴシック" charset="0"/>
              </a:defRPr>
            </a:lvl5pPr>
            <a:lvl6pPr eaLnBrk="0" hangingPunct="0">
              <a:defRPr sz="2000">
                <a:solidFill>
                  <a:schemeClr val="tx1"/>
                </a:solidFill>
                <a:latin typeface="Arial" charset="0"/>
                <a:ea typeface="ＭＳ Ｐゴシック" charset="0"/>
              </a:defRPr>
            </a:lvl6pPr>
            <a:lvl7pPr eaLnBrk="0" hangingPunct="0">
              <a:defRPr sz="2000">
                <a:solidFill>
                  <a:schemeClr val="tx1"/>
                </a:solidFill>
                <a:latin typeface="Arial" charset="0"/>
                <a:ea typeface="ＭＳ Ｐゴシック" charset="0"/>
              </a:defRPr>
            </a:lvl7pPr>
            <a:lvl8pPr eaLnBrk="0" hangingPunct="0">
              <a:defRPr sz="2000">
                <a:solidFill>
                  <a:schemeClr val="tx1"/>
                </a:solidFill>
                <a:latin typeface="Arial" charset="0"/>
                <a:ea typeface="ＭＳ Ｐゴシック" charset="0"/>
              </a:defRPr>
            </a:lvl8pPr>
            <a:lvl9pPr eaLnBrk="0" hangingPunct="0">
              <a:defRPr sz="2000">
                <a:solidFill>
                  <a:schemeClr val="tx1"/>
                </a:solidFill>
                <a:latin typeface="Arial" charset="0"/>
                <a:ea typeface="ＭＳ Ｐゴシック" charset="0"/>
              </a:defRPr>
            </a:lvl9pPr>
          </a:lstStyle>
          <a:p>
            <a:fld id="{5FFDFB7A-4CC1-B347-9550-2D7C01384B69}" type="slidenum">
              <a:rPr lang="en-US" sz="1000">
                <a:solidFill>
                  <a:schemeClr val="bg1"/>
                </a:solidFill>
              </a:rPr>
              <a:pPr/>
              <a:t>66</a:t>
            </a:fld>
            <a:endParaRPr lang="en-US" sz="1000">
              <a:solidFill>
                <a:schemeClr val="bg1"/>
              </a:solidFill>
            </a:endParaRPr>
          </a:p>
        </p:txBody>
      </p:sp>
      <p:sp>
        <p:nvSpPr>
          <p:cNvPr id="92165" name="Rectangle 3"/>
          <p:cNvSpPr>
            <a:spLocks noGrp="1" noChangeArrowheads="1"/>
          </p:cNvSpPr>
          <p:nvPr>
            <p:ph type="body" idx="1"/>
          </p:nvPr>
        </p:nvSpPr>
        <p:spPr>
          <a:xfrm>
            <a:off x="1631504" y="1340769"/>
            <a:ext cx="8579296" cy="4525963"/>
          </a:xfrm>
        </p:spPr>
        <p:txBody>
          <a:bodyPr/>
          <a:lstStyle/>
          <a:p>
            <a:pPr eaLnBrk="1" hangingPunct="1"/>
            <a:r>
              <a:rPr lang="en-US" sz="2300" dirty="0">
                <a:latin typeface="Arial" charset="0"/>
              </a:rPr>
              <a:t>Sample results organized in a contingency table:</a:t>
            </a:r>
          </a:p>
        </p:txBody>
      </p:sp>
      <p:sp>
        <p:nvSpPr>
          <p:cNvPr id="92166" name="Rectangle 4"/>
          <p:cNvSpPr>
            <a:spLocks noChangeArrowheads="1"/>
          </p:cNvSpPr>
          <p:nvPr/>
        </p:nvSpPr>
        <p:spPr bwMode="auto">
          <a:xfrm>
            <a:off x="2209800" y="1828800"/>
            <a:ext cx="7924800"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85342" tIns="42672" rIns="85342" bIns="42672"/>
          <a:lstStyle/>
          <a:p>
            <a:pPr marL="320675" indent="-320675" defTabSz="852488">
              <a:spcBef>
                <a:spcPct val="20000"/>
              </a:spcBef>
            </a:pPr>
            <a:endParaRPr lang="en-US" sz="2300"/>
          </a:p>
          <a:p>
            <a:pPr marL="320675" indent="-320675" defTabSz="852488">
              <a:spcBef>
                <a:spcPct val="20000"/>
              </a:spcBef>
            </a:pPr>
            <a:endParaRPr lang="en-US" sz="2300"/>
          </a:p>
        </p:txBody>
      </p:sp>
      <p:graphicFrame>
        <p:nvGraphicFramePr>
          <p:cNvPr id="207877" name="Group 5"/>
          <p:cNvGraphicFramePr>
            <a:graphicFrameLocks noGrp="1"/>
          </p:cNvGraphicFramePr>
          <p:nvPr/>
        </p:nvGraphicFramePr>
        <p:xfrm>
          <a:off x="5029200" y="2667000"/>
          <a:ext cx="5105400" cy="3063876"/>
        </p:xfrm>
        <a:graphic>
          <a:graphicData uri="http://schemas.openxmlformats.org/drawingml/2006/table">
            <a:tbl>
              <a:tblPr/>
              <a:tblGrid>
                <a:gridCol w="1371600">
                  <a:extLst>
                    <a:ext uri="{9D8B030D-6E8A-4147-A177-3AD203B41FA5}">
                      <a16:colId xmlns:a16="http://schemas.microsoft.com/office/drawing/2014/main" val="20000"/>
                    </a:ext>
                  </a:extLst>
                </a:gridCol>
                <a:gridCol w="1349375">
                  <a:extLst>
                    <a:ext uri="{9D8B030D-6E8A-4147-A177-3AD203B41FA5}">
                      <a16:colId xmlns:a16="http://schemas.microsoft.com/office/drawing/2014/main" val="20001"/>
                    </a:ext>
                  </a:extLst>
                </a:gridCol>
                <a:gridCol w="1317625">
                  <a:extLst>
                    <a:ext uri="{9D8B030D-6E8A-4147-A177-3AD203B41FA5}">
                      <a16:colId xmlns:a16="http://schemas.microsoft.com/office/drawing/2014/main" val="20002"/>
                    </a:ext>
                  </a:extLst>
                </a:gridCol>
                <a:gridCol w="1066800">
                  <a:extLst>
                    <a:ext uri="{9D8B030D-6E8A-4147-A177-3AD203B41FA5}">
                      <a16:colId xmlns:a16="http://schemas.microsoft.com/office/drawing/2014/main" val="20003"/>
                    </a:ext>
                  </a:extLst>
                </a:gridCol>
              </a:tblGrid>
              <a:tr h="411469">
                <a:tc rowSpan="2">
                  <a:txBody>
                    <a:bodyPr/>
                    <a:lstStyle>
                      <a:lvl1pPr defTabSz="852488">
                        <a:spcBef>
                          <a:spcPct val="20000"/>
                        </a:spcBef>
                        <a:defRPr sz="2000">
                          <a:solidFill>
                            <a:schemeClr val="tx1"/>
                          </a:solidFill>
                          <a:latin typeface="Arial" charset="0"/>
                        </a:defRPr>
                      </a:lvl1pPr>
                      <a:lvl2pPr marL="425450" defTabSz="852488">
                        <a:spcBef>
                          <a:spcPct val="20000"/>
                        </a:spcBef>
                        <a:defRPr>
                          <a:solidFill>
                            <a:schemeClr val="tx1"/>
                          </a:solidFill>
                          <a:latin typeface="Arial" charset="0"/>
                        </a:defRPr>
                      </a:lvl2pPr>
                      <a:lvl3pPr marL="852488" defTabSz="852488">
                        <a:spcBef>
                          <a:spcPct val="20000"/>
                        </a:spcBef>
                        <a:defRPr>
                          <a:solidFill>
                            <a:schemeClr val="tx1"/>
                          </a:solidFill>
                          <a:latin typeface="Arial" charset="0"/>
                        </a:defRPr>
                      </a:lvl3pPr>
                      <a:lvl4pPr marL="1281113" defTabSz="852488">
                        <a:spcBef>
                          <a:spcPct val="20000"/>
                        </a:spcBef>
                        <a:defRPr>
                          <a:solidFill>
                            <a:schemeClr val="tx1"/>
                          </a:solidFill>
                          <a:latin typeface="Arial" charset="0"/>
                        </a:defRPr>
                      </a:lvl4pPr>
                      <a:lvl5pPr marL="1706563" defTabSz="852488">
                        <a:spcBef>
                          <a:spcPct val="20000"/>
                        </a:spcBef>
                        <a:defRPr>
                          <a:solidFill>
                            <a:schemeClr val="tx1"/>
                          </a:solidFill>
                          <a:latin typeface="Arial" charset="0"/>
                        </a:defRPr>
                      </a:lvl5pPr>
                      <a:lvl6pPr marL="2163763" defTabSz="852488" fontAlgn="base">
                        <a:spcBef>
                          <a:spcPct val="20000"/>
                        </a:spcBef>
                        <a:spcAft>
                          <a:spcPct val="0"/>
                        </a:spcAft>
                        <a:defRPr>
                          <a:solidFill>
                            <a:schemeClr val="tx1"/>
                          </a:solidFill>
                          <a:latin typeface="Arial" charset="0"/>
                        </a:defRPr>
                      </a:lvl6pPr>
                      <a:lvl7pPr marL="2620963" defTabSz="852488" fontAlgn="base">
                        <a:spcBef>
                          <a:spcPct val="20000"/>
                        </a:spcBef>
                        <a:spcAft>
                          <a:spcPct val="0"/>
                        </a:spcAft>
                        <a:defRPr>
                          <a:solidFill>
                            <a:schemeClr val="tx1"/>
                          </a:solidFill>
                          <a:latin typeface="Arial" charset="0"/>
                        </a:defRPr>
                      </a:lvl7pPr>
                      <a:lvl8pPr marL="3078163" defTabSz="852488" fontAlgn="base">
                        <a:spcBef>
                          <a:spcPct val="20000"/>
                        </a:spcBef>
                        <a:spcAft>
                          <a:spcPct val="0"/>
                        </a:spcAft>
                        <a:defRPr>
                          <a:solidFill>
                            <a:schemeClr val="tx1"/>
                          </a:solidFill>
                          <a:latin typeface="Arial" charset="0"/>
                        </a:defRPr>
                      </a:lvl8pPr>
                      <a:lvl9pPr marL="3535363" defTabSz="852488" fontAlgn="base">
                        <a:spcBef>
                          <a:spcPct val="20000"/>
                        </a:spcBef>
                        <a:spcAft>
                          <a:spcPct val="0"/>
                        </a:spcAft>
                        <a:defRPr>
                          <a:solidFill>
                            <a:schemeClr val="tx1"/>
                          </a:solidFill>
                          <a:latin typeface="Arial" charset="0"/>
                        </a:defRPr>
                      </a:lvl9pPr>
                    </a:lstStyle>
                    <a:p>
                      <a:pPr marL="0" marR="0" lvl="0" indent="0" algn="ctr" defTabSz="852488" rtl="0" eaLnBrk="1" fontAlgn="base" latinLnBrk="0" hangingPunct="1">
                        <a:lnSpc>
                          <a:spcPct val="100000"/>
                        </a:lnSpc>
                        <a:spcBef>
                          <a:spcPct val="20000"/>
                        </a:spcBef>
                        <a:spcAft>
                          <a:spcPct val="0"/>
                        </a:spcAft>
                        <a:buClrTx/>
                        <a:buSzTx/>
                        <a:buFontTx/>
                        <a:buNone/>
                        <a:tabLst/>
                      </a:pPr>
                      <a:endParaRPr kumimoji="0" lang="en-US" altLang="en-US" sz="2100" b="0" i="0" u="none" strike="noStrike" cap="none" normalizeH="0" baseline="0">
                        <a:ln>
                          <a:noFill/>
                        </a:ln>
                        <a:solidFill>
                          <a:schemeClr val="tx1"/>
                        </a:solidFill>
                        <a:effectLst/>
                        <a:latin typeface="Arial" charset="0"/>
                      </a:endParaRPr>
                    </a:p>
                    <a:p>
                      <a:pPr marL="0" marR="0" lvl="0" indent="0" algn="ctr" defTabSz="852488" rtl="0" eaLnBrk="1" fontAlgn="base" latinLnBrk="0" hangingPunct="1">
                        <a:lnSpc>
                          <a:spcPct val="100000"/>
                        </a:lnSpc>
                        <a:spcBef>
                          <a:spcPct val="20000"/>
                        </a:spcBef>
                        <a:spcAft>
                          <a:spcPct val="0"/>
                        </a:spcAft>
                        <a:buClrTx/>
                        <a:buSzTx/>
                        <a:buFontTx/>
                        <a:buNone/>
                        <a:tabLst/>
                      </a:pPr>
                      <a:r>
                        <a:rPr kumimoji="0" lang="en-US" altLang="en-US" sz="2100" b="0" i="0" u="none" strike="noStrike" cap="none" normalizeH="0" baseline="0">
                          <a:ln>
                            <a:noFill/>
                          </a:ln>
                          <a:solidFill>
                            <a:schemeClr val="tx1"/>
                          </a:solidFill>
                          <a:effectLst/>
                          <a:latin typeface="Arial" charset="0"/>
                        </a:rPr>
                        <a:t>Gender</a:t>
                      </a:r>
                    </a:p>
                  </a:txBody>
                  <a:tcPr marT="45715" marB="45715" anchor="ctr" horzOverflow="overflow">
                    <a:lnL w="381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381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solidFill>
                      <a:srgbClr val="FDE0BD"/>
                    </a:solidFill>
                  </a:tcPr>
                </a:tc>
                <a:tc gridSpan="2">
                  <a:txBody>
                    <a:bodyPr/>
                    <a:lstStyle>
                      <a:lvl1pPr defTabSz="852488">
                        <a:spcBef>
                          <a:spcPct val="20000"/>
                        </a:spcBef>
                        <a:defRPr sz="2000">
                          <a:solidFill>
                            <a:schemeClr val="tx1"/>
                          </a:solidFill>
                          <a:latin typeface="Arial" charset="0"/>
                        </a:defRPr>
                      </a:lvl1pPr>
                      <a:lvl2pPr marL="425450" defTabSz="852488">
                        <a:spcBef>
                          <a:spcPct val="20000"/>
                        </a:spcBef>
                        <a:defRPr>
                          <a:solidFill>
                            <a:schemeClr val="tx1"/>
                          </a:solidFill>
                          <a:latin typeface="Arial" charset="0"/>
                        </a:defRPr>
                      </a:lvl2pPr>
                      <a:lvl3pPr marL="852488" defTabSz="852488">
                        <a:spcBef>
                          <a:spcPct val="20000"/>
                        </a:spcBef>
                        <a:defRPr>
                          <a:solidFill>
                            <a:schemeClr val="tx1"/>
                          </a:solidFill>
                          <a:latin typeface="Arial" charset="0"/>
                        </a:defRPr>
                      </a:lvl3pPr>
                      <a:lvl4pPr marL="1281113" defTabSz="852488">
                        <a:spcBef>
                          <a:spcPct val="20000"/>
                        </a:spcBef>
                        <a:defRPr>
                          <a:solidFill>
                            <a:schemeClr val="tx1"/>
                          </a:solidFill>
                          <a:latin typeface="Arial" charset="0"/>
                        </a:defRPr>
                      </a:lvl4pPr>
                      <a:lvl5pPr marL="1706563" defTabSz="852488">
                        <a:spcBef>
                          <a:spcPct val="20000"/>
                        </a:spcBef>
                        <a:defRPr>
                          <a:solidFill>
                            <a:schemeClr val="tx1"/>
                          </a:solidFill>
                          <a:latin typeface="Arial" charset="0"/>
                        </a:defRPr>
                      </a:lvl5pPr>
                      <a:lvl6pPr marL="2163763" defTabSz="852488" fontAlgn="base">
                        <a:spcBef>
                          <a:spcPct val="20000"/>
                        </a:spcBef>
                        <a:spcAft>
                          <a:spcPct val="0"/>
                        </a:spcAft>
                        <a:defRPr>
                          <a:solidFill>
                            <a:schemeClr val="tx1"/>
                          </a:solidFill>
                          <a:latin typeface="Arial" charset="0"/>
                        </a:defRPr>
                      </a:lvl6pPr>
                      <a:lvl7pPr marL="2620963" defTabSz="852488" fontAlgn="base">
                        <a:spcBef>
                          <a:spcPct val="20000"/>
                        </a:spcBef>
                        <a:spcAft>
                          <a:spcPct val="0"/>
                        </a:spcAft>
                        <a:defRPr>
                          <a:solidFill>
                            <a:schemeClr val="tx1"/>
                          </a:solidFill>
                          <a:latin typeface="Arial" charset="0"/>
                        </a:defRPr>
                      </a:lvl7pPr>
                      <a:lvl8pPr marL="3078163" defTabSz="852488" fontAlgn="base">
                        <a:spcBef>
                          <a:spcPct val="20000"/>
                        </a:spcBef>
                        <a:spcAft>
                          <a:spcPct val="0"/>
                        </a:spcAft>
                        <a:defRPr>
                          <a:solidFill>
                            <a:schemeClr val="tx1"/>
                          </a:solidFill>
                          <a:latin typeface="Arial" charset="0"/>
                        </a:defRPr>
                      </a:lvl8pPr>
                      <a:lvl9pPr marL="3535363" defTabSz="852488" fontAlgn="base">
                        <a:spcBef>
                          <a:spcPct val="20000"/>
                        </a:spcBef>
                        <a:spcAft>
                          <a:spcPct val="0"/>
                        </a:spcAft>
                        <a:defRPr>
                          <a:solidFill>
                            <a:schemeClr val="tx1"/>
                          </a:solidFill>
                          <a:latin typeface="Arial" charset="0"/>
                        </a:defRPr>
                      </a:lvl9pPr>
                    </a:lstStyle>
                    <a:p>
                      <a:pPr marL="0" marR="0" lvl="0" indent="0" algn="ctr" defTabSz="852488" rtl="0" eaLnBrk="1" fontAlgn="base" latinLnBrk="0" hangingPunct="1">
                        <a:lnSpc>
                          <a:spcPct val="100000"/>
                        </a:lnSpc>
                        <a:spcBef>
                          <a:spcPct val="20000"/>
                        </a:spcBef>
                        <a:spcAft>
                          <a:spcPct val="0"/>
                        </a:spcAft>
                        <a:buClrTx/>
                        <a:buSzTx/>
                        <a:buFontTx/>
                        <a:buNone/>
                        <a:tabLst/>
                      </a:pPr>
                      <a:r>
                        <a:rPr kumimoji="0" lang="en-US" altLang="en-US" sz="2100" b="0" i="0" u="none" strike="noStrike" cap="none" normalizeH="0" baseline="0">
                          <a:ln>
                            <a:noFill/>
                          </a:ln>
                          <a:solidFill>
                            <a:schemeClr val="tx1"/>
                          </a:solidFill>
                          <a:effectLst/>
                          <a:latin typeface="Arial" charset="0"/>
                        </a:rPr>
                        <a:t>Hand Preference</a:t>
                      </a:r>
                    </a:p>
                  </a:txBody>
                  <a:tcPr marT="45715" marB="45715" horzOverflow="overflow">
                    <a:lnL w="28575" cap="flat" cmpd="sng" algn="ctr">
                      <a:solidFill>
                        <a:schemeClr val="tx1"/>
                      </a:solidFill>
                      <a:prstDash val="solid"/>
                      <a:miter lim="800000"/>
                      <a:headEnd type="none" w="med" len="med"/>
                      <a:tailEnd type="none" w="med" len="med"/>
                    </a:lnL>
                    <a:lnR w="38100" cap="flat" cmpd="sng" algn="ctr">
                      <a:solidFill>
                        <a:schemeClr val="tx1"/>
                      </a:solidFill>
                      <a:prstDash val="solid"/>
                      <a:miter lim="800000"/>
                      <a:headEnd type="none" w="med" len="med"/>
                      <a:tailEnd type="none" w="med" len="med"/>
                    </a:lnR>
                    <a:lnT w="381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rgbClr val="FFFFCC"/>
                    </a:solidFill>
                  </a:tcPr>
                </a:tc>
                <a:tc hMerge="1">
                  <a:txBody>
                    <a:bodyPr/>
                    <a:lstStyle/>
                    <a:p>
                      <a:endParaRPr lang="en-AU"/>
                    </a:p>
                  </a:txBody>
                  <a:tcPr/>
                </a:tc>
                <a:tc rowSpan="2">
                  <a:txBody>
                    <a:bodyPr/>
                    <a:lstStyle>
                      <a:lvl1pPr defTabSz="852488">
                        <a:spcBef>
                          <a:spcPct val="20000"/>
                        </a:spcBef>
                        <a:defRPr sz="2000">
                          <a:solidFill>
                            <a:schemeClr val="tx1"/>
                          </a:solidFill>
                          <a:latin typeface="Arial" charset="0"/>
                        </a:defRPr>
                      </a:lvl1pPr>
                      <a:lvl2pPr marL="425450" defTabSz="852488">
                        <a:spcBef>
                          <a:spcPct val="20000"/>
                        </a:spcBef>
                        <a:defRPr>
                          <a:solidFill>
                            <a:schemeClr val="tx1"/>
                          </a:solidFill>
                          <a:latin typeface="Arial" charset="0"/>
                        </a:defRPr>
                      </a:lvl2pPr>
                      <a:lvl3pPr marL="852488" defTabSz="852488">
                        <a:spcBef>
                          <a:spcPct val="20000"/>
                        </a:spcBef>
                        <a:defRPr>
                          <a:solidFill>
                            <a:schemeClr val="tx1"/>
                          </a:solidFill>
                          <a:latin typeface="Arial" charset="0"/>
                        </a:defRPr>
                      </a:lvl3pPr>
                      <a:lvl4pPr marL="1281113" defTabSz="852488">
                        <a:spcBef>
                          <a:spcPct val="20000"/>
                        </a:spcBef>
                        <a:defRPr>
                          <a:solidFill>
                            <a:schemeClr val="tx1"/>
                          </a:solidFill>
                          <a:latin typeface="Arial" charset="0"/>
                        </a:defRPr>
                      </a:lvl4pPr>
                      <a:lvl5pPr marL="1706563" defTabSz="852488">
                        <a:spcBef>
                          <a:spcPct val="20000"/>
                        </a:spcBef>
                        <a:defRPr>
                          <a:solidFill>
                            <a:schemeClr val="tx1"/>
                          </a:solidFill>
                          <a:latin typeface="Arial" charset="0"/>
                        </a:defRPr>
                      </a:lvl5pPr>
                      <a:lvl6pPr marL="2163763" defTabSz="852488" fontAlgn="base">
                        <a:spcBef>
                          <a:spcPct val="20000"/>
                        </a:spcBef>
                        <a:spcAft>
                          <a:spcPct val="0"/>
                        </a:spcAft>
                        <a:defRPr>
                          <a:solidFill>
                            <a:schemeClr val="tx1"/>
                          </a:solidFill>
                          <a:latin typeface="Arial" charset="0"/>
                        </a:defRPr>
                      </a:lvl6pPr>
                      <a:lvl7pPr marL="2620963" defTabSz="852488" fontAlgn="base">
                        <a:spcBef>
                          <a:spcPct val="20000"/>
                        </a:spcBef>
                        <a:spcAft>
                          <a:spcPct val="0"/>
                        </a:spcAft>
                        <a:defRPr>
                          <a:solidFill>
                            <a:schemeClr val="tx1"/>
                          </a:solidFill>
                          <a:latin typeface="Arial" charset="0"/>
                        </a:defRPr>
                      </a:lvl7pPr>
                      <a:lvl8pPr marL="3078163" defTabSz="852488" fontAlgn="base">
                        <a:spcBef>
                          <a:spcPct val="20000"/>
                        </a:spcBef>
                        <a:spcAft>
                          <a:spcPct val="0"/>
                        </a:spcAft>
                        <a:defRPr>
                          <a:solidFill>
                            <a:schemeClr val="tx1"/>
                          </a:solidFill>
                          <a:latin typeface="Arial" charset="0"/>
                        </a:defRPr>
                      </a:lvl8pPr>
                      <a:lvl9pPr marL="3535363" defTabSz="852488" fontAlgn="base">
                        <a:spcBef>
                          <a:spcPct val="20000"/>
                        </a:spcBef>
                        <a:spcAft>
                          <a:spcPct val="0"/>
                        </a:spcAft>
                        <a:defRPr>
                          <a:solidFill>
                            <a:schemeClr val="tx1"/>
                          </a:solidFill>
                          <a:latin typeface="Arial" charset="0"/>
                        </a:defRPr>
                      </a:lvl9pPr>
                    </a:lstStyle>
                    <a:p>
                      <a:pPr marL="0" marR="0" lvl="0" indent="0" algn="ctr" defTabSz="852488" rtl="0" eaLnBrk="1" fontAlgn="base" latinLnBrk="0" hangingPunct="1">
                        <a:lnSpc>
                          <a:spcPct val="100000"/>
                        </a:lnSpc>
                        <a:spcBef>
                          <a:spcPct val="20000"/>
                        </a:spcBef>
                        <a:spcAft>
                          <a:spcPct val="0"/>
                        </a:spcAft>
                        <a:buClrTx/>
                        <a:buSzTx/>
                        <a:buFontTx/>
                        <a:buNone/>
                        <a:tabLst/>
                      </a:pPr>
                      <a:endParaRPr kumimoji="0" lang="en-US" altLang="en-US" sz="2100" b="0" i="0" u="none" strike="noStrike" cap="none" normalizeH="0" baseline="0">
                        <a:ln>
                          <a:noFill/>
                        </a:ln>
                        <a:solidFill>
                          <a:schemeClr val="tx1"/>
                        </a:solidFill>
                        <a:effectLst/>
                        <a:latin typeface="Arial" charset="0"/>
                      </a:endParaRPr>
                    </a:p>
                  </a:txBody>
                  <a:tcPr marT="45715" marB="45715" anchor="ctr" horzOverflow="overflow">
                    <a:lnL w="38100" cap="flat" cmpd="sng" algn="ctr">
                      <a:solidFill>
                        <a:schemeClr val="tx1"/>
                      </a:solidFill>
                      <a:prstDash val="solid"/>
                      <a:miter lim="800000"/>
                      <a:headEnd type="none" w="med" len="med"/>
                      <a:tailEnd type="none" w="med" len="med"/>
                    </a:lnL>
                    <a:lnR cap="flat">
                      <a:noFill/>
                    </a:lnR>
                    <a:lnT cap="flat">
                      <a:noFill/>
                    </a:lnT>
                    <a:lnB w="28575"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677784">
                <a:tc vMerge="1">
                  <a:txBody>
                    <a:bodyPr/>
                    <a:lstStyle/>
                    <a:p>
                      <a:endParaRPr lang="en-AU"/>
                    </a:p>
                  </a:txBody>
                  <a:tcPr/>
                </a:tc>
                <a:tc>
                  <a:txBody>
                    <a:bodyPr/>
                    <a:lstStyle>
                      <a:lvl1pPr defTabSz="852488">
                        <a:spcBef>
                          <a:spcPct val="20000"/>
                        </a:spcBef>
                        <a:defRPr sz="2000">
                          <a:solidFill>
                            <a:schemeClr val="tx1"/>
                          </a:solidFill>
                          <a:latin typeface="Arial" charset="0"/>
                        </a:defRPr>
                      </a:lvl1pPr>
                      <a:lvl2pPr marL="425450" defTabSz="852488">
                        <a:spcBef>
                          <a:spcPct val="20000"/>
                        </a:spcBef>
                        <a:defRPr>
                          <a:solidFill>
                            <a:schemeClr val="tx1"/>
                          </a:solidFill>
                          <a:latin typeface="Arial" charset="0"/>
                        </a:defRPr>
                      </a:lvl2pPr>
                      <a:lvl3pPr marL="852488" defTabSz="852488">
                        <a:spcBef>
                          <a:spcPct val="20000"/>
                        </a:spcBef>
                        <a:defRPr>
                          <a:solidFill>
                            <a:schemeClr val="tx1"/>
                          </a:solidFill>
                          <a:latin typeface="Arial" charset="0"/>
                        </a:defRPr>
                      </a:lvl3pPr>
                      <a:lvl4pPr marL="1281113" defTabSz="852488">
                        <a:spcBef>
                          <a:spcPct val="20000"/>
                        </a:spcBef>
                        <a:defRPr>
                          <a:solidFill>
                            <a:schemeClr val="tx1"/>
                          </a:solidFill>
                          <a:latin typeface="Arial" charset="0"/>
                        </a:defRPr>
                      </a:lvl4pPr>
                      <a:lvl5pPr marL="1706563" defTabSz="852488">
                        <a:spcBef>
                          <a:spcPct val="20000"/>
                        </a:spcBef>
                        <a:defRPr>
                          <a:solidFill>
                            <a:schemeClr val="tx1"/>
                          </a:solidFill>
                          <a:latin typeface="Arial" charset="0"/>
                        </a:defRPr>
                      </a:lvl5pPr>
                      <a:lvl6pPr marL="2163763" defTabSz="852488" fontAlgn="base">
                        <a:spcBef>
                          <a:spcPct val="20000"/>
                        </a:spcBef>
                        <a:spcAft>
                          <a:spcPct val="0"/>
                        </a:spcAft>
                        <a:defRPr>
                          <a:solidFill>
                            <a:schemeClr val="tx1"/>
                          </a:solidFill>
                          <a:latin typeface="Arial" charset="0"/>
                        </a:defRPr>
                      </a:lvl6pPr>
                      <a:lvl7pPr marL="2620963" defTabSz="852488" fontAlgn="base">
                        <a:spcBef>
                          <a:spcPct val="20000"/>
                        </a:spcBef>
                        <a:spcAft>
                          <a:spcPct val="0"/>
                        </a:spcAft>
                        <a:defRPr>
                          <a:solidFill>
                            <a:schemeClr val="tx1"/>
                          </a:solidFill>
                          <a:latin typeface="Arial" charset="0"/>
                        </a:defRPr>
                      </a:lvl7pPr>
                      <a:lvl8pPr marL="3078163" defTabSz="852488" fontAlgn="base">
                        <a:spcBef>
                          <a:spcPct val="20000"/>
                        </a:spcBef>
                        <a:spcAft>
                          <a:spcPct val="0"/>
                        </a:spcAft>
                        <a:defRPr>
                          <a:solidFill>
                            <a:schemeClr val="tx1"/>
                          </a:solidFill>
                          <a:latin typeface="Arial" charset="0"/>
                        </a:defRPr>
                      </a:lvl8pPr>
                      <a:lvl9pPr marL="3535363" defTabSz="852488" fontAlgn="base">
                        <a:spcBef>
                          <a:spcPct val="20000"/>
                        </a:spcBef>
                        <a:spcAft>
                          <a:spcPct val="0"/>
                        </a:spcAft>
                        <a:defRPr>
                          <a:solidFill>
                            <a:schemeClr val="tx1"/>
                          </a:solidFill>
                          <a:latin typeface="Arial" charset="0"/>
                        </a:defRPr>
                      </a:lvl9pPr>
                    </a:lstStyle>
                    <a:p>
                      <a:pPr marL="0" marR="0" lvl="0" indent="0" algn="ctr" defTabSz="852488" rtl="0" eaLnBrk="1" fontAlgn="base" latinLnBrk="0" hangingPunct="1">
                        <a:lnSpc>
                          <a:spcPct val="100000"/>
                        </a:lnSpc>
                        <a:spcBef>
                          <a:spcPct val="20000"/>
                        </a:spcBef>
                        <a:spcAft>
                          <a:spcPct val="0"/>
                        </a:spcAft>
                        <a:buClrTx/>
                        <a:buSzTx/>
                        <a:buFontTx/>
                        <a:buNone/>
                        <a:tabLst/>
                      </a:pPr>
                      <a:r>
                        <a:rPr kumimoji="0" lang="en-US" altLang="en-US" sz="2100" b="0" i="0" u="none" strike="noStrike" cap="none" normalizeH="0" baseline="0">
                          <a:ln>
                            <a:noFill/>
                          </a:ln>
                          <a:solidFill>
                            <a:schemeClr val="tx1"/>
                          </a:solidFill>
                          <a:effectLst/>
                          <a:latin typeface="Arial" charset="0"/>
                        </a:rPr>
                        <a:t>Left</a:t>
                      </a:r>
                    </a:p>
                  </a:txBody>
                  <a:tcPr marT="45715" marB="45715" anchor="ct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solidFill>
                      <a:srgbClr val="FFFFCC"/>
                    </a:solidFill>
                  </a:tcPr>
                </a:tc>
                <a:tc>
                  <a:txBody>
                    <a:bodyPr/>
                    <a:lstStyle>
                      <a:lvl1pPr defTabSz="852488">
                        <a:spcBef>
                          <a:spcPct val="20000"/>
                        </a:spcBef>
                        <a:defRPr sz="2000">
                          <a:solidFill>
                            <a:schemeClr val="tx1"/>
                          </a:solidFill>
                          <a:latin typeface="Arial" charset="0"/>
                        </a:defRPr>
                      </a:lvl1pPr>
                      <a:lvl2pPr marL="425450" defTabSz="852488">
                        <a:spcBef>
                          <a:spcPct val="20000"/>
                        </a:spcBef>
                        <a:defRPr>
                          <a:solidFill>
                            <a:schemeClr val="tx1"/>
                          </a:solidFill>
                          <a:latin typeface="Arial" charset="0"/>
                        </a:defRPr>
                      </a:lvl2pPr>
                      <a:lvl3pPr marL="852488" defTabSz="852488">
                        <a:spcBef>
                          <a:spcPct val="20000"/>
                        </a:spcBef>
                        <a:defRPr>
                          <a:solidFill>
                            <a:schemeClr val="tx1"/>
                          </a:solidFill>
                          <a:latin typeface="Arial" charset="0"/>
                        </a:defRPr>
                      </a:lvl3pPr>
                      <a:lvl4pPr marL="1281113" defTabSz="852488">
                        <a:spcBef>
                          <a:spcPct val="20000"/>
                        </a:spcBef>
                        <a:defRPr>
                          <a:solidFill>
                            <a:schemeClr val="tx1"/>
                          </a:solidFill>
                          <a:latin typeface="Arial" charset="0"/>
                        </a:defRPr>
                      </a:lvl4pPr>
                      <a:lvl5pPr marL="1706563" defTabSz="852488">
                        <a:spcBef>
                          <a:spcPct val="20000"/>
                        </a:spcBef>
                        <a:defRPr>
                          <a:solidFill>
                            <a:schemeClr val="tx1"/>
                          </a:solidFill>
                          <a:latin typeface="Arial" charset="0"/>
                        </a:defRPr>
                      </a:lvl5pPr>
                      <a:lvl6pPr marL="2163763" defTabSz="852488" fontAlgn="base">
                        <a:spcBef>
                          <a:spcPct val="20000"/>
                        </a:spcBef>
                        <a:spcAft>
                          <a:spcPct val="0"/>
                        </a:spcAft>
                        <a:defRPr>
                          <a:solidFill>
                            <a:schemeClr val="tx1"/>
                          </a:solidFill>
                          <a:latin typeface="Arial" charset="0"/>
                        </a:defRPr>
                      </a:lvl6pPr>
                      <a:lvl7pPr marL="2620963" defTabSz="852488" fontAlgn="base">
                        <a:spcBef>
                          <a:spcPct val="20000"/>
                        </a:spcBef>
                        <a:spcAft>
                          <a:spcPct val="0"/>
                        </a:spcAft>
                        <a:defRPr>
                          <a:solidFill>
                            <a:schemeClr val="tx1"/>
                          </a:solidFill>
                          <a:latin typeface="Arial" charset="0"/>
                        </a:defRPr>
                      </a:lvl7pPr>
                      <a:lvl8pPr marL="3078163" defTabSz="852488" fontAlgn="base">
                        <a:spcBef>
                          <a:spcPct val="20000"/>
                        </a:spcBef>
                        <a:spcAft>
                          <a:spcPct val="0"/>
                        </a:spcAft>
                        <a:defRPr>
                          <a:solidFill>
                            <a:schemeClr val="tx1"/>
                          </a:solidFill>
                          <a:latin typeface="Arial" charset="0"/>
                        </a:defRPr>
                      </a:lvl8pPr>
                      <a:lvl9pPr marL="3535363" defTabSz="852488" fontAlgn="base">
                        <a:spcBef>
                          <a:spcPct val="20000"/>
                        </a:spcBef>
                        <a:spcAft>
                          <a:spcPct val="0"/>
                        </a:spcAft>
                        <a:defRPr>
                          <a:solidFill>
                            <a:schemeClr val="tx1"/>
                          </a:solidFill>
                          <a:latin typeface="Arial" charset="0"/>
                        </a:defRPr>
                      </a:lvl9pPr>
                    </a:lstStyle>
                    <a:p>
                      <a:pPr marL="0" marR="0" lvl="0" indent="0" algn="ctr" defTabSz="852488" rtl="0" eaLnBrk="1" fontAlgn="base" latinLnBrk="0" hangingPunct="1">
                        <a:lnSpc>
                          <a:spcPct val="100000"/>
                        </a:lnSpc>
                        <a:spcBef>
                          <a:spcPct val="20000"/>
                        </a:spcBef>
                        <a:spcAft>
                          <a:spcPct val="0"/>
                        </a:spcAft>
                        <a:buClrTx/>
                        <a:buSzTx/>
                        <a:buFontTx/>
                        <a:buNone/>
                        <a:tabLst/>
                      </a:pPr>
                      <a:r>
                        <a:rPr kumimoji="0" lang="en-US" altLang="en-US" sz="2100" b="0" i="0" u="none" strike="noStrike" cap="none" normalizeH="0" baseline="0">
                          <a:ln>
                            <a:noFill/>
                          </a:ln>
                          <a:solidFill>
                            <a:schemeClr val="tx1"/>
                          </a:solidFill>
                          <a:effectLst/>
                          <a:latin typeface="Arial" charset="0"/>
                        </a:rPr>
                        <a:t>Right</a:t>
                      </a:r>
                    </a:p>
                  </a:txBody>
                  <a:tcPr marT="45715" marB="45715" anchor="ctr" horzOverflow="overflow">
                    <a:lnL w="12700" cap="flat" cmpd="sng" algn="ctr">
                      <a:solidFill>
                        <a:schemeClr val="tx1"/>
                      </a:solidFill>
                      <a:prstDash val="solid"/>
                      <a:miter lim="800000"/>
                      <a:headEnd type="none" w="med" len="med"/>
                      <a:tailEnd type="none" w="med" len="med"/>
                    </a:lnL>
                    <a:lnR w="381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solidFill>
                      <a:srgbClr val="FFFFCC"/>
                    </a:solidFill>
                  </a:tcPr>
                </a:tc>
                <a:tc vMerge="1">
                  <a:txBody>
                    <a:bodyPr/>
                    <a:lstStyle/>
                    <a:p>
                      <a:endParaRPr lang="en-AU"/>
                    </a:p>
                  </a:txBody>
                  <a:tcPr/>
                </a:tc>
                <a:extLst>
                  <a:ext uri="{0D108BD9-81ED-4DB2-BD59-A6C34878D82A}">
                    <a16:rowId xmlns:a16="http://schemas.microsoft.com/office/drawing/2014/main" val="10001"/>
                  </a:ext>
                </a:extLst>
              </a:tr>
              <a:tr h="677784">
                <a:tc>
                  <a:txBody>
                    <a:bodyPr/>
                    <a:lstStyle>
                      <a:lvl1pPr defTabSz="852488">
                        <a:spcBef>
                          <a:spcPct val="20000"/>
                        </a:spcBef>
                        <a:defRPr sz="2000">
                          <a:solidFill>
                            <a:schemeClr val="tx1"/>
                          </a:solidFill>
                          <a:latin typeface="Arial" charset="0"/>
                        </a:defRPr>
                      </a:lvl1pPr>
                      <a:lvl2pPr marL="425450" defTabSz="852488">
                        <a:spcBef>
                          <a:spcPct val="20000"/>
                        </a:spcBef>
                        <a:defRPr>
                          <a:solidFill>
                            <a:schemeClr val="tx1"/>
                          </a:solidFill>
                          <a:latin typeface="Arial" charset="0"/>
                        </a:defRPr>
                      </a:lvl2pPr>
                      <a:lvl3pPr marL="852488" defTabSz="852488">
                        <a:spcBef>
                          <a:spcPct val="20000"/>
                        </a:spcBef>
                        <a:defRPr>
                          <a:solidFill>
                            <a:schemeClr val="tx1"/>
                          </a:solidFill>
                          <a:latin typeface="Arial" charset="0"/>
                        </a:defRPr>
                      </a:lvl3pPr>
                      <a:lvl4pPr marL="1281113" defTabSz="852488">
                        <a:spcBef>
                          <a:spcPct val="20000"/>
                        </a:spcBef>
                        <a:defRPr>
                          <a:solidFill>
                            <a:schemeClr val="tx1"/>
                          </a:solidFill>
                          <a:latin typeface="Arial" charset="0"/>
                        </a:defRPr>
                      </a:lvl4pPr>
                      <a:lvl5pPr marL="1706563" defTabSz="852488">
                        <a:spcBef>
                          <a:spcPct val="20000"/>
                        </a:spcBef>
                        <a:defRPr>
                          <a:solidFill>
                            <a:schemeClr val="tx1"/>
                          </a:solidFill>
                          <a:latin typeface="Arial" charset="0"/>
                        </a:defRPr>
                      </a:lvl5pPr>
                      <a:lvl6pPr marL="2163763" defTabSz="852488" fontAlgn="base">
                        <a:spcBef>
                          <a:spcPct val="20000"/>
                        </a:spcBef>
                        <a:spcAft>
                          <a:spcPct val="0"/>
                        </a:spcAft>
                        <a:defRPr>
                          <a:solidFill>
                            <a:schemeClr val="tx1"/>
                          </a:solidFill>
                          <a:latin typeface="Arial" charset="0"/>
                        </a:defRPr>
                      </a:lvl6pPr>
                      <a:lvl7pPr marL="2620963" defTabSz="852488" fontAlgn="base">
                        <a:spcBef>
                          <a:spcPct val="20000"/>
                        </a:spcBef>
                        <a:spcAft>
                          <a:spcPct val="0"/>
                        </a:spcAft>
                        <a:defRPr>
                          <a:solidFill>
                            <a:schemeClr val="tx1"/>
                          </a:solidFill>
                          <a:latin typeface="Arial" charset="0"/>
                        </a:defRPr>
                      </a:lvl7pPr>
                      <a:lvl8pPr marL="3078163" defTabSz="852488" fontAlgn="base">
                        <a:spcBef>
                          <a:spcPct val="20000"/>
                        </a:spcBef>
                        <a:spcAft>
                          <a:spcPct val="0"/>
                        </a:spcAft>
                        <a:defRPr>
                          <a:solidFill>
                            <a:schemeClr val="tx1"/>
                          </a:solidFill>
                          <a:latin typeface="Arial" charset="0"/>
                        </a:defRPr>
                      </a:lvl8pPr>
                      <a:lvl9pPr marL="3535363" defTabSz="852488" fontAlgn="base">
                        <a:spcBef>
                          <a:spcPct val="20000"/>
                        </a:spcBef>
                        <a:spcAft>
                          <a:spcPct val="0"/>
                        </a:spcAft>
                        <a:defRPr>
                          <a:solidFill>
                            <a:schemeClr val="tx1"/>
                          </a:solidFill>
                          <a:latin typeface="Arial" charset="0"/>
                        </a:defRPr>
                      </a:lvl9pPr>
                    </a:lstStyle>
                    <a:p>
                      <a:pPr marL="0" marR="0" lvl="0" indent="0" algn="ctr" defTabSz="852488" rtl="0" eaLnBrk="1" fontAlgn="base" latinLnBrk="0" hangingPunct="1">
                        <a:lnSpc>
                          <a:spcPct val="100000"/>
                        </a:lnSpc>
                        <a:spcBef>
                          <a:spcPct val="20000"/>
                        </a:spcBef>
                        <a:spcAft>
                          <a:spcPct val="0"/>
                        </a:spcAft>
                        <a:buClrTx/>
                        <a:buSzTx/>
                        <a:buFontTx/>
                        <a:buNone/>
                        <a:tabLst/>
                      </a:pPr>
                      <a:r>
                        <a:rPr kumimoji="0" lang="en-US" altLang="en-US" sz="2100" b="0" i="0" u="none" strike="noStrike" cap="none" normalizeH="0" baseline="0">
                          <a:ln>
                            <a:noFill/>
                          </a:ln>
                          <a:solidFill>
                            <a:schemeClr val="tx1"/>
                          </a:solidFill>
                          <a:effectLst/>
                          <a:latin typeface="Arial" charset="0"/>
                        </a:rPr>
                        <a:t>Female</a:t>
                      </a:r>
                    </a:p>
                  </a:txBody>
                  <a:tcPr marT="45715" marB="45715" anchor="ctr" horzOverflow="overflow">
                    <a:lnL w="381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rgbClr val="FDE0BD"/>
                    </a:solidFill>
                  </a:tcPr>
                </a:tc>
                <a:tc>
                  <a:txBody>
                    <a:bodyPr/>
                    <a:lstStyle>
                      <a:lvl1pPr defTabSz="852488">
                        <a:spcBef>
                          <a:spcPct val="20000"/>
                        </a:spcBef>
                        <a:defRPr sz="2000">
                          <a:solidFill>
                            <a:schemeClr val="tx1"/>
                          </a:solidFill>
                          <a:latin typeface="Arial" charset="0"/>
                        </a:defRPr>
                      </a:lvl1pPr>
                      <a:lvl2pPr marL="425450" defTabSz="852488">
                        <a:spcBef>
                          <a:spcPct val="20000"/>
                        </a:spcBef>
                        <a:defRPr>
                          <a:solidFill>
                            <a:schemeClr val="tx1"/>
                          </a:solidFill>
                          <a:latin typeface="Arial" charset="0"/>
                        </a:defRPr>
                      </a:lvl2pPr>
                      <a:lvl3pPr marL="852488" defTabSz="852488">
                        <a:spcBef>
                          <a:spcPct val="20000"/>
                        </a:spcBef>
                        <a:defRPr>
                          <a:solidFill>
                            <a:schemeClr val="tx1"/>
                          </a:solidFill>
                          <a:latin typeface="Arial" charset="0"/>
                        </a:defRPr>
                      </a:lvl3pPr>
                      <a:lvl4pPr marL="1281113" defTabSz="852488">
                        <a:spcBef>
                          <a:spcPct val="20000"/>
                        </a:spcBef>
                        <a:defRPr>
                          <a:solidFill>
                            <a:schemeClr val="tx1"/>
                          </a:solidFill>
                          <a:latin typeface="Arial" charset="0"/>
                        </a:defRPr>
                      </a:lvl4pPr>
                      <a:lvl5pPr marL="1706563" defTabSz="852488">
                        <a:spcBef>
                          <a:spcPct val="20000"/>
                        </a:spcBef>
                        <a:defRPr>
                          <a:solidFill>
                            <a:schemeClr val="tx1"/>
                          </a:solidFill>
                          <a:latin typeface="Arial" charset="0"/>
                        </a:defRPr>
                      </a:lvl5pPr>
                      <a:lvl6pPr marL="2163763" defTabSz="852488" fontAlgn="base">
                        <a:spcBef>
                          <a:spcPct val="20000"/>
                        </a:spcBef>
                        <a:spcAft>
                          <a:spcPct val="0"/>
                        </a:spcAft>
                        <a:defRPr>
                          <a:solidFill>
                            <a:schemeClr val="tx1"/>
                          </a:solidFill>
                          <a:latin typeface="Arial" charset="0"/>
                        </a:defRPr>
                      </a:lvl6pPr>
                      <a:lvl7pPr marL="2620963" defTabSz="852488" fontAlgn="base">
                        <a:spcBef>
                          <a:spcPct val="20000"/>
                        </a:spcBef>
                        <a:spcAft>
                          <a:spcPct val="0"/>
                        </a:spcAft>
                        <a:defRPr>
                          <a:solidFill>
                            <a:schemeClr val="tx1"/>
                          </a:solidFill>
                          <a:latin typeface="Arial" charset="0"/>
                        </a:defRPr>
                      </a:lvl7pPr>
                      <a:lvl8pPr marL="3078163" defTabSz="852488" fontAlgn="base">
                        <a:spcBef>
                          <a:spcPct val="20000"/>
                        </a:spcBef>
                        <a:spcAft>
                          <a:spcPct val="0"/>
                        </a:spcAft>
                        <a:defRPr>
                          <a:solidFill>
                            <a:schemeClr val="tx1"/>
                          </a:solidFill>
                          <a:latin typeface="Arial" charset="0"/>
                        </a:defRPr>
                      </a:lvl8pPr>
                      <a:lvl9pPr marL="3535363" defTabSz="852488" fontAlgn="base">
                        <a:spcBef>
                          <a:spcPct val="20000"/>
                        </a:spcBef>
                        <a:spcAft>
                          <a:spcPct val="0"/>
                        </a:spcAft>
                        <a:defRPr>
                          <a:solidFill>
                            <a:schemeClr val="tx1"/>
                          </a:solidFill>
                          <a:latin typeface="Arial" charset="0"/>
                        </a:defRPr>
                      </a:lvl9pPr>
                    </a:lstStyle>
                    <a:p>
                      <a:pPr marL="0" marR="0" lvl="0" indent="0" algn="ctr" defTabSz="852488" rtl="0" eaLnBrk="1" fontAlgn="base" latinLnBrk="0" hangingPunct="1">
                        <a:lnSpc>
                          <a:spcPct val="100000"/>
                        </a:lnSpc>
                        <a:spcBef>
                          <a:spcPct val="20000"/>
                        </a:spcBef>
                        <a:spcAft>
                          <a:spcPct val="0"/>
                        </a:spcAft>
                        <a:buClrTx/>
                        <a:buSzTx/>
                        <a:buFontTx/>
                        <a:buNone/>
                        <a:tabLst/>
                      </a:pPr>
                      <a:r>
                        <a:rPr kumimoji="0" lang="en-US" altLang="en-US" sz="2100" b="0" i="0" u="none" strike="noStrike" cap="none" normalizeH="0" baseline="0">
                          <a:ln>
                            <a:noFill/>
                          </a:ln>
                          <a:solidFill>
                            <a:schemeClr val="tx1"/>
                          </a:solidFill>
                          <a:effectLst/>
                          <a:latin typeface="Arial" charset="0"/>
                        </a:rPr>
                        <a:t>12</a:t>
                      </a:r>
                    </a:p>
                  </a:txBody>
                  <a:tcPr marT="45715" marB="45715" anchor="ct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rgbClr val="CCFFFF"/>
                    </a:solidFill>
                  </a:tcPr>
                </a:tc>
                <a:tc>
                  <a:txBody>
                    <a:bodyPr/>
                    <a:lstStyle>
                      <a:lvl1pPr defTabSz="852488">
                        <a:spcBef>
                          <a:spcPct val="20000"/>
                        </a:spcBef>
                        <a:defRPr sz="2000">
                          <a:solidFill>
                            <a:schemeClr val="tx1"/>
                          </a:solidFill>
                          <a:latin typeface="Arial" charset="0"/>
                        </a:defRPr>
                      </a:lvl1pPr>
                      <a:lvl2pPr marL="425450" defTabSz="852488">
                        <a:spcBef>
                          <a:spcPct val="20000"/>
                        </a:spcBef>
                        <a:defRPr>
                          <a:solidFill>
                            <a:schemeClr val="tx1"/>
                          </a:solidFill>
                          <a:latin typeface="Arial" charset="0"/>
                        </a:defRPr>
                      </a:lvl2pPr>
                      <a:lvl3pPr marL="852488" defTabSz="852488">
                        <a:spcBef>
                          <a:spcPct val="20000"/>
                        </a:spcBef>
                        <a:defRPr>
                          <a:solidFill>
                            <a:schemeClr val="tx1"/>
                          </a:solidFill>
                          <a:latin typeface="Arial" charset="0"/>
                        </a:defRPr>
                      </a:lvl3pPr>
                      <a:lvl4pPr marL="1281113" defTabSz="852488">
                        <a:spcBef>
                          <a:spcPct val="20000"/>
                        </a:spcBef>
                        <a:defRPr>
                          <a:solidFill>
                            <a:schemeClr val="tx1"/>
                          </a:solidFill>
                          <a:latin typeface="Arial" charset="0"/>
                        </a:defRPr>
                      </a:lvl4pPr>
                      <a:lvl5pPr marL="1706563" defTabSz="852488">
                        <a:spcBef>
                          <a:spcPct val="20000"/>
                        </a:spcBef>
                        <a:defRPr>
                          <a:solidFill>
                            <a:schemeClr val="tx1"/>
                          </a:solidFill>
                          <a:latin typeface="Arial" charset="0"/>
                        </a:defRPr>
                      </a:lvl5pPr>
                      <a:lvl6pPr marL="2163763" defTabSz="852488" fontAlgn="base">
                        <a:spcBef>
                          <a:spcPct val="20000"/>
                        </a:spcBef>
                        <a:spcAft>
                          <a:spcPct val="0"/>
                        </a:spcAft>
                        <a:defRPr>
                          <a:solidFill>
                            <a:schemeClr val="tx1"/>
                          </a:solidFill>
                          <a:latin typeface="Arial" charset="0"/>
                        </a:defRPr>
                      </a:lvl6pPr>
                      <a:lvl7pPr marL="2620963" defTabSz="852488" fontAlgn="base">
                        <a:spcBef>
                          <a:spcPct val="20000"/>
                        </a:spcBef>
                        <a:spcAft>
                          <a:spcPct val="0"/>
                        </a:spcAft>
                        <a:defRPr>
                          <a:solidFill>
                            <a:schemeClr val="tx1"/>
                          </a:solidFill>
                          <a:latin typeface="Arial" charset="0"/>
                        </a:defRPr>
                      </a:lvl7pPr>
                      <a:lvl8pPr marL="3078163" defTabSz="852488" fontAlgn="base">
                        <a:spcBef>
                          <a:spcPct val="20000"/>
                        </a:spcBef>
                        <a:spcAft>
                          <a:spcPct val="0"/>
                        </a:spcAft>
                        <a:defRPr>
                          <a:solidFill>
                            <a:schemeClr val="tx1"/>
                          </a:solidFill>
                          <a:latin typeface="Arial" charset="0"/>
                        </a:defRPr>
                      </a:lvl8pPr>
                      <a:lvl9pPr marL="3535363" defTabSz="852488" fontAlgn="base">
                        <a:spcBef>
                          <a:spcPct val="20000"/>
                        </a:spcBef>
                        <a:spcAft>
                          <a:spcPct val="0"/>
                        </a:spcAft>
                        <a:defRPr>
                          <a:solidFill>
                            <a:schemeClr val="tx1"/>
                          </a:solidFill>
                          <a:latin typeface="Arial" charset="0"/>
                        </a:defRPr>
                      </a:lvl9pPr>
                    </a:lstStyle>
                    <a:p>
                      <a:pPr marL="0" marR="0" lvl="0" indent="0" algn="ctr" defTabSz="852488" rtl="0" eaLnBrk="1" fontAlgn="base" latinLnBrk="0" hangingPunct="1">
                        <a:lnSpc>
                          <a:spcPct val="100000"/>
                        </a:lnSpc>
                        <a:spcBef>
                          <a:spcPct val="20000"/>
                        </a:spcBef>
                        <a:spcAft>
                          <a:spcPct val="0"/>
                        </a:spcAft>
                        <a:buClrTx/>
                        <a:buSzTx/>
                        <a:buFontTx/>
                        <a:buNone/>
                        <a:tabLst/>
                      </a:pPr>
                      <a:r>
                        <a:rPr kumimoji="0" lang="en-US" altLang="en-US" sz="2100" b="0" i="0" u="none" strike="noStrike" cap="none" normalizeH="0" baseline="0">
                          <a:ln>
                            <a:noFill/>
                          </a:ln>
                          <a:solidFill>
                            <a:schemeClr val="tx1"/>
                          </a:solidFill>
                          <a:effectLst/>
                          <a:latin typeface="Arial" charset="0"/>
                        </a:rPr>
                        <a:t>108</a:t>
                      </a:r>
                    </a:p>
                  </a:txBody>
                  <a:tcPr marT="45715" marB="45715" anchor="ctr" horzOverflow="overflow">
                    <a:lnL w="12700" cap="flat" cmpd="sng" algn="ctr">
                      <a:solidFill>
                        <a:schemeClr val="tx1"/>
                      </a:solidFill>
                      <a:prstDash val="solid"/>
                      <a:miter lim="800000"/>
                      <a:headEnd type="none" w="med" len="med"/>
                      <a:tailEnd type="none" w="med" len="med"/>
                    </a:lnL>
                    <a:lnR w="381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rgbClr val="CCFFFF"/>
                    </a:solidFill>
                  </a:tcPr>
                </a:tc>
                <a:tc>
                  <a:txBody>
                    <a:bodyPr/>
                    <a:lstStyle>
                      <a:lvl1pPr defTabSz="852488">
                        <a:spcBef>
                          <a:spcPct val="20000"/>
                        </a:spcBef>
                        <a:defRPr sz="2000">
                          <a:solidFill>
                            <a:schemeClr val="tx1"/>
                          </a:solidFill>
                          <a:latin typeface="Arial" charset="0"/>
                        </a:defRPr>
                      </a:lvl1pPr>
                      <a:lvl2pPr marL="425450" defTabSz="852488">
                        <a:spcBef>
                          <a:spcPct val="20000"/>
                        </a:spcBef>
                        <a:defRPr>
                          <a:solidFill>
                            <a:schemeClr val="tx1"/>
                          </a:solidFill>
                          <a:latin typeface="Arial" charset="0"/>
                        </a:defRPr>
                      </a:lvl2pPr>
                      <a:lvl3pPr marL="852488" defTabSz="852488">
                        <a:spcBef>
                          <a:spcPct val="20000"/>
                        </a:spcBef>
                        <a:defRPr>
                          <a:solidFill>
                            <a:schemeClr val="tx1"/>
                          </a:solidFill>
                          <a:latin typeface="Arial" charset="0"/>
                        </a:defRPr>
                      </a:lvl3pPr>
                      <a:lvl4pPr marL="1281113" defTabSz="852488">
                        <a:spcBef>
                          <a:spcPct val="20000"/>
                        </a:spcBef>
                        <a:defRPr>
                          <a:solidFill>
                            <a:schemeClr val="tx1"/>
                          </a:solidFill>
                          <a:latin typeface="Arial" charset="0"/>
                        </a:defRPr>
                      </a:lvl4pPr>
                      <a:lvl5pPr marL="1706563" defTabSz="852488">
                        <a:spcBef>
                          <a:spcPct val="20000"/>
                        </a:spcBef>
                        <a:defRPr>
                          <a:solidFill>
                            <a:schemeClr val="tx1"/>
                          </a:solidFill>
                          <a:latin typeface="Arial" charset="0"/>
                        </a:defRPr>
                      </a:lvl5pPr>
                      <a:lvl6pPr marL="2163763" defTabSz="852488" fontAlgn="base">
                        <a:spcBef>
                          <a:spcPct val="20000"/>
                        </a:spcBef>
                        <a:spcAft>
                          <a:spcPct val="0"/>
                        </a:spcAft>
                        <a:defRPr>
                          <a:solidFill>
                            <a:schemeClr val="tx1"/>
                          </a:solidFill>
                          <a:latin typeface="Arial" charset="0"/>
                        </a:defRPr>
                      </a:lvl6pPr>
                      <a:lvl7pPr marL="2620963" defTabSz="852488" fontAlgn="base">
                        <a:spcBef>
                          <a:spcPct val="20000"/>
                        </a:spcBef>
                        <a:spcAft>
                          <a:spcPct val="0"/>
                        </a:spcAft>
                        <a:defRPr>
                          <a:solidFill>
                            <a:schemeClr val="tx1"/>
                          </a:solidFill>
                          <a:latin typeface="Arial" charset="0"/>
                        </a:defRPr>
                      </a:lvl7pPr>
                      <a:lvl8pPr marL="3078163" defTabSz="852488" fontAlgn="base">
                        <a:spcBef>
                          <a:spcPct val="20000"/>
                        </a:spcBef>
                        <a:spcAft>
                          <a:spcPct val="0"/>
                        </a:spcAft>
                        <a:defRPr>
                          <a:solidFill>
                            <a:schemeClr val="tx1"/>
                          </a:solidFill>
                          <a:latin typeface="Arial" charset="0"/>
                        </a:defRPr>
                      </a:lvl8pPr>
                      <a:lvl9pPr marL="3535363" defTabSz="852488" fontAlgn="base">
                        <a:spcBef>
                          <a:spcPct val="20000"/>
                        </a:spcBef>
                        <a:spcAft>
                          <a:spcPct val="0"/>
                        </a:spcAft>
                        <a:defRPr>
                          <a:solidFill>
                            <a:schemeClr val="tx1"/>
                          </a:solidFill>
                          <a:latin typeface="Arial" charset="0"/>
                        </a:defRPr>
                      </a:lvl9pPr>
                    </a:lstStyle>
                    <a:p>
                      <a:pPr marL="0" marR="0" lvl="0" indent="0" algn="ctr" defTabSz="852488" rtl="0" eaLnBrk="1" fontAlgn="base" latinLnBrk="0" hangingPunct="1">
                        <a:lnSpc>
                          <a:spcPct val="100000"/>
                        </a:lnSpc>
                        <a:spcBef>
                          <a:spcPct val="20000"/>
                        </a:spcBef>
                        <a:spcAft>
                          <a:spcPct val="0"/>
                        </a:spcAft>
                        <a:buClrTx/>
                        <a:buSzTx/>
                        <a:buFontTx/>
                        <a:buNone/>
                        <a:tabLst/>
                      </a:pPr>
                      <a:r>
                        <a:rPr kumimoji="0" lang="en-US" altLang="en-US" sz="2100" b="0" i="0" u="none" strike="noStrike" cap="none" normalizeH="0" baseline="0">
                          <a:ln>
                            <a:noFill/>
                          </a:ln>
                          <a:solidFill>
                            <a:schemeClr val="tx1"/>
                          </a:solidFill>
                          <a:effectLst/>
                          <a:latin typeface="Arial" charset="0"/>
                        </a:rPr>
                        <a:t>120</a:t>
                      </a:r>
                    </a:p>
                  </a:txBody>
                  <a:tcPr marT="45715" marB="45715" anchor="ctr" horzOverflow="overflow">
                    <a:lnL w="38100" cap="flat" cmpd="sng" algn="ctr">
                      <a:solidFill>
                        <a:schemeClr val="tx1"/>
                      </a:solidFill>
                      <a:prstDash val="solid"/>
                      <a:miter lim="800000"/>
                      <a:headEnd type="none" w="med" len="med"/>
                      <a:tailEnd type="none" w="med" len="med"/>
                    </a:lnL>
                    <a:lnR cap="flat">
                      <a:noFill/>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680959">
                <a:tc>
                  <a:txBody>
                    <a:bodyPr/>
                    <a:lstStyle>
                      <a:lvl1pPr defTabSz="852488">
                        <a:spcBef>
                          <a:spcPct val="20000"/>
                        </a:spcBef>
                        <a:defRPr sz="2000">
                          <a:solidFill>
                            <a:schemeClr val="tx1"/>
                          </a:solidFill>
                          <a:latin typeface="Arial" charset="0"/>
                        </a:defRPr>
                      </a:lvl1pPr>
                      <a:lvl2pPr marL="425450" defTabSz="852488">
                        <a:spcBef>
                          <a:spcPct val="20000"/>
                        </a:spcBef>
                        <a:defRPr>
                          <a:solidFill>
                            <a:schemeClr val="tx1"/>
                          </a:solidFill>
                          <a:latin typeface="Arial" charset="0"/>
                        </a:defRPr>
                      </a:lvl2pPr>
                      <a:lvl3pPr marL="852488" defTabSz="852488">
                        <a:spcBef>
                          <a:spcPct val="20000"/>
                        </a:spcBef>
                        <a:defRPr>
                          <a:solidFill>
                            <a:schemeClr val="tx1"/>
                          </a:solidFill>
                          <a:latin typeface="Arial" charset="0"/>
                        </a:defRPr>
                      </a:lvl3pPr>
                      <a:lvl4pPr marL="1281113" defTabSz="852488">
                        <a:spcBef>
                          <a:spcPct val="20000"/>
                        </a:spcBef>
                        <a:defRPr>
                          <a:solidFill>
                            <a:schemeClr val="tx1"/>
                          </a:solidFill>
                          <a:latin typeface="Arial" charset="0"/>
                        </a:defRPr>
                      </a:lvl4pPr>
                      <a:lvl5pPr marL="1706563" defTabSz="852488">
                        <a:spcBef>
                          <a:spcPct val="20000"/>
                        </a:spcBef>
                        <a:defRPr>
                          <a:solidFill>
                            <a:schemeClr val="tx1"/>
                          </a:solidFill>
                          <a:latin typeface="Arial" charset="0"/>
                        </a:defRPr>
                      </a:lvl5pPr>
                      <a:lvl6pPr marL="2163763" defTabSz="852488" fontAlgn="base">
                        <a:spcBef>
                          <a:spcPct val="20000"/>
                        </a:spcBef>
                        <a:spcAft>
                          <a:spcPct val="0"/>
                        </a:spcAft>
                        <a:defRPr>
                          <a:solidFill>
                            <a:schemeClr val="tx1"/>
                          </a:solidFill>
                          <a:latin typeface="Arial" charset="0"/>
                        </a:defRPr>
                      </a:lvl6pPr>
                      <a:lvl7pPr marL="2620963" defTabSz="852488" fontAlgn="base">
                        <a:spcBef>
                          <a:spcPct val="20000"/>
                        </a:spcBef>
                        <a:spcAft>
                          <a:spcPct val="0"/>
                        </a:spcAft>
                        <a:defRPr>
                          <a:solidFill>
                            <a:schemeClr val="tx1"/>
                          </a:solidFill>
                          <a:latin typeface="Arial" charset="0"/>
                        </a:defRPr>
                      </a:lvl7pPr>
                      <a:lvl8pPr marL="3078163" defTabSz="852488" fontAlgn="base">
                        <a:spcBef>
                          <a:spcPct val="20000"/>
                        </a:spcBef>
                        <a:spcAft>
                          <a:spcPct val="0"/>
                        </a:spcAft>
                        <a:defRPr>
                          <a:solidFill>
                            <a:schemeClr val="tx1"/>
                          </a:solidFill>
                          <a:latin typeface="Arial" charset="0"/>
                        </a:defRPr>
                      </a:lvl8pPr>
                      <a:lvl9pPr marL="3535363" defTabSz="852488" fontAlgn="base">
                        <a:spcBef>
                          <a:spcPct val="20000"/>
                        </a:spcBef>
                        <a:spcAft>
                          <a:spcPct val="0"/>
                        </a:spcAft>
                        <a:defRPr>
                          <a:solidFill>
                            <a:schemeClr val="tx1"/>
                          </a:solidFill>
                          <a:latin typeface="Arial" charset="0"/>
                        </a:defRPr>
                      </a:lvl9pPr>
                    </a:lstStyle>
                    <a:p>
                      <a:pPr marL="0" marR="0" lvl="0" indent="0" algn="ctr" defTabSz="852488" rtl="0" eaLnBrk="1" fontAlgn="base" latinLnBrk="0" hangingPunct="1">
                        <a:lnSpc>
                          <a:spcPct val="100000"/>
                        </a:lnSpc>
                        <a:spcBef>
                          <a:spcPct val="20000"/>
                        </a:spcBef>
                        <a:spcAft>
                          <a:spcPct val="0"/>
                        </a:spcAft>
                        <a:buClrTx/>
                        <a:buSzTx/>
                        <a:buFontTx/>
                        <a:buNone/>
                        <a:tabLst/>
                      </a:pPr>
                      <a:r>
                        <a:rPr kumimoji="0" lang="en-US" altLang="en-US" sz="2100" b="0" i="0" u="none" strike="noStrike" cap="none" normalizeH="0" baseline="0">
                          <a:ln>
                            <a:noFill/>
                          </a:ln>
                          <a:solidFill>
                            <a:schemeClr val="tx1"/>
                          </a:solidFill>
                          <a:effectLst/>
                          <a:latin typeface="Arial" charset="0"/>
                        </a:rPr>
                        <a:t>Male</a:t>
                      </a:r>
                    </a:p>
                  </a:txBody>
                  <a:tcPr marT="45715" marB="45715" anchor="ctr" horzOverflow="overflow">
                    <a:lnL w="381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38100" cap="flat" cmpd="sng" algn="ctr">
                      <a:solidFill>
                        <a:schemeClr val="tx1"/>
                      </a:solidFill>
                      <a:prstDash val="solid"/>
                      <a:miter lim="800000"/>
                      <a:headEnd type="none" w="med" len="med"/>
                      <a:tailEnd type="none" w="med" len="med"/>
                    </a:lnB>
                    <a:lnTlToBr>
                      <a:noFill/>
                    </a:lnTlToBr>
                    <a:lnBlToTr>
                      <a:noFill/>
                    </a:lnBlToTr>
                    <a:solidFill>
                      <a:srgbClr val="FDE0BD"/>
                    </a:solidFill>
                  </a:tcPr>
                </a:tc>
                <a:tc>
                  <a:txBody>
                    <a:bodyPr/>
                    <a:lstStyle>
                      <a:lvl1pPr defTabSz="852488">
                        <a:spcBef>
                          <a:spcPct val="20000"/>
                        </a:spcBef>
                        <a:defRPr sz="2000">
                          <a:solidFill>
                            <a:schemeClr val="tx1"/>
                          </a:solidFill>
                          <a:latin typeface="Arial" charset="0"/>
                        </a:defRPr>
                      </a:lvl1pPr>
                      <a:lvl2pPr marL="425450" defTabSz="852488">
                        <a:spcBef>
                          <a:spcPct val="20000"/>
                        </a:spcBef>
                        <a:defRPr>
                          <a:solidFill>
                            <a:schemeClr val="tx1"/>
                          </a:solidFill>
                          <a:latin typeface="Arial" charset="0"/>
                        </a:defRPr>
                      </a:lvl2pPr>
                      <a:lvl3pPr marL="852488" defTabSz="852488">
                        <a:spcBef>
                          <a:spcPct val="20000"/>
                        </a:spcBef>
                        <a:defRPr>
                          <a:solidFill>
                            <a:schemeClr val="tx1"/>
                          </a:solidFill>
                          <a:latin typeface="Arial" charset="0"/>
                        </a:defRPr>
                      </a:lvl3pPr>
                      <a:lvl4pPr marL="1281113" defTabSz="852488">
                        <a:spcBef>
                          <a:spcPct val="20000"/>
                        </a:spcBef>
                        <a:defRPr>
                          <a:solidFill>
                            <a:schemeClr val="tx1"/>
                          </a:solidFill>
                          <a:latin typeface="Arial" charset="0"/>
                        </a:defRPr>
                      </a:lvl4pPr>
                      <a:lvl5pPr marL="1706563" defTabSz="852488">
                        <a:spcBef>
                          <a:spcPct val="20000"/>
                        </a:spcBef>
                        <a:defRPr>
                          <a:solidFill>
                            <a:schemeClr val="tx1"/>
                          </a:solidFill>
                          <a:latin typeface="Arial" charset="0"/>
                        </a:defRPr>
                      </a:lvl5pPr>
                      <a:lvl6pPr marL="2163763" defTabSz="852488" fontAlgn="base">
                        <a:spcBef>
                          <a:spcPct val="20000"/>
                        </a:spcBef>
                        <a:spcAft>
                          <a:spcPct val="0"/>
                        </a:spcAft>
                        <a:defRPr>
                          <a:solidFill>
                            <a:schemeClr val="tx1"/>
                          </a:solidFill>
                          <a:latin typeface="Arial" charset="0"/>
                        </a:defRPr>
                      </a:lvl6pPr>
                      <a:lvl7pPr marL="2620963" defTabSz="852488" fontAlgn="base">
                        <a:spcBef>
                          <a:spcPct val="20000"/>
                        </a:spcBef>
                        <a:spcAft>
                          <a:spcPct val="0"/>
                        </a:spcAft>
                        <a:defRPr>
                          <a:solidFill>
                            <a:schemeClr val="tx1"/>
                          </a:solidFill>
                          <a:latin typeface="Arial" charset="0"/>
                        </a:defRPr>
                      </a:lvl7pPr>
                      <a:lvl8pPr marL="3078163" defTabSz="852488" fontAlgn="base">
                        <a:spcBef>
                          <a:spcPct val="20000"/>
                        </a:spcBef>
                        <a:spcAft>
                          <a:spcPct val="0"/>
                        </a:spcAft>
                        <a:defRPr>
                          <a:solidFill>
                            <a:schemeClr val="tx1"/>
                          </a:solidFill>
                          <a:latin typeface="Arial" charset="0"/>
                        </a:defRPr>
                      </a:lvl8pPr>
                      <a:lvl9pPr marL="3535363" defTabSz="852488" fontAlgn="base">
                        <a:spcBef>
                          <a:spcPct val="20000"/>
                        </a:spcBef>
                        <a:spcAft>
                          <a:spcPct val="0"/>
                        </a:spcAft>
                        <a:defRPr>
                          <a:solidFill>
                            <a:schemeClr val="tx1"/>
                          </a:solidFill>
                          <a:latin typeface="Arial" charset="0"/>
                        </a:defRPr>
                      </a:lvl9pPr>
                    </a:lstStyle>
                    <a:p>
                      <a:pPr marL="0" marR="0" lvl="0" indent="0" algn="ctr" defTabSz="852488" rtl="0" eaLnBrk="1" fontAlgn="base" latinLnBrk="0" hangingPunct="1">
                        <a:lnSpc>
                          <a:spcPct val="100000"/>
                        </a:lnSpc>
                        <a:spcBef>
                          <a:spcPct val="20000"/>
                        </a:spcBef>
                        <a:spcAft>
                          <a:spcPct val="0"/>
                        </a:spcAft>
                        <a:buClrTx/>
                        <a:buSzTx/>
                        <a:buFontTx/>
                        <a:buNone/>
                        <a:tabLst/>
                      </a:pPr>
                      <a:r>
                        <a:rPr kumimoji="0" lang="en-US" altLang="en-US" sz="2100" b="0" i="0" u="none" strike="noStrike" cap="none" normalizeH="0" baseline="0">
                          <a:ln>
                            <a:noFill/>
                          </a:ln>
                          <a:solidFill>
                            <a:schemeClr val="tx1"/>
                          </a:solidFill>
                          <a:effectLst/>
                          <a:latin typeface="Arial" charset="0"/>
                        </a:rPr>
                        <a:t>24</a:t>
                      </a:r>
                    </a:p>
                  </a:txBody>
                  <a:tcPr marT="45715" marB="45715" anchor="ct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38100" cap="flat" cmpd="sng" algn="ctr">
                      <a:solidFill>
                        <a:schemeClr val="tx1"/>
                      </a:solidFill>
                      <a:prstDash val="solid"/>
                      <a:miter lim="800000"/>
                      <a:headEnd type="none" w="med" len="med"/>
                      <a:tailEnd type="none" w="med" len="med"/>
                    </a:lnB>
                    <a:lnTlToBr>
                      <a:noFill/>
                    </a:lnTlToBr>
                    <a:lnBlToTr>
                      <a:noFill/>
                    </a:lnBlToTr>
                    <a:solidFill>
                      <a:srgbClr val="CCFFFF"/>
                    </a:solidFill>
                  </a:tcPr>
                </a:tc>
                <a:tc>
                  <a:txBody>
                    <a:bodyPr/>
                    <a:lstStyle>
                      <a:lvl1pPr defTabSz="852488">
                        <a:spcBef>
                          <a:spcPct val="20000"/>
                        </a:spcBef>
                        <a:defRPr sz="2000">
                          <a:solidFill>
                            <a:schemeClr val="tx1"/>
                          </a:solidFill>
                          <a:latin typeface="Arial" charset="0"/>
                        </a:defRPr>
                      </a:lvl1pPr>
                      <a:lvl2pPr marL="425450" defTabSz="852488">
                        <a:spcBef>
                          <a:spcPct val="20000"/>
                        </a:spcBef>
                        <a:defRPr>
                          <a:solidFill>
                            <a:schemeClr val="tx1"/>
                          </a:solidFill>
                          <a:latin typeface="Arial" charset="0"/>
                        </a:defRPr>
                      </a:lvl2pPr>
                      <a:lvl3pPr marL="852488" defTabSz="852488">
                        <a:spcBef>
                          <a:spcPct val="20000"/>
                        </a:spcBef>
                        <a:defRPr>
                          <a:solidFill>
                            <a:schemeClr val="tx1"/>
                          </a:solidFill>
                          <a:latin typeface="Arial" charset="0"/>
                        </a:defRPr>
                      </a:lvl3pPr>
                      <a:lvl4pPr marL="1281113" defTabSz="852488">
                        <a:spcBef>
                          <a:spcPct val="20000"/>
                        </a:spcBef>
                        <a:defRPr>
                          <a:solidFill>
                            <a:schemeClr val="tx1"/>
                          </a:solidFill>
                          <a:latin typeface="Arial" charset="0"/>
                        </a:defRPr>
                      </a:lvl4pPr>
                      <a:lvl5pPr marL="1706563" defTabSz="852488">
                        <a:spcBef>
                          <a:spcPct val="20000"/>
                        </a:spcBef>
                        <a:defRPr>
                          <a:solidFill>
                            <a:schemeClr val="tx1"/>
                          </a:solidFill>
                          <a:latin typeface="Arial" charset="0"/>
                        </a:defRPr>
                      </a:lvl5pPr>
                      <a:lvl6pPr marL="2163763" defTabSz="852488" fontAlgn="base">
                        <a:spcBef>
                          <a:spcPct val="20000"/>
                        </a:spcBef>
                        <a:spcAft>
                          <a:spcPct val="0"/>
                        </a:spcAft>
                        <a:defRPr>
                          <a:solidFill>
                            <a:schemeClr val="tx1"/>
                          </a:solidFill>
                          <a:latin typeface="Arial" charset="0"/>
                        </a:defRPr>
                      </a:lvl6pPr>
                      <a:lvl7pPr marL="2620963" defTabSz="852488" fontAlgn="base">
                        <a:spcBef>
                          <a:spcPct val="20000"/>
                        </a:spcBef>
                        <a:spcAft>
                          <a:spcPct val="0"/>
                        </a:spcAft>
                        <a:defRPr>
                          <a:solidFill>
                            <a:schemeClr val="tx1"/>
                          </a:solidFill>
                          <a:latin typeface="Arial" charset="0"/>
                        </a:defRPr>
                      </a:lvl7pPr>
                      <a:lvl8pPr marL="3078163" defTabSz="852488" fontAlgn="base">
                        <a:spcBef>
                          <a:spcPct val="20000"/>
                        </a:spcBef>
                        <a:spcAft>
                          <a:spcPct val="0"/>
                        </a:spcAft>
                        <a:defRPr>
                          <a:solidFill>
                            <a:schemeClr val="tx1"/>
                          </a:solidFill>
                          <a:latin typeface="Arial" charset="0"/>
                        </a:defRPr>
                      </a:lvl8pPr>
                      <a:lvl9pPr marL="3535363" defTabSz="852488" fontAlgn="base">
                        <a:spcBef>
                          <a:spcPct val="20000"/>
                        </a:spcBef>
                        <a:spcAft>
                          <a:spcPct val="0"/>
                        </a:spcAft>
                        <a:defRPr>
                          <a:solidFill>
                            <a:schemeClr val="tx1"/>
                          </a:solidFill>
                          <a:latin typeface="Arial" charset="0"/>
                        </a:defRPr>
                      </a:lvl9pPr>
                    </a:lstStyle>
                    <a:p>
                      <a:pPr marL="0" marR="0" lvl="0" indent="0" algn="ctr" defTabSz="852488" rtl="0" eaLnBrk="1" fontAlgn="base" latinLnBrk="0" hangingPunct="1">
                        <a:lnSpc>
                          <a:spcPct val="100000"/>
                        </a:lnSpc>
                        <a:spcBef>
                          <a:spcPct val="20000"/>
                        </a:spcBef>
                        <a:spcAft>
                          <a:spcPct val="0"/>
                        </a:spcAft>
                        <a:buClrTx/>
                        <a:buSzTx/>
                        <a:buFontTx/>
                        <a:buNone/>
                        <a:tabLst/>
                      </a:pPr>
                      <a:r>
                        <a:rPr kumimoji="0" lang="en-US" altLang="en-US" sz="2100" b="0" i="0" u="none" strike="noStrike" cap="none" normalizeH="0" baseline="0">
                          <a:ln>
                            <a:noFill/>
                          </a:ln>
                          <a:solidFill>
                            <a:schemeClr val="tx1"/>
                          </a:solidFill>
                          <a:effectLst/>
                          <a:latin typeface="Arial" charset="0"/>
                        </a:rPr>
                        <a:t>156</a:t>
                      </a:r>
                    </a:p>
                  </a:txBody>
                  <a:tcPr marT="45715" marB="45715" anchor="ctr" horzOverflow="overflow">
                    <a:lnL w="12700" cap="flat" cmpd="sng" algn="ctr">
                      <a:solidFill>
                        <a:schemeClr val="tx1"/>
                      </a:solidFill>
                      <a:prstDash val="solid"/>
                      <a:miter lim="800000"/>
                      <a:headEnd type="none" w="med" len="med"/>
                      <a:tailEnd type="none" w="med" len="med"/>
                    </a:lnL>
                    <a:lnR w="381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38100" cap="flat" cmpd="sng" algn="ctr">
                      <a:solidFill>
                        <a:schemeClr val="tx1"/>
                      </a:solidFill>
                      <a:prstDash val="solid"/>
                      <a:miter lim="800000"/>
                      <a:headEnd type="none" w="med" len="med"/>
                      <a:tailEnd type="none" w="med" len="med"/>
                    </a:lnB>
                    <a:lnTlToBr>
                      <a:noFill/>
                    </a:lnTlToBr>
                    <a:lnBlToTr>
                      <a:noFill/>
                    </a:lnBlToTr>
                    <a:solidFill>
                      <a:srgbClr val="CCFFFF"/>
                    </a:solidFill>
                  </a:tcPr>
                </a:tc>
                <a:tc>
                  <a:txBody>
                    <a:bodyPr/>
                    <a:lstStyle>
                      <a:lvl1pPr defTabSz="852488">
                        <a:spcBef>
                          <a:spcPct val="20000"/>
                        </a:spcBef>
                        <a:defRPr sz="2000">
                          <a:solidFill>
                            <a:schemeClr val="tx1"/>
                          </a:solidFill>
                          <a:latin typeface="Arial" charset="0"/>
                        </a:defRPr>
                      </a:lvl1pPr>
                      <a:lvl2pPr marL="425450" defTabSz="852488">
                        <a:spcBef>
                          <a:spcPct val="20000"/>
                        </a:spcBef>
                        <a:defRPr>
                          <a:solidFill>
                            <a:schemeClr val="tx1"/>
                          </a:solidFill>
                          <a:latin typeface="Arial" charset="0"/>
                        </a:defRPr>
                      </a:lvl2pPr>
                      <a:lvl3pPr marL="852488" defTabSz="852488">
                        <a:spcBef>
                          <a:spcPct val="20000"/>
                        </a:spcBef>
                        <a:defRPr>
                          <a:solidFill>
                            <a:schemeClr val="tx1"/>
                          </a:solidFill>
                          <a:latin typeface="Arial" charset="0"/>
                        </a:defRPr>
                      </a:lvl3pPr>
                      <a:lvl4pPr marL="1281113" defTabSz="852488">
                        <a:spcBef>
                          <a:spcPct val="20000"/>
                        </a:spcBef>
                        <a:defRPr>
                          <a:solidFill>
                            <a:schemeClr val="tx1"/>
                          </a:solidFill>
                          <a:latin typeface="Arial" charset="0"/>
                        </a:defRPr>
                      </a:lvl4pPr>
                      <a:lvl5pPr marL="1706563" defTabSz="852488">
                        <a:spcBef>
                          <a:spcPct val="20000"/>
                        </a:spcBef>
                        <a:defRPr>
                          <a:solidFill>
                            <a:schemeClr val="tx1"/>
                          </a:solidFill>
                          <a:latin typeface="Arial" charset="0"/>
                        </a:defRPr>
                      </a:lvl5pPr>
                      <a:lvl6pPr marL="2163763" defTabSz="852488" fontAlgn="base">
                        <a:spcBef>
                          <a:spcPct val="20000"/>
                        </a:spcBef>
                        <a:spcAft>
                          <a:spcPct val="0"/>
                        </a:spcAft>
                        <a:defRPr>
                          <a:solidFill>
                            <a:schemeClr val="tx1"/>
                          </a:solidFill>
                          <a:latin typeface="Arial" charset="0"/>
                        </a:defRPr>
                      </a:lvl6pPr>
                      <a:lvl7pPr marL="2620963" defTabSz="852488" fontAlgn="base">
                        <a:spcBef>
                          <a:spcPct val="20000"/>
                        </a:spcBef>
                        <a:spcAft>
                          <a:spcPct val="0"/>
                        </a:spcAft>
                        <a:defRPr>
                          <a:solidFill>
                            <a:schemeClr val="tx1"/>
                          </a:solidFill>
                          <a:latin typeface="Arial" charset="0"/>
                        </a:defRPr>
                      </a:lvl7pPr>
                      <a:lvl8pPr marL="3078163" defTabSz="852488" fontAlgn="base">
                        <a:spcBef>
                          <a:spcPct val="20000"/>
                        </a:spcBef>
                        <a:spcAft>
                          <a:spcPct val="0"/>
                        </a:spcAft>
                        <a:defRPr>
                          <a:solidFill>
                            <a:schemeClr val="tx1"/>
                          </a:solidFill>
                          <a:latin typeface="Arial" charset="0"/>
                        </a:defRPr>
                      </a:lvl8pPr>
                      <a:lvl9pPr marL="3535363" defTabSz="852488" fontAlgn="base">
                        <a:spcBef>
                          <a:spcPct val="20000"/>
                        </a:spcBef>
                        <a:spcAft>
                          <a:spcPct val="0"/>
                        </a:spcAft>
                        <a:defRPr>
                          <a:solidFill>
                            <a:schemeClr val="tx1"/>
                          </a:solidFill>
                          <a:latin typeface="Arial" charset="0"/>
                        </a:defRPr>
                      </a:lvl9pPr>
                    </a:lstStyle>
                    <a:p>
                      <a:pPr marL="0" marR="0" lvl="0" indent="0" algn="ctr" defTabSz="852488" rtl="0" eaLnBrk="1" fontAlgn="base" latinLnBrk="0" hangingPunct="1">
                        <a:lnSpc>
                          <a:spcPct val="100000"/>
                        </a:lnSpc>
                        <a:spcBef>
                          <a:spcPct val="20000"/>
                        </a:spcBef>
                        <a:spcAft>
                          <a:spcPct val="0"/>
                        </a:spcAft>
                        <a:buClrTx/>
                        <a:buSzTx/>
                        <a:buFontTx/>
                        <a:buNone/>
                        <a:tabLst/>
                      </a:pPr>
                      <a:r>
                        <a:rPr kumimoji="0" lang="en-US" altLang="en-US" sz="2100" b="0" i="0" u="none" strike="noStrike" cap="none" normalizeH="0" baseline="0">
                          <a:ln>
                            <a:noFill/>
                          </a:ln>
                          <a:solidFill>
                            <a:schemeClr val="tx1"/>
                          </a:solidFill>
                          <a:effectLst/>
                          <a:latin typeface="Arial" charset="0"/>
                        </a:rPr>
                        <a:t>180</a:t>
                      </a:r>
                    </a:p>
                  </a:txBody>
                  <a:tcPr marT="45715" marB="45715" anchor="ctr" horzOverflow="overflow">
                    <a:lnL w="38100" cap="flat" cmpd="sng" algn="ctr">
                      <a:solidFill>
                        <a:schemeClr val="tx1"/>
                      </a:solidFill>
                      <a:prstDash val="solid"/>
                      <a:miter lim="800000"/>
                      <a:headEnd type="none" w="med" len="med"/>
                      <a:tailEnd type="none" w="med" len="med"/>
                    </a:lnL>
                    <a:lnR cap="flat">
                      <a:noFill/>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615879">
                <a:tc>
                  <a:txBody>
                    <a:bodyPr/>
                    <a:lstStyle>
                      <a:lvl1pPr defTabSz="852488">
                        <a:spcBef>
                          <a:spcPct val="20000"/>
                        </a:spcBef>
                        <a:defRPr sz="2000">
                          <a:solidFill>
                            <a:schemeClr val="tx1"/>
                          </a:solidFill>
                          <a:latin typeface="Arial" charset="0"/>
                        </a:defRPr>
                      </a:lvl1pPr>
                      <a:lvl2pPr marL="425450" defTabSz="852488">
                        <a:spcBef>
                          <a:spcPct val="20000"/>
                        </a:spcBef>
                        <a:defRPr>
                          <a:solidFill>
                            <a:schemeClr val="tx1"/>
                          </a:solidFill>
                          <a:latin typeface="Arial" charset="0"/>
                        </a:defRPr>
                      </a:lvl2pPr>
                      <a:lvl3pPr marL="852488" defTabSz="852488">
                        <a:spcBef>
                          <a:spcPct val="20000"/>
                        </a:spcBef>
                        <a:defRPr>
                          <a:solidFill>
                            <a:schemeClr val="tx1"/>
                          </a:solidFill>
                          <a:latin typeface="Arial" charset="0"/>
                        </a:defRPr>
                      </a:lvl3pPr>
                      <a:lvl4pPr marL="1281113" defTabSz="852488">
                        <a:spcBef>
                          <a:spcPct val="20000"/>
                        </a:spcBef>
                        <a:defRPr>
                          <a:solidFill>
                            <a:schemeClr val="tx1"/>
                          </a:solidFill>
                          <a:latin typeface="Arial" charset="0"/>
                        </a:defRPr>
                      </a:lvl4pPr>
                      <a:lvl5pPr marL="1706563" defTabSz="852488">
                        <a:spcBef>
                          <a:spcPct val="20000"/>
                        </a:spcBef>
                        <a:defRPr>
                          <a:solidFill>
                            <a:schemeClr val="tx1"/>
                          </a:solidFill>
                          <a:latin typeface="Arial" charset="0"/>
                        </a:defRPr>
                      </a:lvl5pPr>
                      <a:lvl6pPr marL="2163763" defTabSz="852488" fontAlgn="base">
                        <a:spcBef>
                          <a:spcPct val="20000"/>
                        </a:spcBef>
                        <a:spcAft>
                          <a:spcPct val="0"/>
                        </a:spcAft>
                        <a:defRPr>
                          <a:solidFill>
                            <a:schemeClr val="tx1"/>
                          </a:solidFill>
                          <a:latin typeface="Arial" charset="0"/>
                        </a:defRPr>
                      </a:lvl6pPr>
                      <a:lvl7pPr marL="2620963" defTabSz="852488" fontAlgn="base">
                        <a:spcBef>
                          <a:spcPct val="20000"/>
                        </a:spcBef>
                        <a:spcAft>
                          <a:spcPct val="0"/>
                        </a:spcAft>
                        <a:defRPr>
                          <a:solidFill>
                            <a:schemeClr val="tx1"/>
                          </a:solidFill>
                          <a:latin typeface="Arial" charset="0"/>
                        </a:defRPr>
                      </a:lvl7pPr>
                      <a:lvl8pPr marL="3078163" defTabSz="852488" fontAlgn="base">
                        <a:spcBef>
                          <a:spcPct val="20000"/>
                        </a:spcBef>
                        <a:spcAft>
                          <a:spcPct val="0"/>
                        </a:spcAft>
                        <a:defRPr>
                          <a:solidFill>
                            <a:schemeClr val="tx1"/>
                          </a:solidFill>
                          <a:latin typeface="Arial" charset="0"/>
                        </a:defRPr>
                      </a:lvl8pPr>
                      <a:lvl9pPr marL="3535363" defTabSz="852488" fontAlgn="base">
                        <a:spcBef>
                          <a:spcPct val="20000"/>
                        </a:spcBef>
                        <a:spcAft>
                          <a:spcPct val="0"/>
                        </a:spcAft>
                        <a:defRPr>
                          <a:solidFill>
                            <a:schemeClr val="tx1"/>
                          </a:solidFill>
                          <a:latin typeface="Arial" charset="0"/>
                        </a:defRPr>
                      </a:lvl9pPr>
                    </a:lstStyle>
                    <a:p>
                      <a:pPr marL="0" marR="0" lvl="0" indent="0" algn="ctr" defTabSz="852488" rtl="0" eaLnBrk="1" fontAlgn="base" latinLnBrk="0" hangingPunct="1">
                        <a:lnSpc>
                          <a:spcPct val="100000"/>
                        </a:lnSpc>
                        <a:spcBef>
                          <a:spcPct val="20000"/>
                        </a:spcBef>
                        <a:spcAft>
                          <a:spcPct val="0"/>
                        </a:spcAft>
                        <a:buClrTx/>
                        <a:buSzTx/>
                        <a:buFontTx/>
                        <a:buNone/>
                        <a:tabLst/>
                      </a:pPr>
                      <a:endParaRPr kumimoji="0" lang="en-US" altLang="en-US" sz="2100" b="0" i="0" u="none" strike="noStrike" cap="none" normalizeH="0" baseline="0">
                        <a:ln>
                          <a:noFill/>
                        </a:ln>
                        <a:solidFill>
                          <a:schemeClr val="tx1"/>
                        </a:solidFill>
                        <a:effectLst/>
                        <a:latin typeface="Arial" charset="0"/>
                      </a:endParaRPr>
                    </a:p>
                  </a:txBody>
                  <a:tcPr marT="45715" marB="45715" anchor="ctr" horzOverflow="overflow">
                    <a:lnL cap="flat">
                      <a:noFill/>
                    </a:lnL>
                    <a:lnR w="28575" cap="flat" cmpd="sng" algn="ctr">
                      <a:solidFill>
                        <a:schemeClr val="tx1"/>
                      </a:solidFill>
                      <a:prstDash val="solid"/>
                      <a:miter lim="800000"/>
                      <a:headEnd type="none" w="med" len="med"/>
                      <a:tailEnd type="none" w="med" len="med"/>
                    </a:lnR>
                    <a:lnT w="38100" cap="flat" cmpd="sng" algn="ctr">
                      <a:solidFill>
                        <a:schemeClr val="tx1"/>
                      </a:solidFill>
                      <a:prstDash val="solid"/>
                      <a:miter lim="800000"/>
                      <a:headEnd type="none" w="med" len="med"/>
                      <a:tailEnd type="none" w="med" len="med"/>
                    </a:lnT>
                    <a:lnB cap="flat">
                      <a:noFill/>
                    </a:lnB>
                    <a:lnTlToBr>
                      <a:noFill/>
                    </a:lnTlToBr>
                    <a:lnBlToTr>
                      <a:noFill/>
                    </a:lnBlToTr>
                    <a:noFill/>
                  </a:tcPr>
                </a:tc>
                <a:tc>
                  <a:txBody>
                    <a:bodyPr/>
                    <a:lstStyle>
                      <a:lvl1pPr defTabSz="852488">
                        <a:spcBef>
                          <a:spcPct val="20000"/>
                        </a:spcBef>
                        <a:defRPr sz="2000">
                          <a:solidFill>
                            <a:schemeClr val="tx1"/>
                          </a:solidFill>
                          <a:latin typeface="Arial" charset="0"/>
                        </a:defRPr>
                      </a:lvl1pPr>
                      <a:lvl2pPr marL="425450" defTabSz="852488">
                        <a:spcBef>
                          <a:spcPct val="20000"/>
                        </a:spcBef>
                        <a:defRPr>
                          <a:solidFill>
                            <a:schemeClr val="tx1"/>
                          </a:solidFill>
                          <a:latin typeface="Arial" charset="0"/>
                        </a:defRPr>
                      </a:lvl2pPr>
                      <a:lvl3pPr marL="852488" defTabSz="852488">
                        <a:spcBef>
                          <a:spcPct val="20000"/>
                        </a:spcBef>
                        <a:defRPr>
                          <a:solidFill>
                            <a:schemeClr val="tx1"/>
                          </a:solidFill>
                          <a:latin typeface="Arial" charset="0"/>
                        </a:defRPr>
                      </a:lvl3pPr>
                      <a:lvl4pPr marL="1281113" defTabSz="852488">
                        <a:spcBef>
                          <a:spcPct val="20000"/>
                        </a:spcBef>
                        <a:defRPr>
                          <a:solidFill>
                            <a:schemeClr val="tx1"/>
                          </a:solidFill>
                          <a:latin typeface="Arial" charset="0"/>
                        </a:defRPr>
                      </a:lvl4pPr>
                      <a:lvl5pPr marL="1706563" defTabSz="852488">
                        <a:spcBef>
                          <a:spcPct val="20000"/>
                        </a:spcBef>
                        <a:defRPr>
                          <a:solidFill>
                            <a:schemeClr val="tx1"/>
                          </a:solidFill>
                          <a:latin typeface="Arial" charset="0"/>
                        </a:defRPr>
                      </a:lvl5pPr>
                      <a:lvl6pPr marL="2163763" defTabSz="852488" fontAlgn="base">
                        <a:spcBef>
                          <a:spcPct val="20000"/>
                        </a:spcBef>
                        <a:spcAft>
                          <a:spcPct val="0"/>
                        </a:spcAft>
                        <a:defRPr>
                          <a:solidFill>
                            <a:schemeClr val="tx1"/>
                          </a:solidFill>
                          <a:latin typeface="Arial" charset="0"/>
                        </a:defRPr>
                      </a:lvl6pPr>
                      <a:lvl7pPr marL="2620963" defTabSz="852488" fontAlgn="base">
                        <a:spcBef>
                          <a:spcPct val="20000"/>
                        </a:spcBef>
                        <a:spcAft>
                          <a:spcPct val="0"/>
                        </a:spcAft>
                        <a:defRPr>
                          <a:solidFill>
                            <a:schemeClr val="tx1"/>
                          </a:solidFill>
                          <a:latin typeface="Arial" charset="0"/>
                        </a:defRPr>
                      </a:lvl7pPr>
                      <a:lvl8pPr marL="3078163" defTabSz="852488" fontAlgn="base">
                        <a:spcBef>
                          <a:spcPct val="20000"/>
                        </a:spcBef>
                        <a:spcAft>
                          <a:spcPct val="0"/>
                        </a:spcAft>
                        <a:defRPr>
                          <a:solidFill>
                            <a:schemeClr val="tx1"/>
                          </a:solidFill>
                          <a:latin typeface="Arial" charset="0"/>
                        </a:defRPr>
                      </a:lvl8pPr>
                      <a:lvl9pPr marL="3535363" defTabSz="852488" fontAlgn="base">
                        <a:spcBef>
                          <a:spcPct val="20000"/>
                        </a:spcBef>
                        <a:spcAft>
                          <a:spcPct val="0"/>
                        </a:spcAft>
                        <a:defRPr>
                          <a:solidFill>
                            <a:schemeClr val="tx1"/>
                          </a:solidFill>
                          <a:latin typeface="Arial" charset="0"/>
                        </a:defRPr>
                      </a:lvl9pPr>
                    </a:lstStyle>
                    <a:p>
                      <a:pPr marL="0" marR="0" lvl="0" indent="0" algn="ctr" defTabSz="852488" rtl="0" eaLnBrk="1" fontAlgn="base" latinLnBrk="0" hangingPunct="1">
                        <a:lnSpc>
                          <a:spcPct val="100000"/>
                        </a:lnSpc>
                        <a:spcBef>
                          <a:spcPct val="20000"/>
                        </a:spcBef>
                        <a:spcAft>
                          <a:spcPct val="0"/>
                        </a:spcAft>
                        <a:buClrTx/>
                        <a:buSzTx/>
                        <a:buFontTx/>
                        <a:buNone/>
                        <a:tabLst/>
                      </a:pPr>
                      <a:r>
                        <a:rPr kumimoji="0" lang="en-US" altLang="en-US" sz="2100" b="0" i="0" u="none" strike="noStrike" cap="none" normalizeH="0" baseline="0">
                          <a:ln>
                            <a:noFill/>
                          </a:ln>
                          <a:solidFill>
                            <a:schemeClr val="tx1"/>
                          </a:solidFill>
                          <a:effectLst/>
                          <a:latin typeface="Arial" charset="0"/>
                        </a:rPr>
                        <a:t>36</a:t>
                      </a:r>
                    </a:p>
                  </a:txBody>
                  <a:tcPr marT="45715" marB="45715" anchor="ct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38100" cap="flat" cmpd="sng" algn="ctr">
                      <a:solidFill>
                        <a:schemeClr val="tx1"/>
                      </a:solidFill>
                      <a:prstDash val="solid"/>
                      <a:miter lim="800000"/>
                      <a:headEnd type="none" w="med" len="med"/>
                      <a:tailEnd type="none" w="med" len="med"/>
                    </a:lnT>
                    <a:lnB cap="flat">
                      <a:noFill/>
                    </a:lnB>
                    <a:lnTlToBr>
                      <a:noFill/>
                    </a:lnTlToBr>
                    <a:lnBlToTr>
                      <a:noFill/>
                    </a:lnBlToTr>
                    <a:noFill/>
                  </a:tcPr>
                </a:tc>
                <a:tc>
                  <a:txBody>
                    <a:bodyPr/>
                    <a:lstStyle>
                      <a:lvl1pPr defTabSz="852488">
                        <a:spcBef>
                          <a:spcPct val="20000"/>
                        </a:spcBef>
                        <a:defRPr sz="2000">
                          <a:solidFill>
                            <a:schemeClr val="tx1"/>
                          </a:solidFill>
                          <a:latin typeface="Arial" charset="0"/>
                        </a:defRPr>
                      </a:lvl1pPr>
                      <a:lvl2pPr marL="425450" defTabSz="852488">
                        <a:spcBef>
                          <a:spcPct val="20000"/>
                        </a:spcBef>
                        <a:defRPr>
                          <a:solidFill>
                            <a:schemeClr val="tx1"/>
                          </a:solidFill>
                          <a:latin typeface="Arial" charset="0"/>
                        </a:defRPr>
                      </a:lvl2pPr>
                      <a:lvl3pPr marL="852488" defTabSz="852488">
                        <a:spcBef>
                          <a:spcPct val="20000"/>
                        </a:spcBef>
                        <a:defRPr>
                          <a:solidFill>
                            <a:schemeClr val="tx1"/>
                          </a:solidFill>
                          <a:latin typeface="Arial" charset="0"/>
                        </a:defRPr>
                      </a:lvl3pPr>
                      <a:lvl4pPr marL="1281113" defTabSz="852488">
                        <a:spcBef>
                          <a:spcPct val="20000"/>
                        </a:spcBef>
                        <a:defRPr>
                          <a:solidFill>
                            <a:schemeClr val="tx1"/>
                          </a:solidFill>
                          <a:latin typeface="Arial" charset="0"/>
                        </a:defRPr>
                      </a:lvl4pPr>
                      <a:lvl5pPr marL="1706563" defTabSz="852488">
                        <a:spcBef>
                          <a:spcPct val="20000"/>
                        </a:spcBef>
                        <a:defRPr>
                          <a:solidFill>
                            <a:schemeClr val="tx1"/>
                          </a:solidFill>
                          <a:latin typeface="Arial" charset="0"/>
                        </a:defRPr>
                      </a:lvl5pPr>
                      <a:lvl6pPr marL="2163763" defTabSz="852488" fontAlgn="base">
                        <a:spcBef>
                          <a:spcPct val="20000"/>
                        </a:spcBef>
                        <a:spcAft>
                          <a:spcPct val="0"/>
                        </a:spcAft>
                        <a:defRPr>
                          <a:solidFill>
                            <a:schemeClr val="tx1"/>
                          </a:solidFill>
                          <a:latin typeface="Arial" charset="0"/>
                        </a:defRPr>
                      </a:lvl6pPr>
                      <a:lvl7pPr marL="2620963" defTabSz="852488" fontAlgn="base">
                        <a:spcBef>
                          <a:spcPct val="20000"/>
                        </a:spcBef>
                        <a:spcAft>
                          <a:spcPct val="0"/>
                        </a:spcAft>
                        <a:defRPr>
                          <a:solidFill>
                            <a:schemeClr val="tx1"/>
                          </a:solidFill>
                          <a:latin typeface="Arial" charset="0"/>
                        </a:defRPr>
                      </a:lvl7pPr>
                      <a:lvl8pPr marL="3078163" defTabSz="852488" fontAlgn="base">
                        <a:spcBef>
                          <a:spcPct val="20000"/>
                        </a:spcBef>
                        <a:spcAft>
                          <a:spcPct val="0"/>
                        </a:spcAft>
                        <a:defRPr>
                          <a:solidFill>
                            <a:schemeClr val="tx1"/>
                          </a:solidFill>
                          <a:latin typeface="Arial" charset="0"/>
                        </a:defRPr>
                      </a:lvl8pPr>
                      <a:lvl9pPr marL="3535363" defTabSz="852488" fontAlgn="base">
                        <a:spcBef>
                          <a:spcPct val="20000"/>
                        </a:spcBef>
                        <a:spcAft>
                          <a:spcPct val="0"/>
                        </a:spcAft>
                        <a:defRPr>
                          <a:solidFill>
                            <a:schemeClr val="tx1"/>
                          </a:solidFill>
                          <a:latin typeface="Arial" charset="0"/>
                        </a:defRPr>
                      </a:lvl9pPr>
                    </a:lstStyle>
                    <a:p>
                      <a:pPr marL="0" marR="0" lvl="0" indent="0" algn="ctr" defTabSz="852488" rtl="0" eaLnBrk="1" fontAlgn="base" latinLnBrk="0" hangingPunct="1">
                        <a:lnSpc>
                          <a:spcPct val="100000"/>
                        </a:lnSpc>
                        <a:spcBef>
                          <a:spcPct val="20000"/>
                        </a:spcBef>
                        <a:spcAft>
                          <a:spcPct val="0"/>
                        </a:spcAft>
                        <a:buClrTx/>
                        <a:buSzTx/>
                        <a:buFontTx/>
                        <a:buNone/>
                        <a:tabLst/>
                      </a:pPr>
                      <a:r>
                        <a:rPr kumimoji="0" lang="en-US" altLang="en-US" sz="2100" b="0" i="0" u="none" strike="noStrike" cap="none" normalizeH="0" baseline="0">
                          <a:ln>
                            <a:noFill/>
                          </a:ln>
                          <a:solidFill>
                            <a:schemeClr val="tx1"/>
                          </a:solidFill>
                          <a:effectLst/>
                          <a:latin typeface="Arial" charset="0"/>
                        </a:rPr>
                        <a:t>264</a:t>
                      </a:r>
                    </a:p>
                  </a:txBody>
                  <a:tcPr marT="45715" marB="45715" anchor="ct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38100" cap="flat" cmpd="sng" algn="ctr">
                      <a:solidFill>
                        <a:schemeClr val="tx1"/>
                      </a:solidFill>
                      <a:prstDash val="solid"/>
                      <a:miter lim="800000"/>
                      <a:headEnd type="none" w="med" len="med"/>
                      <a:tailEnd type="none" w="med" len="med"/>
                    </a:lnT>
                    <a:lnB cap="flat">
                      <a:noFill/>
                    </a:lnB>
                    <a:lnTlToBr>
                      <a:noFill/>
                    </a:lnTlToBr>
                    <a:lnBlToTr>
                      <a:noFill/>
                    </a:lnBlToTr>
                    <a:noFill/>
                  </a:tcPr>
                </a:tc>
                <a:tc>
                  <a:txBody>
                    <a:bodyPr/>
                    <a:lstStyle>
                      <a:lvl1pPr defTabSz="852488">
                        <a:spcBef>
                          <a:spcPct val="20000"/>
                        </a:spcBef>
                        <a:defRPr sz="2000">
                          <a:solidFill>
                            <a:schemeClr val="tx1"/>
                          </a:solidFill>
                          <a:latin typeface="Arial" charset="0"/>
                        </a:defRPr>
                      </a:lvl1pPr>
                      <a:lvl2pPr marL="425450" defTabSz="852488">
                        <a:spcBef>
                          <a:spcPct val="20000"/>
                        </a:spcBef>
                        <a:defRPr>
                          <a:solidFill>
                            <a:schemeClr val="tx1"/>
                          </a:solidFill>
                          <a:latin typeface="Arial" charset="0"/>
                        </a:defRPr>
                      </a:lvl2pPr>
                      <a:lvl3pPr marL="852488" defTabSz="852488">
                        <a:spcBef>
                          <a:spcPct val="20000"/>
                        </a:spcBef>
                        <a:defRPr>
                          <a:solidFill>
                            <a:schemeClr val="tx1"/>
                          </a:solidFill>
                          <a:latin typeface="Arial" charset="0"/>
                        </a:defRPr>
                      </a:lvl3pPr>
                      <a:lvl4pPr marL="1281113" defTabSz="852488">
                        <a:spcBef>
                          <a:spcPct val="20000"/>
                        </a:spcBef>
                        <a:defRPr>
                          <a:solidFill>
                            <a:schemeClr val="tx1"/>
                          </a:solidFill>
                          <a:latin typeface="Arial" charset="0"/>
                        </a:defRPr>
                      </a:lvl4pPr>
                      <a:lvl5pPr marL="1706563" defTabSz="852488">
                        <a:spcBef>
                          <a:spcPct val="20000"/>
                        </a:spcBef>
                        <a:defRPr>
                          <a:solidFill>
                            <a:schemeClr val="tx1"/>
                          </a:solidFill>
                          <a:latin typeface="Arial" charset="0"/>
                        </a:defRPr>
                      </a:lvl5pPr>
                      <a:lvl6pPr marL="2163763" defTabSz="852488" fontAlgn="base">
                        <a:spcBef>
                          <a:spcPct val="20000"/>
                        </a:spcBef>
                        <a:spcAft>
                          <a:spcPct val="0"/>
                        </a:spcAft>
                        <a:defRPr>
                          <a:solidFill>
                            <a:schemeClr val="tx1"/>
                          </a:solidFill>
                          <a:latin typeface="Arial" charset="0"/>
                        </a:defRPr>
                      </a:lvl6pPr>
                      <a:lvl7pPr marL="2620963" defTabSz="852488" fontAlgn="base">
                        <a:spcBef>
                          <a:spcPct val="20000"/>
                        </a:spcBef>
                        <a:spcAft>
                          <a:spcPct val="0"/>
                        </a:spcAft>
                        <a:defRPr>
                          <a:solidFill>
                            <a:schemeClr val="tx1"/>
                          </a:solidFill>
                          <a:latin typeface="Arial" charset="0"/>
                        </a:defRPr>
                      </a:lvl7pPr>
                      <a:lvl8pPr marL="3078163" defTabSz="852488" fontAlgn="base">
                        <a:spcBef>
                          <a:spcPct val="20000"/>
                        </a:spcBef>
                        <a:spcAft>
                          <a:spcPct val="0"/>
                        </a:spcAft>
                        <a:defRPr>
                          <a:solidFill>
                            <a:schemeClr val="tx1"/>
                          </a:solidFill>
                          <a:latin typeface="Arial" charset="0"/>
                        </a:defRPr>
                      </a:lvl8pPr>
                      <a:lvl9pPr marL="3535363" defTabSz="852488" fontAlgn="base">
                        <a:spcBef>
                          <a:spcPct val="20000"/>
                        </a:spcBef>
                        <a:spcAft>
                          <a:spcPct val="0"/>
                        </a:spcAft>
                        <a:defRPr>
                          <a:solidFill>
                            <a:schemeClr val="tx1"/>
                          </a:solidFill>
                          <a:latin typeface="Arial" charset="0"/>
                        </a:defRPr>
                      </a:lvl9pPr>
                    </a:lstStyle>
                    <a:p>
                      <a:pPr marL="0" marR="0" lvl="0" indent="0" algn="ctr" defTabSz="852488" rtl="0" eaLnBrk="1" fontAlgn="base" latinLnBrk="0" hangingPunct="1">
                        <a:lnSpc>
                          <a:spcPct val="100000"/>
                        </a:lnSpc>
                        <a:spcBef>
                          <a:spcPct val="20000"/>
                        </a:spcBef>
                        <a:spcAft>
                          <a:spcPct val="0"/>
                        </a:spcAft>
                        <a:buClrTx/>
                        <a:buSzTx/>
                        <a:buFontTx/>
                        <a:buNone/>
                        <a:tabLst/>
                      </a:pPr>
                      <a:r>
                        <a:rPr kumimoji="0" lang="en-US" altLang="en-US" sz="2100" b="0" i="0" u="none" strike="noStrike" cap="none" normalizeH="0" baseline="0">
                          <a:ln>
                            <a:noFill/>
                          </a:ln>
                          <a:solidFill>
                            <a:schemeClr val="tx1"/>
                          </a:solidFill>
                          <a:effectLst/>
                          <a:latin typeface="Arial" charset="0"/>
                        </a:rPr>
                        <a:t>300</a:t>
                      </a:r>
                    </a:p>
                  </a:txBody>
                  <a:tcPr marT="45715" marB="45715" anchor="ctr" horzOverflow="overflow">
                    <a:lnL w="28575" cap="flat" cmpd="sng" algn="ctr">
                      <a:solidFill>
                        <a:schemeClr val="tx1"/>
                      </a:solidFill>
                      <a:prstDash val="solid"/>
                      <a:miter lim="800000"/>
                      <a:headEnd type="none" w="med" len="med"/>
                      <a:tailEnd type="none" w="med" len="med"/>
                    </a:lnL>
                    <a:lnR cap="flat">
                      <a:noFill/>
                    </a:lnR>
                    <a:lnT w="28575" cap="flat" cmpd="sng" algn="ctr">
                      <a:solidFill>
                        <a:schemeClr val="tx1"/>
                      </a:solidFill>
                      <a:prstDash val="solid"/>
                      <a:miter lim="800000"/>
                      <a:headEnd type="none" w="med" len="med"/>
                      <a:tailEnd type="none" w="med" len="med"/>
                    </a:lnT>
                    <a:lnB cap="flat">
                      <a:noFill/>
                    </a:lnB>
                    <a:lnTlToBr>
                      <a:noFill/>
                    </a:lnTlToBr>
                    <a:lnBlToTr>
                      <a:noFill/>
                    </a:lnBlToTr>
                    <a:noFill/>
                  </a:tcPr>
                </a:tc>
                <a:extLst>
                  <a:ext uri="{0D108BD9-81ED-4DB2-BD59-A6C34878D82A}">
                    <a16:rowId xmlns:a16="http://schemas.microsoft.com/office/drawing/2014/main" val="10004"/>
                  </a:ext>
                </a:extLst>
              </a:tr>
            </a:tbl>
          </a:graphicData>
        </a:graphic>
      </p:graphicFrame>
      <p:sp>
        <p:nvSpPr>
          <p:cNvPr id="92196" name="Rectangle 44"/>
          <p:cNvSpPr>
            <a:spLocks noChangeArrowheads="1"/>
          </p:cNvSpPr>
          <p:nvPr/>
        </p:nvSpPr>
        <p:spPr bwMode="auto">
          <a:xfrm>
            <a:off x="1676400" y="3505200"/>
            <a:ext cx="2895600" cy="1828800"/>
          </a:xfrm>
          <a:prstGeom prst="rect">
            <a:avLst/>
          </a:prstGeom>
          <a:solidFill>
            <a:srgbClr val="CCFFFF"/>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85342" tIns="42672" rIns="85342" bIns="42672"/>
          <a:lstStyle/>
          <a:p>
            <a:pPr marL="342900" indent="-342900">
              <a:spcBef>
                <a:spcPct val="40000"/>
              </a:spcBef>
            </a:pPr>
            <a:r>
              <a:rPr lang="en-US" sz="2100"/>
              <a:t>120 Females, 12 were left handed</a:t>
            </a:r>
          </a:p>
          <a:p>
            <a:pPr marL="342900" indent="-342900">
              <a:spcBef>
                <a:spcPct val="40000"/>
              </a:spcBef>
            </a:pPr>
            <a:r>
              <a:rPr lang="en-US" sz="2100"/>
              <a:t>180 Males, 24 were left handed</a:t>
            </a:r>
          </a:p>
        </p:txBody>
      </p:sp>
      <p:sp>
        <p:nvSpPr>
          <p:cNvPr id="92197" name="AutoShape 45"/>
          <p:cNvSpPr>
            <a:spLocks noChangeArrowheads="1"/>
          </p:cNvSpPr>
          <p:nvPr/>
        </p:nvSpPr>
        <p:spPr bwMode="auto">
          <a:xfrm>
            <a:off x="4572000" y="4343400"/>
            <a:ext cx="457200" cy="304800"/>
          </a:xfrm>
          <a:prstGeom prst="rightArrow">
            <a:avLst>
              <a:gd name="adj1" fmla="val 50000"/>
              <a:gd name="adj2" fmla="val 37500"/>
            </a:avLst>
          </a:prstGeom>
          <a:solidFill>
            <a:schemeClr val="hlink"/>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AU"/>
          </a:p>
        </p:txBody>
      </p:sp>
      <p:sp>
        <p:nvSpPr>
          <p:cNvPr id="92198" name="Rectangle 46"/>
          <p:cNvSpPr>
            <a:spLocks noChangeArrowheads="1"/>
          </p:cNvSpPr>
          <p:nvPr/>
        </p:nvSpPr>
        <p:spPr bwMode="auto">
          <a:xfrm>
            <a:off x="1524000" y="2971800"/>
            <a:ext cx="32766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85342" tIns="42672" rIns="85342" bIns="42672"/>
          <a:lstStyle/>
          <a:p>
            <a:pPr marL="342900" indent="-342900">
              <a:spcBef>
                <a:spcPct val="20000"/>
              </a:spcBef>
            </a:pPr>
            <a:r>
              <a:rPr lang="en-US" sz="2100"/>
              <a:t>sample size = n = 300:</a:t>
            </a:r>
            <a:endParaRPr lang="en-US" sz="1700"/>
          </a:p>
        </p:txBody>
      </p:sp>
      <p:sp>
        <p:nvSpPr>
          <p:cNvPr id="12" name="Rectangle 3"/>
          <p:cNvSpPr>
            <a:spLocks noGrp="1" noChangeArrowheads="1"/>
          </p:cNvSpPr>
          <p:nvPr>
            <p:ph type="title"/>
          </p:nvPr>
        </p:nvSpPr>
        <p:spPr>
          <a:xfrm>
            <a:off x="3565376" y="332656"/>
            <a:ext cx="6707088" cy="562074"/>
          </a:xfrm>
        </p:spPr>
        <p:style>
          <a:lnRef idx="2">
            <a:schemeClr val="accent3"/>
          </a:lnRef>
          <a:fillRef idx="1">
            <a:schemeClr val="lt1"/>
          </a:fillRef>
          <a:effectRef idx="0">
            <a:schemeClr val="accent3"/>
          </a:effectRef>
          <a:fontRef idx="minor">
            <a:schemeClr val="dk1"/>
          </a:fontRef>
        </p:style>
        <p:txBody>
          <a:bodyPr vert="horz" wrap="square" lIns="90488" tIns="44450" rIns="90488" bIns="44450" numCol="1" anchor="ctr" anchorCtr="1" compatLnSpc="1">
            <a:prstTxWarp prst="textNoShape">
              <a:avLst/>
            </a:prstTxWarp>
          </a:bodyPr>
          <a:lstStyle/>
          <a:p>
            <a:pPr eaLnBrk="1" hangingPunct="1"/>
            <a:r>
              <a:rPr lang="en-US" dirty="0">
                <a:latin typeface="Arial" charset="0"/>
              </a:rPr>
              <a:t>Example 7 – Solution</a:t>
            </a:r>
            <a:endParaRPr lang="en-US" sz="1600" dirty="0">
              <a:latin typeface="Arial" charset="0"/>
            </a:endParaRPr>
          </a:p>
        </p:txBody>
      </p:sp>
    </p:spTree>
    <p:extLst>
      <p:ext uri="{BB962C8B-B14F-4D97-AF65-F5344CB8AC3E}">
        <p14:creationId xmlns:p14="http://schemas.microsoft.com/office/powerpoint/2010/main" val="144400413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7" name="Slide Number Placeholder 5"/>
          <p:cNvSpPr>
            <a:spLocks noGrp="1"/>
          </p:cNvSpPr>
          <p:nvPr>
            <p:ph type="sldNum" sz="quarter" idx="4294967295"/>
          </p:nvPr>
        </p:nvSpPr>
        <p:spPr>
          <a:xfrm>
            <a:off x="9417496" y="6553200"/>
            <a:ext cx="1143000" cy="304800"/>
          </a:xfrm>
          <a:prstGeom prst="rect">
            <a:avLst/>
          </a:prstGeom>
          <a:noFill/>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a:defRPr sz="2400">
                <a:solidFill>
                  <a:schemeClr val="tx1"/>
                </a:solidFill>
                <a:latin typeface="Arial" charset="0"/>
                <a:ea typeface="ＭＳ Ｐゴシック" charset="0"/>
              </a:defRPr>
            </a:lvl1pPr>
            <a:lvl2pPr>
              <a:defRPr sz="2000">
                <a:solidFill>
                  <a:schemeClr val="tx1"/>
                </a:solidFill>
                <a:latin typeface="Arial" charset="0"/>
                <a:ea typeface="ＭＳ Ｐゴシック" charset="0"/>
              </a:defRPr>
            </a:lvl2pPr>
            <a:lvl3pPr>
              <a:defRPr sz="2000">
                <a:solidFill>
                  <a:schemeClr val="tx1"/>
                </a:solidFill>
                <a:latin typeface="Arial" charset="0"/>
                <a:ea typeface="ＭＳ Ｐゴシック" charset="0"/>
              </a:defRPr>
            </a:lvl3pPr>
            <a:lvl4pPr>
              <a:defRPr sz="2000">
                <a:solidFill>
                  <a:schemeClr val="tx1"/>
                </a:solidFill>
                <a:latin typeface="Arial" charset="0"/>
                <a:ea typeface="ＭＳ Ｐゴシック" charset="0"/>
              </a:defRPr>
            </a:lvl4pPr>
            <a:lvl5pPr>
              <a:defRPr sz="2000">
                <a:solidFill>
                  <a:schemeClr val="tx1"/>
                </a:solidFill>
                <a:latin typeface="Arial" charset="0"/>
                <a:ea typeface="ＭＳ Ｐゴシック" charset="0"/>
              </a:defRPr>
            </a:lvl5pPr>
            <a:lvl6pPr eaLnBrk="0" hangingPunct="0">
              <a:defRPr sz="2000">
                <a:solidFill>
                  <a:schemeClr val="tx1"/>
                </a:solidFill>
                <a:latin typeface="Arial" charset="0"/>
                <a:ea typeface="ＭＳ Ｐゴシック" charset="0"/>
              </a:defRPr>
            </a:lvl6pPr>
            <a:lvl7pPr eaLnBrk="0" hangingPunct="0">
              <a:defRPr sz="2000">
                <a:solidFill>
                  <a:schemeClr val="tx1"/>
                </a:solidFill>
                <a:latin typeface="Arial" charset="0"/>
                <a:ea typeface="ＭＳ Ｐゴシック" charset="0"/>
              </a:defRPr>
            </a:lvl7pPr>
            <a:lvl8pPr eaLnBrk="0" hangingPunct="0">
              <a:defRPr sz="2000">
                <a:solidFill>
                  <a:schemeClr val="tx1"/>
                </a:solidFill>
                <a:latin typeface="Arial" charset="0"/>
                <a:ea typeface="ＭＳ Ｐゴシック" charset="0"/>
              </a:defRPr>
            </a:lvl8pPr>
            <a:lvl9pPr eaLnBrk="0" hangingPunct="0">
              <a:defRPr sz="2000">
                <a:solidFill>
                  <a:schemeClr val="tx1"/>
                </a:solidFill>
                <a:latin typeface="Arial" charset="0"/>
                <a:ea typeface="ＭＳ Ｐゴシック" charset="0"/>
              </a:defRPr>
            </a:lvl9pPr>
          </a:lstStyle>
          <a:p>
            <a:fld id="{D3EA6C45-2636-7C4C-85D9-252C62161A44}" type="slidenum">
              <a:rPr lang="en-US" sz="1000">
                <a:solidFill>
                  <a:schemeClr val="bg1"/>
                </a:solidFill>
              </a:rPr>
              <a:pPr/>
              <a:t>67</a:t>
            </a:fld>
            <a:endParaRPr lang="en-US" sz="1000">
              <a:solidFill>
                <a:schemeClr val="bg1"/>
              </a:solidFill>
            </a:endParaRPr>
          </a:p>
        </p:txBody>
      </p:sp>
      <p:sp>
        <p:nvSpPr>
          <p:cNvPr id="93189" name="Rectangle 3"/>
          <p:cNvSpPr>
            <a:spLocks noGrp="1" noChangeArrowheads="1"/>
          </p:cNvSpPr>
          <p:nvPr>
            <p:ph type="body" idx="1"/>
          </p:nvPr>
        </p:nvSpPr>
        <p:spPr>
          <a:xfrm>
            <a:off x="1847528" y="1268761"/>
            <a:ext cx="8352928" cy="4525963"/>
          </a:xfrm>
        </p:spPr>
        <p:txBody>
          <a:bodyPr/>
          <a:lstStyle/>
          <a:p>
            <a:pPr eaLnBrk="1" hangingPunct="1"/>
            <a:r>
              <a:rPr lang="en-US" sz="2300" dirty="0">
                <a:latin typeface="Arial" charset="0"/>
              </a:rPr>
              <a:t>Observed frequencies vs. expected frequencies:</a:t>
            </a:r>
          </a:p>
        </p:txBody>
      </p:sp>
      <p:sp>
        <p:nvSpPr>
          <p:cNvPr id="93190" name="Rectangle 4"/>
          <p:cNvSpPr>
            <a:spLocks noChangeArrowheads="1"/>
          </p:cNvSpPr>
          <p:nvPr/>
        </p:nvSpPr>
        <p:spPr bwMode="auto">
          <a:xfrm>
            <a:off x="3886200" y="4800600"/>
            <a:ext cx="5181600" cy="457200"/>
          </a:xfrm>
          <a:prstGeom prst="rect">
            <a:avLst/>
          </a:prstGeom>
          <a:solidFill>
            <a:srgbClr val="FDE0BD"/>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AU"/>
          </a:p>
        </p:txBody>
      </p:sp>
      <p:sp>
        <p:nvSpPr>
          <p:cNvPr id="93191" name="Rectangle 5"/>
          <p:cNvSpPr>
            <a:spLocks noChangeArrowheads="1"/>
          </p:cNvSpPr>
          <p:nvPr/>
        </p:nvSpPr>
        <p:spPr bwMode="auto">
          <a:xfrm>
            <a:off x="3886200" y="3886200"/>
            <a:ext cx="5181600" cy="457200"/>
          </a:xfrm>
          <a:prstGeom prst="rect">
            <a:avLst/>
          </a:prstGeom>
          <a:solidFill>
            <a:srgbClr val="FDE0BD"/>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AU"/>
          </a:p>
        </p:txBody>
      </p:sp>
      <p:sp>
        <p:nvSpPr>
          <p:cNvPr id="93192" name="Rectangle 6"/>
          <p:cNvSpPr>
            <a:spLocks noChangeArrowheads="1"/>
          </p:cNvSpPr>
          <p:nvPr/>
        </p:nvSpPr>
        <p:spPr bwMode="auto">
          <a:xfrm>
            <a:off x="3886200" y="4343400"/>
            <a:ext cx="5181600" cy="457200"/>
          </a:xfrm>
          <a:prstGeom prst="rect">
            <a:avLst/>
          </a:prstGeom>
          <a:solidFill>
            <a:srgbClr val="CC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AU"/>
          </a:p>
        </p:txBody>
      </p:sp>
      <p:sp>
        <p:nvSpPr>
          <p:cNvPr id="93193" name="Rectangle 7"/>
          <p:cNvSpPr>
            <a:spLocks noChangeArrowheads="1"/>
          </p:cNvSpPr>
          <p:nvPr/>
        </p:nvSpPr>
        <p:spPr bwMode="auto">
          <a:xfrm>
            <a:off x="3886200" y="3429000"/>
            <a:ext cx="5181600" cy="457200"/>
          </a:xfrm>
          <a:prstGeom prst="rect">
            <a:avLst/>
          </a:prstGeom>
          <a:solidFill>
            <a:srgbClr val="CC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AU"/>
          </a:p>
        </p:txBody>
      </p:sp>
      <p:sp>
        <p:nvSpPr>
          <p:cNvPr id="93194" name="Rectangle 8"/>
          <p:cNvSpPr>
            <a:spLocks noChangeArrowheads="1"/>
          </p:cNvSpPr>
          <p:nvPr/>
        </p:nvSpPr>
        <p:spPr bwMode="auto">
          <a:xfrm>
            <a:off x="2209800" y="1828800"/>
            <a:ext cx="7924800"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85342" tIns="42672" rIns="85342" bIns="42672"/>
          <a:lstStyle/>
          <a:p>
            <a:pPr marL="320675" indent="-320675" defTabSz="852488">
              <a:spcBef>
                <a:spcPct val="20000"/>
              </a:spcBef>
            </a:pPr>
            <a:endParaRPr lang="en-US" sz="2300"/>
          </a:p>
          <a:p>
            <a:pPr marL="320675" indent="-320675" defTabSz="852488">
              <a:spcBef>
                <a:spcPct val="20000"/>
              </a:spcBef>
            </a:pPr>
            <a:endParaRPr lang="en-US" sz="2300"/>
          </a:p>
        </p:txBody>
      </p:sp>
      <p:graphicFrame>
        <p:nvGraphicFramePr>
          <p:cNvPr id="208905" name="Group 9"/>
          <p:cNvGraphicFramePr>
            <a:graphicFrameLocks noGrp="1"/>
          </p:cNvGraphicFramePr>
          <p:nvPr/>
        </p:nvGraphicFramePr>
        <p:xfrm>
          <a:off x="2209800" y="2514601"/>
          <a:ext cx="7924800" cy="3321063"/>
        </p:xfrm>
        <a:graphic>
          <a:graphicData uri="http://schemas.openxmlformats.org/drawingml/2006/table">
            <a:tbl>
              <a:tblPr/>
              <a:tblGrid>
                <a:gridCol w="1676400">
                  <a:extLst>
                    <a:ext uri="{9D8B030D-6E8A-4147-A177-3AD203B41FA5}">
                      <a16:colId xmlns:a16="http://schemas.microsoft.com/office/drawing/2014/main" val="20000"/>
                    </a:ext>
                  </a:extLst>
                </a:gridCol>
                <a:gridCol w="2547938">
                  <a:extLst>
                    <a:ext uri="{9D8B030D-6E8A-4147-A177-3AD203B41FA5}">
                      <a16:colId xmlns:a16="http://schemas.microsoft.com/office/drawing/2014/main" val="20001"/>
                    </a:ext>
                  </a:extLst>
                </a:gridCol>
                <a:gridCol w="2633662">
                  <a:extLst>
                    <a:ext uri="{9D8B030D-6E8A-4147-A177-3AD203B41FA5}">
                      <a16:colId xmlns:a16="http://schemas.microsoft.com/office/drawing/2014/main" val="20002"/>
                    </a:ext>
                  </a:extLst>
                </a:gridCol>
                <a:gridCol w="1066800">
                  <a:extLst>
                    <a:ext uri="{9D8B030D-6E8A-4147-A177-3AD203B41FA5}">
                      <a16:colId xmlns:a16="http://schemas.microsoft.com/office/drawing/2014/main" val="20003"/>
                    </a:ext>
                  </a:extLst>
                </a:gridCol>
              </a:tblGrid>
              <a:tr h="457101">
                <a:tc rowSpan="2">
                  <a:txBody>
                    <a:bodyPr/>
                    <a:lstStyle>
                      <a:lvl1pPr defTabSz="852488">
                        <a:spcBef>
                          <a:spcPct val="20000"/>
                        </a:spcBef>
                        <a:defRPr sz="2000">
                          <a:solidFill>
                            <a:schemeClr val="tx1"/>
                          </a:solidFill>
                          <a:latin typeface="Arial" charset="0"/>
                        </a:defRPr>
                      </a:lvl1pPr>
                      <a:lvl2pPr marL="425450" defTabSz="852488">
                        <a:spcBef>
                          <a:spcPct val="20000"/>
                        </a:spcBef>
                        <a:defRPr>
                          <a:solidFill>
                            <a:schemeClr val="tx1"/>
                          </a:solidFill>
                          <a:latin typeface="Arial" charset="0"/>
                        </a:defRPr>
                      </a:lvl2pPr>
                      <a:lvl3pPr marL="852488" defTabSz="852488">
                        <a:spcBef>
                          <a:spcPct val="20000"/>
                        </a:spcBef>
                        <a:defRPr>
                          <a:solidFill>
                            <a:schemeClr val="tx1"/>
                          </a:solidFill>
                          <a:latin typeface="Arial" charset="0"/>
                        </a:defRPr>
                      </a:lvl3pPr>
                      <a:lvl4pPr marL="1281113" defTabSz="852488">
                        <a:spcBef>
                          <a:spcPct val="20000"/>
                        </a:spcBef>
                        <a:defRPr>
                          <a:solidFill>
                            <a:schemeClr val="tx1"/>
                          </a:solidFill>
                          <a:latin typeface="Arial" charset="0"/>
                        </a:defRPr>
                      </a:lvl4pPr>
                      <a:lvl5pPr marL="1706563" defTabSz="852488">
                        <a:spcBef>
                          <a:spcPct val="20000"/>
                        </a:spcBef>
                        <a:defRPr>
                          <a:solidFill>
                            <a:schemeClr val="tx1"/>
                          </a:solidFill>
                          <a:latin typeface="Arial" charset="0"/>
                        </a:defRPr>
                      </a:lvl5pPr>
                      <a:lvl6pPr marL="2163763" defTabSz="852488" fontAlgn="base">
                        <a:spcBef>
                          <a:spcPct val="20000"/>
                        </a:spcBef>
                        <a:spcAft>
                          <a:spcPct val="0"/>
                        </a:spcAft>
                        <a:defRPr>
                          <a:solidFill>
                            <a:schemeClr val="tx1"/>
                          </a:solidFill>
                          <a:latin typeface="Arial" charset="0"/>
                        </a:defRPr>
                      </a:lvl6pPr>
                      <a:lvl7pPr marL="2620963" defTabSz="852488" fontAlgn="base">
                        <a:spcBef>
                          <a:spcPct val="20000"/>
                        </a:spcBef>
                        <a:spcAft>
                          <a:spcPct val="0"/>
                        </a:spcAft>
                        <a:defRPr>
                          <a:solidFill>
                            <a:schemeClr val="tx1"/>
                          </a:solidFill>
                          <a:latin typeface="Arial" charset="0"/>
                        </a:defRPr>
                      </a:lvl7pPr>
                      <a:lvl8pPr marL="3078163" defTabSz="852488" fontAlgn="base">
                        <a:spcBef>
                          <a:spcPct val="20000"/>
                        </a:spcBef>
                        <a:spcAft>
                          <a:spcPct val="0"/>
                        </a:spcAft>
                        <a:defRPr>
                          <a:solidFill>
                            <a:schemeClr val="tx1"/>
                          </a:solidFill>
                          <a:latin typeface="Arial" charset="0"/>
                        </a:defRPr>
                      </a:lvl8pPr>
                      <a:lvl9pPr marL="3535363" defTabSz="852488" fontAlgn="base">
                        <a:spcBef>
                          <a:spcPct val="20000"/>
                        </a:spcBef>
                        <a:spcAft>
                          <a:spcPct val="0"/>
                        </a:spcAft>
                        <a:defRPr>
                          <a:solidFill>
                            <a:schemeClr val="tx1"/>
                          </a:solidFill>
                          <a:latin typeface="Arial" charset="0"/>
                        </a:defRPr>
                      </a:lvl9pPr>
                    </a:lstStyle>
                    <a:p>
                      <a:pPr marL="0" marR="0" lvl="0" indent="0" algn="ctr" defTabSz="852488" rtl="0" eaLnBrk="1" fontAlgn="base" latinLnBrk="0" hangingPunct="1">
                        <a:lnSpc>
                          <a:spcPct val="100000"/>
                        </a:lnSpc>
                        <a:spcBef>
                          <a:spcPct val="20000"/>
                        </a:spcBef>
                        <a:spcAft>
                          <a:spcPct val="0"/>
                        </a:spcAft>
                        <a:buClrTx/>
                        <a:buSzTx/>
                        <a:buFontTx/>
                        <a:buNone/>
                        <a:tabLst/>
                      </a:pPr>
                      <a:endParaRPr kumimoji="0" lang="en-US" altLang="en-US" sz="2100" b="0" i="0" u="none" strike="noStrike" cap="none" normalizeH="0" baseline="0">
                        <a:ln>
                          <a:noFill/>
                        </a:ln>
                        <a:solidFill>
                          <a:schemeClr val="tx1"/>
                        </a:solidFill>
                        <a:effectLst/>
                        <a:latin typeface="Arial" charset="0"/>
                      </a:endParaRPr>
                    </a:p>
                    <a:p>
                      <a:pPr marL="0" marR="0" lvl="0" indent="0" algn="ctr" defTabSz="852488" rtl="0" eaLnBrk="1" fontAlgn="base" latinLnBrk="0" hangingPunct="1">
                        <a:lnSpc>
                          <a:spcPct val="100000"/>
                        </a:lnSpc>
                        <a:spcBef>
                          <a:spcPct val="20000"/>
                        </a:spcBef>
                        <a:spcAft>
                          <a:spcPct val="0"/>
                        </a:spcAft>
                        <a:buClrTx/>
                        <a:buSzTx/>
                        <a:buFontTx/>
                        <a:buNone/>
                        <a:tabLst/>
                      </a:pPr>
                      <a:r>
                        <a:rPr kumimoji="0" lang="en-US" altLang="en-US" sz="2100" b="0" i="0" u="none" strike="noStrike" cap="none" normalizeH="0" baseline="0">
                          <a:ln>
                            <a:noFill/>
                          </a:ln>
                          <a:solidFill>
                            <a:schemeClr val="tx1"/>
                          </a:solidFill>
                          <a:effectLst/>
                          <a:latin typeface="Arial" charset="0"/>
                        </a:rPr>
                        <a:t>Gender</a:t>
                      </a:r>
                    </a:p>
                  </a:txBody>
                  <a:tcPr marT="45710" marB="45710" anchor="ctr" horzOverflow="overflow">
                    <a:lnL w="381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381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gridSpan="2">
                  <a:txBody>
                    <a:bodyPr/>
                    <a:lstStyle>
                      <a:lvl1pPr defTabSz="852488">
                        <a:spcBef>
                          <a:spcPct val="20000"/>
                        </a:spcBef>
                        <a:defRPr sz="2000">
                          <a:solidFill>
                            <a:schemeClr val="tx1"/>
                          </a:solidFill>
                          <a:latin typeface="Arial" charset="0"/>
                        </a:defRPr>
                      </a:lvl1pPr>
                      <a:lvl2pPr marL="425450" defTabSz="852488">
                        <a:spcBef>
                          <a:spcPct val="20000"/>
                        </a:spcBef>
                        <a:defRPr>
                          <a:solidFill>
                            <a:schemeClr val="tx1"/>
                          </a:solidFill>
                          <a:latin typeface="Arial" charset="0"/>
                        </a:defRPr>
                      </a:lvl2pPr>
                      <a:lvl3pPr marL="852488" defTabSz="852488">
                        <a:spcBef>
                          <a:spcPct val="20000"/>
                        </a:spcBef>
                        <a:defRPr>
                          <a:solidFill>
                            <a:schemeClr val="tx1"/>
                          </a:solidFill>
                          <a:latin typeface="Arial" charset="0"/>
                        </a:defRPr>
                      </a:lvl3pPr>
                      <a:lvl4pPr marL="1281113" defTabSz="852488">
                        <a:spcBef>
                          <a:spcPct val="20000"/>
                        </a:spcBef>
                        <a:defRPr>
                          <a:solidFill>
                            <a:schemeClr val="tx1"/>
                          </a:solidFill>
                          <a:latin typeface="Arial" charset="0"/>
                        </a:defRPr>
                      </a:lvl4pPr>
                      <a:lvl5pPr marL="1706563" defTabSz="852488">
                        <a:spcBef>
                          <a:spcPct val="20000"/>
                        </a:spcBef>
                        <a:defRPr>
                          <a:solidFill>
                            <a:schemeClr val="tx1"/>
                          </a:solidFill>
                          <a:latin typeface="Arial" charset="0"/>
                        </a:defRPr>
                      </a:lvl5pPr>
                      <a:lvl6pPr marL="2163763" defTabSz="852488" fontAlgn="base">
                        <a:spcBef>
                          <a:spcPct val="20000"/>
                        </a:spcBef>
                        <a:spcAft>
                          <a:spcPct val="0"/>
                        </a:spcAft>
                        <a:defRPr>
                          <a:solidFill>
                            <a:schemeClr val="tx1"/>
                          </a:solidFill>
                          <a:latin typeface="Arial" charset="0"/>
                        </a:defRPr>
                      </a:lvl6pPr>
                      <a:lvl7pPr marL="2620963" defTabSz="852488" fontAlgn="base">
                        <a:spcBef>
                          <a:spcPct val="20000"/>
                        </a:spcBef>
                        <a:spcAft>
                          <a:spcPct val="0"/>
                        </a:spcAft>
                        <a:defRPr>
                          <a:solidFill>
                            <a:schemeClr val="tx1"/>
                          </a:solidFill>
                          <a:latin typeface="Arial" charset="0"/>
                        </a:defRPr>
                      </a:lvl7pPr>
                      <a:lvl8pPr marL="3078163" defTabSz="852488" fontAlgn="base">
                        <a:spcBef>
                          <a:spcPct val="20000"/>
                        </a:spcBef>
                        <a:spcAft>
                          <a:spcPct val="0"/>
                        </a:spcAft>
                        <a:defRPr>
                          <a:solidFill>
                            <a:schemeClr val="tx1"/>
                          </a:solidFill>
                          <a:latin typeface="Arial" charset="0"/>
                        </a:defRPr>
                      </a:lvl8pPr>
                      <a:lvl9pPr marL="3535363" defTabSz="852488" fontAlgn="base">
                        <a:spcBef>
                          <a:spcPct val="20000"/>
                        </a:spcBef>
                        <a:spcAft>
                          <a:spcPct val="0"/>
                        </a:spcAft>
                        <a:defRPr>
                          <a:solidFill>
                            <a:schemeClr val="tx1"/>
                          </a:solidFill>
                          <a:latin typeface="Arial" charset="0"/>
                        </a:defRPr>
                      </a:lvl9pPr>
                    </a:lstStyle>
                    <a:p>
                      <a:pPr marL="0" marR="0" lvl="0" indent="0" algn="ctr" defTabSz="852488" rtl="0" eaLnBrk="1" fontAlgn="base" latinLnBrk="0" hangingPunct="1">
                        <a:lnSpc>
                          <a:spcPct val="100000"/>
                        </a:lnSpc>
                        <a:spcBef>
                          <a:spcPct val="20000"/>
                        </a:spcBef>
                        <a:spcAft>
                          <a:spcPct val="0"/>
                        </a:spcAft>
                        <a:buClrTx/>
                        <a:buSzTx/>
                        <a:buFontTx/>
                        <a:buNone/>
                        <a:tabLst/>
                      </a:pPr>
                      <a:r>
                        <a:rPr kumimoji="0" lang="en-US" altLang="en-US" sz="2100" b="0" i="0" u="none" strike="noStrike" cap="none" normalizeH="0" baseline="0">
                          <a:ln>
                            <a:noFill/>
                          </a:ln>
                          <a:solidFill>
                            <a:schemeClr val="tx1"/>
                          </a:solidFill>
                          <a:effectLst/>
                          <a:latin typeface="Arial" charset="0"/>
                        </a:rPr>
                        <a:t>Hand Preference</a:t>
                      </a:r>
                    </a:p>
                  </a:txBody>
                  <a:tcPr marT="45710" marB="45710" horzOverflow="overflow">
                    <a:lnL w="28575" cap="flat" cmpd="sng" algn="ctr">
                      <a:solidFill>
                        <a:schemeClr val="tx1"/>
                      </a:solidFill>
                      <a:prstDash val="solid"/>
                      <a:miter lim="800000"/>
                      <a:headEnd type="none" w="med" len="med"/>
                      <a:tailEnd type="none" w="med" len="med"/>
                    </a:lnL>
                    <a:lnR w="38100" cap="flat" cmpd="sng" algn="ctr">
                      <a:solidFill>
                        <a:schemeClr val="tx1"/>
                      </a:solidFill>
                      <a:prstDash val="solid"/>
                      <a:miter lim="800000"/>
                      <a:headEnd type="none" w="med" len="med"/>
                      <a:tailEnd type="none" w="med" len="med"/>
                    </a:lnR>
                    <a:lnT w="381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hMerge="1">
                  <a:txBody>
                    <a:bodyPr/>
                    <a:lstStyle/>
                    <a:p>
                      <a:endParaRPr lang="en-AU"/>
                    </a:p>
                  </a:txBody>
                  <a:tcPr/>
                </a:tc>
                <a:tc rowSpan="2">
                  <a:txBody>
                    <a:bodyPr/>
                    <a:lstStyle>
                      <a:lvl1pPr defTabSz="852488">
                        <a:spcBef>
                          <a:spcPct val="20000"/>
                        </a:spcBef>
                        <a:defRPr sz="2000">
                          <a:solidFill>
                            <a:schemeClr val="tx1"/>
                          </a:solidFill>
                          <a:latin typeface="Arial" charset="0"/>
                        </a:defRPr>
                      </a:lvl1pPr>
                      <a:lvl2pPr marL="425450" defTabSz="852488">
                        <a:spcBef>
                          <a:spcPct val="20000"/>
                        </a:spcBef>
                        <a:defRPr>
                          <a:solidFill>
                            <a:schemeClr val="tx1"/>
                          </a:solidFill>
                          <a:latin typeface="Arial" charset="0"/>
                        </a:defRPr>
                      </a:lvl2pPr>
                      <a:lvl3pPr marL="852488" defTabSz="852488">
                        <a:spcBef>
                          <a:spcPct val="20000"/>
                        </a:spcBef>
                        <a:defRPr>
                          <a:solidFill>
                            <a:schemeClr val="tx1"/>
                          </a:solidFill>
                          <a:latin typeface="Arial" charset="0"/>
                        </a:defRPr>
                      </a:lvl3pPr>
                      <a:lvl4pPr marL="1281113" defTabSz="852488">
                        <a:spcBef>
                          <a:spcPct val="20000"/>
                        </a:spcBef>
                        <a:defRPr>
                          <a:solidFill>
                            <a:schemeClr val="tx1"/>
                          </a:solidFill>
                          <a:latin typeface="Arial" charset="0"/>
                        </a:defRPr>
                      </a:lvl4pPr>
                      <a:lvl5pPr marL="1706563" defTabSz="852488">
                        <a:spcBef>
                          <a:spcPct val="20000"/>
                        </a:spcBef>
                        <a:defRPr>
                          <a:solidFill>
                            <a:schemeClr val="tx1"/>
                          </a:solidFill>
                          <a:latin typeface="Arial" charset="0"/>
                        </a:defRPr>
                      </a:lvl5pPr>
                      <a:lvl6pPr marL="2163763" defTabSz="852488" fontAlgn="base">
                        <a:spcBef>
                          <a:spcPct val="20000"/>
                        </a:spcBef>
                        <a:spcAft>
                          <a:spcPct val="0"/>
                        </a:spcAft>
                        <a:defRPr>
                          <a:solidFill>
                            <a:schemeClr val="tx1"/>
                          </a:solidFill>
                          <a:latin typeface="Arial" charset="0"/>
                        </a:defRPr>
                      </a:lvl6pPr>
                      <a:lvl7pPr marL="2620963" defTabSz="852488" fontAlgn="base">
                        <a:spcBef>
                          <a:spcPct val="20000"/>
                        </a:spcBef>
                        <a:spcAft>
                          <a:spcPct val="0"/>
                        </a:spcAft>
                        <a:defRPr>
                          <a:solidFill>
                            <a:schemeClr val="tx1"/>
                          </a:solidFill>
                          <a:latin typeface="Arial" charset="0"/>
                        </a:defRPr>
                      </a:lvl7pPr>
                      <a:lvl8pPr marL="3078163" defTabSz="852488" fontAlgn="base">
                        <a:spcBef>
                          <a:spcPct val="20000"/>
                        </a:spcBef>
                        <a:spcAft>
                          <a:spcPct val="0"/>
                        </a:spcAft>
                        <a:defRPr>
                          <a:solidFill>
                            <a:schemeClr val="tx1"/>
                          </a:solidFill>
                          <a:latin typeface="Arial" charset="0"/>
                        </a:defRPr>
                      </a:lvl8pPr>
                      <a:lvl9pPr marL="3535363" defTabSz="852488" fontAlgn="base">
                        <a:spcBef>
                          <a:spcPct val="20000"/>
                        </a:spcBef>
                        <a:spcAft>
                          <a:spcPct val="0"/>
                        </a:spcAft>
                        <a:defRPr>
                          <a:solidFill>
                            <a:schemeClr val="tx1"/>
                          </a:solidFill>
                          <a:latin typeface="Arial" charset="0"/>
                        </a:defRPr>
                      </a:lvl9pPr>
                    </a:lstStyle>
                    <a:p>
                      <a:pPr marL="0" marR="0" lvl="0" indent="0" algn="ctr" defTabSz="852488" rtl="0" eaLnBrk="1" fontAlgn="base" latinLnBrk="0" hangingPunct="1">
                        <a:lnSpc>
                          <a:spcPct val="100000"/>
                        </a:lnSpc>
                        <a:spcBef>
                          <a:spcPct val="20000"/>
                        </a:spcBef>
                        <a:spcAft>
                          <a:spcPct val="0"/>
                        </a:spcAft>
                        <a:buClrTx/>
                        <a:buSzTx/>
                        <a:buFontTx/>
                        <a:buNone/>
                        <a:tabLst/>
                      </a:pPr>
                      <a:endParaRPr kumimoji="0" lang="en-US" altLang="en-US" sz="2100" b="0" i="0" u="none" strike="noStrike" cap="none" normalizeH="0" baseline="0">
                        <a:ln>
                          <a:noFill/>
                        </a:ln>
                        <a:solidFill>
                          <a:schemeClr val="tx1"/>
                        </a:solidFill>
                        <a:effectLst/>
                        <a:latin typeface="Arial" charset="0"/>
                      </a:endParaRPr>
                    </a:p>
                  </a:txBody>
                  <a:tcPr marT="45710" marB="45710" anchor="ctr" horzOverflow="overflow">
                    <a:lnL w="38100" cap="flat" cmpd="sng" algn="ctr">
                      <a:solidFill>
                        <a:schemeClr val="tx1"/>
                      </a:solidFill>
                      <a:prstDash val="solid"/>
                      <a:miter lim="800000"/>
                      <a:headEnd type="none" w="med" len="med"/>
                      <a:tailEnd type="none" w="med" len="med"/>
                    </a:lnL>
                    <a:lnR cap="flat">
                      <a:noFill/>
                    </a:lnR>
                    <a:lnT cap="flat">
                      <a:noFill/>
                    </a:lnT>
                    <a:lnB w="28575"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11456">
                <a:tc vMerge="1">
                  <a:txBody>
                    <a:bodyPr/>
                    <a:lstStyle/>
                    <a:p>
                      <a:endParaRPr lang="en-AU"/>
                    </a:p>
                  </a:txBody>
                  <a:tcPr/>
                </a:tc>
                <a:tc>
                  <a:txBody>
                    <a:bodyPr/>
                    <a:lstStyle>
                      <a:lvl1pPr defTabSz="852488">
                        <a:spcBef>
                          <a:spcPct val="20000"/>
                        </a:spcBef>
                        <a:defRPr sz="2000">
                          <a:solidFill>
                            <a:schemeClr val="tx1"/>
                          </a:solidFill>
                          <a:latin typeface="Arial" charset="0"/>
                        </a:defRPr>
                      </a:lvl1pPr>
                      <a:lvl2pPr marL="425450" defTabSz="852488">
                        <a:spcBef>
                          <a:spcPct val="20000"/>
                        </a:spcBef>
                        <a:defRPr>
                          <a:solidFill>
                            <a:schemeClr val="tx1"/>
                          </a:solidFill>
                          <a:latin typeface="Arial" charset="0"/>
                        </a:defRPr>
                      </a:lvl2pPr>
                      <a:lvl3pPr marL="852488" defTabSz="852488">
                        <a:spcBef>
                          <a:spcPct val="20000"/>
                        </a:spcBef>
                        <a:defRPr>
                          <a:solidFill>
                            <a:schemeClr val="tx1"/>
                          </a:solidFill>
                          <a:latin typeface="Arial" charset="0"/>
                        </a:defRPr>
                      </a:lvl3pPr>
                      <a:lvl4pPr marL="1281113" defTabSz="852488">
                        <a:spcBef>
                          <a:spcPct val="20000"/>
                        </a:spcBef>
                        <a:defRPr>
                          <a:solidFill>
                            <a:schemeClr val="tx1"/>
                          </a:solidFill>
                          <a:latin typeface="Arial" charset="0"/>
                        </a:defRPr>
                      </a:lvl4pPr>
                      <a:lvl5pPr marL="1706563" defTabSz="852488">
                        <a:spcBef>
                          <a:spcPct val="20000"/>
                        </a:spcBef>
                        <a:defRPr>
                          <a:solidFill>
                            <a:schemeClr val="tx1"/>
                          </a:solidFill>
                          <a:latin typeface="Arial" charset="0"/>
                        </a:defRPr>
                      </a:lvl5pPr>
                      <a:lvl6pPr marL="2163763" defTabSz="852488" fontAlgn="base">
                        <a:spcBef>
                          <a:spcPct val="20000"/>
                        </a:spcBef>
                        <a:spcAft>
                          <a:spcPct val="0"/>
                        </a:spcAft>
                        <a:defRPr>
                          <a:solidFill>
                            <a:schemeClr val="tx1"/>
                          </a:solidFill>
                          <a:latin typeface="Arial" charset="0"/>
                        </a:defRPr>
                      </a:lvl6pPr>
                      <a:lvl7pPr marL="2620963" defTabSz="852488" fontAlgn="base">
                        <a:spcBef>
                          <a:spcPct val="20000"/>
                        </a:spcBef>
                        <a:spcAft>
                          <a:spcPct val="0"/>
                        </a:spcAft>
                        <a:defRPr>
                          <a:solidFill>
                            <a:schemeClr val="tx1"/>
                          </a:solidFill>
                          <a:latin typeface="Arial" charset="0"/>
                        </a:defRPr>
                      </a:lvl7pPr>
                      <a:lvl8pPr marL="3078163" defTabSz="852488" fontAlgn="base">
                        <a:spcBef>
                          <a:spcPct val="20000"/>
                        </a:spcBef>
                        <a:spcAft>
                          <a:spcPct val="0"/>
                        </a:spcAft>
                        <a:defRPr>
                          <a:solidFill>
                            <a:schemeClr val="tx1"/>
                          </a:solidFill>
                          <a:latin typeface="Arial" charset="0"/>
                        </a:defRPr>
                      </a:lvl8pPr>
                      <a:lvl9pPr marL="3535363" defTabSz="852488" fontAlgn="base">
                        <a:spcBef>
                          <a:spcPct val="20000"/>
                        </a:spcBef>
                        <a:spcAft>
                          <a:spcPct val="0"/>
                        </a:spcAft>
                        <a:defRPr>
                          <a:solidFill>
                            <a:schemeClr val="tx1"/>
                          </a:solidFill>
                          <a:latin typeface="Arial" charset="0"/>
                        </a:defRPr>
                      </a:lvl9pPr>
                    </a:lstStyle>
                    <a:p>
                      <a:pPr marL="0" marR="0" lvl="0" indent="0" algn="ctr" defTabSz="852488" rtl="0" eaLnBrk="1" fontAlgn="base" latinLnBrk="0" hangingPunct="1">
                        <a:lnSpc>
                          <a:spcPct val="100000"/>
                        </a:lnSpc>
                        <a:spcBef>
                          <a:spcPct val="20000"/>
                        </a:spcBef>
                        <a:spcAft>
                          <a:spcPct val="0"/>
                        </a:spcAft>
                        <a:buClrTx/>
                        <a:buSzTx/>
                        <a:buFontTx/>
                        <a:buNone/>
                        <a:tabLst/>
                      </a:pPr>
                      <a:r>
                        <a:rPr kumimoji="0" lang="en-US" altLang="en-US" sz="2100" b="0" i="0" u="none" strike="noStrike" cap="none" normalizeH="0" baseline="0">
                          <a:ln>
                            <a:noFill/>
                          </a:ln>
                          <a:solidFill>
                            <a:schemeClr val="tx1"/>
                          </a:solidFill>
                          <a:effectLst/>
                          <a:latin typeface="Arial" charset="0"/>
                        </a:rPr>
                        <a:t>Left</a:t>
                      </a:r>
                    </a:p>
                  </a:txBody>
                  <a:tcPr marT="45710" marB="45710" anchor="ctr"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lvl1pPr defTabSz="852488">
                        <a:spcBef>
                          <a:spcPct val="20000"/>
                        </a:spcBef>
                        <a:defRPr sz="2000">
                          <a:solidFill>
                            <a:schemeClr val="tx1"/>
                          </a:solidFill>
                          <a:latin typeface="Arial" charset="0"/>
                        </a:defRPr>
                      </a:lvl1pPr>
                      <a:lvl2pPr marL="425450" defTabSz="852488">
                        <a:spcBef>
                          <a:spcPct val="20000"/>
                        </a:spcBef>
                        <a:defRPr>
                          <a:solidFill>
                            <a:schemeClr val="tx1"/>
                          </a:solidFill>
                          <a:latin typeface="Arial" charset="0"/>
                        </a:defRPr>
                      </a:lvl2pPr>
                      <a:lvl3pPr marL="852488" defTabSz="852488">
                        <a:spcBef>
                          <a:spcPct val="20000"/>
                        </a:spcBef>
                        <a:defRPr>
                          <a:solidFill>
                            <a:schemeClr val="tx1"/>
                          </a:solidFill>
                          <a:latin typeface="Arial" charset="0"/>
                        </a:defRPr>
                      </a:lvl3pPr>
                      <a:lvl4pPr marL="1281113" defTabSz="852488">
                        <a:spcBef>
                          <a:spcPct val="20000"/>
                        </a:spcBef>
                        <a:defRPr>
                          <a:solidFill>
                            <a:schemeClr val="tx1"/>
                          </a:solidFill>
                          <a:latin typeface="Arial" charset="0"/>
                        </a:defRPr>
                      </a:lvl4pPr>
                      <a:lvl5pPr marL="1706563" defTabSz="852488">
                        <a:spcBef>
                          <a:spcPct val="20000"/>
                        </a:spcBef>
                        <a:defRPr>
                          <a:solidFill>
                            <a:schemeClr val="tx1"/>
                          </a:solidFill>
                          <a:latin typeface="Arial" charset="0"/>
                        </a:defRPr>
                      </a:lvl5pPr>
                      <a:lvl6pPr marL="2163763" defTabSz="852488" fontAlgn="base">
                        <a:spcBef>
                          <a:spcPct val="20000"/>
                        </a:spcBef>
                        <a:spcAft>
                          <a:spcPct val="0"/>
                        </a:spcAft>
                        <a:defRPr>
                          <a:solidFill>
                            <a:schemeClr val="tx1"/>
                          </a:solidFill>
                          <a:latin typeface="Arial" charset="0"/>
                        </a:defRPr>
                      </a:lvl6pPr>
                      <a:lvl7pPr marL="2620963" defTabSz="852488" fontAlgn="base">
                        <a:spcBef>
                          <a:spcPct val="20000"/>
                        </a:spcBef>
                        <a:spcAft>
                          <a:spcPct val="0"/>
                        </a:spcAft>
                        <a:defRPr>
                          <a:solidFill>
                            <a:schemeClr val="tx1"/>
                          </a:solidFill>
                          <a:latin typeface="Arial" charset="0"/>
                        </a:defRPr>
                      </a:lvl7pPr>
                      <a:lvl8pPr marL="3078163" defTabSz="852488" fontAlgn="base">
                        <a:spcBef>
                          <a:spcPct val="20000"/>
                        </a:spcBef>
                        <a:spcAft>
                          <a:spcPct val="0"/>
                        </a:spcAft>
                        <a:defRPr>
                          <a:solidFill>
                            <a:schemeClr val="tx1"/>
                          </a:solidFill>
                          <a:latin typeface="Arial" charset="0"/>
                        </a:defRPr>
                      </a:lvl8pPr>
                      <a:lvl9pPr marL="3535363" defTabSz="852488" fontAlgn="base">
                        <a:spcBef>
                          <a:spcPct val="20000"/>
                        </a:spcBef>
                        <a:spcAft>
                          <a:spcPct val="0"/>
                        </a:spcAft>
                        <a:defRPr>
                          <a:solidFill>
                            <a:schemeClr val="tx1"/>
                          </a:solidFill>
                          <a:latin typeface="Arial" charset="0"/>
                        </a:defRPr>
                      </a:lvl9pPr>
                    </a:lstStyle>
                    <a:p>
                      <a:pPr marL="0" marR="0" lvl="0" indent="0" algn="ctr" defTabSz="852488" rtl="0" eaLnBrk="1" fontAlgn="base" latinLnBrk="0" hangingPunct="1">
                        <a:lnSpc>
                          <a:spcPct val="100000"/>
                        </a:lnSpc>
                        <a:spcBef>
                          <a:spcPct val="20000"/>
                        </a:spcBef>
                        <a:spcAft>
                          <a:spcPct val="0"/>
                        </a:spcAft>
                        <a:buClrTx/>
                        <a:buSzTx/>
                        <a:buFontTx/>
                        <a:buNone/>
                        <a:tabLst/>
                      </a:pPr>
                      <a:r>
                        <a:rPr kumimoji="0" lang="en-US" altLang="en-US" sz="2100" b="0" i="0" u="none" strike="noStrike" cap="none" normalizeH="0" baseline="0">
                          <a:ln>
                            <a:noFill/>
                          </a:ln>
                          <a:solidFill>
                            <a:schemeClr val="tx1"/>
                          </a:solidFill>
                          <a:effectLst/>
                          <a:latin typeface="Arial" charset="0"/>
                        </a:rPr>
                        <a:t>Right</a:t>
                      </a:r>
                    </a:p>
                  </a:txBody>
                  <a:tcPr marT="45710" marB="45710" anchor="ctr" horzOverflow="overflow">
                    <a:lnL w="28575" cap="flat" cmpd="sng" algn="ctr">
                      <a:solidFill>
                        <a:schemeClr val="tx1"/>
                      </a:solidFill>
                      <a:prstDash val="solid"/>
                      <a:miter lim="800000"/>
                      <a:headEnd type="none" w="med" len="med"/>
                      <a:tailEnd type="none" w="med" len="med"/>
                    </a:lnL>
                    <a:lnR w="381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vMerge="1">
                  <a:txBody>
                    <a:bodyPr/>
                    <a:lstStyle/>
                    <a:p>
                      <a:endParaRPr lang="en-AU"/>
                    </a:p>
                  </a:txBody>
                  <a:tcPr/>
                </a:tc>
                <a:extLst>
                  <a:ext uri="{0D108BD9-81ED-4DB2-BD59-A6C34878D82A}">
                    <a16:rowId xmlns:a16="http://schemas.microsoft.com/office/drawing/2014/main" val="10001"/>
                  </a:ext>
                </a:extLst>
              </a:tr>
              <a:tr h="795498">
                <a:tc>
                  <a:txBody>
                    <a:bodyPr/>
                    <a:lstStyle>
                      <a:lvl1pPr defTabSz="852488">
                        <a:spcBef>
                          <a:spcPct val="20000"/>
                        </a:spcBef>
                        <a:defRPr sz="2000">
                          <a:solidFill>
                            <a:schemeClr val="tx1"/>
                          </a:solidFill>
                          <a:latin typeface="Arial" charset="0"/>
                        </a:defRPr>
                      </a:lvl1pPr>
                      <a:lvl2pPr marL="425450" defTabSz="852488">
                        <a:spcBef>
                          <a:spcPct val="20000"/>
                        </a:spcBef>
                        <a:defRPr>
                          <a:solidFill>
                            <a:schemeClr val="tx1"/>
                          </a:solidFill>
                          <a:latin typeface="Arial" charset="0"/>
                        </a:defRPr>
                      </a:lvl2pPr>
                      <a:lvl3pPr marL="852488" defTabSz="852488">
                        <a:spcBef>
                          <a:spcPct val="20000"/>
                        </a:spcBef>
                        <a:defRPr>
                          <a:solidFill>
                            <a:schemeClr val="tx1"/>
                          </a:solidFill>
                          <a:latin typeface="Arial" charset="0"/>
                        </a:defRPr>
                      </a:lvl3pPr>
                      <a:lvl4pPr marL="1281113" defTabSz="852488">
                        <a:spcBef>
                          <a:spcPct val="20000"/>
                        </a:spcBef>
                        <a:defRPr>
                          <a:solidFill>
                            <a:schemeClr val="tx1"/>
                          </a:solidFill>
                          <a:latin typeface="Arial" charset="0"/>
                        </a:defRPr>
                      </a:lvl4pPr>
                      <a:lvl5pPr marL="1706563" defTabSz="852488">
                        <a:spcBef>
                          <a:spcPct val="20000"/>
                        </a:spcBef>
                        <a:defRPr>
                          <a:solidFill>
                            <a:schemeClr val="tx1"/>
                          </a:solidFill>
                          <a:latin typeface="Arial" charset="0"/>
                        </a:defRPr>
                      </a:lvl5pPr>
                      <a:lvl6pPr marL="2163763" defTabSz="852488" fontAlgn="base">
                        <a:spcBef>
                          <a:spcPct val="20000"/>
                        </a:spcBef>
                        <a:spcAft>
                          <a:spcPct val="0"/>
                        </a:spcAft>
                        <a:defRPr>
                          <a:solidFill>
                            <a:schemeClr val="tx1"/>
                          </a:solidFill>
                          <a:latin typeface="Arial" charset="0"/>
                        </a:defRPr>
                      </a:lvl6pPr>
                      <a:lvl7pPr marL="2620963" defTabSz="852488" fontAlgn="base">
                        <a:spcBef>
                          <a:spcPct val="20000"/>
                        </a:spcBef>
                        <a:spcAft>
                          <a:spcPct val="0"/>
                        </a:spcAft>
                        <a:defRPr>
                          <a:solidFill>
                            <a:schemeClr val="tx1"/>
                          </a:solidFill>
                          <a:latin typeface="Arial" charset="0"/>
                        </a:defRPr>
                      </a:lvl7pPr>
                      <a:lvl8pPr marL="3078163" defTabSz="852488" fontAlgn="base">
                        <a:spcBef>
                          <a:spcPct val="20000"/>
                        </a:spcBef>
                        <a:spcAft>
                          <a:spcPct val="0"/>
                        </a:spcAft>
                        <a:defRPr>
                          <a:solidFill>
                            <a:schemeClr val="tx1"/>
                          </a:solidFill>
                          <a:latin typeface="Arial" charset="0"/>
                        </a:defRPr>
                      </a:lvl8pPr>
                      <a:lvl9pPr marL="3535363" defTabSz="852488" fontAlgn="base">
                        <a:spcBef>
                          <a:spcPct val="20000"/>
                        </a:spcBef>
                        <a:spcAft>
                          <a:spcPct val="0"/>
                        </a:spcAft>
                        <a:defRPr>
                          <a:solidFill>
                            <a:schemeClr val="tx1"/>
                          </a:solidFill>
                          <a:latin typeface="Arial" charset="0"/>
                        </a:defRPr>
                      </a:lvl9pPr>
                    </a:lstStyle>
                    <a:p>
                      <a:pPr marL="0" marR="0" lvl="0" indent="0" algn="ctr" defTabSz="852488" rtl="0" eaLnBrk="1" fontAlgn="base" latinLnBrk="0" hangingPunct="1">
                        <a:lnSpc>
                          <a:spcPct val="100000"/>
                        </a:lnSpc>
                        <a:spcBef>
                          <a:spcPct val="20000"/>
                        </a:spcBef>
                        <a:spcAft>
                          <a:spcPct val="0"/>
                        </a:spcAft>
                        <a:buClrTx/>
                        <a:buSzTx/>
                        <a:buFontTx/>
                        <a:buNone/>
                        <a:tabLst/>
                      </a:pPr>
                      <a:r>
                        <a:rPr kumimoji="0" lang="en-US" altLang="en-US" sz="2100" b="0" i="0" u="none" strike="noStrike" cap="none" normalizeH="0" baseline="0">
                          <a:ln>
                            <a:noFill/>
                          </a:ln>
                          <a:solidFill>
                            <a:schemeClr val="tx1"/>
                          </a:solidFill>
                          <a:effectLst/>
                          <a:latin typeface="Arial" charset="0"/>
                        </a:rPr>
                        <a:t>Female</a:t>
                      </a:r>
                    </a:p>
                  </a:txBody>
                  <a:tcPr marT="45710" marB="45710" anchor="ctr" horzOverflow="overflow">
                    <a:lnL w="381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lvl1pPr defTabSz="852488">
                        <a:spcBef>
                          <a:spcPct val="20000"/>
                        </a:spcBef>
                        <a:defRPr sz="2000">
                          <a:solidFill>
                            <a:schemeClr val="tx1"/>
                          </a:solidFill>
                          <a:latin typeface="Arial" charset="0"/>
                        </a:defRPr>
                      </a:lvl1pPr>
                      <a:lvl2pPr marL="425450" defTabSz="852488">
                        <a:spcBef>
                          <a:spcPct val="20000"/>
                        </a:spcBef>
                        <a:defRPr>
                          <a:solidFill>
                            <a:schemeClr val="tx1"/>
                          </a:solidFill>
                          <a:latin typeface="Arial" charset="0"/>
                        </a:defRPr>
                      </a:lvl2pPr>
                      <a:lvl3pPr marL="852488" defTabSz="852488">
                        <a:spcBef>
                          <a:spcPct val="20000"/>
                        </a:spcBef>
                        <a:defRPr>
                          <a:solidFill>
                            <a:schemeClr val="tx1"/>
                          </a:solidFill>
                          <a:latin typeface="Arial" charset="0"/>
                        </a:defRPr>
                      </a:lvl3pPr>
                      <a:lvl4pPr marL="1281113" defTabSz="852488">
                        <a:spcBef>
                          <a:spcPct val="20000"/>
                        </a:spcBef>
                        <a:defRPr>
                          <a:solidFill>
                            <a:schemeClr val="tx1"/>
                          </a:solidFill>
                          <a:latin typeface="Arial" charset="0"/>
                        </a:defRPr>
                      </a:lvl4pPr>
                      <a:lvl5pPr marL="1706563" defTabSz="852488">
                        <a:spcBef>
                          <a:spcPct val="20000"/>
                        </a:spcBef>
                        <a:defRPr>
                          <a:solidFill>
                            <a:schemeClr val="tx1"/>
                          </a:solidFill>
                          <a:latin typeface="Arial" charset="0"/>
                        </a:defRPr>
                      </a:lvl5pPr>
                      <a:lvl6pPr marL="2163763" defTabSz="852488" fontAlgn="base">
                        <a:spcBef>
                          <a:spcPct val="20000"/>
                        </a:spcBef>
                        <a:spcAft>
                          <a:spcPct val="0"/>
                        </a:spcAft>
                        <a:defRPr>
                          <a:solidFill>
                            <a:schemeClr val="tx1"/>
                          </a:solidFill>
                          <a:latin typeface="Arial" charset="0"/>
                        </a:defRPr>
                      </a:lvl6pPr>
                      <a:lvl7pPr marL="2620963" defTabSz="852488" fontAlgn="base">
                        <a:spcBef>
                          <a:spcPct val="20000"/>
                        </a:spcBef>
                        <a:spcAft>
                          <a:spcPct val="0"/>
                        </a:spcAft>
                        <a:defRPr>
                          <a:solidFill>
                            <a:schemeClr val="tx1"/>
                          </a:solidFill>
                          <a:latin typeface="Arial" charset="0"/>
                        </a:defRPr>
                      </a:lvl7pPr>
                      <a:lvl8pPr marL="3078163" defTabSz="852488" fontAlgn="base">
                        <a:spcBef>
                          <a:spcPct val="20000"/>
                        </a:spcBef>
                        <a:spcAft>
                          <a:spcPct val="0"/>
                        </a:spcAft>
                        <a:defRPr>
                          <a:solidFill>
                            <a:schemeClr val="tx1"/>
                          </a:solidFill>
                          <a:latin typeface="Arial" charset="0"/>
                        </a:defRPr>
                      </a:lvl8pPr>
                      <a:lvl9pPr marL="3535363" defTabSz="852488" fontAlgn="base">
                        <a:spcBef>
                          <a:spcPct val="20000"/>
                        </a:spcBef>
                        <a:spcAft>
                          <a:spcPct val="0"/>
                        </a:spcAft>
                        <a:defRPr>
                          <a:solidFill>
                            <a:schemeClr val="tx1"/>
                          </a:solidFill>
                          <a:latin typeface="Arial" charset="0"/>
                        </a:defRPr>
                      </a:lvl9pPr>
                    </a:lstStyle>
                    <a:p>
                      <a:pPr marL="0" marR="0" lvl="0" indent="0" algn="ctr" defTabSz="852488" rtl="0" eaLnBrk="1" fontAlgn="base" latinLnBrk="0" hangingPunct="1">
                        <a:lnSpc>
                          <a:spcPct val="100000"/>
                        </a:lnSpc>
                        <a:spcBef>
                          <a:spcPct val="20000"/>
                        </a:spcBef>
                        <a:spcAft>
                          <a:spcPct val="0"/>
                        </a:spcAft>
                        <a:buClrTx/>
                        <a:buSzTx/>
                        <a:buFontTx/>
                        <a:buNone/>
                        <a:tabLst/>
                      </a:pPr>
                      <a:r>
                        <a:rPr kumimoji="0" lang="en-US" altLang="en-US" sz="2100" b="0" i="0" u="none" strike="noStrike" cap="none" normalizeH="0" baseline="0">
                          <a:ln>
                            <a:noFill/>
                          </a:ln>
                          <a:solidFill>
                            <a:schemeClr val="tx1"/>
                          </a:solidFill>
                          <a:effectLst/>
                          <a:latin typeface="Arial" charset="0"/>
                        </a:rPr>
                        <a:t>Observed = 12</a:t>
                      </a:r>
                    </a:p>
                    <a:p>
                      <a:pPr marL="0" marR="0" lvl="0" indent="0" algn="ctr" defTabSz="852488" rtl="0" eaLnBrk="1" fontAlgn="base" latinLnBrk="0" hangingPunct="1">
                        <a:lnSpc>
                          <a:spcPct val="100000"/>
                        </a:lnSpc>
                        <a:spcBef>
                          <a:spcPct val="20000"/>
                        </a:spcBef>
                        <a:spcAft>
                          <a:spcPct val="0"/>
                        </a:spcAft>
                        <a:buClrTx/>
                        <a:buSzTx/>
                        <a:buFontTx/>
                        <a:buNone/>
                        <a:tabLst/>
                      </a:pPr>
                      <a:r>
                        <a:rPr kumimoji="0" lang="en-US" altLang="en-US" sz="2100" b="0" i="0" u="none" strike="noStrike" cap="none" normalizeH="0" baseline="0">
                          <a:ln>
                            <a:noFill/>
                          </a:ln>
                          <a:solidFill>
                            <a:schemeClr val="folHlink"/>
                          </a:solidFill>
                          <a:effectLst/>
                          <a:latin typeface="Arial" charset="0"/>
                        </a:rPr>
                        <a:t>Expected = 14.4</a:t>
                      </a:r>
                    </a:p>
                  </a:txBody>
                  <a:tcPr marT="45710" marB="45710" anchor="ctr"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lvl1pPr defTabSz="852488">
                        <a:spcBef>
                          <a:spcPct val="20000"/>
                        </a:spcBef>
                        <a:defRPr sz="2000">
                          <a:solidFill>
                            <a:schemeClr val="tx1"/>
                          </a:solidFill>
                          <a:latin typeface="Arial" charset="0"/>
                        </a:defRPr>
                      </a:lvl1pPr>
                      <a:lvl2pPr marL="425450" defTabSz="852488">
                        <a:spcBef>
                          <a:spcPct val="20000"/>
                        </a:spcBef>
                        <a:defRPr>
                          <a:solidFill>
                            <a:schemeClr val="tx1"/>
                          </a:solidFill>
                          <a:latin typeface="Arial" charset="0"/>
                        </a:defRPr>
                      </a:lvl2pPr>
                      <a:lvl3pPr marL="852488" defTabSz="852488">
                        <a:spcBef>
                          <a:spcPct val="20000"/>
                        </a:spcBef>
                        <a:defRPr>
                          <a:solidFill>
                            <a:schemeClr val="tx1"/>
                          </a:solidFill>
                          <a:latin typeface="Arial" charset="0"/>
                        </a:defRPr>
                      </a:lvl3pPr>
                      <a:lvl4pPr marL="1281113" defTabSz="852488">
                        <a:spcBef>
                          <a:spcPct val="20000"/>
                        </a:spcBef>
                        <a:defRPr>
                          <a:solidFill>
                            <a:schemeClr val="tx1"/>
                          </a:solidFill>
                          <a:latin typeface="Arial" charset="0"/>
                        </a:defRPr>
                      </a:lvl4pPr>
                      <a:lvl5pPr marL="1706563" defTabSz="852488">
                        <a:spcBef>
                          <a:spcPct val="20000"/>
                        </a:spcBef>
                        <a:defRPr>
                          <a:solidFill>
                            <a:schemeClr val="tx1"/>
                          </a:solidFill>
                          <a:latin typeface="Arial" charset="0"/>
                        </a:defRPr>
                      </a:lvl5pPr>
                      <a:lvl6pPr marL="2163763" defTabSz="852488" fontAlgn="base">
                        <a:spcBef>
                          <a:spcPct val="20000"/>
                        </a:spcBef>
                        <a:spcAft>
                          <a:spcPct val="0"/>
                        </a:spcAft>
                        <a:defRPr>
                          <a:solidFill>
                            <a:schemeClr val="tx1"/>
                          </a:solidFill>
                          <a:latin typeface="Arial" charset="0"/>
                        </a:defRPr>
                      </a:lvl6pPr>
                      <a:lvl7pPr marL="2620963" defTabSz="852488" fontAlgn="base">
                        <a:spcBef>
                          <a:spcPct val="20000"/>
                        </a:spcBef>
                        <a:spcAft>
                          <a:spcPct val="0"/>
                        </a:spcAft>
                        <a:defRPr>
                          <a:solidFill>
                            <a:schemeClr val="tx1"/>
                          </a:solidFill>
                          <a:latin typeface="Arial" charset="0"/>
                        </a:defRPr>
                      </a:lvl7pPr>
                      <a:lvl8pPr marL="3078163" defTabSz="852488" fontAlgn="base">
                        <a:spcBef>
                          <a:spcPct val="20000"/>
                        </a:spcBef>
                        <a:spcAft>
                          <a:spcPct val="0"/>
                        </a:spcAft>
                        <a:defRPr>
                          <a:solidFill>
                            <a:schemeClr val="tx1"/>
                          </a:solidFill>
                          <a:latin typeface="Arial" charset="0"/>
                        </a:defRPr>
                      </a:lvl8pPr>
                      <a:lvl9pPr marL="3535363" defTabSz="852488" fontAlgn="base">
                        <a:spcBef>
                          <a:spcPct val="20000"/>
                        </a:spcBef>
                        <a:spcAft>
                          <a:spcPct val="0"/>
                        </a:spcAft>
                        <a:defRPr>
                          <a:solidFill>
                            <a:schemeClr val="tx1"/>
                          </a:solidFill>
                          <a:latin typeface="Arial" charset="0"/>
                        </a:defRPr>
                      </a:lvl9pPr>
                    </a:lstStyle>
                    <a:p>
                      <a:pPr marL="0" marR="0" lvl="0" indent="0" algn="ctr" defTabSz="852488" rtl="0" eaLnBrk="1" fontAlgn="base" latinLnBrk="0" hangingPunct="1">
                        <a:lnSpc>
                          <a:spcPct val="100000"/>
                        </a:lnSpc>
                        <a:spcBef>
                          <a:spcPct val="20000"/>
                        </a:spcBef>
                        <a:spcAft>
                          <a:spcPct val="0"/>
                        </a:spcAft>
                        <a:buClrTx/>
                        <a:buSzTx/>
                        <a:buFontTx/>
                        <a:buNone/>
                        <a:tabLst/>
                      </a:pPr>
                      <a:r>
                        <a:rPr kumimoji="0" lang="en-US" altLang="en-US" sz="2100" b="0" i="0" u="none" strike="noStrike" cap="none" normalizeH="0" baseline="0">
                          <a:ln>
                            <a:noFill/>
                          </a:ln>
                          <a:solidFill>
                            <a:schemeClr val="tx1"/>
                          </a:solidFill>
                          <a:effectLst/>
                          <a:latin typeface="Arial" charset="0"/>
                        </a:rPr>
                        <a:t>Observed = 108</a:t>
                      </a:r>
                    </a:p>
                    <a:p>
                      <a:pPr marL="0" marR="0" lvl="0" indent="0" algn="ctr" defTabSz="852488" rtl="0" eaLnBrk="1" fontAlgn="base" latinLnBrk="0" hangingPunct="1">
                        <a:lnSpc>
                          <a:spcPct val="100000"/>
                        </a:lnSpc>
                        <a:spcBef>
                          <a:spcPct val="20000"/>
                        </a:spcBef>
                        <a:spcAft>
                          <a:spcPct val="0"/>
                        </a:spcAft>
                        <a:buClrTx/>
                        <a:buSzTx/>
                        <a:buFontTx/>
                        <a:buNone/>
                        <a:tabLst/>
                      </a:pPr>
                      <a:r>
                        <a:rPr kumimoji="0" lang="en-US" altLang="en-US" sz="2100" b="0" i="0" u="none" strike="noStrike" cap="none" normalizeH="0" baseline="0">
                          <a:ln>
                            <a:noFill/>
                          </a:ln>
                          <a:solidFill>
                            <a:schemeClr val="folHlink"/>
                          </a:solidFill>
                          <a:effectLst/>
                          <a:latin typeface="Arial" charset="0"/>
                        </a:rPr>
                        <a:t>Expected = 105.6</a:t>
                      </a:r>
                    </a:p>
                  </a:txBody>
                  <a:tcPr marT="45710" marB="45710" anchor="ctr" horzOverflow="overflow">
                    <a:lnL w="28575" cap="flat" cmpd="sng" algn="ctr">
                      <a:solidFill>
                        <a:schemeClr val="tx1"/>
                      </a:solidFill>
                      <a:prstDash val="solid"/>
                      <a:miter lim="800000"/>
                      <a:headEnd type="none" w="med" len="med"/>
                      <a:tailEnd type="none" w="med" len="med"/>
                    </a:lnL>
                    <a:lnR w="381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lvl1pPr defTabSz="852488">
                        <a:spcBef>
                          <a:spcPct val="20000"/>
                        </a:spcBef>
                        <a:defRPr sz="2000">
                          <a:solidFill>
                            <a:schemeClr val="tx1"/>
                          </a:solidFill>
                          <a:latin typeface="Arial" charset="0"/>
                        </a:defRPr>
                      </a:lvl1pPr>
                      <a:lvl2pPr marL="425450" defTabSz="852488">
                        <a:spcBef>
                          <a:spcPct val="20000"/>
                        </a:spcBef>
                        <a:defRPr>
                          <a:solidFill>
                            <a:schemeClr val="tx1"/>
                          </a:solidFill>
                          <a:latin typeface="Arial" charset="0"/>
                        </a:defRPr>
                      </a:lvl2pPr>
                      <a:lvl3pPr marL="852488" defTabSz="852488">
                        <a:spcBef>
                          <a:spcPct val="20000"/>
                        </a:spcBef>
                        <a:defRPr>
                          <a:solidFill>
                            <a:schemeClr val="tx1"/>
                          </a:solidFill>
                          <a:latin typeface="Arial" charset="0"/>
                        </a:defRPr>
                      </a:lvl3pPr>
                      <a:lvl4pPr marL="1281113" defTabSz="852488">
                        <a:spcBef>
                          <a:spcPct val="20000"/>
                        </a:spcBef>
                        <a:defRPr>
                          <a:solidFill>
                            <a:schemeClr val="tx1"/>
                          </a:solidFill>
                          <a:latin typeface="Arial" charset="0"/>
                        </a:defRPr>
                      </a:lvl4pPr>
                      <a:lvl5pPr marL="1706563" defTabSz="852488">
                        <a:spcBef>
                          <a:spcPct val="20000"/>
                        </a:spcBef>
                        <a:defRPr>
                          <a:solidFill>
                            <a:schemeClr val="tx1"/>
                          </a:solidFill>
                          <a:latin typeface="Arial" charset="0"/>
                        </a:defRPr>
                      </a:lvl5pPr>
                      <a:lvl6pPr marL="2163763" defTabSz="852488" fontAlgn="base">
                        <a:spcBef>
                          <a:spcPct val="20000"/>
                        </a:spcBef>
                        <a:spcAft>
                          <a:spcPct val="0"/>
                        </a:spcAft>
                        <a:defRPr>
                          <a:solidFill>
                            <a:schemeClr val="tx1"/>
                          </a:solidFill>
                          <a:latin typeface="Arial" charset="0"/>
                        </a:defRPr>
                      </a:lvl6pPr>
                      <a:lvl7pPr marL="2620963" defTabSz="852488" fontAlgn="base">
                        <a:spcBef>
                          <a:spcPct val="20000"/>
                        </a:spcBef>
                        <a:spcAft>
                          <a:spcPct val="0"/>
                        </a:spcAft>
                        <a:defRPr>
                          <a:solidFill>
                            <a:schemeClr val="tx1"/>
                          </a:solidFill>
                          <a:latin typeface="Arial" charset="0"/>
                        </a:defRPr>
                      </a:lvl7pPr>
                      <a:lvl8pPr marL="3078163" defTabSz="852488" fontAlgn="base">
                        <a:spcBef>
                          <a:spcPct val="20000"/>
                        </a:spcBef>
                        <a:spcAft>
                          <a:spcPct val="0"/>
                        </a:spcAft>
                        <a:defRPr>
                          <a:solidFill>
                            <a:schemeClr val="tx1"/>
                          </a:solidFill>
                          <a:latin typeface="Arial" charset="0"/>
                        </a:defRPr>
                      </a:lvl8pPr>
                      <a:lvl9pPr marL="3535363" defTabSz="852488" fontAlgn="base">
                        <a:spcBef>
                          <a:spcPct val="20000"/>
                        </a:spcBef>
                        <a:spcAft>
                          <a:spcPct val="0"/>
                        </a:spcAft>
                        <a:defRPr>
                          <a:solidFill>
                            <a:schemeClr val="tx1"/>
                          </a:solidFill>
                          <a:latin typeface="Arial" charset="0"/>
                        </a:defRPr>
                      </a:lvl9pPr>
                    </a:lstStyle>
                    <a:p>
                      <a:pPr marL="0" marR="0" lvl="0" indent="0" algn="ctr" defTabSz="852488" rtl="0" eaLnBrk="1" fontAlgn="base" latinLnBrk="0" hangingPunct="1">
                        <a:lnSpc>
                          <a:spcPct val="100000"/>
                        </a:lnSpc>
                        <a:spcBef>
                          <a:spcPct val="20000"/>
                        </a:spcBef>
                        <a:spcAft>
                          <a:spcPct val="0"/>
                        </a:spcAft>
                        <a:buClrTx/>
                        <a:buSzTx/>
                        <a:buFontTx/>
                        <a:buNone/>
                        <a:tabLst/>
                      </a:pPr>
                      <a:r>
                        <a:rPr kumimoji="0" lang="en-US" altLang="en-US" sz="2100" b="0" i="0" u="none" strike="noStrike" cap="none" normalizeH="0" baseline="0">
                          <a:ln>
                            <a:noFill/>
                          </a:ln>
                          <a:solidFill>
                            <a:schemeClr val="tx1"/>
                          </a:solidFill>
                          <a:effectLst/>
                          <a:latin typeface="Arial" charset="0"/>
                        </a:rPr>
                        <a:t>120</a:t>
                      </a:r>
                    </a:p>
                  </a:txBody>
                  <a:tcPr marT="45710" marB="45710" anchor="ctr" horzOverflow="overflow">
                    <a:lnL w="38100" cap="flat" cmpd="sng" algn="ctr">
                      <a:solidFill>
                        <a:schemeClr val="tx1"/>
                      </a:solidFill>
                      <a:prstDash val="solid"/>
                      <a:miter lim="800000"/>
                      <a:headEnd type="none" w="med" len="med"/>
                      <a:tailEnd type="none" w="med" len="med"/>
                    </a:lnL>
                    <a:lnR cap="flat">
                      <a:noFill/>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936424">
                <a:tc>
                  <a:txBody>
                    <a:bodyPr/>
                    <a:lstStyle>
                      <a:lvl1pPr defTabSz="852488">
                        <a:spcBef>
                          <a:spcPct val="20000"/>
                        </a:spcBef>
                        <a:defRPr sz="2000">
                          <a:solidFill>
                            <a:schemeClr val="tx1"/>
                          </a:solidFill>
                          <a:latin typeface="Arial" charset="0"/>
                        </a:defRPr>
                      </a:lvl1pPr>
                      <a:lvl2pPr marL="425450" defTabSz="852488">
                        <a:spcBef>
                          <a:spcPct val="20000"/>
                        </a:spcBef>
                        <a:defRPr>
                          <a:solidFill>
                            <a:schemeClr val="tx1"/>
                          </a:solidFill>
                          <a:latin typeface="Arial" charset="0"/>
                        </a:defRPr>
                      </a:lvl2pPr>
                      <a:lvl3pPr marL="852488" defTabSz="852488">
                        <a:spcBef>
                          <a:spcPct val="20000"/>
                        </a:spcBef>
                        <a:defRPr>
                          <a:solidFill>
                            <a:schemeClr val="tx1"/>
                          </a:solidFill>
                          <a:latin typeface="Arial" charset="0"/>
                        </a:defRPr>
                      </a:lvl3pPr>
                      <a:lvl4pPr marL="1281113" defTabSz="852488">
                        <a:spcBef>
                          <a:spcPct val="20000"/>
                        </a:spcBef>
                        <a:defRPr>
                          <a:solidFill>
                            <a:schemeClr val="tx1"/>
                          </a:solidFill>
                          <a:latin typeface="Arial" charset="0"/>
                        </a:defRPr>
                      </a:lvl4pPr>
                      <a:lvl5pPr marL="1706563" defTabSz="852488">
                        <a:spcBef>
                          <a:spcPct val="20000"/>
                        </a:spcBef>
                        <a:defRPr>
                          <a:solidFill>
                            <a:schemeClr val="tx1"/>
                          </a:solidFill>
                          <a:latin typeface="Arial" charset="0"/>
                        </a:defRPr>
                      </a:lvl5pPr>
                      <a:lvl6pPr marL="2163763" defTabSz="852488" fontAlgn="base">
                        <a:spcBef>
                          <a:spcPct val="20000"/>
                        </a:spcBef>
                        <a:spcAft>
                          <a:spcPct val="0"/>
                        </a:spcAft>
                        <a:defRPr>
                          <a:solidFill>
                            <a:schemeClr val="tx1"/>
                          </a:solidFill>
                          <a:latin typeface="Arial" charset="0"/>
                        </a:defRPr>
                      </a:lvl6pPr>
                      <a:lvl7pPr marL="2620963" defTabSz="852488" fontAlgn="base">
                        <a:spcBef>
                          <a:spcPct val="20000"/>
                        </a:spcBef>
                        <a:spcAft>
                          <a:spcPct val="0"/>
                        </a:spcAft>
                        <a:defRPr>
                          <a:solidFill>
                            <a:schemeClr val="tx1"/>
                          </a:solidFill>
                          <a:latin typeface="Arial" charset="0"/>
                        </a:defRPr>
                      </a:lvl7pPr>
                      <a:lvl8pPr marL="3078163" defTabSz="852488" fontAlgn="base">
                        <a:spcBef>
                          <a:spcPct val="20000"/>
                        </a:spcBef>
                        <a:spcAft>
                          <a:spcPct val="0"/>
                        </a:spcAft>
                        <a:defRPr>
                          <a:solidFill>
                            <a:schemeClr val="tx1"/>
                          </a:solidFill>
                          <a:latin typeface="Arial" charset="0"/>
                        </a:defRPr>
                      </a:lvl8pPr>
                      <a:lvl9pPr marL="3535363" defTabSz="852488" fontAlgn="base">
                        <a:spcBef>
                          <a:spcPct val="20000"/>
                        </a:spcBef>
                        <a:spcAft>
                          <a:spcPct val="0"/>
                        </a:spcAft>
                        <a:defRPr>
                          <a:solidFill>
                            <a:schemeClr val="tx1"/>
                          </a:solidFill>
                          <a:latin typeface="Arial" charset="0"/>
                        </a:defRPr>
                      </a:lvl9pPr>
                    </a:lstStyle>
                    <a:p>
                      <a:pPr marL="0" marR="0" lvl="0" indent="0" algn="ctr" defTabSz="852488" rtl="0" eaLnBrk="1" fontAlgn="base" latinLnBrk="0" hangingPunct="1">
                        <a:lnSpc>
                          <a:spcPct val="100000"/>
                        </a:lnSpc>
                        <a:spcBef>
                          <a:spcPct val="20000"/>
                        </a:spcBef>
                        <a:spcAft>
                          <a:spcPct val="0"/>
                        </a:spcAft>
                        <a:buClrTx/>
                        <a:buSzTx/>
                        <a:buFontTx/>
                        <a:buNone/>
                        <a:tabLst/>
                      </a:pPr>
                      <a:r>
                        <a:rPr kumimoji="0" lang="en-US" altLang="en-US" sz="2100" b="0" i="0" u="none" strike="noStrike" cap="none" normalizeH="0" baseline="0">
                          <a:ln>
                            <a:noFill/>
                          </a:ln>
                          <a:solidFill>
                            <a:schemeClr val="tx1"/>
                          </a:solidFill>
                          <a:effectLst/>
                          <a:latin typeface="Arial" charset="0"/>
                        </a:rPr>
                        <a:t>Male</a:t>
                      </a:r>
                    </a:p>
                  </a:txBody>
                  <a:tcPr marT="45710" marB="45710" anchor="ctr" horzOverflow="overflow">
                    <a:lnL w="381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381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defTabSz="852488">
                        <a:spcBef>
                          <a:spcPct val="20000"/>
                        </a:spcBef>
                        <a:defRPr sz="2000">
                          <a:solidFill>
                            <a:schemeClr val="tx1"/>
                          </a:solidFill>
                          <a:latin typeface="Arial" charset="0"/>
                        </a:defRPr>
                      </a:lvl1pPr>
                      <a:lvl2pPr marL="425450" defTabSz="852488">
                        <a:spcBef>
                          <a:spcPct val="20000"/>
                        </a:spcBef>
                        <a:defRPr>
                          <a:solidFill>
                            <a:schemeClr val="tx1"/>
                          </a:solidFill>
                          <a:latin typeface="Arial" charset="0"/>
                        </a:defRPr>
                      </a:lvl2pPr>
                      <a:lvl3pPr marL="852488" defTabSz="852488">
                        <a:spcBef>
                          <a:spcPct val="20000"/>
                        </a:spcBef>
                        <a:defRPr>
                          <a:solidFill>
                            <a:schemeClr val="tx1"/>
                          </a:solidFill>
                          <a:latin typeface="Arial" charset="0"/>
                        </a:defRPr>
                      </a:lvl3pPr>
                      <a:lvl4pPr marL="1281113" defTabSz="852488">
                        <a:spcBef>
                          <a:spcPct val="20000"/>
                        </a:spcBef>
                        <a:defRPr>
                          <a:solidFill>
                            <a:schemeClr val="tx1"/>
                          </a:solidFill>
                          <a:latin typeface="Arial" charset="0"/>
                        </a:defRPr>
                      </a:lvl4pPr>
                      <a:lvl5pPr marL="1706563" defTabSz="852488">
                        <a:spcBef>
                          <a:spcPct val="20000"/>
                        </a:spcBef>
                        <a:defRPr>
                          <a:solidFill>
                            <a:schemeClr val="tx1"/>
                          </a:solidFill>
                          <a:latin typeface="Arial" charset="0"/>
                        </a:defRPr>
                      </a:lvl5pPr>
                      <a:lvl6pPr marL="2163763" defTabSz="852488" fontAlgn="base">
                        <a:spcBef>
                          <a:spcPct val="20000"/>
                        </a:spcBef>
                        <a:spcAft>
                          <a:spcPct val="0"/>
                        </a:spcAft>
                        <a:defRPr>
                          <a:solidFill>
                            <a:schemeClr val="tx1"/>
                          </a:solidFill>
                          <a:latin typeface="Arial" charset="0"/>
                        </a:defRPr>
                      </a:lvl6pPr>
                      <a:lvl7pPr marL="2620963" defTabSz="852488" fontAlgn="base">
                        <a:spcBef>
                          <a:spcPct val="20000"/>
                        </a:spcBef>
                        <a:spcAft>
                          <a:spcPct val="0"/>
                        </a:spcAft>
                        <a:defRPr>
                          <a:solidFill>
                            <a:schemeClr val="tx1"/>
                          </a:solidFill>
                          <a:latin typeface="Arial" charset="0"/>
                        </a:defRPr>
                      </a:lvl7pPr>
                      <a:lvl8pPr marL="3078163" defTabSz="852488" fontAlgn="base">
                        <a:spcBef>
                          <a:spcPct val="20000"/>
                        </a:spcBef>
                        <a:spcAft>
                          <a:spcPct val="0"/>
                        </a:spcAft>
                        <a:defRPr>
                          <a:solidFill>
                            <a:schemeClr val="tx1"/>
                          </a:solidFill>
                          <a:latin typeface="Arial" charset="0"/>
                        </a:defRPr>
                      </a:lvl8pPr>
                      <a:lvl9pPr marL="3535363" defTabSz="852488" fontAlgn="base">
                        <a:spcBef>
                          <a:spcPct val="20000"/>
                        </a:spcBef>
                        <a:spcAft>
                          <a:spcPct val="0"/>
                        </a:spcAft>
                        <a:defRPr>
                          <a:solidFill>
                            <a:schemeClr val="tx1"/>
                          </a:solidFill>
                          <a:latin typeface="Arial" charset="0"/>
                        </a:defRPr>
                      </a:lvl9pPr>
                    </a:lstStyle>
                    <a:p>
                      <a:pPr marL="0" marR="0" lvl="0" indent="0" algn="ctr" defTabSz="852488" rtl="0" eaLnBrk="1" fontAlgn="base" latinLnBrk="0" hangingPunct="1">
                        <a:lnSpc>
                          <a:spcPct val="100000"/>
                        </a:lnSpc>
                        <a:spcBef>
                          <a:spcPct val="20000"/>
                        </a:spcBef>
                        <a:spcAft>
                          <a:spcPct val="0"/>
                        </a:spcAft>
                        <a:buClrTx/>
                        <a:buSzTx/>
                        <a:buFontTx/>
                        <a:buNone/>
                        <a:tabLst/>
                      </a:pPr>
                      <a:r>
                        <a:rPr kumimoji="0" lang="en-US" altLang="en-US" sz="2100" b="0" i="0" u="none" strike="noStrike" cap="none" normalizeH="0" baseline="0">
                          <a:ln>
                            <a:noFill/>
                          </a:ln>
                          <a:solidFill>
                            <a:schemeClr val="tx1"/>
                          </a:solidFill>
                          <a:effectLst/>
                          <a:latin typeface="Arial" charset="0"/>
                        </a:rPr>
                        <a:t>Observed = 24</a:t>
                      </a:r>
                    </a:p>
                    <a:p>
                      <a:pPr marL="0" marR="0" lvl="0" indent="0" algn="ctr" defTabSz="852488" rtl="0" eaLnBrk="1" fontAlgn="base" latinLnBrk="0" hangingPunct="1">
                        <a:lnSpc>
                          <a:spcPct val="100000"/>
                        </a:lnSpc>
                        <a:spcBef>
                          <a:spcPct val="20000"/>
                        </a:spcBef>
                        <a:spcAft>
                          <a:spcPct val="0"/>
                        </a:spcAft>
                        <a:buClrTx/>
                        <a:buSzTx/>
                        <a:buFontTx/>
                        <a:buNone/>
                        <a:tabLst/>
                      </a:pPr>
                      <a:r>
                        <a:rPr kumimoji="0" lang="en-US" altLang="en-US" sz="2100" b="0" i="0" u="none" strike="noStrike" cap="none" normalizeH="0" baseline="0">
                          <a:ln>
                            <a:noFill/>
                          </a:ln>
                          <a:solidFill>
                            <a:schemeClr val="folHlink"/>
                          </a:solidFill>
                          <a:effectLst/>
                          <a:latin typeface="Arial" charset="0"/>
                        </a:rPr>
                        <a:t>Expected = 21.6</a:t>
                      </a:r>
                    </a:p>
                  </a:txBody>
                  <a:tcPr marT="45710" marB="45710" anchor="ctr"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381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defTabSz="852488">
                        <a:spcBef>
                          <a:spcPct val="20000"/>
                        </a:spcBef>
                        <a:defRPr sz="2000">
                          <a:solidFill>
                            <a:schemeClr val="tx1"/>
                          </a:solidFill>
                          <a:latin typeface="Arial" charset="0"/>
                        </a:defRPr>
                      </a:lvl1pPr>
                      <a:lvl2pPr marL="425450" defTabSz="852488">
                        <a:spcBef>
                          <a:spcPct val="20000"/>
                        </a:spcBef>
                        <a:defRPr>
                          <a:solidFill>
                            <a:schemeClr val="tx1"/>
                          </a:solidFill>
                          <a:latin typeface="Arial" charset="0"/>
                        </a:defRPr>
                      </a:lvl2pPr>
                      <a:lvl3pPr marL="852488" defTabSz="852488">
                        <a:spcBef>
                          <a:spcPct val="20000"/>
                        </a:spcBef>
                        <a:defRPr>
                          <a:solidFill>
                            <a:schemeClr val="tx1"/>
                          </a:solidFill>
                          <a:latin typeface="Arial" charset="0"/>
                        </a:defRPr>
                      </a:lvl3pPr>
                      <a:lvl4pPr marL="1281113" defTabSz="852488">
                        <a:spcBef>
                          <a:spcPct val="20000"/>
                        </a:spcBef>
                        <a:defRPr>
                          <a:solidFill>
                            <a:schemeClr val="tx1"/>
                          </a:solidFill>
                          <a:latin typeface="Arial" charset="0"/>
                        </a:defRPr>
                      </a:lvl4pPr>
                      <a:lvl5pPr marL="1706563" defTabSz="852488">
                        <a:spcBef>
                          <a:spcPct val="20000"/>
                        </a:spcBef>
                        <a:defRPr>
                          <a:solidFill>
                            <a:schemeClr val="tx1"/>
                          </a:solidFill>
                          <a:latin typeface="Arial" charset="0"/>
                        </a:defRPr>
                      </a:lvl5pPr>
                      <a:lvl6pPr marL="2163763" defTabSz="852488" fontAlgn="base">
                        <a:spcBef>
                          <a:spcPct val="20000"/>
                        </a:spcBef>
                        <a:spcAft>
                          <a:spcPct val="0"/>
                        </a:spcAft>
                        <a:defRPr>
                          <a:solidFill>
                            <a:schemeClr val="tx1"/>
                          </a:solidFill>
                          <a:latin typeface="Arial" charset="0"/>
                        </a:defRPr>
                      </a:lvl6pPr>
                      <a:lvl7pPr marL="2620963" defTabSz="852488" fontAlgn="base">
                        <a:spcBef>
                          <a:spcPct val="20000"/>
                        </a:spcBef>
                        <a:spcAft>
                          <a:spcPct val="0"/>
                        </a:spcAft>
                        <a:defRPr>
                          <a:solidFill>
                            <a:schemeClr val="tx1"/>
                          </a:solidFill>
                          <a:latin typeface="Arial" charset="0"/>
                        </a:defRPr>
                      </a:lvl7pPr>
                      <a:lvl8pPr marL="3078163" defTabSz="852488" fontAlgn="base">
                        <a:spcBef>
                          <a:spcPct val="20000"/>
                        </a:spcBef>
                        <a:spcAft>
                          <a:spcPct val="0"/>
                        </a:spcAft>
                        <a:defRPr>
                          <a:solidFill>
                            <a:schemeClr val="tx1"/>
                          </a:solidFill>
                          <a:latin typeface="Arial" charset="0"/>
                        </a:defRPr>
                      </a:lvl8pPr>
                      <a:lvl9pPr marL="3535363" defTabSz="852488" fontAlgn="base">
                        <a:spcBef>
                          <a:spcPct val="20000"/>
                        </a:spcBef>
                        <a:spcAft>
                          <a:spcPct val="0"/>
                        </a:spcAft>
                        <a:defRPr>
                          <a:solidFill>
                            <a:schemeClr val="tx1"/>
                          </a:solidFill>
                          <a:latin typeface="Arial" charset="0"/>
                        </a:defRPr>
                      </a:lvl9pPr>
                    </a:lstStyle>
                    <a:p>
                      <a:pPr marL="0" marR="0" lvl="0" indent="0" algn="ctr" defTabSz="852488" rtl="0" eaLnBrk="1" fontAlgn="base" latinLnBrk="0" hangingPunct="1">
                        <a:lnSpc>
                          <a:spcPct val="100000"/>
                        </a:lnSpc>
                        <a:spcBef>
                          <a:spcPct val="20000"/>
                        </a:spcBef>
                        <a:spcAft>
                          <a:spcPct val="0"/>
                        </a:spcAft>
                        <a:buClrTx/>
                        <a:buSzTx/>
                        <a:buFontTx/>
                        <a:buNone/>
                        <a:tabLst/>
                      </a:pPr>
                      <a:r>
                        <a:rPr kumimoji="0" lang="en-US" altLang="en-US" sz="2100" b="0" i="0" u="none" strike="noStrike" cap="none" normalizeH="0" baseline="0">
                          <a:ln>
                            <a:noFill/>
                          </a:ln>
                          <a:solidFill>
                            <a:schemeClr val="tx1"/>
                          </a:solidFill>
                          <a:effectLst/>
                          <a:latin typeface="Arial" charset="0"/>
                        </a:rPr>
                        <a:t>Observed = 156</a:t>
                      </a:r>
                    </a:p>
                    <a:p>
                      <a:pPr marL="0" marR="0" lvl="0" indent="0" algn="ctr" defTabSz="852488" rtl="0" eaLnBrk="1" fontAlgn="base" latinLnBrk="0" hangingPunct="1">
                        <a:lnSpc>
                          <a:spcPct val="100000"/>
                        </a:lnSpc>
                        <a:spcBef>
                          <a:spcPct val="20000"/>
                        </a:spcBef>
                        <a:spcAft>
                          <a:spcPct val="0"/>
                        </a:spcAft>
                        <a:buClrTx/>
                        <a:buSzTx/>
                        <a:buFontTx/>
                        <a:buNone/>
                        <a:tabLst/>
                      </a:pPr>
                      <a:r>
                        <a:rPr kumimoji="0" lang="en-US" altLang="en-US" sz="2100" b="0" i="0" u="none" strike="noStrike" cap="none" normalizeH="0" baseline="0">
                          <a:ln>
                            <a:noFill/>
                          </a:ln>
                          <a:solidFill>
                            <a:schemeClr val="folHlink"/>
                          </a:solidFill>
                          <a:effectLst/>
                          <a:latin typeface="Arial" charset="0"/>
                        </a:rPr>
                        <a:t>Expected = 158.4</a:t>
                      </a:r>
                    </a:p>
                  </a:txBody>
                  <a:tcPr marT="45710" marB="45710" anchor="ctr" horzOverflow="overflow">
                    <a:lnL w="28575" cap="flat" cmpd="sng" algn="ctr">
                      <a:solidFill>
                        <a:schemeClr val="tx1"/>
                      </a:solidFill>
                      <a:prstDash val="solid"/>
                      <a:miter lim="800000"/>
                      <a:headEnd type="none" w="med" len="med"/>
                      <a:tailEnd type="none" w="med" len="med"/>
                    </a:lnL>
                    <a:lnR w="381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381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defTabSz="852488">
                        <a:spcBef>
                          <a:spcPct val="20000"/>
                        </a:spcBef>
                        <a:defRPr sz="2000">
                          <a:solidFill>
                            <a:schemeClr val="tx1"/>
                          </a:solidFill>
                          <a:latin typeface="Arial" charset="0"/>
                        </a:defRPr>
                      </a:lvl1pPr>
                      <a:lvl2pPr marL="425450" defTabSz="852488">
                        <a:spcBef>
                          <a:spcPct val="20000"/>
                        </a:spcBef>
                        <a:defRPr>
                          <a:solidFill>
                            <a:schemeClr val="tx1"/>
                          </a:solidFill>
                          <a:latin typeface="Arial" charset="0"/>
                        </a:defRPr>
                      </a:lvl2pPr>
                      <a:lvl3pPr marL="852488" defTabSz="852488">
                        <a:spcBef>
                          <a:spcPct val="20000"/>
                        </a:spcBef>
                        <a:defRPr>
                          <a:solidFill>
                            <a:schemeClr val="tx1"/>
                          </a:solidFill>
                          <a:latin typeface="Arial" charset="0"/>
                        </a:defRPr>
                      </a:lvl3pPr>
                      <a:lvl4pPr marL="1281113" defTabSz="852488">
                        <a:spcBef>
                          <a:spcPct val="20000"/>
                        </a:spcBef>
                        <a:defRPr>
                          <a:solidFill>
                            <a:schemeClr val="tx1"/>
                          </a:solidFill>
                          <a:latin typeface="Arial" charset="0"/>
                        </a:defRPr>
                      </a:lvl4pPr>
                      <a:lvl5pPr marL="1706563" defTabSz="852488">
                        <a:spcBef>
                          <a:spcPct val="20000"/>
                        </a:spcBef>
                        <a:defRPr>
                          <a:solidFill>
                            <a:schemeClr val="tx1"/>
                          </a:solidFill>
                          <a:latin typeface="Arial" charset="0"/>
                        </a:defRPr>
                      </a:lvl5pPr>
                      <a:lvl6pPr marL="2163763" defTabSz="852488" fontAlgn="base">
                        <a:spcBef>
                          <a:spcPct val="20000"/>
                        </a:spcBef>
                        <a:spcAft>
                          <a:spcPct val="0"/>
                        </a:spcAft>
                        <a:defRPr>
                          <a:solidFill>
                            <a:schemeClr val="tx1"/>
                          </a:solidFill>
                          <a:latin typeface="Arial" charset="0"/>
                        </a:defRPr>
                      </a:lvl6pPr>
                      <a:lvl7pPr marL="2620963" defTabSz="852488" fontAlgn="base">
                        <a:spcBef>
                          <a:spcPct val="20000"/>
                        </a:spcBef>
                        <a:spcAft>
                          <a:spcPct val="0"/>
                        </a:spcAft>
                        <a:defRPr>
                          <a:solidFill>
                            <a:schemeClr val="tx1"/>
                          </a:solidFill>
                          <a:latin typeface="Arial" charset="0"/>
                        </a:defRPr>
                      </a:lvl7pPr>
                      <a:lvl8pPr marL="3078163" defTabSz="852488" fontAlgn="base">
                        <a:spcBef>
                          <a:spcPct val="20000"/>
                        </a:spcBef>
                        <a:spcAft>
                          <a:spcPct val="0"/>
                        </a:spcAft>
                        <a:defRPr>
                          <a:solidFill>
                            <a:schemeClr val="tx1"/>
                          </a:solidFill>
                          <a:latin typeface="Arial" charset="0"/>
                        </a:defRPr>
                      </a:lvl8pPr>
                      <a:lvl9pPr marL="3535363" defTabSz="852488" fontAlgn="base">
                        <a:spcBef>
                          <a:spcPct val="20000"/>
                        </a:spcBef>
                        <a:spcAft>
                          <a:spcPct val="0"/>
                        </a:spcAft>
                        <a:defRPr>
                          <a:solidFill>
                            <a:schemeClr val="tx1"/>
                          </a:solidFill>
                          <a:latin typeface="Arial" charset="0"/>
                        </a:defRPr>
                      </a:lvl9pPr>
                    </a:lstStyle>
                    <a:p>
                      <a:pPr marL="0" marR="0" lvl="0" indent="0" algn="ctr" defTabSz="852488" rtl="0" eaLnBrk="1" fontAlgn="base" latinLnBrk="0" hangingPunct="1">
                        <a:lnSpc>
                          <a:spcPct val="100000"/>
                        </a:lnSpc>
                        <a:spcBef>
                          <a:spcPct val="20000"/>
                        </a:spcBef>
                        <a:spcAft>
                          <a:spcPct val="0"/>
                        </a:spcAft>
                        <a:buClrTx/>
                        <a:buSzTx/>
                        <a:buFontTx/>
                        <a:buNone/>
                        <a:tabLst/>
                      </a:pPr>
                      <a:r>
                        <a:rPr kumimoji="0" lang="en-US" altLang="en-US" sz="2100" b="0" i="0" u="none" strike="noStrike" cap="none" normalizeH="0" baseline="0">
                          <a:ln>
                            <a:noFill/>
                          </a:ln>
                          <a:solidFill>
                            <a:schemeClr val="tx1"/>
                          </a:solidFill>
                          <a:effectLst/>
                          <a:latin typeface="Arial" charset="0"/>
                        </a:rPr>
                        <a:t>180</a:t>
                      </a:r>
                    </a:p>
                  </a:txBody>
                  <a:tcPr marT="45710" marB="45710" anchor="ctr" horzOverflow="overflow">
                    <a:lnL w="38100" cap="flat" cmpd="sng" algn="ctr">
                      <a:solidFill>
                        <a:schemeClr val="tx1"/>
                      </a:solidFill>
                      <a:prstDash val="solid"/>
                      <a:miter lim="800000"/>
                      <a:headEnd type="none" w="med" len="med"/>
                      <a:tailEnd type="none" w="med" len="med"/>
                    </a:lnL>
                    <a:lnR cap="flat">
                      <a:noFill/>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720570">
                <a:tc>
                  <a:txBody>
                    <a:bodyPr/>
                    <a:lstStyle>
                      <a:lvl1pPr defTabSz="852488">
                        <a:spcBef>
                          <a:spcPct val="20000"/>
                        </a:spcBef>
                        <a:defRPr sz="2000">
                          <a:solidFill>
                            <a:schemeClr val="tx1"/>
                          </a:solidFill>
                          <a:latin typeface="Arial" charset="0"/>
                        </a:defRPr>
                      </a:lvl1pPr>
                      <a:lvl2pPr marL="425450" defTabSz="852488">
                        <a:spcBef>
                          <a:spcPct val="20000"/>
                        </a:spcBef>
                        <a:defRPr>
                          <a:solidFill>
                            <a:schemeClr val="tx1"/>
                          </a:solidFill>
                          <a:latin typeface="Arial" charset="0"/>
                        </a:defRPr>
                      </a:lvl2pPr>
                      <a:lvl3pPr marL="852488" defTabSz="852488">
                        <a:spcBef>
                          <a:spcPct val="20000"/>
                        </a:spcBef>
                        <a:defRPr>
                          <a:solidFill>
                            <a:schemeClr val="tx1"/>
                          </a:solidFill>
                          <a:latin typeface="Arial" charset="0"/>
                        </a:defRPr>
                      </a:lvl3pPr>
                      <a:lvl4pPr marL="1281113" defTabSz="852488">
                        <a:spcBef>
                          <a:spcPct val="20000"/>
                        </a:spcBef>
                        <a:defRPr>
                          <a:solidFill>
                            <a:schemeClr val="tx1"/>
                          </a:solidFill>
                          <a:latin typeface="Arial" charset="0"/>
                        </a:defRPr>
                      </a:lvl4pPr>
                      <a:lvl5pPr marL="1706563" defTabSz="852488">
                        <a:spcBef>
                          <a:spcPct val="20000"/>
                        </a:spcBef>
                        <a:defRPr>
                          <a:solidFill>
                            <a:schemeClr val="tx1"/>
                          </a:solidFill>
                          <a:latin typeface="Arial" charset="0"/>
                        </a:defRPr>
                      </a:lvl5pPr>
                      <a:lvl6pPr marL="2163763" defTabSz="852488" fontAlgn="base">
                        <a:spcBef>
                          <a:spcPct val="20000"/>
                        </a:spcBef>
                        <a:spcAft>
                          <a:spcPct val="0"/>
                        </a:spcAft>
                        <a:defRPr>
                          <a:solidFill>
                            <a:schemeClr val="tx1"/>
                          </a:solidFill>
                          <a:latin typeface="Arial" charset="0"/>
                        </a:defRPr>
                      </a:lvl6pPr>
                      <a:lvl7pPr marL="2620963" defTabSz="852488" fontAlgn="base">
                        <a:spcBef>
                          <a:spcPct val="20000"/>
                        </a:spcBef>
                        <a:spcAft>
                          <a:spcPct val="0"/>
                        </a:spcAft>
                        <a:defRPr>
                          <a:solidFill>
                            <a:schemeClr val="tx1"/>
                          </a:solidFill>
                          <a:latin typeface="Arial" charset="0"/>
                        </a:defRPr>
                      </a:lvl7pPr>
                      <a:lvl8pPr marL="3078163" defTabSz="852488" fontAlgn="base">
                        <a:spcBef>
                          <a:spcPct val="20000"/>
                        </a:spcBef>
                        <a:spcAft>
                          <a:spcPct val="0"/>
                        </a:spcAft>
                        <a:defRPr>
                          <a:solidFill>
                            <a:schemeClr val="tx1"/>
                          </a:solidFill>
                          <a:latin typeface="Arial" charset="0"/>
                        </a:defRPr>
                      </a:lvl8pPr>
                      <a:lvl9pPr marL="3535363" defTabSz="852488" fontAlgn="base">
                        <a:spcBef>
                          <a:spcPct val="20000"/>
                        </a:spcBef>
                        <a:spcAft>
                          <a:spcPct val="0"/>
                        </a:spcAft>
                        <a:defRPr>
                          <a:solidFill>
                            <a:schemeClr val="tx1"/>
                          </a:solidFill>
                          <a:latin typeface="Arial" charset="0"/>
                        </a:defRPr>
                      </a:lvl9pPr>
                    </a:lstStyle>
                    <a:p>
                      <a:pPr marL="0" marR="0" lvl="0" indent="0" algn="ctr" defTabSz="852488" rtl="0" eaLnBrk="1" fontAlgn="base" latinLnBrk="0" hangingPunct="1">
                        <a:lnSpc>
                          <a:spcPct val="100000"/>
                        </a:lnSpc>
                        <a:spcBef>
                          <a:spcPct val="20000"/>
                        </a:spcBef>
                        <a:spcAft>
                          <a:spcPct val="0"/>
                        </a:spcAft>
                        <a:buClrTx/>
                        <a:buSzTx/>
                        <a:buFontTx/>
                        <a:buNone/>
                        <a:tabLst/>
                      </a:pPr>
                      <a:endParaRPr kumimoji="0" lang="en-US" altLang="en-US" sz="2100" b="0" i="0" u="none" strike="noStrike" cap="none" normalizeH="0" baseline="0">
                        <a:ln>
                          <a:noFill/>
                        </a:ln>
                        <a:solidFill>
                          <a:schemeClr val="tx1"/>
                        </a:solidFill>
                        <a:effectLst/>
                        <a:latin typeface="Arial" charset="0"/>
                      </a:endParaRPr>
                    </a:p>
                  </a:txBody>
                  <a:tcPr marT="45710" marB="45710" anchor="ctr" horzOverflow="overflow">
                    <a:lnL cap="flat">
                      <a:noFill/>
                    </a:lnL>
                    <a:lnR w="28575" cap="flat" cmpd="sng" algn="ctr">
                      <a:solidFill>
                        <a:schemeClr val="tx1"/>
                      </a:solidFill>
                      <a:prstDash val="solid"/>
                      <a:miter lim="800000"/>
                      <a:headEnd type="none" w="med" len="med"/>
                      <a:tailEnd type="none" w="med" len="med"/>
                    </a:lnR>
                    <a:lnT w="38100" cap="flat" cmpd="sng" algn="ctr">
                      <a:solidFill>
                        <a:schemeClr val="tx1"/>
                      </a:solidFill>
                      <a:prstDash val="solid"/>
                      <a:miter lim="800000"/>
                      <a:headEnd type="none" w="med" len="med"/>
                      <a:tailEnd type="none" w="med" len="med"/>
                    </a:lnT>
                    <a:lnB cap="flat">
                      <a:noFill/>
                    </a:lnB>
                    <a:lnTlToBr>
                      <a:noFill/>
                    </a:lnTlToBr>
                    <a:lnBlToTr>
                      <a:noFill/>
                    </a:lnBlToTr>
                    <a:noFill/>
                  </a:tcPr>
                </a:tc>
                <a:tc>
                  <a:txBody>
                    <a:bodyPr/>
                    <a:lstStyle>
                      <a:lvl1pPr defTabSz="852488">
                        <a:spcBef>
                          <a:spcPct val="20000"/>
                        </a:spcBef>
                        <a:defRPr sz="2000">
                          <a:solidFill>
                            <a:schemeClr val="tx1"/>
                          </a:solidFill>
                          <a:latin typeface="Arial" charset="0"/>
                        </a:defRPr>
                      </a:lvl1pPr>
                      <a:lvl2pPr marL="425450" defTabSz="852488">
                        <a:spcBef>
                          <a:spcPct val="20000"/>
                        </a:spcBef>
                        <a:defRPr>
                          <a:solidFill>
                            <a:schemeClr val="tx1"/>
                          </a:solidFill>
                          <a:latin typeface="Arial" charset="0"/>
                        </a:defRPr>
                      </a:lvl2pPr>
                      <a:lvl3pPr marL="852488" defTabSz="852488">
                        <a:spcBef>
                          <a:spcPct val="20000"/>
                        </a:spcBef>
                        <a:defRPr>
                          <a:solidFill>
                            <a:schemeClr val="tx1"/>
                          </a:solidFill>
                          <a:latin typeface="Arial" charset="0"/>
                        </a:defRPr>
                      </a:lvl3pPr>
                      <a:lvl4pPr marL="1281113" defTabSz="852488">
                        <a:spcBef>
                          <a:spcPct val="20000"/>
                        </a:spcBef>
                        <a:defRPr>
                          <a:solidFill>
                            <a:schemeClr val="tx1"/>
                          </a:solidFill>
                          <a:latin typeface="Arial" charset="0"/>
                        </a:defRPr>
                      </a:lvl4pPr>
                      <a:lvl5pPr marL="1706563" defTabSz="852488">
                        <a:spcBef>
                          <a:spcPct val="20000"/>
                        </a:spcBef>
                        <a:defRPr>
                          <a:solidFill>
                            <a:schemeClr val="tx1"/>
                          </a:solidFill>
                          <a:latin typeface="Arial" charset="0"/>
                        </a:defRPr>
                      </a:lvl5pPr>
                      <a:lvl6pPr marL="2163763" defTabSz="852488" fontAlgn="base">
                        <a:spcBef>
                          <a:spcPct val="20000"/>
                        </a:spcBef>
                        <a:spcAft>
                          <a:spcPct val="0"/>
                        </a:spcAft>
                        <a:defRPr>
                          <a:solidFill>
                            <a:schemeClr val="tx1"/>
                          </a:solidFill>
                          <a:latin typeface="Arial" charset="0"/>
                        </a:defRPr>
                      </a:lvl6pPr>
                      <a:lvl7pPr marL="2620963" defTabSz="852488" fontAlgn="base">
                        <a:spcBef>
                          <a:spcPct val="20000"/>
                        </a:spcBef>
                        <a:spcAft>
                          <a:spcPct val="0"/>
                        </a:spcAft>
                        <a:defRPr>
                          <a:solidFill>
                            <a:schemeClr val="tx1"/>
                          </a:solidFill>
                          <a:latin typeface="Arial" charset="0"/>
                        </a:defRPr>
                      </a:lvl7pPr>
                      <a:lvl8pPr marL="3078163" defTabSz="852488" fontAlgn="base">
                        <a:spcBef>
                          <a:spcPct val="20000"/>
                        </a:spcBef>
                        <a:spcAft>
                          <a:spcPct val="0"/>
                        </a:spcAft>
                        <a:defRPr>
                          <a:solidFill>
                            <a:schemeClr val="tx1"/>
                          </a:solidFill>
                          <a:latin typeface="Arial" charset="0"/>
                        </a:defRPr>
                      </a:lvl8pPr>
                      <a:lvl9pPr marL="3535363" defTabSz="852488" fontAlgn="base">
                        <a:spcBef>
                          <a:spcPct val="20000"/>
                        </a:spcBef>
                        <a:spcAft>
                          <a:spcPct val="0"/>
                        </a:spcAft>
                        <a:defRPr>
                          <a:solidFill>
                            <a:schemeClr val="tx1"/>
                          </a:solidFill>
                          <a:latin typeface="Arial" charset="0"/>
                        </a:defRPr>
                      </a:lvl9pPr>
                    </a:lstStyle>
                    <a:p>
                      <a:pPr marL="0" marR="0" lvl="0" indent="0" algn="ctr" defTabSz="852488" rtl="0" eaLnBrk="1" fontAlgn="base" latinLnBrk="0" hangingPunct="1">
                        <a:lnSpc>
                          <a:spcPct val="100000"/>
                        </a:lnSpc>
                        <a:spcBef>
                          <a:spcPct val="20000"/>
                        </a:spcBef>
                        <a:spcAft>
                          <a:spcPct val="0"/>
                        </a:spcAft>
                        <a:buClrTx/>
                        <a:buSzTx/>
                        <a:buFontTx/>
                        <a:buNone/>
                        <a:tabLst/>
                      </a:pPr>
                      <a:r>
                        <a:rPr kumimoji="0" lang="en-US" altLang="en-US" sz="2100" b="0" i="0" u="none" strike="noStrike" cap="none" normalizeH="0" baseline="0">
                          <a:ln>
                            <a:noFill/>
                          </a:ln>
                          <a:solidFill>
                            <a:schemeClr val="tx1"/>
                          </a:solidFill>
                          <a:effectLst/>
                          <a:latin typeface="Arial" charset="0"/>
                        </a:rPr>
                        <a:t>36</a:t>
                      </a:r>
                    </a:p>
                  </a:txBody>
                  <a:tcPr marT="45710" marB="45710" anchor="ctr"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38100" cap="flat" cmpd="sng" algn="ctr">
                      <a:solidFill>
                        <a:schemeClr val="tx1"/>
                      </a:solidFill>
                      <a:prstDash val="solid"/>
                      <a:miter lim="800000"/>
                      <a:headEnd type="none" w="med" len="med"/>
                      <a:tailEnd type="none" w="med" len="med"/>
                    </a:lnT>
                    <a:lnB cap="flat">
                      <a:noFill/>
                    </a:lnB>
                    <a:lnTlToBr>
                      <a:noFill/>
                    </a:lnTlToBr>
                    <a:lnBlToTr>
                      <a:noFill/>
                    </a:lnBlToTr>
                    <a:noFill/>
                  </a:tcPr>
                </a:tc>
                <a:tc>
                  <a:txBody>
                    <a:bodyPr/>
                    <a:lstStyle>
                      <a:lvl1pPr defTabSz="852488">
                        <a:spcBef>
                          <a:spcPct val="20000"/>
                        </a:spcBef>
                        <a:defRPr sz="2000">
                          <a:solidFill>
                            <a:schemeClr val="tx1"/>
                          </a:solidFill>
                          <a:latin typeface="Arial" charset="0"/>
                        </a:defRPr>
                      </a:lvl1pPr>
                      <a:lvl2pPr marL="425450" defTabSz="852488">
                        <a:spcBef>
                          <a:spcPct val="20000"/>
                        </a:spcBef>
                        <a:defRPr>
                          <a:solidFill>
                            <a:schemeClr val="tx1"/>
                          </a:solidFill>
                          <a:latin typeface="Arial" charset="0"/>
                        </a:defRPr>
                      </a:lvl2pPr>
                      <a:lvl3pPr marL="852488" defTabSz="852488">
                        <a:spcBef>
                          <a:spcPct val="20000"/>
                        </a:spcBef>
                        <a:defRPr>
                          <a:solidFill>
                            <a:schemeClr val="tx1"/>
                          </a:solidFill>
                          <a:latin typeface="Arial" charset="0"/>
                        </a:defRPr>
                      </a:lvl3pPr>
                      <a:lvl4pPr marL="1281113" defTabSz="852488">
                        <a:spcBef>
                          <a:spcPct val="20000"/>
                        </a:spcBef>
                        <a:defRPr>
                          <a:solidFill>
                            <a:schemeClr val="tx1"/>
                          </a:solidFill>
                          <a:latin typeface="Arial" charset="0"/>
                        </a:defRPr>
                      </a:lvl4pPr>
                      <a:lvl5pPr marL="1706563" defTabSz="852488">
                        <a:spcBef>
                          <a:spcPct val="20000"/>
                        </a:spcBef>
                        <a:defRPr>
                          <a:solidFill>
                            <a:schemeClr val="tx1"/>
                          </a:solidFill>
                          <a:latin typeface="Arial" charset="0"/>
                        </a:defRPr>
                      </a:lvl5pPr>
                      <a:lvl6pPr marL="2163763" defTabSz="852488" fontAlgn="base">
                        <a:spcBef>
                          <a:spcPct val="20000"/>
                        </a:spcBef>
                        <a:spcAft>
                          <a:spcPct val="0"/>
                        </a:spcAft>
                        <a:defRPr>
                          <a:solidFill>
                            <a:schemeClr val="tx1"/>
                          </a:solidFill>
                          <a:latin typeface="Arial" charset="0"/>
                        </a:defRPr>
                      </a:lvl6pPr>
                      <a:lvl7pPr marL="2620963" defTabSz="852488" fontAlgn="base">
                        <a:spcBef>
                          <a:spcPct val="20000"/>
                        </a:spcBef>
                        <a:spcAft>
                          <a:spcPct val="0"/>
                        </a:spcAft>
                        <a:defRPr>
                          <a:solidFill>
                            <a:schemeClr val="tx1"/>
                          </a:solidFill>
                          <a:latin typeface="Arial" charset="0"/>
                        </a:defRPr>
                      </a:lvl7pPr>
                      <a:lvl8pPr marL="3078163" defTabSz="852488" fontAlgn="base">
                        <a:spcBef>
                          <a:spcPct val="20000"/>
                        </a:spcBef>
                        <a:spcAft>
                          <a:spcPct val="0"/>
                        </a:spcAft>
                        <a:defRPr>
                          <a:solidFill>
                            <a:schemeClr val="tx1"/>
                          </a:solidFill>
                          <a:latin typeface="Arial" charset="0"/>
                        </a:defRPr>
                      </a:lvl8pPr>
                      <a:lvl9pPr marL="3535363" defTabSz="852488" fontAlgn="base">
                        <a:spcBef>
                          <a:spcPct val="20000"/>
                        </a:spcBef>
                        <a:spcAft>
                          <a:spcPct val="0"/>
                        </a:spcAft>
                        <a:defRPr>
                          <a:solidFill>
                            <a:schemeClr val="tx1"/>
                          </a:solidFill>
                          <a:latin typeface="Arial" charset="0"/>
                        </a:defRPr>
                      </a:lvl9pPr>
                    </a:lstStyle>
                    <a:p>
                      <a:pPr marL="0" marR="0" lvl="0" indent="0" algn="ctr" defTabSz="852488" rtl="0" eaLnBrk="1" fontAlgn="base" latinLnBrk="0" hangingPunct="1">
                        <a:lnSpc>
                          <a:spcPct val="100000"/>
                        </a:lnSpc>
                        <a:spcBef>
                          <a:spcPct val="20000"/>
                        </a:spcBef>
                        <a:spcAft>
                          <a:spcPct val="0"/>
                        </a:spcAft>
                        <a:buClrTx/>
                        <a:buSzTx/>
                        <a:buFontTx/>
                        <a:buNone/>
                        <a:tabLst/>
                      </a:pPr>
                      <a:r>
                        <a:rPr kumimoji="0" lang="en-US" altLang="en-US" sz="2100" b="0" i="0" u="none" strike="noStrike" cap="none" normalizeH="0" baseline="0">
                          <a:ln>
                            <a:noFill/>
                          </a:ln>
                          <a:solidFill>
                            <a:schemeClr val="tx1"/>
                          </a:solidFill>
                          <a:effectLst/>
                          <a:latin typeface="Arial" charset="0"/>
                        </a:rPr>
                        <a:t>264</a:t>
                      </a:r>
                    </a:p>
                  </a:txBody>
                  <a:tcPr marT="45710" marB="45710" anchor="ctr"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38100" cap="flat" cmpd="sng" algn="ctr">
                      <a:solidFill>
                        <a:schemeClr val="tx1"/>
                      </a:solidFill>
                      <a:prstDash val="solid"/>
                      <a:miter lim="800000"/>
                      <a:headEnd type="none" w="med" len="med"/>
                      <a:tailEnd type="none" w="med" len="med"/>
                    </a:lnT>
                    <a:lnB cap="flat">
                      <a:noFill/>
                    </a:lnB>
                    <a:lnTlToBr>
                      <a:noFill/>
                    </a:lnTlToBr>
                    <a:lnBlToTr>
                      <a:noFill/>
                    </a:lnBlToTr>
                    <a:noFill/>
                  </a:tcPr>
                </a:tc>
                <a:tc>
                  <a:txBody>
                    <a:bodyPr/>
                    <a:lstStyle>
                      <a:lvl1pPr defTabSz="852488">
                        <a:spcBef>
                          <a:spcPct val="20000"/>
                        </a:spcBef>
                        <a:defRPr sz="2000">
                          <a:solidFill>
                            <a:schemeClr val="tx1"/>
                          </a:solidFill>
                          <a:latin typeface="Arial" charset="0"/>
                        </a:defRPr>
                      </a:lvl1pPr>
                      <a:lvl2pPr marL="425450" defTabSz="852488">
                        <a:spcBef>
                          <a:spcPct val="20000"/>
                        </a:spcBef>
                        <a:defRPr>
                          <a:solidFill>
                            <a:schemeClr val="tx1"/>
                          </a:solidFill>
                          <a:latin typeface="Arial" charset="0"/>
                        </a:defRPr>
                      </a:lvl2pPr>
                      <a:lvl3pPr marL="852488" defTabSz="852488">
                        <a:spcBef>
                          <a:spcPct val="20000"/>
                        </a:spcBef>
                        <a:defRPr>
                          <a:solidFill>
                            <a:schemeClr val="tx1"/>
                          </a:solidFill>
                          <a:latin typeface="Arial" charset="0"/>
                        </a:defRPr>
                      </a:lvl3pPr>
                      <a:lvl4pPr marL="1281113" defTabSz="852488">
                        <a:spcBef>
                          <a:spcPct val="20000"/>
                        </a:spcBef>
                        <a:defRPr>
                          <a:solidFill>
                            <a:schemeClr val="tx1"/>
                          </a:solidFill>
                          <a:latin typeface="Arial" charset="0"/>
                        </a:defRPr>
                      </a:lvl4pPr>
                      <a:lvl5pPr marL="1706563" defTabSz="852488">
                        <a:spcBef>
                          <a:spcPct val="20000"/>
                        </a:spcBef>
                        <a:defRPr>
                          <a:solidFill>
                            <a:schemeClr val="tx1"/>
                          </a:solidFill>
                          <a:latin typeface="Arial" charset="0"/>
                        </a:defRPr>
                      </a:lvl5pPr>
                      <a:lvl6pPr marL="2163763" defTabSz="852488" fontAlgn="base">
                        <a:spcBef>
                          <a:spcPct val="20000"/>
                        </a:spcBef>
                        <a:spcAft>
                          <a:spcPct val="0"/>
                        </a:spcAft>
                        <a:defRPr>
                          <a:solidFill>
                            <a:schemeClr val="tx1"/>
                          </a:solidFill>
                          <a:latin typeface="Arial" charset="0"/>
                        </a:defRPr>
                      </a:lvl6pPr>
                      <a:lvl7pPr marL="2620963" defTabSz="852488" fontAlgn="base">
                        <a:spcBef>
                          <a:spcPct val="20000"/>
                        </a:spcBef>
                        <a:spcAft>
                          <a:spcPct val="0"/>
                        </a:spcAft>
                        <a:defRPr>
                          <a:solidFill>
                            <a:schemeClr val="tx1"/>
                          </a:solidFill>
                          <a:latin typeface="Arial" charset="0"/>
                        </a:defRPr>
                      </a:lvl7pPr>
                      <a:lvl8pPr marL="3078163" defTabSz="852488" fontAlgn="base">
                        <a:spcBef>
                          <a:spcPct val="20000"/>
                        </a:spcBef>
                        <a:spcAft>
                          <a:spcPct val="0"/>
                        </a:spcAft>
                        <a:defRPr>
                          <a:solidFill>
                            <a:schemeClr val="tx1"/>
                          </a:solidFill>
                          <a:latin typeface="Arial" charset="0"/>
                        </a:defRPr>
                      </a:lvl8pPr>
                      <a:lvl9pPr marL="3535363" defTabSz="852488" fontAlgn="base">
                        <a:spcBef>
                          <a:spcPct val="20000"/>
                        </a:spcBef>
                        <a:spcAft>
                          <a:spcPct val="0"/>
                        </a:spcAft>
                        <a:defRPr>
                          <a:solidFill>
                            <a:schemeClr val="tx1"/>
                          </a:solidFill>
                          <a:latin typeface="Arial" charset="0"/>
                        </a:defRPr>
                      </a:lvl9pPr>
                    </a:lstStyle>
                    <a:p>
                      <a:pPr marL="0" marR="0" lvl="0" indent="0" algn="ctr" defTabSz="852488" rtl="0" eaLnBrk="1" fontAlgn="base" latinLnBrk="0" hangingPunct="1">
                        <a:lnSpc>
                          <a:spcPct val="100000"/>
                        </a:lnSpc>
                        <a:spcBef>
                          <a:spcPct val="20000"/>
                        </a:spcBef>
                        <a:spcAft>
                          <a:spcPct val="0"/>
                        </a:spcAft>
                        <a:buClrTx/>
                        <a:buSzTx/>
                        <a:buFontTx/>
                        <a:buNone/>
                        <a:tabLst/>
                      </a:pPr>
                      <a:r>
                        <a:rPr kumimoji="0" lang="en-US" altLang="en-US" sz="2100" b="0" i="0" u="none" strike="noStrike" cap="none" normalizeH="0" baseline="0">
                          <a:ln>
                            <a:noFill/>
                          </a:ln>
                          <a:solidFill>
                            <a:schemeClr val="tx1"/>
                          </a:solidFill>
                          <a:effectLst/>
                          <a:latin typeface="Arial" charset="0"/>
                        </a:rPr>
                        <a:t>300</a:t>
                      </a:r>
                    </a:p>
                  </a:txBody>
                  <a:tcPr marT="45710" marB="45710" anchor="ctr" horzOverflow="overflow">
                    <a:lnL w="28575" cap="flat" cmpd="sng" algn="ctr">
                      <a:solidFill>
                        <a:schemeClr val="tx1"/>
                      </a:solidFill>
                      <a:prstDash val="solid"/>
                      <a:miter lim="800000"/>
                      <a:headEnd type="none" w="med" len="med"/>
                      <a:tailEnd type="none" w="med" len="med"/>
                    </a:lnL>
                    <a:lnR cap="flat">
                      <a:noFill/>
                    </a:lnR>
                    <a:lnT w="28575" cap="flat" cmpd="sng" algn="ctr">
                      <a:solidFill>
                        <a:schemeClr val="tx1"/>
                      </a:solidFill>
                      <a:prstDash val="solid"/>
                      <a:miter lim="800000"/>
                      <a:headEnd type="none" w="med" len="med"/>
                      <a:tailEnd type="none" w="med" len="med"/>
                    </a:lnT>
                    <a:lnB cap="flat">
                      <a:noFill/>
                    </a:lnB>
                    <a:lnTlToBr>
                      <a:noFill/>
                    </a:lnTlToBr>
                    <a:lnBlToTr>
                      <a:noFill/>
                    </a:lnBlToTr>
                    <a:noFill/>
                  </a:tcPr>
                </a:tc>
                <a:extLst>
                  <a:ext uri="{0D108BD9-81ED-4DB2-BD59-A6C34878D82A}">
                    <a16:rowId xmlns:a16="http://schemas.microsoft.com/office/drawing/2014/main" val="10004"/>
                  </a:ext>
                </a:extLst>
              </a:tr>
            </a:tbl>
          </a:graphicData>
        </a:graphic>
      </p:graphicFrame>
      <p:sp>
        <p:nvSpPr>
          <p:cNvPr id="13" name="Rectangle 3"/>
          <p:cNvSpPr>
            <a:spLocks noGrp="1" noChangeArrowheads="1"/>
          </p:cNvSpPr>
          <p:nvPr>
            <p:ph type="title"/>
          </p:nvPr>
        </p:nvSpPr>
        <p:spPr>
          <a:xfrm>
            <a:off x="3565376" y="332656"/>
            <a:ext cx="6707088" cy="562074"/>
          </a:xfrm>
        </p:spPr>
        <p:style>
          <a:lnRef idx="2">
            <a:schemeClr val="accent3"/>
          </a:lnRef>
          <a:fillRef idx="1">
            <a:schemeClr val="lt1"/>
          </a:fillRef>
          <a:effectRef idx="0">
            <a:schemeClr val="accent3"/>
          </a:effectRef>
          <a:fontRef idx="minor">
            <a:schemeClr val="dk1"/>
          </a:fontRef>
        </p:style>
        <p:txBody>
          <a:bodyPr vert="horz" wrap="square" lIns="90488" tIns="44450" rIns="90488" bIns="44450" numCol="1" anchor="ctr" anchorCtr="1" compatLnSpc="1">
            <a:prstTxWarp prst="textNoShape">
              <a:avLst/>
            </a:prstTxWarp>
          </a:bodyPr>
          <a:lstStyle/>
          <a:p>
            <a:pPr eaLnBrk="1" hangingPunct="1"/>
            <a:r>
              <a:rPr lang="en-US" dirty="0">
                <a:latin typeface="Arial" charset="0"/>
              </a:rPr>
              <a:t>Example 7 – Solution </a:t>
            </a:r>
            <a:r>
              <a:rPr lang="en-US" sz="1600" dirty="0">
                <a:latin typeface="Arial" charset="0"/>
              </a:rPr>
              <a:t>(cont.)</a:t>
            </a:r>
          </a:p>
        </p:txBody>
      </p:sp>
    </p:spTree>
    <p:extLst>
      <p:ext uri="{BB962C8B-B14F-4D97-AF65-F5344CB8AC3E}">
        <p14:creationId xmlns:p14="http://schemas.microsoft.com/office/powerpoint/2010/main" val="1359432624"/>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1" name="Slide Number Placeholder 5"/>
          <p:cNvSpPr>
            <a:spLocks noGrp="1"/>
          </p:cNvSpPr>
          <p:nvPr>
            <p:ph type="sldNum" sz="quarter" idx="12"/>
          </p:nvPr>
        </p:nvSpPr>
        <p:spPr>
          <a:noFill/>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a:defRPr sz="2400">
                <a:solidFill>
                  <a:schemeClr val="tx1"/>
                </a:solidFill>
                <a:latin typeface="Arial" charset="0"/>
                <a:ea typeface="ＭＳ Ｐゴシック" charset="0"/>
              </a:defRPr>
            </a:lvl1pPr>
            <a:lvl2pPr>
              <a:defRPr sz="2000">
                <a:solidFill>
                  <a:schemeClr val="tx1"/>
                </a:solidFill>
                <a:latin typeface="Arial" charset="0"/>
                <a:ea typeface="ＭＳ Ｐゴシック" charset="0"/>
              </a:defRPr>
            </a:lvl2pPr>
            <a:lvl3pPr>
              <a:defRPr sz="2000">
                <a:solidFill>
                  <a:schemeClr val="tx1"/>
                </a:solidFill>
                <a:latin typeface="Arial" charset="0"/>
                <a:ea typeface="ＭＳ Ｐゴシック" charset="0"/>
              </a:defRPr>
            </a:lvl3pPr>
            <a:lvl4pPr>
              <a:defRPr sz="2000">
                <a:solidFill>
                  <a:schemeClr val="tx1"/>
                </a:solidFill>
                <a:latin typeface="Arial" charset="0"/>
                <a:ea typeface="ＭＳ Ｐゴシック" charset="0"/>
              </a:defRPr>
            </a:lvl4pPr>
            <a:lvl5pPr>
              <a:defRPr sz="2000">
                <a:solidFill>
                  <a:schemeClr val="tx1"/>
                </a:solidFill>
                <a:latin typeface="Arial" charset="0"/>
                <a:ea typeface="ＭＳ Ｐゴシック" charset="0"/>
              </a:defRPr>
            </a:lvl5pPr>
            <a:lvl6pPr eaLnBrk="0" hangingPunct="0">
              <a:defRPr sz="2000">
                <a:solidFill>
                  <a:schemeClr val="tx1"/>
                </a:solidFill>
                <a:latin typeface="Arial" charset="0"/>
                <a:ea typeface="ＭＳ Ｐゴシック" charset="0"/>
              </a:defRPr>
            </a:lvl6pPr>
            <a:lvl7pPr eaLnBrk="0" hangingPunct="0">
              <a:defRPr sz="2000">
                <a:solidFill>
                  <a:schemeClr val="tx1"/>
                </a:solidFill>
                <a:latin typeface="Arial" charset="0"/>
                <a:ea typeface="ＭＳ Ｐゴシック" charset="0"/>
              </a:defRPr>
            </a:lvl7pPr>
            <a:lvl8pPr eaLnBrk="0" hangingPunct="0">
              <a:defRPr sz="2000">
                <a:solidFill>
                  <a:schemeClr val="tx1"/>
                </a:solidFill>
                <a:latin typeface="Arial" charset="0"/>
                <a:ea typeface="ＭＳ Ｐゴシック" charset="0"/>
              </a:defRPr>
            </a:lvl8pPr>
            <a:lvl9pPr eaLnBrk="0" hangingPunct="0">
              <a:defRPr sz="2000">
                <a:solidFill>
                  <a:schemeClr val="tx1"/>
                </a:solidFill>
                <a:latin typeface="Arial" charset="0"/>
                <a:ea typeface="ＭＳ Ｐゴシック" charset="0"/>
              </a:defRPr>
            </a:lvl9pPr>
          </a:lstStyle>
          <a:p>
            <a:fld id="{CFC693E2-F17A-764E-AADE-DEFF80D9CA22}" type="slidenum">
              <a:rPr lang="en-US" sz="1000">
                <a:solidFill>
                  <a:schemeClr val="bg1"/>
                </a:solidFill>
              </a:rPr>
              <a:pPr/>
              <a:t>68</a:t>
            </a:fld>
            <a:endParaRPr lang="en-US" sz="1000">
              <a:solidFill>
                <a:schemeClr val="bg1"/>
              </a:solidFill>
            </a:endParaRPr>
          </a:p>
        </p:txBody>
      </p:sp>
      <p:graphicFrame>
        <p:nvGraphicFramePr>
          <p:cNvPr id="213036" name="Group 44"/>
          <p:cNvGraphicFramePr>
            <a:graphicFrameLocks noGrp="1"/>
          </p:cNvGraphicFramePr>
          <p:nvPr>
            <p:ph idx="1"/>
            <p:extLst>
              <p:ext uri="{D42A27DB-BD31-4B8C-83A1-F6EECF244321}">
                <p14:modId xmlns:p14="http://schemas.microsoft.com/office/powerpoint/2010/main" val="370404812"/>
              </p:ext>
            </p:extLst>
          </p:nvPr>
        </p:nvGraphicFramePr>
        <p:xfrm>
          <a:off x="1981200" y="1828801"/>
          <a:ext cx="8229600" cy="4251327"/>
        </p:xfrm>
        <a:graphic>
          <a:graphicData uri="http://schemas.openxmlformats.org/drawingml/2006/table">
            <a:tbl>
              <a:tblPr/>
              <a:tblGrid>
                <a:gridCol w="2057400">
                  <a:extLst>
                    <a:ext uri="{9D8B030D-6E8A-4147-A177-3AD203B41FA5}">
                      <a16:colId xmlns:a16="http://schemas.microsoft.com/office/drawing/2014/main" val="20000"/>
                    </a:ext>
                  </a:extLst>
                </a:gridCol>
                <a:gridCol w="2057400">
                  <a:extLst>
                    <a:ext uri="{9D8B030D-6E8A-4147-A177-3AD203B41FA5}">
                      <a16:colId xmlns:a16="http://schemas.microsoft.com/office/drawing/2014/main" val="20001"/>
                    </a:ext>
                  </a:extLst>
                </a:gridCol>
                <a:gridCol w="2057400">
                  <a:extLst>
                    <a:ext uri="{9D8B030D-6E8A-4147-A177-3AD203B41FA5}">
                      <a16:colId xmlns:a16="http://schemas.microsoft.com/office/drawing/2014/main" val="20002"/>
                    </a:ext>
                  </a:extLst>
                </a:gridCol>
                <a:gridCol w="2057400">
                  <a:extLst>
                    <a:ext uri="{9D8B030D-6E8A-4147-A177-3AD203B41FA5}">
                      <a16:colId xmlns:a16="http://schemas.microsoft.com/office/drawing/2014/main" val="20003"/>
                    </a:ext>
                  </a:extLst>
                </a:gridCol>
              </a:tblGrid>
              <a:tr h="703368">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a:solidFill>
                            <a:schemeClr val="tx1"/>
                          </a:solidFill>
                          <a:latin typeface="Arial" charset="0"/>
                        </a:defRPr>
                      </a:lvl3pPr>
                      <a:lvl4pPr>
                        <a:spcBef>
                          <a:spcPct val="20000"/>
                        </a:spcBef>
                        <a:defRPr>
                          <a:solidFill>
                            <a:schemeClr val="tx1"/>
                          </a:solidFill>
                          <a:latin typeface="Arial" charset="0"/>
                        </a:defRPr>
                      </a:lvl4pPr>
                      <a:lvl5pPr>
                        <a:spcBef>
                          <a:spcPct val="20000"/>
                        </a:spcBef>
                        <a:defRPr>
                          <a:solidFill>
                            <a:schemeClr val="tx1"/>
                          </a:solidFill>
                          <a:latin typeface="Arial" charset="0"/>
                        </a:defRPr>
                      </a:lvl5pPr>
                      <a:lvl6pPr fontAlgn="base">
                        <a:spcBef>
                          <a:spcPct val="20000"/>
                        </a:spcBef>
                        <a:spcAft>
                          <a:spcPct val="0"/>
                        </a:spcAft>
                        <a:defRPr>
                          <a:solidFill>
                            <a:schemeClr val="tx1"/>
                          </a:solidFill>
                          <a:latin typeface="Arial" charset="0"/>
                        </a:defRPr>
                      </a:lvl6pPr>
                      <a:lvl7pPr fontAlgn="base">
                        <a:spcBef>
                          <a:spcPct val="20000"/>
                        </a:spcBef>
                        <a:spcAft>
                          <a:spcPct val="0"/>
                        </a:spcAft>
                        <a:defRPr>
                          <a:solidFill>
                            <a:schemeClr val="tx1"/>
                          </a:solidFill>
                          <a:latin typeface="Arial" charset="0"/>
                        </a:defRPr>
                      </a:lvl7pPr>
                      <a:lvl8pPr fontAlgn="base">
                        <a:spcBef>
                          <a:spcPct val="20000"/>
                        </a:spcBef>
                        <a:spcAft>
                          <a:spcPct val="0"/>
                        </a:spcAft>
                        <a:defRPr>
                          <a:solidFill>
                            <a:schemeClr val="tx1"/>
                          </a:solidFill>
                          <a:latin typeface="Arial" charset="0"/>
                        </a:defRPr>
                      </a:lvl8pPr>
                      <a:lvl9pPr fontAlgn="base">
                        <a:spcBef>
                          <a:spcPct val="20000"/>
                        </a:spcBef>
                        <a:spcAft>
                          <a:spcPct val="0"/>
                        </a:spcAft>
                        <a:defRPr>
                          <a:solidFill>
                            <a:schemeClr val="tx1"/>
                          </a:solidFill>
                          <a:latin typeface="Arial"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000" b="0" i="0" u="none" strike="noStrike" cap="none" normalizeH="0" baseline="0" dirty="0">
                          <a:ln>
                            <a:noFill/>
                          </a:ln>
                          <a:solidFill>
                            <a:schemeClr val="tx1"/>
                          </a:solidFill>
                          <a:effectLst/>
                          <a:latin typeface="Arial" charset="0"/>
                        </a:rPr>
                        <a:t>Cell, </a:t>
                      </a:r>
                      <a:r>
                        <a:rPr kumimoji="0" lang="en-US" altLang="en-US" sz="2000" b="0" i="0" u="none" strike="noStrike" cap="none" normalizeH="0" baseline="0" dirty="0" err="1">
                          <a:ln>
                            <a:noFill/>
                          </a:ln>
                          <a:solidFill>
                            <a:schemeClr val="tx1"/>
                          </a:solidFill>
                          <a:effectLst/>
                          <a:latin typeface="Arial" charset="0"/>
                        </a:rPr>
                        <a:t>ij</a:t>
                      </a:r>
                      <a:endParaRPr kumimoji="0" lang="en-US" altLang="en-US" sz="2000" b="0" i="0" u="none" strike="noStrike" cap="none" normalizeH="0" baseline="0" dirty="0">
                        <a:ln>
                          <a:noFill/>
                        </a:ln>
                        <a:solidFill>
                          <a:schemeClr val="tx1"/>
                        </a:solidFill>
                        <a:effectLst/>
                        <a:latin typeface="Arial" charset="0"/>
                      </a:endParaRPr>
                    </a:p>
                  </a:txBody>
                  <a:tcPr marT="45727" marB="457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a:solidFill>
                            <a:schemeClr val="tx1"/>
                          </a:solidFill>
                          <a:latin typeface="Arial" charset="0"/>
                        </a:defRPr>
                      </a:lvl3pPr>
                      <a:lvl4pPr>
                        <a:spcBef>
                          <a:spcPct val="20000"/>
                        </a:spcBef>
                        <a:defRPr>
                          <a:solidFill>
                            <a:schemeClr val="tx1"/>
                          </a:solidFill>
                          <a:latin typeface="Arial" charset="0"/>
                        </a:defRPr>
                      </a:lvl4pPr>
                      <a:lvl5pPr>
                        <a:spcBef>
                          <a:spcPct val="20000"/>
                        </a:spcBef>
                        <a:defRPr>
                          <a:solidFill>
                            <a:schemeClr val="tx1"/>
                          </a:solidFill>
                          <a:latin typeface="Arial" charset="0"/>
                        </a:defRPr>
                      </a:lvl5pPr>
                      <a:lvl6pPr fontAlgn="base">
                        <a:spcBef>
                          <a:spcPct val="20000"/>
                        </a:spcBef>
                        <a:spcAft>
                          <a:spcPct val="0"/>
                        </a:spcAft>
                        <a:defRPr>
                          <a:solidFill>
                            <a:schemeClr val="tx1"/>
                          </a:solidFill>
                          <a:latin typeface="Arial" charset="0"/>
                        </a:defRPr>
                      </a:lvl6pPr>
                      <a:lvl7pPr fontAlgn="base">
                        <a:spcBef>
                          <a:spcPct val="20000"/>
                        </a:spcBef>
                        <a:spcAft>
                          <a:spcPct val="0"/>
                        </a:spcAft>
                        <a:defRPr>
                          <a:solidFill>
                            <a:schemeClr val="tx1"/>
                          </a:solidFill>
                          <a:latin typeface="Arial" charset="0"/>
                        </a:defRPr>
                      </a:lvl7pPr>
                      <a:lvl8pPr fontAlgn="base">
                        <a:spcBef>
                          <a:spcPct val="20000"/>
                        </a:spcBef>
                        <a:spcAft>
                          <a:spcPct val="0"/>
                        </a:spcAft>
                        <a:defRPr>
                          <a:solidFill>
                            <a:schemeClr val="tx1"/>
                          </a:solidFill>
                          <a:latin typeface="Arial" charset="0"/>
                        </a:defRPr>
                      </a:lvl8pPr>
                      <a:lvl9pPr fontAlgn="base">
                        <a:spcBef>
                          <a:spcPct val="20000"/>
                        </a:spcBef>
                        <a:spcAft>
                          <a:spcPct val="0"/>
                        </a:spcAft>
                        <a:defRPr>
                          <a:solidFill>
                            <a:schemeClr val="tx1"/>
                          </a:solidFill>
                          <a:latin typeface="Arial"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000" b="0" i="0" u="none" strike="noStrike" cap="none" normalizeH="0" baseline="0" dirty="0">
                          <a:ln>
                            <a:noFill/>
                          </a:ln>
                          <a:solidFill>
                            <a:schemeClr val="tx1"/>
                          </a:solidFill>
                          <a:effectLst/>
                          <a:latin typeface="Arial" charset="0"/>
                        </a:rPr>
                        <a:t>Observed Count, </a:t>
                      </a:r>
                      <a:r>
                        <a:rPr kumimoji="0" lang="en-US" altLang="en-US" sz="2000" b="0" i="0" u="none" strike="noStrike" cap="none" normalizeH="0" baseline="0" dirty="0" err="1">
                          <a:ln>
                            <a:noFill/>
                          </a:ln>
                          <a:solidFill>
                            <a:schemeClr val="tx1"/>
                          </a:solidFill>
                          <a:effectLst/>
                          <a:latin typeface="Arial" charset="0"/>
                        </a:rPr>
                        <a:t>o</a:t>
                      </a:r>
                      <a:r>
                        <a:rPr kumimoji="0" lang="en-US" altLang="en-US" sz="2000" b="0" i="0" u="none" strike="noStrike" cap="none" normalizeH="0" baseline="-25000" dirty="0" err="1">
                          <a:ln>
                            <a:noFill/>
                          </a:ln>
                          <a:solidFill>
                            <a:schemeClr val="tx1"/>
                          </a:solidFill>
                          <a:effectLst/>
                          <a:latin typeface="Arial" charset="0"/>
                        </a:rPr>
                        <a:t>ij</a:t>
                      </a:r>
                      <a:endParaRPr kumimoji="0" lang="en-US" altLang="en-US" sz="2000" b="0" i="0" u="none" strike="noStrike" cap="none" normalizeH="0" baseline="-25000" dirty="0">
                        <a:ln>
                          <a:noFill/>
                        </a:ln>
                        <a:solidFill>
                          <a:schemeClr val="tx1"/>
                        </a:solidFill>
                        <a:effectLst/>
                        <a:latin typeface="Arial" charset="0"/>
                      </a:endParaRPr>
                    </a:p>
                  </a:txBody>
                  <a:tcPr marT="45727" marB="457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a:solidFill>
                            <a:schemeClr val="tx1"/>
                          </a:solidFill>
                          <a:latin typeface="Arial" charset="0"/>
                        </a:defRPr>
                      </a:lvl3pPr>
                      <a:lvl4pPr>
                        <a:spcBef>
                          <a:spcPct val="20000"/>
                        </a:spcBef>
                        <a:defRPr>
                          <a:solidFill>
                            <a:schemeClr val="tx1"/>
                          </a:solidFill>
                          <a:latin typeface="Arial" charset="0"/>
                        </a:defRPr>
                      </a:lvl4pPr>
                      <a:lvl5pPr>
                        <a:spcBef>
                          <a:spcPct val="20000"/>
                        </a:spcBef>
                        <a:defRPr>
                          <a:solidFill>
                            <a:schemeClr val="tx1"/>
                          </a:solidFill>
                          <a:latin typeface="Arial" charset="0"/>
                        </a:defRPr>
                      </a:lvl5pPr>
                      <a:lvl6pPr fontAlgn="base">
                        <a:spcBef>
                          <a:spcPct val="20000"/>
                        </a:spcBef>
                        <a:spcAft>
                          <a:spcPct val="0"/>
                        </a:spcAft>
                        <a:defRPr>
                          <a:solidFill>
                            <a:schemeClr val="tx1"/>
                          </a:solidFill>
                          <a:latin typeface="Arial" charset="0"/>
                        </a:defRPr>
                      </a:lvl6pPr>
                      <a:lvl7pPr fontAlgn="base">
                        <a:spcBef>
                          <a:spcPct val="20000"/>
                        </a:spcBef>
                        <a:spcAft>
                          <a:spcPct val="0"/>
                        </a:spcAft>
                        <a:defRPr>
                          <a:solidFill>
                            <a:schemeClr val="tx1"/>
                          </a:solidFill>
                          <a:latin typeface="Arial" charset="0"/>
                        </a:defRPr>
                      </a:lvl7pPr>
                      <a:lvl8pPr fontAlgn="base">
                        <a:spcBef>
                          <a:spcPct val="20000"/>
                        </a:spcBef>
                        <a:spcAft>
                          <a:spcPct val="0"/>
                        </a:spcAft>
                        <a:defRPr>
                          <a:solidFill>
                            <a:schemeClr val="tx1"/>
                          </a:solidFill>
                          <a:latin typeface="Arial" charset="0"/>
                        </a:defRPr>
                      </a:lvl8pPr>
                      <a:lvl9pPr fontAlgn="base">
                        <a:spcBef>
                          <a:spcPct val="20000"/>
                        </a:spcBef>
                        <a:spcAft>
                          <a:spcPct val="0"/>
                        </a:spcAft>
                        <a:defRPr>
                          <a:solidFill>
                            <a:schemeClr val="tx1"/>
                          </a:solidFill>
                          <a:latin typeface="Arial"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000" b="0" i="0" u="none" strike="noStrike" cap="none" normalizeH="0" baseline="0" dirty="0">
                          <a:ln>
                            <a:noFill/>
                          </a:ln>
                          <a:solidFill>
                            <a:schemeClr val="tx1"/>
                          </a:solidFill>
                          <a:effectLst/>
                          <a:latin typeface="Arial" charset="0"/>
                        </a:rPr>
                        <a:t>Expected Count, </a:t>
                      </a:r>
                      <a:r>
                        <a:rPr kumimoji="0" lang="en-US" altLang="en-US" sz="2000" b="0" i="0" u="none" strike="noStrike" cap="none" normalizeH="0" baseline="0" dirty="0" err="1">
                          <a:ln>
                            <a:noFill/>
                          </a:ln>
                          <a:solidFill>
                            <a:schemeClr val="tx1"/>
                          </a:solidFill>
                          <a:effectLst/>
                          <a:latin typeface="Arial" charset="0"/>
                        </a:rPr>
                        <a:t>e</a:t>
                      </a:r>
                      <a:r>
                        <a:rPr kumimoji="0" lang="en-US" altLang="en-US" sz="2000" b="0" i="0" u="none" strike="noStrike" cap="none" normalizeH="0" baseline="-25000" dirty="0" err="1">
                          <a:ln>
                            <a:noFill/>
                          </a:ln>
                          <a:solidFill>
                            <a:schemeClr val="tx1"/>
                          </a:solidFill>
                          <a:effectLst/>
                          <a:latin typeface="Arial" charset="0"/>
                        </a:rPr>
                        <a:t>ij</a:t>
                      </a:r>
                      <a:endParaRPr kumimoji="0" lang="en-US" altLang="en-US" sz="2000" b="0" i="0" u="none" strike="noStrike" cap="none" normalizeH="0" baseline="0" dirty="0">
                        <a:ln>
                          <a:noFill/>
                        </a:ln>
                        <a:solidFill>
                          <a:schemeClr val="tx1"/>
                        </a:solidFill>
                        <a:effectLst/>
                        <a:latin typeface="Arial" charset="0"/>
                      </a:endParaRPr>
                    </a:p>
                  </a:txBody>
                  <a:tcPr marT="45727" marB="457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a:solidFill>
                            <a:schemeClr val="tx1"/>
                          </a:solidFill>
                          <a:latin typeface="Arial" charset="0"/>
                        </a:defRPr>
                      </a:lvl3pPr>
                      <a:lvl4pPr>
                        <a:spcBef>
                          <a:spcPct val="20000"/>
                        </a:spcBef>
                        <a:defRPr>
                          <a:solidFill>
                            <a:schemeClr val="tx1"/>
                          </a:solidFill>
                          <a:latin typeface="Arial" charset="0"/>
                        </a:defRPr>
                      </a:lvl4pPr>
                      <a:lvl5pPr>
                        <a:spcBef>
                          <a:spcPct val="20000"/>
                        </a:spcBef>
                        <a:defRPr>
                          <a:solidFill>
                            <a:schemeClr val="tx1"/>
                          </a:solidFill>
                          <a:latin typeface="Arial" charset="0"/>
                        </a:defRPr>
                      </a:lvl5pPr>
                      <a:lvl6pPr fontAlgn="base">
                        <a:spcBef>
                          <a:spcPct val="20000"/>
                        </a:spcBef>
                        <a:spcAft>
                          <a:spcPct val="0"/>
                        </a:spcAft>
                        <a:defRPr>
                          <a:solidFill>
                            <a:schemeClr val="tx1"/>
                          </a:solidFill>
                          <a:latin typeface="Arial" charset="0"/>
                        </a:defRPr>
                      </a:lvl6pPr>
                      <a:lvl7pPr fontAlgn="base">
                        <a:spcBef>
                          <a:spcPct val="20000"/>
                        </a:spcBef>
                        <a:spcAft>
                          <a:spcPct val="0"/>
                        </a:spcAft>
                        <a:defRPr>
                          <a:solidFill>
                            <a:schemeClr val="tx1"/>
                          </a:solidFill>
                          <a:latin typeface="Arial" charset="0"/>
                        </a:defRPr>
                      </a:lvl7pPr>
                      <a:lvl8pPr fontAlgn="base">
                        <a:spcBef>
                          <a:spcPct val="20000"/>
                        </a:spcBef>
                        <a:spcAft>
                          <a:spcPct val="0"/>
                        </a:spcAft>
                        <a:defRPr>
                          <a:solidFill>
                            <a:schemeClr val="tx1"/>
                          </a:solidFill>
                          <a:latin typeface="Arial" charset="0"/>
                        </a:defRPr>
                      </a:lvl8pPr>
                      <a:lvl9pPr fontAlgn="base">
                        <a:spcBef>
                          <a:spcPct val="20000"/>
                        </a:spcBef>
                        <a:spcAft>
                          <a:spcPct val="0"/>
                        </a:spcAft>
                        <a:defRPr>
                          <a:solidFill>
                            <a:schemeClr val="tx1"/>
                          </a:solidFill>
                          <a:latin typeface="Arial"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000" b="0" i="0" u="none" strike="noStrike" cap="none" normalizeH="0" baseline="0" dirty="0">
                          <a:ln>
                            <a:noFill/>
                          </a:ln>
                          <a:solidFill>
                            <a:schemeClr val="tx1"/>
                          </a:solidFill>
                          <a:effectLst/>
                          <a:latin typeface="Arial" charset="0"/>
                        </a:rPr>
                        <a:t>[</a:t>
                      </a:r>
                      <a:r>
                        <a:rPr kumimoji="0" lang="en-US" altLang="en-US" sz="2000" b="0" i="0" u="none" strike="noStrike" cap="none" normalizeH="0" baseline="0" dirty="0" err="1">
                          <a:ln>
                            <a:noFill/>
                          </a:ln>
                          <a:solidFill>
                            <a:schemeClr val="tx1"/>
                          </a:solidFill>
                          <a:effectLst/>
                          <a:latin typeface="Arial" charset="0"/>
                        </a:rPr>
                        <a:t>o</a:t>
                      </a:r>
                      <a:r>
                        <a:rPr kumimoji="0" lang="en-US" altLang="en-US" sz="2000" b="0" i="0" u="none" strike="noStrike" cap="none" normalizeH="0" baseline="-25000" dirty="0" err="1">
                          <a:ln>
                            <a:noFill/>
                          </a:ln>
                          <a:solidFill>
                            <a:schemeClr val="tx1"/>
                          </a:solidFill>
                          <a:effectLst/>
                          <a:latin typeface="Arial" charset="0"/>
                        </a:rPr>
                        <a:t>ij</a:t>
                      </a:r>
                      <a:r>
                        <a:rPr kumimoji="0" lang="en-US" altLang="en-US" sz="2000" b="0" i="0" u="none" strike="noStrike" cap="none" normalizeH="0" baseline="0" dirty="0">
                          <a:ln>
                            <a:noFill/>
                          </a:ln>
                          <a:solidFill>
                            <a:schemeClr val="tx1"/>
                          </a:solidFill>
                          <a:effectLst/>
                          <a:latin typeface="Arial" charset="0"/>
                        </a:rPr>
                        <a:t> -</a:t>
                      </a:r>
                      <a:r>
                        <a:rPr kumimoji="0" lang="en-US" altLang="en-US" sz="2000" b="0" i="0" u="none" strike="noStrike" cap="none" normalizeH="0" baseline="0" dirty="0" err="1">
                          <a:ln>
                            <a:noFill/>
                          </a:ln>
                          <a:solidFill>
                            <a:schemeClr val="tx1"/>
                          </a:solidFill>
                          <a:effectLst/>
                          <a:latin typeface="Arial" charset="0"/>
                        </a:rPr>
                        <a:t>e</a:t>
                      </a:r>
                      <a:r>
                        <a:rPr kumimoji="0" lang="en-US" altLang="en-US" sz="2000" b="0" i="0" u="none" strike="noStrike" cap="none" normalizeH="0" baseline="-25000" dirty="0" err="1">
                          <a:ln>
                            <a:noFill/>
                          </a:ln>
                          <a:solidFill>
                            <a:schemeClr val="tx1"/>
                          </a:solidFill>
                          <a:effectLst/>
                          <a:latin typeface="Arial" charset="0"/>
                        </a:rPr>
                        <a:t>ij</a:t>
                      </a:r>
                      <a:r>
                        <a:rPr kumimoji="0" lang="en-US" altLang="en-US" sz="2000" b="0" i="0" u="none" strike="noStrike" cap="none" normalizeH="0" baseline="0" dirty="0">
                          <a:ln>
                            <a:noFill/>
                          </a:ln>
                          <a:solidFill>
                            <a:schemeClr val="tx1"/>
                          </a:solidFill>
                          <a:effectLst/>
                          <a:latin typeface="Arial" charset="0"/>
                        </a:rPr>
                        <a:t>)]</a:t>
                      </a:r>
                      <a:r>
                        <a:rPr kumimoji="0" lang="en-US" altLang="en-US" sz="2000" b="0" i="0" u="none" strike="noStrike" cap="none" normalizeH="0" baseline="30000" dirty="0">
                          <a:ln>
                            <a:noFill/>
                          </a:ln>
                          <a:solidFill>
                            <a:schemeClr val="tx1"/>
                          </a:solidFill>
                          <a:effectLst/>
                          <a:latin typeface="Arial" charset="0"/>
                        </a:rPr>
                        <a:t>2</a:t>
                      </a:r>
                      <a:r>
                        <a:rPr kumimoji="0" lang="en-US" altLang="en-US" sz="2000" b="0" i="0" u="none" strike="noStrike" cap="none" normalizeH="0" baseline="0" dirty="0">
                          <a:ln>
                            <a:noFill/>
                          </a:ln>
                          <a:solidFill>
                            <a:schemeClr val="tx1"/>
                          </a:solidFill>
                          <a:effectLst/>
                          <a:latin typeface="Arial" charset="0"/>
                        </a:rPr>
                        <a:t>/ </a:t>
                      </a:r>
                      <a:r>
                        <a:rPr kumimoji="0" lang="en-US" altLang="en-US" sz="2000" b="0" i="0" u="none" strike="noStrike" cap="none" normalizeH="0" baseline="0" dirty="0" err="1">
                          <a:ln>
                            <a:noFill/>
                          </a:ln>
                          <a:solidFill>
                            <a:schemeClr val="tx1"/>
                          </a:solidFill>
                          <a:effectLst/>
                          <a:latin typeface="Arial" charset="0"/>
                        </a:rPr>
                        <a:t>e</a:t>
                      </a:r>
                      <a:r>
                        <a:rPr kumimoji="0" lang="en-US" altLang="en-US" sz="2000" b="0" i="0" u="none" strike="noStrike" cap="none" normalizeH="0" baseline="-25000" dirty="0" err="1">
                          <a:ln>
                            <a:noFill/>
                          </a:ln>
                          <a:solidFill>
                            <a:schemeClr val="tx1"/>
                          </a:solidFill>
                          <a:effectLst/>
                          <a:latin typeface="Arial" charset="0"/>
                        </a:rPr>
                        <a:t>ij</a:t>
                      </a:r>
                      <a:endParaRPr kumimoji="0" lang="en-US" altLang="en-US" sz="2000" b="0" i="0" u="none" strike="noStrike" cap="none" normalizeH="0" baseline="0" dirty="0">
                        <a:ln>
                          <a:noFill/>
                        </a:ln>
                        <a:solidFill>
                          <a:schemeClr val="tx1"/>
                        </a:solidFill>
                        <a:effectLst/>
                        <a:latin typeface="Arial" charset="0"/>
                      </a:endParaRPr>
                    </a:p>
                  </a:txBody>
                  <a:tcPr marT="45727" marB="457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762114">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a:solidFill>
                            <a:schemeClr val="tx1"/>
                          </a:solidFill>
                          <a:latin typeface="Arial" charset="0"/>
                        </a:defRPr>
                      </a:lvl3pPr>
                      <a:lvl4pPr>
                        <a:spcBef>
                          <a:spcPct val="20000"/>
                        </a:spcBef>
                        <a:defRPr>
                          <a:solidFill>
                            <a:schemeClr val="tx1"/>
                          </a:solidFill>
                          <a:latin typeface="Arial" charset="0"/>
                        </a:defRPr>
                      </a:lvl4pPr>
                      <a:lvl5pPr>
                        <a:spcBef>
                          <a:spcPct val="20000"/>
                        </a:spcBef>
                        <a:defRPr>
                          <a:solidFill>
                            <a:schemeClr val="tx1"/>
                          </a:solidFill>
                          <a:latin typeface="Arial" charset="0"/>
                        </a:defRPr>
                      </a:lvl5pPr>
                      <a:lvl6pPr fontAlgn="base">
                        <a:spcBef>
                          <a:spcPct val="20000"/>
                        </a:spcBef>
                        <a:spcAft>
                          <a:spcPct val="0"/>
                        </a:spcAft>
                        <a:defRPr>
                          <a:solidFill>
                            <a:schemeClr val="tx1"/>
                          </a:solidFill>
                          <a:latin typeface="Arial" charset="0"/>
                        </a:defRPr>
                      </a:lvl6pPr>
                      <a:lvl7pPr fontAlgn="base">
                        <a:spcBef>
                          <a:spcPct val="20000"/>
                        </a:spcBef>
                        <a:spcAft>
                          <a:spcPct val="0"/>
                        </a:spcAft>
                        <a:defRPr>
                          <a:solidFill>
                            <a:schemeClr val="tx1"/>
                          </a:solidFill>
                          <a:latin typeface="Arial" charset="0"/>
                        </a:defRPr>
                      </a:lvl7pPr>
                      <a:lvl8pPr fontAlgn="base">
                        <a:spcBef>
                          <a:spcPct val="20000"/>
                        </a:spcBef>
                        <a:spcAft>
                          <a:spcPct val="0"/>
                        </a:spcAft>
                        <a:defRPr>
                          <a:solidFill>
                            <a:schemeClr val="tx1"/>
                          </a:solidFill>
                          <a:latin typeface="Arial" charset="0"/>
                        </a:defRPr>
                      </a:lvl8pPr>
                      <a:lvl9pPr fontAlgn="base">
                        <a:spcBef>
                          <a:spcPct val="20000"/>
                        </a:spcBef>
                        <a:spcAft>
                          <a:spcPct val="0"/>
                        </a:spcAft>
                        <a:defRPr>
                          <a:solidFill>
                            <a:schemeClr val="tx1"/>
                          </a:solidFill>
                          <a:latin typeface="Arial"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Arial" charset="0"/>
                        </a:rPr>
                        <a:t>1,1</a:t>
                      </a:r>
                    </a:p>
                  </a:txBody>
                  <a:tcPr marT="45727" marB="457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a:solidFill>
                            <a:schemeClr val="tx1"/>
                          </a:solidFill>
                          <a:latin typeface="Arial" charset="0"/>
                        </a:defRPr>
                      </a:lvl3pPr>
                      <a:lvl4pPr>
                        <a:spcBef>
                          <a:spcPct val="20000"/>
                        </a:spcBef>
                        <a:defRPr>
                          <a:solidFill>
                            <a:schemeClr val="tx1"/>
                          </a:solidFill>
                          <a:latin typeface="Arial" charset="0"/>
                        </a:defRPr>
                      </a:lvl4pPr>
                      <a:lvl5pPr>
                        <a:spcBef>
                          <a:spcPct val="20000"/>
                        </a:spcBef>
                        <a:defRPr>
                          <a:solidFill>
                            <a:schemeClr val="tx1"/>
                          </a:solidFill>
                          <a:latin typeface="Arial" charset="0"/>
                        </a:defRPr>
                      </a:lvl5pPr>
                      <a:lvl6pPr fontAlgn="base">
                        <a:spcBef>
                          <a:spcPct val="20000"/>
                        </a:spcBef>
                        <a:spcAft>
                          <a:spcPct val="0"/>
                        </a:spcAft>
                        <a:defRPr>
                          <a:solidFill>
                            <a:schemeClr val="tx1"/>
                          </a:solidFill>
                          <a:latin typeface="Arial" charset="0"/>
                        </a:defRPr>
                      </a:lvl6pPr>
                      <a:lvl7pPr fontAlgn="base">
                        <a:spcBef>
                          <a:spcPct val="20000"/>
                        </a:spcBef>
                        <a:spcAft>
                          <a:spcPct val="0"/>
                        </a:spcAft>
                        <a:defRPr>
                          <a:solidFill>
                            <a:schemeClr val="tx1"/>
                          </a:solidFill>
                          <a:latin typeface="Arial" charset="0"/>
                        </a:defRPr>
                      </a:lvl7pPr>
                      <a:lvl8pPr fontAlgn="base">
                        <a:spcBef>
                          <a:spcPct val="20000"/>
                        </a:spcBef>
                        <a:spcAft>
                          <a:spcPct val="0"/>
                        </a:spcAft>
                        <a:defRPr>
                          <a:solidFill>
                            <a:schemeClr val="tx1"/>
                          </a:solidFill>
                          <a:latin typeface="Arial" charset="0"/>
                        </a:defRPr>
                      </a:lvl8pPr>
                      <a:lvl9pPr fontAlgn="base">
                        <a:spcBef>
                          <a:spcPct val="20000"/>
                        </a:spcBef>
                        <a:spcAft>
                          <a:spcPct val="0"/>
                        </a:spcAft>
                        <a:defRPr>
                          <a:solidFill>
                            <a:schemeClr val="tx1"/>
                          </a:solidFill>
                          <a:latin typeface="Arial"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Arial" charset="0"/>
                        </a:rPr>
                        <a:t>12</a:t>
                      </a:r>
                    </a:p>
                  </a:txBody>
                  <a:tcPr marT="45727" marB="457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a:solidFill>
                            <a:schemeClr val="tx1"/>
                          </a:solidFill>
                          <a:latin typeface="Arial" charset="0"/>
                        </a:defRPr>
                      </a:lvl3pPr>
                      <a:lvl4pPr>
                        <a:spcBef>
                          <a:spcPct val="20000"/>
                        </a:spcBef>
                        <a:defRPr>
                          <a:solidFill>
                            <a:schemeClr val="tx1"/>
                          </a:solidFill>
                          <a:latin typeface="Arial" charset="0"/>
                        </a:defRPr>
                      </a:lvl4pPr>
                      <a:lvl5pPr>
                        <a:spcBef>
                          <a:spcPct val="20000"/>
                        </a:spcBef>
                        <a:defRPr>
                          <a:solidFill>
                            <a:schemeClr val="tx1"/>
                          </a:solidFill>
                          <a:latin typeface="Arial" charset="0"/>
                        </a:defRPr>
                      </a:lvl5pPr>
                      <a:lvl6pPr fontAlgn="base">
                        <a:spcBef>
                          <a:spcPct val="20000"/>
                        </a:spcBef>
                        <a:spcAft>
                          <a:spcPct val="0"/>
                        </a:spcAft>
                        <a:defRPr>
                          <a:solidFill>
                            <a:schemeClr val="tx1"/>
                          </a:solidFill>
                          <a:latin typeface="Arial" charset="0"/>
                        </a:defRPr>
                      </a:lvl6pPr>
                      <a:lvl7pPr fontAlgn="base">
                        <a:spcBef>
                          <a:spcPct val="20000"/>
                        </a:spcBef>
                        <a:spcAft>
                          <a:spcPct val="0"/>
                        </a:spcAft>
                        <a:defRPr>
                          <a:solidFill>
                            <a:schemeClr val="tx1"/>
                          </a:solidFill>
                          <a:latin typeface="Arial" charset="0"/>
                        </a:defRPr>
                      </a:lvl7pPr>
                      <a:lvl8pPr fontAlgn="base">
                        <a:spcBef>
                          <a:spcPct val="20000"/>
                        </a:spcBef>
                        <a:spcAft>
                          <a:spcPct val="0"/>
                        </a:spcAft>
                        <a:defRPr>
                          <a:solidFill>
                            <a:schemeClr val="tx1"/>
                          </a:solidFill>
                          <a:latin typeface="Arial" charset="0"/>
                        </a:defRPr>
                      </a:lvl8pPr>
                      <a:lvl9pPr fontAlgn="base">
                        <a:spcBef>
                          <a:spcPct val="20000"/>
                        </a:spcBef>
                        <a:spcAft>
                          <a:spcPct val="0"/>
                        </a:spcAft>
                        <a:defRPr>
                          <a:solidFill>
                            <a:schemeClr val="tx1"/>
                          </a:solidFill>
                          <a:latin typeface="Arial"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Arial" charset="0"/>
                        </a:rPr>
                        <a:t>(120)(36)/300</a:t>
                      </a:r>
                    </a:p>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Arial" charset="0"/>
                        </a:rPr>
                        <a:t>=14.4</a:t>
                      </a:r>
                    </a:p>
                  </a:txBody>
                  <a:tcPr marT="45727" marB="457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a:solidFill>
                            <a:schemeClr val="tx1"/>
                          </a:solidFill>
                          <a:latin typeface="Arial" charset="0"/>
                        </a:defRPr>
                      </a:lvl3pPr>
                      <a:lvl4pPr>
                        <a:spcBef>
                          <a:spcPct val="20000"/>
                        </a:spcBef>
                        <a:defRPr>
                          <a:solidFill>
                            <a:schemeClr val="tx1"/>
                          </a:solidFill>
                          <a:latin typeface="Arial" charset="0"/>
                        </a:defRPr>
                      </a:lvl4pPr>
                      <a:lvl5pPr>
                        <a:spcBef>
                          <a:spcPct val="20000"/>
                        </a:spcBef>
                        <a:defRPr>
                          <a:solidFill>
                            <a:schemeClr val="tx1"/>
                          </a:solidFill>
                          <a:latin typeface="Arial" charset="0"/>
                        </a:defRPr>
                      </a:lvl5pPr>
                      <a:lvl6pPr fontAlgn="base">
                        <a:spcBef>
                          <a:spcPct val="20000"/>
                        </a:spcBef>
                        <a:spcAft>
                          <a:spcPct val="0"/>
                        </a:spcAft>
                        <a:defRPr>
                          <a:solidFill>
                            <a:schemeClr val="tx1"/>
                          </a:solidFill>
                          <a:latin typeface="Arial" charset="0"/>
                        </a:defRPr>
                      </a:lvl6pPr>
                      <a:lvl7pPr fontAlgn="base">
                        <a:spcBef>
                          <a:spcPct val="20000"/>
                        </a:spcBef>
                        <a:spcAft>
                          <a:spcPct val="0"/>
                        </a:spcAft>
                        <a:defRPr>
                          <a:solidFill>
                            <a:schemeClr val="tx1"/>
                          </a:solidFill>
                          <a:latin typeface="Arial" charset="0"/>
                        </a:defRPr>
                      </a:lvl7pPr>
                      <a:lvl8pPr fontAlgn="base">
                        <a:spcBef>
                          <a:spcPct val="20000"/>
                        </a:spcBef>
                        <a:spcAft>
                          <a:spcPct val="0"/>
                        </a:spcAft>
                        <a:defRPr>
                          <a:solidFill>
                            <a:schemeClr val="tx1"/>
                          </a:solidFill>
                          <a:latin typeface="Arial" charset="0"/>
                        </a:defRPr>
                      </a:lvl8pPr>
                      <a:lvl9pPr fontAlgn="base">
                        <a:spcBef>
                          <a:spcPct val="20000"/>
                        </a:spcBef>
                        <a:spcAft>
                          <a:spcPct val="0"/>
                        </a:spcAft>
                        <a:defRPr>
                          <a:solidFill>
                            <a:schemeClr val="tx1"/>
                          </a:solidFill>
                          <a:latin typeface="Arial"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Arial" charset="0"/>
                        </a:rPr>
                        <a:t>0.4000</a:t>
                      </a:r>
                    </a:p>
                  </a:txBody>
                  <a:tcPr marT="45727" marB="457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762114">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a:solidFill>
                            <a:schemeClr val="tx1"/>
                          </a:solidFill>
                          <a:latin typeface="Arial" charset="0"/>
                        </a:defRPr>
                      </a:lvl3pPr>
                      <a:lvl4pPr>
                        <a:spcBef>
                          <a:spcPct val="20000"/>
                        </a:spcBef>
                        <a:defRPr>
                          <a:solidFill>
                            <a:schemeClr val="tx1"/>
                          </a:solidFill>
                          <a:latin typeface="Arial" charset="0"/>
                        </a:defRPr>
                      </a:lvl4pPr>
                      <a:lvl5pPr>
                        <a:spcBef>
                          <a:spcPct val="20000"/>
                        </a:spcBef>
                        <a:defRPr>
                          <a:solidFill>
                            <a:schemeClr val="tx1"/>
                          </a:solidFill>
                          <a:latin typeface="Arial" charset="0"/>
                        </a:defRPr>
                      </a:lvl5pPr>
                      <a:lvl6pPr fontAlgn="base">
                        <a:spcBef>
                          <a:spcPct val="20000"/>
                        </a:spcBef>
                        <a:spcAft>
                          <a:spcPct val="0"/>
                        </a:spcAft>
                        <a:defRPr>
                          <a:solidFill>
                            <a:schemeClr val="tx1"/>
                          </a:solidFill>
                          <a:latin typeface="Arial" charset="0"/>
                        </a:defRPr>
                      </a:lvl6pPr>
                      <a:lvl7pPr fontAlgn="base">
                        <a:spcBef>
                          <a:spcPct val="20000"/>
                        </a:spcBef>
                        <a:spcAft>
                          <a:spcPct val="0"/>
                        </a:spcAft>
                        <a:defRPr>
                          <a:solidFill>
                            <a:schemeClr val="tx1"/>
                          </a:solidFill>
                          <a:latin typeface="Arial" charset="0"/>
                        </a:defRPr>
                      </a:lvl7pPr>
                      <a:lvl8pPr fontAlgn="base">
                        <a:spcBef>
                          <a:spcPct val="20000"/>
                        </a:spcBef>
                        <a:spcAft>
                          <a:spcPct val="0"/>
                        </a:spcAft>
                        <a:defRPr>
                          <a:solidFill>
                            <a:schemeClr val="tx1"/>
                          </a:solidFill>
                          <a:latin typeface="Arial" charset="0"/>
                        </a:defRPr>
                      </a:lvl8pPr>
                      <a:lvl9pPr fontAlgn="base">
                        <a:spcBef>
                          <a:spcPct val="20000"/>
                        </a:spcBef>
                        <a:spcAft>
                          <a:spcPct val="0"/>
                        </a:spcAft>
                        <a:defRPr>
                          <a:solidFill>
                            <a:schemeClr val="tx1"/>
                          </a:solidFill>
                          <a:latin typeface="Arial"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Arial" charset="0"/>
                        </a:rPr>
                        <a:t>1,2</a:t>
                      </a:r>
                    </a:p>
                  </a:txBody>
                  <a:tcPr marT="45727" marB="457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a:solidFill>
                            <a:schemeClr val="tx1"/>
                          </a:solidFill>
                          <a:latin typeface="Arial" charset="0"/>
                        </a:defRPr>
                      </a:lvl3pPr>
                      <a:lvl4pPr>
                        <a:spcBef>
                          <a:spcPct val="20000"/>
                        </a:spcBef>
                        <a:defRPr>
                          <a:solidFill>
                            <a:schemeClr val="tx1"/>
                          </a:solidFill>
                          <a:latin typeface="Arial" charset="0"/>
                        </a:defRPr>
                      </a:lvl4pPr>
                      <a:lvl5pPr>
                        <a:spcBef>
                          <a:spcPct val="20000"/>
                        </a:spcBef>
                        <a:defRPr>
                          <a:solidFill>
                            <a:schemeClr val="tx1"/>
                          </a:solidFill>
                          <a:latin typeface="Arial" charset="0"/>
                        </a:defRPr>
                      </a:lvl5pPr>
                      <a:lvl6pPr fontAlgn="base">
                        <a:spcBef>
                          <a:spcPct val="20000"/>
                        </a:spcBef>
                        <a:spcAft>
                          <a:spcPct val="0"/>
                        </a:spcAft>
                        <a:defRPr>
                          <a:solidFill>
                            <a:schemeClr val="tx1"/>
                          </a:solidFill>
                          <a:latin typeface="Arial" charset="0"/>
                        </a:defRPr>
                      </a:lvl6pPr>
                      <a:lvl7pPr fontAlgn="base">
                        <a:spcBef>
                          <a:spcPct val="20000"/>
                        </a:spcBef>
                        <a:spcAft>
                          <a:spcPct val="0"/>
                        </a:spcAft>
                        <a:defRPr>
                          <a:solidFill>
                            <a:schemeClr val="tx1"/>
                          </a:solidFill>
                          <a:latin typeface="Arial" charset="0"/>
                        </a:defRPr>
                      </a:lvl7pPr>
                      <a:lvl8pPr fontAlgn="base">
                        <a:spcBef>
                          <a:spcPct val="20000"/>
                        </a:spcBef>
                        <a:spcAft>
                          <a:spcPct val="0"/>
                        </a:spcAft>
                        <a:defRPr>
                          <a:solidFill>
                            <a:schemeClr val="tx1"/>
                          </a:solidFill>
                          <a:latin typeface="Arial" charset="0"/>
                        </a:defRPr>
                      </a:lvl8pPr>
                      <a:lvl9pPr fontAlgn="base">
                        <a:spcBef>
                          <a:spcPct val="20000"/>
                        </a:spcBef>
                        <a:spcAft>
                          <a:spcPct val="0"/>
                        </a:spcAft>
                        <a:defRPr>
                          <a:solidFill>
                            <a:schemeClr val="tx1"/>
                          </a:solidFill>
                          <a:latin typeface="Arial"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Arial" charset="0"/>
                        </a:rPr>
                        <a:t>108</a:t>
                      </a:r>
                    </a:p>
                  </a:txBody>
                  <a:tcPr marT="45727" marB="457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a:solidFill>
                            <a:schemeClr val="tx1"/>
                          </a:solidFill>
                          <a:latin typeface="Arial" charset="0"/>
                        </a:defRPr>
                      </a:lvl3pPr>
                      <a:lvl4pPr>
                        <a:spcBef>
                          <a:spcPct val="20000"/>
                        </a:spcBef>
                        <a:defRPr>
                          <a:solidFill>
                            <a:schemeClr val="tx1"/>
                          </a:solidFill>
                          <a:latin typeface="Arial" charset="0"/>
                        </a:defRPr>
                      </a:lvl4pPr>
                      <a:lvl5pPr>
                        <a:spcBef>
                          <a:spcPct val="20000"/>
                        </a:spcBef>
                        <a:defRPr>
                          <a:solidFill>
                            <a:schemeClr val="tx1"/>
                          </a:solidFill>
                          <a:latin typeface="Arial" charset="0"/>
                        </a:defRPr>
                      </a:lvl5pPr>
                      <a:lvl6pPr fontAlgn="base">
                        <a:spcBef>
                          <a:spcPct val="20000"/>
                        </a:spcBef>
                        <a:spcAft>
                          <a:spcPct val="0"/>
                        </a:spcAft>
                        <a:defRPr>
                          <a:solidFill>
                            <a:schemeClr val="tx1"/>
                          </a:solidFill>
                          <a:latin typeface="Arial" charset="0"/>
                        </a:defRPr>
                      </a:lvl6pPr>
                      <a:lvl7pPr fontAlgn="base">
                        <a:spcBef>
                          <a:spcPct val="20000"/>
                        </a:spcBef>
                        <a:spcAft>
                          <a:spcPct val="0"/>
                        </a:spcAft>
                        <a:defRPr>
                          <a:solidFill>
                            <a:schemeClr val="tx1"/>
                          </a:solidFill>
                          <a:latin typeface="Arial" charset="0"/>
                        </a:defRPr>
                      </a:lvl7pPr>
                      <a:lvl8pPr fontAlgn="base">
                        <a:spcBef>
                          <a:spcPct val="20000"/>
                        </a:spcBef>
                        <a:spcAft>
                          <a:spcPct val="0"/>
                        </a:spcAft>
                        <a:defRPr>
                          <a:solidFill>
                            <a:schemeClr val="tx1"/>
                          </a:solidFill>
                          <a:latin typeface="Arial" charset="0"/>
                        </a:defRPr>
                      </a:lvl8pPr>
                      <a:lvl9pPr fontAlgn="base">
                        <a:spcBef>
                          <a:spcPct val="20000"/>
                        </a:spcBef>
                        <a:spcAft>
                          <a:spcPct val="0"/>
                        </a:spcAft>
                        <a:defRPr>
                          <a:solidFill>
                            <a:schemeClr val="tx1"/>
                          </a:solidFill>
                          <a:latin typeface="Arial"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Arial" charset="0"/>
                        </a:rPr>
                        <a:t>(120)(264)/300</a:t>
                      </a:r>
                    </a:p>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Arial" charset="0"/>
                        </a:rPr>
                        <a:t>=105.6</a:t>
                      </a:r>
                    </a:p>
                  </a:txBody>
                  <a:tcPr marT="45727" marB="457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a:solidFill>
                            <a:schemeClr val="tx1"/>
                          </a:solidFill>
                          <a:latin typeface="Arial" charset="0"/>
                        </a:defRPr>
                      </a:lvl3pPr>
                      <a:lvl4pPr>
                        <a:spcBef>
                          <a:spcPct val="20000"/>
                        </a:spcBef>
                        <a:defRPr>
                          <a:solidFill>
                            <a:schemeClr val="tx1"/>
                          </a:solidFill>
                          <a:latin typeface="Arial" charset="0"/>
                        </a:defRPr>
                      </a:lvl4pPr>
                      <a:lvl5pPr>
                        <a:spcBef>
                          <a:spcPct val="20000"/>
                        </a:spcBef>
                        <a:defRPr>
                          <a:solidFill>
                            <a:schemeClr val="tx1"/>
                          </a:solidFill>
                          <a:latin typeface="Arial" charset="0"/>
                        </a:defRPr>
                      </a:lvl5pPr>
                      <a:lvl6pPr fontAlgn="base">
                        <a:spcBef>
                          <a:spcPct val="20000"/>
                        </a:spcBef>
                        <a:spcAft>
                          <a:spcPct val="0"/>
                        </a:spcAft>
                        <a:defRPr>
                          <a:solidFill>
                            <a:schemeClr val="tx1"/>
                          </a:solidFill>
                          <a:latin typeface="Arial" charset="0"/>
                        </a:defRPr>
                      </a:lvl6pPr>
                      <a:lvl7pPr fontAlgn="base">
                        <a:spcBef>
                          <a:spcPct val="20000"/>
                        </a:spcBef>
                        <a:spcAft>
                          <a:spcPct val="0"/>
                        </a:spcAft>
                        <a:defRPr>
                          <a:solidFill>
                            <a:schemeClr val="tx1"/>
                          </a:solidFill>
                          <a:latin typeface="Arial" charset="0"/>
                        </a:defRPr>
                      </a:lvl7pPr>
                      <a:lvl8pPr fontAlgn="base">
                        <a:spcBef>
                          <a:spcPct val="20000"/>
                        </a:spcBef>
                        <a:spcAft>
                          <a:spcPct val="0"/>
                        </a:spcAft>
                        <a:defRPr>
                          <a:solidFill>
                            <a:schemeClr val="tx1"/>
                          </a:solidFill>
                          <a:latin typeface="Arial" charset="0"/>
                        </a:defRPr>
                      </a:lvl8pPr>
                      <a:lvl9pPr fontAlgn="base">
                        <a:spcBef>
                          <a:spcPct val="20000"/>
                        </a:spcBef>
                        <a:spcAft>
                          <a:spcPct val="0"/>
                        </a:spcAft>
                        <a:defRPr>
                          <a:solidFill>
                            <a:schemeClr val="tx1"/>
                          </a:solidFill>
                          <a:latin typeface="Arial"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Arial" charset="0"/>
                        </a:rPr>
                        <a:t>0.0545</a:t>
                      </a:r>
                    </a:p>
                  </a:txBody>
                  <a:tcPr marT="45727" marB="457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701145">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a:solidFill>
                            <a:schemeClr val="tx1"/>
                          </a:solidFill>
                          <a:latin typeface="Arial" charset="0"/>
                        </a:defRPr>
                      </a:lvl3pPr>
                      <a:lvl4pPr>
                        <a:spcBef>
                          <a:spcPct val="20000"/>
                        </a:spcBef>
                        <a:defRPr>
                          <a:solidFill>
                            <a:schemeClr val="tx1"/>
                          </a:solidFill>
                          <a:latin typeface="Arial" charset="0"/>
                        </a:defRPr>
                      </a:lvl4pPr>
                      <a:lvl5pPr>
                        <a:spcBef>
                          <a:spcPct val="20000"/>
                        </a:spcBef>
                        <a:defRPr>
                          <a:solidFill>
                            <a:schemeClr val="tx1"/>
                          </a:solidFill>
                          <a:latin typeface="Arial" charset="0"/>
                        </a:defRPr>
                      </a:lvl5pPr>
                      <a:lvl6pPr fontAlgn="base">
                        <a:spcBef>
                          <a:spcPct val="20000"/>
                        </a:spcBef>
                        <a:spcAft>
                          <a:spcPct val="0"/>
                        </a:spcAft>
                        <a:defRPr>
                          <a:solidFill>
                            <a:schemeClr val="tx1"/>
                          </a:solidFill>
                          <a:latin typeface="Arial" charset="0"/>
                        </a:defRPr>
                      </a:lvl6pPr>
                      <a:lvl7pPr fontAlgn="base">
                        <a:spcBef>
                          <a:spcPct val="20000"/>
                        </a:spcBef>
                        <a:spcAft>
                          <a:spcPct val="0"/>
                        </a:spcAft>
                        <a:defRPr>
                          <a:solidFill>
                            <a:schemeClr val="tx1"/>
                          </a:solidFill>
                          <a:latin typeface="Arial" charset="0"/>
                        </a:defRPr>
                      </a:lvl7pPr>
                      <a:lvl8pPr fontAlgn="base">
                        <a:spcBef>
                          <a:spcPct val="20000"/>
                        </a:spcBef>
                        <a:spcAft>
                          <a:spcPct val="0"/>
                        </a:spcAft>
                        <a:defRPr>
                          <a:solidFill>
                            <a:schemeClr val="tx1"/>
                          </a:solidFill>
                          <a:latin typeface="Arial" charset="0"/>
                        </a:defRPr>
                      </a:lvl8pPr>
                      <a:lvl9pPr fontAlgn="base">
                        <a:spcBef>
                          <a:spcPct val="20000"/>
                        </a:spcBef>
                        <a:spcAft>
                          <a:spcPct val="0"/>
                        </a:spcAft>
                        <a:defRPr>
                          <a:solidFill>
                            <a:schemeClr val="tx1"/>
                          </a:solidFill>
                          <a:latin typeface="Arial"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Arial" charset="0"/>
                        </a:rPr>
                        <a:t>2,1</a:t>
                      </a:r>
                    </a:p>
                  </a:txBody>
                  <a:tcPr marT="45727" marB="457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a:solidFill>
                            <a:schemeClr val="tx1"/>
                          </a:solidFill>
                          <a:latin typeface="Arial" charset="0"/>
                        </a:defRPr>
                      </a:lvl3pPr>
                      <a:lvl4pPr>
                        <a:spcBef>
                          <a:spcPct val="20000"/>
                        </a:spcBef>
                        <a:defRPr>
                          <a:solidFill>
                            <a:schemeClr val="tx1"/>
                          </a:solidFill>
                          <a:latin typeface="Arial" charset="0"/>
                        </a:defRPr>
                      </a:lvl4pPr>
                      <a:lvl5pPr>
                        <a:spcBef>
                          <a:spcPct val="20000"/>
                        </a:spcBef>
                        <a:defRPr>
                          <a:solidFill>
                            <a:schemeClr val="tx1"/>
                          </a:solidFill>
                          <a:latin typeface="Arial" charset="0"/>
                        </a:defRPr>
                      </a:lvl5pPr>
                      <a:lvl6pPr fontAlgn="base">
                        <a:spcBef>
                          <a:spcPct val="20000"/>
                        </a:spcBef>
                        <a:spcAft>
                          <a:spcPct val="0"/>
                        </a:spcAft>
                        <a:defRPr>
                          <a:solidFill>
                            <a:schemeClr val="tx1"/>
                          </a:solidFill>
                          <a:latin typeface="Arial" charset="0"/>
                        </a:defRPr>
                      </a:lvl6pPr>
                      <a:lvl7pPr fontAlgn="base">
                        <a:spcBef>
                          <a:spcPct val="20000"/>
                        </a:spcBef>
                        <a:spcAft>
                          <a:spcPct val="0"/>
                        </a:spcAft>
                        <a:defRPr>
                          <a:solidFill>
                            <a:schemeClr val="tx1"/>
                          </a:solidFill>
                          <a:latin typeface="Arial" charset="0"/>
                        </a:defRPr>
                      </a:lvl7pPr>
                      <a:lvl8pPr fontAlgn="base">
                        <a:spcBef>
                          <a:spcPct val="20000"/>
                        </a:spcBef>
                        <a:spcAft>
                          <a:spcPct val="0"/>
                        </a:spcAft>
                        <a:defRPr>
                          <a:solidFill>
                            <a:schemeClr val="tx1"/>
                          </a:solidFill>
                          <a:latin typeface="Arial" charset="0"/>
                        </a:defRPr>
                      </a:lvl8pPr>
                      <a:lvl9pPr fontAlgn="base">
                        <a:spcBef>
                          <a:spcPct val="20000"/>
                        </a:spcBef>
                        <a:spcAft>
                          <a:spcPct val="0"/>
                        </a:spcAft>
                        <a:defRPr>
                          <a:solidFill>
                            <a:schemeClr val="tx1"/>
                          </a:solidFill>
                          <a:latin typeface="Arial"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Arial" charset="0"/>
                        </a:rPr>
                        <a:t>24</a:t>
                      </a:r>
                    </a:p>
                  </a:txBody>
                  <a:tcPr marT="45727" marB="457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a:solidFill>
                            <a:schemeClr val="tx1"/>
                          </a:solidFill>
                          <a:latin typeface="Arial" charset="0"/>
                        </a:defRPr>
                      </a:lvl3pPr>
                      <a:lvl4pPr>
                        <a:spcBef>
                          <a:spcPct val="20000"/>
                        </a:spcBef>
                        <a:defRPr>
                          <a:solidFill>
                            <a:schemeClr val="tx1"/>
                          </a:solidFill>
                          <a:latin typeface="Arial" charset="0"/>
                        </a:defRPr>
                      </a:lvl4pPr>
                      <a:lvl5pPr>
                        <a:spcBef>
                          <a:spcPct val="20000"/>
                        </a:spcBef>
                        <a:defRPr>
                          <a:solidFill>
                            <a:schemeClr val="tx1"/>
                          </a:solidFill>
                          <a:latin typeface="Arial" charset="0"/>
                        </a:defRPr>
                      </a:lvl5pPr>
                      <a:lvl6pPr fontAlgn="base">
                        <a:spcBef>
                          <a:spcPct val="20000"/>
                        </a:spcBef>
                        <a:spcAft>
                          <a:spcPct val="0"/>
                        </a:spcAft>
                        <a:defRPr>
                          <a:solidFill>
                            <a:schemeClr val="tx1"/>
                          </a:solidFill>
                          <a:latin typeface="Arial" charset="0"/>
                        </a:defRPr>
                      </a:lvl6pPr>
                      <a:lvl7pPr fontAlgn="base">
                        <a:spcBef>
                          <a:spcPct val="20000"/>
                        </a:spcBef>
                        <a:spcAft>
                          <a:spcPct val="0"/>
                        </a:spcAft>
                        <a:defRPr>
                          <a:solidFill>
                            <a:schemeClr val="tx1"/>
                          </a:solidFill>
                          <a:latin typeface="Arial" charset="0"/>
                        </a:defRPr>
                      </a:lvl7pPr>
                      <a:lvl8pPr fontAlgn="base">
                        <a:spcBef>
                          <a:spcPct val="20000"/>
                        </a:spcBef>
                        <a:spcAft>
                          <a:spcPct val="0"/>
                        </a:spcAft>
                        <a:defRPr>
                          <a:solidFill>
                            <a:schemeClr val="tx1"/>
                          </a:solidFill>
                          <a:latin typeface="Arial" charset="0"/>
                        </a:defRPr>
                      </a:lvl8pPr>
                      <a:lvl9pPr fontAlgn="base">
                        <a:spcBef>
                          <a:spcPct val="20000"/>
                        </a:spcBef>
                        <a:spcAft>
                          <a:spcPct val="0"/>
                        </a:spcAft>
                        <a:defRPr>
                          <a:solidFill>
                            <a:schemeClr val="tx1"/>
                          </a:solidFill>
                          <a:latin typeface="Arial"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Arial" charset="0"/>
                        </a:rPr>
                        <a:t>(180)(36)/300 =21.6</a:t>
                      </a:r>
                    </a:p>
                  </a:txBody>
                  <a:tcPr marT="45727" marB="457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a:solidFill>
                            <a:schemeClr val="tx1"/>
                          </a:solidFill>
                          <a:latin typeface="Arial" charset="0"/>
                        </a:defRPr>
                      </a:lvl3pPr>
                      <a:lvl4pPr>
                        <a:spcBef>
                          <a:spcPct val="20000"/>
                        </a:spcBef>
                        <a:defRPr>
                          <a:solidFill>
                            <a:schemeClr val="tx1"/>
                          </a:solidFill>
                          <a:latin typeface="Arial" charset="0"/>
                        </a:defRPr>
                      </a:lvl4pPr>
                      <a:lvl5pPr>
                        <a:spcBef>
                          <a:spcPct val="20000"/>
                        </a:spcBef>
                        <a:defRPr>
                          <a:solidFill>
                            <a:schemeClr val="tx1"/>
                          </a:solidFill>
                          <a:latin typeface="Arial" charset="0"/>
                        </a:defRPr>
                      </a:lvl5pPr>
                      <a:lvl6pPr fontAlgn="base">
                        <a:spcBef>
                          <a:spcPct val="20000"/>
                        </a:spcBef>
                        <a:spcAft>
                          <a:spcPct val="0"/>
                        </a:spcAft>
                        <a:defRPr>
                          <a:solidFill>
                            <a:schemeClr val="tx1"/>
                          </a:solidFill>
                          <a:latin typeface="Arial" charset="0"/>
                        </a:defRPr>
                      </a:lvl6pPr>
                      <a:lvl7pPr fontAlgn="base">
                        <a:spcBef>
                          <a:spcPct val="20000"/>
                        </a:spcBef>
                        <a:spcAft>
                          <a:spcPct val="0"/>
                        </a:spcAft>
                        <a:defRPr>
                          <a:solidFill>
                            <a:schemeClr val="tx1"/>
                          </a:solidFill>
                          <a:latin typeface="Arial" charset="0"/>
                        </a:defRPr>
                      </a:lvl7pPr>
                      <a:lvl8pPr fontAlgn="base">
                        <a:spcBef>
                          <a:spcPct val="20000"/>
                        </a:spcBef>
                        <a:spcAft>
                          <a:spcPct val="0"/>
                        </a:spcAft>
                        <a:defRPr>
                          <a:solidFill>
                            <a:schemeClr val="tx1"/>
                          </a:solidFill>
                          <a:latin typeface="Arial" charset="0"/>
                        </a:defRPr>
                      </a:lvl8pPr>
                      <a:lvl9pPr fontAlgn="base">
                        <a:spcBef>
                          <a:spcPct val="20000"/>
                        </a:spcBef>
                        <a:spcAft>
                          <a:spcPct val="0"/>
                        </a:spcAft>
                        <a:defRPr>
                          <a:solidFill>
                            <a:schemeClr val="tx1"/>
                          </a:solidFill>
                          <a:latin typeface="Arial"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Arial" charset="0"/>
                        </a:rPr>
                        <a:t>0.2667</a:t>
                      </a:r>
                    </a:p>
                  </a:txBody>
                  <a:tcPr marT="45727" marB="457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762114">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a:solidFill>
                            <a:schemeClr val="tx1"/>
                          </a:solidFill>
                          <a:latin typeface="Arial" charset="0"/>
                        </a:defRPr>
                      </a:lvl3pPr>
                      <a:lvl4pPr>
                        <a:spcBef>
                          <a:spcPct val="20000"/>
                        </a:spcBef>
                        <a:defRPr>
                          <a:solidFill>
                            <a:schemeClr val="tx1"/>
                          </a:solidFill>
                          <a:latin typeface="Arial" charset="0"/>
                        </a:defRPr>
                      </a:lvl4pPr>
                      <a:lvl5pPr>
                        <a:spcBef>
                          <a:spcPct val="20000"/>
                        </a:spcBef>
                        <a:defRPr>
                          <a:solidFill>
                            <a:schemeClr val="tx1"/>
                          </a:solidFill>
                          <a:latin typeface="Arial" charset="0"/>
                        </a:defRPr>
                      </a:lvl5pPr>
                      <a:lvl6pPr fontAlgn="base">
                        <a:spcBef>
                          <a:spcPct val="20000"/>
                        </a:spcBef>
                        <a:spcAft>
                          <a:spcPct val="0"/>
                        </a:spcAft>
                        <a:defRPr>
                          <a:solidFill>
                            <a:schemeClr val="tx1"/>
                          </a:solidFill>
                          <a:latin typeface="Arial" charset="0"/>
                        </a:defRPr>
                      </a:lvl6pPr>
                      <a:lvl7pPr fontAlgn="base">
                        <a:spcBef>
                          <a:spcPct val="20000"/>
                        </a:spcBef>
                        <a:spcAft>
                          <a:spcPct val="0"/>
                        </a:spcAft>
                        <a:defRPr>
                          <a:solidFill>
                            <a:schemeClr val="tx1"/>
                          </a:solidFill>
                          <a:latin typeface="Arial" charset="0"/>
                        </a:defRPr>
                      </a:lvl7pPr>
                      <a:lvl8pPr fontAlgn="base">
                        <a:spcBef>
                          <a:spcPct val="20000"/>
                        </a:spcBef>
                        <a:spcAft>
                          <a:spcPct val="0"/>
                        </a:spcAft>
                        <a:defRPr>
                          <a:solidFill>
                            <a:schemeClr val="tx1"/>
                          </a:solidFill>
                          <a:latin typeface="Arial" charset="0"/>
                        </a:defRPr>
                      </a:lvl8pPr>
                      <a:lvl9pPr fontAlgn="base">
                        <a:spcBef>
                          <a:spcPct val="20000"/>
                        </a:spcBef>
                        <a:spcAft>
                          <a:spcPct val="0"/>
                        </a:spcAft>
                        <a:defRPr>
                          <a:solidFill>
                            <a:schemeClr val="tx1"/>
                          </a:solidFill>
                          <a:latin typeface="Arial"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Arial" charset="0"/>
                        </a:rPr>
                        <a:t>2,2</a:t>
                      </a:r>
                    </a:p>
                  </a:txBody>
                  <a:tcPr marT="45727" marB="457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a:solidFill>
                            <a:schemeClr val="tx1"/>
                          </a:solidFill>
                          <a:latin typeface="Arial" charset="0"/>
                        </a:defRPr>
                      </a:lvl3pPr>
                      <a:lvl4pPr>
                        <a:spcBef>
                          <a:spcPct val="20000"/>
                        </a:spcBef>
                        <a:defRPr>
                          <a:solidFill>
                            <a:schemeClr val="tx1"/>
                          </a:solidFill>
                          <a:latin typeface="Arial" charset="0"/>
                        </a:defRPr>
                      </a:lvl4pPr>
                      <a:lvl5pPr>
                        <a:spcBef>
                          <a:spcPct val="20000"/>
                        </a:spcBef>
                        <a:defRPr>
                          <a:solidFill>
                            <a:schemeClr val="tx1"/>
                          </a:solidFill>
                          <a:latin typeface="Arial" charset="0"/>
                        </a:defRPr>
                      </a:lvl5pPr>
                      <a:lvl6pPr fontAlgn="base">
                        <a:spcBef>
                          <a:spcPct val="20000"/>
                        </a:spcBef>
                        <a:spcAft>
                          <a:spcPct val="0"/>
                        </a:spcAft>
                        <a:defRPr>
                          <a:solidFill>
                            <a:schemeClr val="tx1"/>
                          </a:solidFill>
                          <a:latin typeface="Arial" charset="0"/>
                        </a:defRPr>
                      </a:lvl6pPr>
                      <a:lvl7pPr fontAlgn="base">
                        <a:spcBef>
                          <a:spcPct val="20000"/>
                        </a:spcBef>
                        <a:spcAft>
                          <a:spcPct val="0"/>
                        </a:spcAft>
                        <a:defRPr>
                          <a:solidFill>
                            <a:schemeClr val="tx1"/>
                          </a:solidFill>
                          <a:latin typeface="Arial" charset="0"/>
                        </a:defRPr>
                      </a:lvl7pPr>
                      <a:lvl8pPr fontAlgn="base">
                        <a:spcBef>
                          <a:spcPct val="20000"/>
                        </a:spcBef>
                        <a:spcAft>
                          <a:spcPct val="0"/>
                        </a:spcAft>
                        <a:defRPr>
                          <a:solidFill>
                            <a:schemeClr val="tx1"/>
                          </a:solidFill>
                          <a:latin typeface="Arial" charset="0"/>
                        </a:defRPr>
                      </a:lvl8pPr>
                      <a:lvl9pPr fontAlgn="base">
                        <a:spcBef>
                          <a:spcPct val="20000"/>
                        </a:spcBef>
                        <a:spcAft>
                          <a:spcPct val="0"/>
                        </a:spcAft>
                        <a:defRPr>
                          <a:solidFill>
                            <a:schemeClr val="tx1"/>
                          </a:solidFill>
                          <a:latin typeface="Arial"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Arial" charset="0"/>
                        </a:rPr>
                        <a:t>156</a:t>
                      </a:r>
                    </a:p>
                  </a:txBody>
                  <a:tcPr marT="45727" marB="457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a:solidFill>
                            <a:schemeClr val="tx1"/>
                          </a:solidFill>
                          <a:latin typeface="Arial" charset="0"/>
                        </a:defRPr>
                      </a:lvl3pPr>
                      <a:lvl4pPr>
                        <a:spcBef>
                          <a:spcPct val="20000"/>
                        </a:spcBef>
                        <a:defRPr>
                          <a:solidFill>
                            <a:schemeClr val="tx1"/>
                          </a:solidFill>
                          <a:latin typeface="Arial" charset="0"/>
                        </a:defRPr>
                      </a:lvl4pPr>
                      <a:lvl5pPr>
                        <a:spcBef>
                          <a:spcPct val="20000"/>
                        </a:spcBef>
                        <a:defRPr>
                          <a:solidFill>
                            <a:schemeClr val="tx1"/>
                          </a:solidFill>
                          <a:latin typeface="Arial" charset="0"/>
                        </a:defRPr>
                      </a:lvl5pPr>
                      <a:lvl6pPr fontAlgn="base">
                        <a:spcBef>
                          <a:spcPct val="20000"/>
                        </a:spcBef>
                        <a:spcAft>
                          <a:spcPct val="0"/>
                        </a:spcAft>
                        <a:defRPr>
                          <a:solidFill>
                            <a:schemeClr val="tx1"/>
                          </a:solidFill>
                          <a:latin typeface="Arial" charset="0"/>
                        </a:defRPr>
                      </a:lvl6pPr>
                      <a:lvl7pPr fontAlgn="base">
                        <a:spcBef>
                          <a:spcPct val="20000"/>
                        </a:spcBef>
                        <a:spcAft>
                          <a:spcPct val="0"/>
                        </a:spcAft>
                        <a:defRPr>
                          <a:solidFill>
                            <a:schemeClr val="tx1"/>
                          </a:solidFill>
                          <a:latin typeface="Arial" charset="0"/>
                        </a:defRPr>
                      </a:lvl7pPr>
                      <a:lvl8pPr fontAlgn="base">
                        <a:spcBef>
                          <a:spcPct val="20000"/>
                        </a:spcBef>
                        <a:spcAft>
                          <a:spcPct val="0"/>
                        </a:spcAft>
                        <a:defRPr>
                          <a:solidFill>
                            <a:schemeClr val="tx1"/>
                          </a:solidFill>
                          <a:latin typeface="Arial" charset="0"/>
                        </a:defRPr>
                      </a:lvl8pPr>
                      <a:lvl9pPr fontAlgn="base">
                        <a:spcBef>
                          <a:spcPct val="20000"/>
                        </a:spcBef>
                        <a:spcAft>
                          <a:spcPct val="0"/>
                        </a:spcAft>
                        <a:defRPr>
                          <a:solidFill>
                            <a:schemeClr val="tx1"/>
                          </a:solidFill>
                          <a:latin typeface="Arial"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Arial" charset="0"/>
                        </a:rPr>
                        <a:t>(180)(264)/300</a:t>
                      </a:r>
                    </a:p>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Arial" charset="0"/>
                        </a:rPr>
                        <a:t>=158.4</a:t>
                      </a:r>
                    </a:p>
                  </a:txBody>
                  <a:tcPr marT="45727" marB="457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a:solidFill>
                            <a:schemeClr val="tx1"/>
                          </a:solidFill>
                          <a:latin typeface="Arial" charset="0"/>
                        </a:defRPr>
                      </a:lvl3pPr>
                      <a:lvl4pPr>
                        <a:spcBef>
                          <a:spcPct val="20000"/>
                        </a:spcBef>
                        <a:defRPr>
                          <a:solidFill>
                            <a:schemeClr val="tx1"/>
                          </a:solidFill>
                          <a:latin typeface="Arial" charset="0"/>
                        </a:defRPr>
                      </a:lvl4pPr>
                      <a:lvl5pPr>
                        <a:spcBef>
                          <a:spcPct val="20000"/>
                        </a:spcBef>
                        <a:defRPr>
                          <a:solidFill>
                            <a:schemeClr val="tx1"/>
                          </a:solidFill>
                          <a:latin typeface="Arial" charset="0"/>
                        </a:defRPr>
                      </a:lvl5pPr>
                      <a:lvl6pPr fontAlgn="base">
                        <a:spcBef>
                          <a:spcPct val="20000"/>
                        </a:spcBef>
                        <a:spcAft>
                          <a:spcPct val="0"/>
                        </a:spcAft>
                        <a:defRPr>
                          <a:solidFill>
                            <a:schemeClr val="tx1"/>
                          </a:solidFill>
                          <a:latin typeface="Arial" charset="0"/>
                        </a:defRPr>
                      </a:lvl6pPr>
                      <a:lvl7pPr fontAlgn="base">
                        <a:spcBef>
                          <a:spcPct val="20000"/>
                        </a:spcBef>
                        <a:spcAft>
                          <a:spcPct val="0"/>
                        </a:spcAft>
                        <a:defRPr>
                          <a:solidFill>
                            <a:schemeClr val="tx1"/>
                          </a:solidFill>
                          <a:latin typeface="Arial" charset="0"/>
                        </a:defRPr>
                      </a:lvl7pPr>
                      <a:lvl8pPr fontAlgn="base">
                        <a:spcBef>
                          <a:spcPct val="20000"/>
                        </a:spcBef>
                        <a:spcAft>
                          <a:spcPct val="0"/>
                        </a:spcAft>
                        <a:defRPr>
                          <a:solidFill>
                            <a:schemeClr val="tx1"/>
                          </a:solidFill>
                          <a:latin typeface="Arial" charset="0"/>
                        </a:defRPr>
                      </a:lvl8pPr>
                      <a:lvl9pPr fontAlgn="base">
                        <a:spcBef>
                          <a:spcPct val="20000"/>
                        </a:spcBef>
                        <a:spcAft>
                          <a:spcPct val="0"/>
                        </a:spcAft>
                        <a:defRPr>
                          <a:solidFill>
                            <a:schemeClr val="tx1"/>
                          </a:solidFill>
                          <a:latin typeface="Arial"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Arial" charset="0"/>
                        </a:rPr>
                        <a:t>0.0364</a:t>
                      </a:r>
                    </a:p>
                  </a:txBody>
                  <a:tcPr marT="45727" marB="457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560472">
                <a:tc gridSpan="3">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a:solidFill>
                            <a:schemeClr val="tx1"/>
                          </a:solidFill>
                          <a:latin typeface="Arial" charset="0"/>
                        </a:defRPr>
                      </a:lvl3pPr>
                      <a:lvl4pPr>
                        <a:spcBef>
                          <a:spcPct val="20000"/>
                        </a:spcBef>
                        <a:defRPr>
                          <a:solidFill>
                            <a:schemeClr val="tx1"/>
                          </a:solidFill>
                          <a:latin typeface="Arial" charset="0"/>
                        </a:defRPr>
                      </a:lvl4pPr>
                      <a:lvl5pPr>
                        <a:spcBef>
                          <a:spcPct val="20000"/>
                        </a:spcBef>
                        <a:defRPr>
                          <a:solidFill>
                            <a:schemeClr val="tx1"/>
                          </a:solidFill>
                          <a:latin typeface="Arial" charset="0"/>
                        </a:defRPr>
                      </a:lvl5pPr>
                      <a:lvl6pPr fontAlgn="base">
                        <a:spcBef>
                          <a:spcPct val="20000"/>
                        </a:spcBef>
                        <a:spcAft>
                          <a:spcPct val="0"/>
                        </a:spcAft>
                        <a:defRPr>
                          <a:solidFill>
                            <a:schemeClr val="tx1"/>
                          </a:solidFill>
                          <a:latin typeface="Arial" charset="0"/>
                        </a:defRPr>
                      </a:lvl6pPr>
                      <a:lvl7pPr fontAlgn="base">
                        <a:spcBef>
                          <a:spcPct val="20000"/>
                        </a:spcBef>
                        <a:spcAft>
                          <a:spcPct val="0"/>
                        </a:spcAft>
                        <a:defRPr>
                          <a:solidFill>
                            <a:schemeClr val="tx1"/>
                          </a:solidFill>
                          <a:latin typeface="Arial" charset="0"/>
                        </a:defRPr>
                      </a:lvl7pPr>
                      <a:lvl8pPr fontAlgn="base">
                        <a:spcBef>
                          <a:spcPct val="20000"/>
                        </a:spcBef>
                        <a:spcAft>
                          <a:spcPct val="0"/>
                        </a:spcAft>
                        <a:defRPr>
                          <a:solidFill>
                            <a:schemeClr val="tx1"/>
                          </a:solidFill>
                          <a:latin typeface="Arial" charset="0"/>
                        </a:defRPr>
                      </a:lvl8pPr>
                      <a:lvl9pPr fontAlgn="base">
                        <a:spcBef>
                          <a:spcPct val="20000"/>
                        </a:spcBef>
                        <a:spcAft>
                          <a:spcPct val="0"/>
                        </a:spcAft>
                        <a:defRPr>
                          <a:solidFill>
                            <a:schemeClr val="tx1"/>
                          </a:solidFill>
                          <a:latin typeface="Arial" charset="0"/>
                        </a:defRPr>
                      </a:lvl9p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altLang="en-US" sz="2000" b="0" i="0" u="none" strike="noStrike" cap="none" normalizeH="0" baseline="0" dirty="0">
                          <a:ln>
                            <a:noFill/>
                          </a:ln>
                          <a:solidFill>
                            <a:schemeClr val="tx1"/>
                          </a:solidFill>
                          <a:effectLst/>
                          <a:latin typeface="Arial" charset="0"/>
                          <a:sym typeface="Symbol" pitchFamily="18" charset="2"/>
                        </a:rPr>
                        <a:t></a:t>
                      </a:r>
                      <a:r>
                        <a:rPr kumimoji="0" lang="en-US" altLang="en-US" sz="2000" b="0" i="0" u="none" strike="noStrike" cap="none" normalizeH="0" baseline="30000" dirty="0">
                          <a:ln>
                            <a:noFill/>
                          </a:ln>
                          <a:solidFill>
                            <a:schemeClr val="tx1"/>
                          </a:solidFill>
                          <a:effectLst/>
                          <a:latin typeface="Arial" charset="0"/>
                          <a:sym typeface="Symbol" pitchFamily="18" charset="2"/>
                        </a:rPr>
                        <a:t>2</a:t>
                      </a:r>
                      <a:r>
                        <a:rPr kumimoji="0" lang="en-US" altLang="en-US" sz="2000" b="0" i="0" u="none" strike="noStrike" cap="none" normalizeH="0" baseline="0" dirty="0">
                          <a:ln>
                            <a:noFill/>
                          </a:ln>
                          <a:solidFill>
                            <a:schemeClr val="tx1"/>
                          </a:solidFill>
                          <a:effectLst/>
                          <a:latin typeface="Arial" charset="0"/>
                          <a:sym typeface="Symbol" pitchFamily="18" charset="2"/>
                        </a:rPr>
                        <a:t>=</a:t>
                      </a:r>
                      <a:endParaRPr kumimoji="0" lang="en-US" altLang="en-US" sz="2000" b="0" i="0" u="none" strike="noStrike" cap="none" normalizeH="0" baseline="30000" dirty="0">
                        <a:ln>
                          <a:noFill/>
                        </a:ln>
                        <a:solidFill>
                          <a:schemeClr val="tx1"/>
                        </a:solidFill>
                        <a:effectLst/>
                        <a:latin typeface="Arial" charset="0"/>
                        <a:sym typeface="Symbol" pitchFamily="18" charset="2"/>
                      </a:endParaRPr>
                    </a:p>
                  </a:txBody>
                  <a:tcPr marT="45727" marB="457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AU"/>
                    </a:p>
                  </a:txBody>
                  <a:tcPr/>
                </a:tc>
                <a:tc hMerge="1">
                  <a:txBody>
                    <a:bodyPr/>
                    <a:lstStyle/>
                    <a:p>
                      <a:endParaRPr lang="en-AU"/>
                    </a:p>
                  </a:txBody>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a:solidFill>
                            <a:schemeClr val="tx1"/>
                          </a:solidFill>
                          <a:latin typeface="Arial" charset="0"/>
                        </a:defRPr>
                      </a:lvl3pPr>
                      <a:lvl4pPr>
                        <a:spcBef>
                          <a:spcPct val="20000"/>
                        </a:spcBef>
                        <a:defRPr>
                          <a:solidFill>
                            <a:schemeClr val="tx1"/>
                          </a:solidFill>
                          <a:latin typeface="Arial" charset="0"/>
                        </a:defRPr>
                      </a:lvl4pPr>
                      <a:lvl5pPr>
                        <a:spcBef>
                          <a:spcPct val="20000"/>
                        </a:spcBef>
                        <a:defRPr>
                          <a:solidFill>
                            <a:schemeClr val="tx1"/>
                          </a:solidFill>
                          <a:latin typeface="Arial" charset="0"/>
                        </a:defRPr>
                      </a:lvl5pPr>
                      <a:lvl6pPr fontAlgn="base">
                        <a:spcBef>
                          <a:spcPct val="20000"/>
                        </a:spcBef>
                        <a:spcAft>
                          <a:spcPct val="0"/>
                        </a:spcAft>
                        <a:defRPr>
                          <a:solidFill>
                            <a:schemeClr val="tx1"/>
                          </a:solidFill>
                          <a:latin typeface="Arial" charset="0"/>
                        </a:defRPr>
                      </a:lvl6pPr>
                      <a:lvl7pPr fontAlgn="base">
                        <a:spcBef>
                          <a:spcPct val="20000"/>
                        </a:spcBef>
                        <a:spcAft>
                          <a:spcPct val="0"/>
                        </a:spcAft>
                        <a:defRPr>
                          <a:solidFill>
                            <a:schemeClr val="tx1"/>
                          </a:solidFill>
                          <a:latin typeface="Arial" charset="0"/>
                        </a:defRPr>
                      </a:lvl7pPr>
                      <a:lvl8pPr fontAlgn="base">
                        <a:spcBef>
                          <a:spcPct val="20000"/>
                        </a:spcBef>
                        <a:spcAft>
                          <a:spcPct val="0"/>
                        </a:spcAft>
                        <a:defRPr>
                          <a:solidFill>
                            <a:schemeClr val="tx1"/>
                          </a:solidFill>
                          <a:latin typeface="Arial" charset="0"/>
                        </a:defRPr>
                      </a:lvl8pPr>
                      <a:lvl9pPr fontAlgn="base">
                        <a:spcBef>
                          <a:spcPct val="20000"/>
                        </a:spcBef>
                        <a:spcAft>
                          <a:spcPct val="0"/>
                        </a:spcAft>
                        <a:defRPr>
                          <a:solidFill>
                            <a:schemeClr val="tx1"/>
                          </a:solidFill>
                          <a:latin typeface="Arial"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000" b="0" i="0" u="none" strike="noStrike" cap="none" normalizeH="0" baseline="0" dirty="0">
                          <a:ln>
                            <a:noFill/>
                          </a:ln>
                          <a:solidFill>
                            <a:schemeClr val="tx1"/>
                          </a:solidFill>
                          <a:effectLst/>
                          <a:latin typeface="Arial" charset="0"/>
                        </a:rPr>
                        <a:t>0.7576</a:t>
                      </a:r>
                    </a:p>
                  </a:txBody>
                  <a:tcPr marT="45727" marB="457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
        <p:nvSpPr>
          <p:cNvPr id="7" name="Rectangle 3"/>
          <p:cNvSpPr>
            <a:spLocks noGrp="1" noChangeArrowheads="1"/>
          </p:cNvSpPr>
          <p:nvPr>
            <p:ph type="title"/>
          </p:nvPr>
        </p:nvSpPr>
        <p:spPr>
          <a:xfrm>
            <a:off x="3565376" y="332656"/>
            <a:ext cx="6707088" cy="562074"/>
          </a:xfrm>
        </p:spPr>
        <p:style>
          <a:lnRef idx="2">
            <a:schemeClr val="accent3"/>
          </a:lnRef>
          <a:fillRef idx="1">
            <a:schemeClr val="lt1"/>
          </a:fillRef>
          <a:effectRef idx="0">
            <a:schemeClr val="accent3"/>
          </a:effectRef>
          <a:fontRef idx="minor">
            <a:schemeClr val="dk1"/>
          </a:fontRef>
        </p:style>
        <p:txBody>
          <a:bodyPr vert="horz" wrap="square" lIns="90488" tIns="44450" rIns="90488" bIns="44450" numCol="1" anchor="ctr" anchorCtr="1" compatLnSpc="1">
            <a:prstTxWarp prst="textNoShape">
              <a:avLst/>
            </a:prstTxWarp>
          </a:bodyPr>
          <a:lstStyle/>
          <a:p>
            <a:pPr eaLnBrk="1" hangingPunct="1"/>
            <a:r>
              <a:rPr lang="en-US" dirty="0">
                <a:latin typeface="Arial" charset="0"/>
              </a:rPr>
              <a:t>Example 7 – Solution </a:t>
            </a:r>
            <a:r>
              <a:rPr lang="en-US" sz="1600" dirty="0">
                <a:latin typeface="Arial" charset="0"/>
              </a:rPr>
              <a:t>(cont.)</a:t>
            </a:r>
          </a:p>
        </p:txBody>
      </p:sp>
    </p:spTree>
    <p:extLst>
      <p:ext uri="{BB962C8B-B14F-4D97-AF65-F5344CB8AC3E}">
        <p14:creationId xmlns:p14="http://schemas.microsoft.com/office/powerpoint/2010/main" val="1348298369"/>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5" name="Slide Number Placeholder 5"/>
          <p:cNvSpPr>
            <a:spLocks noGrp="1"/>
          </p:cNvSpPr>
          <p:nvPr>
            <p:ph type="sldNum" sz="quarter" idx="4294967295"/>
          </p:nvPr>
        </p:nvSpPr>
        <p:spPr>
          <a:xfrm>
            <a:off x="9417496" y="6553200"/>
            <a:ext cx="1143000" cy="304800"/>
          </a:xfrm>
          <a:prstGeom prst="rect">
            <a:avLst/>
          </a:prstGeom>
          <a:noFill/>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a:defRPr sz="2400">
                <a:solidFill>
                  <a:schemeClr val="tx1"/>
                </a:solidFill>
                <a:latin typeface="Arial" charset="0"/>
                <a:ea typeface="ＭＳ Ｐゴシック" charset="0"/>
              </a:defRPr>
            </a:lvl1pPr>
            <a:lvl2pPr>
              <a:defRPr sz="2000">
                <a:solidFill>
                  <a:schemeClr val="tx1"/>
                </a:solidFill>
                <a:latin typeface="Arial" charset="0"/>
                <a:ea typeface="ＭＳ Ｐゴシック" charset="0"/>
              </a:defRPr>
            </a:lvl2pPr>
            <a:lvl3pPr>
              <a:defRPr sz="2000">
                <a:solidFill>
                  <a:schemeClr val="tx1"/>
                </a:solidFill>
                <a:latin typeface="Arial" charset="0"/>
                <a:ea typeface="ＭＳ Ｐゴシック" charset="0"/>
              </a:defRPr>
            </a:lvl3pPr>
            <a:lvl4pPr>
              <a:defRPr sz="2000">
                <a:solidFill>
                  <a:schemeClr val="tx1"/>
                </a:solidFill>
                <a:latin typeface="Arial" charset="0"/>
                <a:ea typeface="ＭＳ Ｐゴシック" charset="0"/>
              </a:defRPr>
            </a:lvl4pPr>
            <a:lvl5pPr>
              <a:defRPr sz="2000">
                <a:solidFill>
                  <a:schemeClr val="tx1"/>
                </a:solidFill>
                <a:latin typeface="Arial" charset="0"/>
                <a:ea typeface="ＭＳ Ｐゴシック" charset="0"/>
              </a:defRPr>
            </a:lvl5pPr>
            <a:lvl6pPr eaLnBrk="0" hangingPunct="0">
              <a:defRPr sz="2000">
                <a:solidFill>
                  <a:schemeClr val="tx1"/>
                </a:solidFill>
                <a:latin typeface="Arial" charset="0"/>
                <a:ea typeface="ＭＳ Ｐゴシック" charset="0"/>
              </a:defRPr>
            </a:lvl6pPr>
            <a:lvl7pPr eaLnBrk="0" hangingPunct="0">
              <a:defRPr sz="2000">
                <a:solidFill>
                  <a:schemeClr val="tx1"/>
                </a:solidFill>
                <a:latin typeface="Arial" charset="0"/>
                <a:ea typeface="ＭＳ Ｐゴシック" charset="0"/>
              </a:defRPr>
            </a:lvl7pPr>
            <a:lvl8pPr eaLnBrk="0" hangingPunct="0">
              <a:defRPr sz="2000">
                <a:solidFill>
                  <a:schemeClr val="tx1"/>
                </a:solidFill>
                <a:latin typeface="Arial" charset="0"/>
                <a:ea typeface="ＭＳ Ｐゴシック" charset="0"/>
              </a:defRPr>
            </a:lvl8pPr>
            <a:lvl9pPr eaLnBrk="0" hangingPunct="0">
              <a:defRPr sz="2000">
                <a:solidFill>
                  <a:schemeClr val="tx1"/>
                </a:solidFill>
                <a:latin typeface="Arial" charset="0"/>
                <a:ea typeface="ＭＳ Ｐゴシック" charset="0"/>
              </a:defRPr>
            </a:lvl9pPr>
          </a:lstStyle>
          <a:p>
            <a:fld id="{32177CE0-F065-834B-B66F-9D5C59AC8C16}" type="slidenum">
              <a:rPr lang="en-US" sz="1000">
                <a:solidFill>
                  <a:schemeClr val="bg1"/>
                </a:solidFill>
              </a:rPr>
              <a:pPr/>
              <a:t>69</a:t>
            </a:fld>
            <a:endParaRPr lang="en-US" sz="1000">
              <a:solidFill>
                <a:schemeClr val="bg1"/>
              </a:solidFill>
            </a:endParaRPr>
          </a:p>
        </p:txBody>
      </p:sp>
      <p:sp>
        <p:nvSpPr>
          <p:cNvPr id="95238" name="Line 6"/>
          <p:cNvSpPr>
            <a:spLocks noChangeShapeType="1"/>
          </p:cNvSpPr>
          <p:nvPr/>
        </p:nvSpPr>
        <p:spPr bwMode="auto">
          <a:xfrm>
            <a:off x="8331200" y="4535489"/>
            <a:ext cx="0" cy="9525"/>
          </a:xfrm>
          <a:prstGeom prst="line">
            <a:avLst/>
          </a:prstGeom>
          <a:noFill/>
          <a:ln w="25400">
            <a:solidFill>
              <a:srgbClr val="CDCDCD"/>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95239" name="Line 7"/>
          <p:cNvSpPr>
            <a:spLocks noChangeShapeType="1"/>
          </p:cNvSpPr>
          <p:nvPr/>
        </p:nvSpPr>
        <p:spPr bwMode="auto">
          <a:xfrm>
            <a:off x="8005763" y="4535489"/>
            <a:ext cx="0" cy="9525"/>
          </a:xfrm>
          <a:prstGeom prst="line">
            <a:avLst/>
          </a:prstGeom>
          <a:noFill/>
          <a:ln w="25400">
            <a:solidFill>
              <a:srgbClr val="CDCDCD"/>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95240" name="Line 8"/>
          <p:cNvSpPr>
            <a:spLocks noChangeShapeType="1"/>
          </p:cNvSpPr>
          <p:nvPr/>
        </p:nvSpPr>
        <p:spPr bwMode="auto">
          <a:xfrm>
            <a:off x="7677150" y="4535489"/>
            <a:ext cx="0" cy="9525"/>
          </a:xfrm>
          <a:prstGeom prst="line">
            <a:avLst/>
          </a:prstGeom>
          <a:noFill/>
          <a:ln w="25400">
            <a:solidFill>
              <a:srgbClr val="CDCDCD"/>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5" name="Rectangle 3"/>
          <p:cNvSpPr>
            <a:spLocks noGrp="1" noChangeArrowheads="1"/>
          </p:cNvSpPr>
          <p:nvPr>
            <p:ph type="title"/>
          </p:nvPr>
        </p:nvSpPr>
        <p:spPr>
          <a:xfrm>
            <a:off x="3565376" y="332656"/>
            <a:ext cx="6707088" cy="562074"/>
          </a:xfrm>
        </p:spPr>
        <p:style>
          <a:lnRef idx="2">
            <a:schemeClr val="accent3"/>
          </a:lnRef>
          <a:fillRef idx="1">
            <a:schemeClr val="lt1"/>
          </a:fillRef>
          <a:effectRef idx="0">
            <a:schemeClr val="accent3"/>
          </a:effectRef>
          <a:fontRef idx="minor">
            <a:schemeClr val="dk1"/>
          </a:fontRef>
        </p:style>
        <p:txBody>
          <a:bodyPr vert="horz" wrap="square" lIns="90488" tIns="44450" rIns="90488" bIns="44450" numCol="1" anchor="ctr" anchorCtr="1" compatLnSpc="1">
            <a:prstTxWarp prst="textNoShape">
              <a:avLst/>
            </a:prstTxWarp>
          </a:bodyPr>
          <a:lstStyle/>
          <a:p>
            <a:pPr eaLnBrk="1" hangingPunct="1"/>
            <a:r>
              <a:rPr lang="en-US" dirty="0">
                <a:latin typeface="Arial" charset="0"/>
              </a:rPr>
              <a:t>Example 7 – Solution </a:t>
            </a:r>
            <a:r>
              <a:rPr lang="en-US" sz="1600" dirty="0">
                <a:latin typeface="Arial" charset="0"/>
              </a:rPr>
              <a:t>(cont.)</a:t>
            </a:r>
          </a:p>
        </p:txBody>
      </p:sp>
      <p:grpSp>
        <p:nvGrpSpPr>
          <p:cNvPr id="16" name="Group 15"/>
          <p:cNvGrpSpPr/>
          <p:nvPr/>
        </p:nvGrpSpPr>
        <p:grpSpPr>
          <a:xfrm>
            <a:off x="2135561" y="1268760"/>
            <a:ext cx="4716017" cy="4980434"/>
            <a:chOff x="4320480" y="1328886"/>
            <a:chExt cx="4716017" cy="4980434"/>
          </a:xfrm>
        </p:grpSpPr>
        <p:sp>
          <p:nvSpPr>
            <p:cNvPr id="17" name="Rectangle 4"/>
            <p:cNvSpPr>
              <a:spLocks noChangeArrowheads="1"/>
            </p:cNvSpPr>
            <p:nvPr/>
          </p:nvSpPr>
          <p:spPr bwMode="auto">
            <a:xfrm>
              <a:off x="4355976" y="1412776"/>
              <a:ext cx="38100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0488" tIns="44450" rIns="90488" bIns="44450"/>
            <a:lstStyle/>
            <a:p>
              <a:pPr>
                <a:spcBef>
                  <a:spcPct val="20000"/>
                </a:spcBef>
              </a:pPr>
              <a:r>
                <a:rPr lang="en-US" sz="2800" dirty="0">
                  <a:solidFill>
                    <a:srgbClr val="0000FF"/>
                  </a:solidFill>
                </a:rPr>
                <a:t>Test Statistic: </a:t>
              </a:r>
            </a:p>
            <a:p>
              <a:pPr>
                <a:spcBef>
                  <a:spcPct val="20000"/>
                </a:spcBef>
              </a:pPr>
              <a:r>
                <a:rPr lang="en-US" sz="2800" dirty="0">
                  <a:solidFill>
                    <a:srgbClr val="0000FF"/>
                  </a:solidFill>
                </a:rPr>
                <a:t>Critical value: </a:t>
              </a:r>
            </a:p>
            <a:p>
              <a:pPr>
                <a:spcBef>
                  <a:spcPct val="20000"/>
                </a:spcBef>
              </a:pPr>
              <a:r>
                <a:rPr lang="en-US" sz="2800" dirty="0">
                  <a:solidFill>
                    <a:srgbClr val="0000FF"/>
                  </a:solidFill>
                </a:rPr>
                <a:t>Decision:</a:t>
              </a:r>
            </a:p>
            <a:p>
              <a:pPr>
                <a:spcBef>
                  <a:spcPct val="20000"/>
                </a:spcBef>
              </a:pPr>
              <a:endParaRPr lang="en-US" sz="2800" dirty="0">
                <a:solidFill>
                  <a:schemeClr val="tx2"/>
                </a:solidFill>
              </a:endParaRPr>
            </a:p>
            <a:p>
              <a:pPr>
                <a:spcBef>
                  <a:spcPct val="20000"/>
                </a:spcBef>
              </a:pPr>
              <a:endParaRPr lang="en-US" sz="2800" dirty="0">
                <a:solidFill>
                  <a:schemeClr val="tx2"/>
                </a:solidFill>
              </a:endParaRPr>
            </a:p>
            <a:p>
              <a:pPr>
                <a:spcBef>
                  <a:spcPct val="20000"/>
                </a:spcBef>
              </a:pPr>
              <a:endParaRPr lang="en-US" sz="2800" dirty="0">
                <a:solidFill>
                  <a:schemeClr val="tx2"/>
                </a:solidFill>
              </a:endParaRPr>
            </a:p>
            <a:p>
              <a:pPr>
                <a:spcBef>
                  <a:spcPct val="20000"/>
                </a:spcBef>
              </a:pPr>
              <a:r>
                <a:rPr lang="en-US" sz="2800" dirty="0">
                  <a:solidFill>
                    <a:srgbClr val="0000FF"/>
                  </a:solidFill>
                </a:rPr>
                <a:t>Conclusion:</a:t>
              </a:r>
            </a:p>
            <a:p>
              <a:pPr latinLnBrk="1">
                <a:spcBef>
                  <a:spcPct val="20000"/>
                </a:spcBef>
              </a:pPr>
              <a:endParaRPr lang="en-US" sz="2800" dirty="0">
                <a:solidFill>
                  <a:schemeClr val="tx2"/>
                </a:solidFill>
              </a:endParaRPr>
            </a:p>
          </p:txBody>
        </p:sp>
        <p:sp>
          <p:nvSpPr>
            <p:cNvPr id="18" name="Rectangle 5"/>
            <p:cNvSpPr>
              <a:spLocks noChangeArrowheads="1"/>
            </p:cNvSpPr>
            <p:nvPr/>
          </p:nvSpPr>
          <p:spPr bwMode="auto">
            <a:xfrm>
              <a:off x="4320480" y="2910666"/>
              <a:ext cx="4572000" cy="13824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a:spcBef>
                  <a:spcPct val="50000"/>
                </a:spcBef>
              </a:pPr>
              <a:r>
                <a:rPr lang="en-US" sz="2800" dirty="0">
                  <a:effectLst>
                    <a:outerShdw blurRad="38100" dist="38100" dir="2700000" algn="tl">
                      <a:srgbClr val="DDDDDD"/>
                    </a:outerShdw>
                  </a:effectLst>
                </a:rPr>
                <a:t>Since, test statistic value &lt; critical value, thus do not reject H</a:t>
              </a:r>
              <a:r>
                <a:rPr lang="en-US" sz="2800" baseline="-25000" dirty="0">
                  <a:effectLst>
                    <a:outerShdw blurRad="38100" dist="38100" dir="2700000" algn="tl">
                      <a:srgbClr val="DDDDDD"/>
                    </a:outerShdw>
                  </a:effectLst>
                </a:rPr>
                <a:t>0</a:t>
              </a:r>
              <a:r>
                <a:rPr lang="en-US" sz="2800" dirty="0">
                  <a:effectLst>
                    <a:outerShdw blurRad="38100" dist="38100" dir="2700000" algn="tl">
                      <a:srgbClr val="DDDDDD"/>
                    </a:outerShdw>
                  </a:effectLst>
                </a:rPr>
                <a:t> at </a:t>
              </a:r>
              <a:r>
                <a:rPr lang="en-US" sz="2800" dirty="0">
                  <a:effectLst>
                    <a:outerShdw blurRad="38100" dist="38100" dir="2700000" algn="tl">
                      <a:srgbClr val="DDDDDD"/>
                    </a:outerShdw>
                  </a:effectLst>
                  <a:latin typeface="Symbol" charset="0"/>
                </a:rPr>
                <a:t></a:t>
              </a:r>
              <a:r>
                <a:rPr lang="en-US" sz="2800" dirty="0">
                  <a:effectLst>
                    <a:outerShdw blurRad="38100" dist="38100" dir="2700000" algn="tl">
                      <a:srgbClr val="DDDDDD"/>
                    </a:outerShdw>
                  </a:effectLst>
                </a:rPr>
                <a:t> = 0.05</a:t>
              </a:r>
            </a:p>
          </p:txBody>
        </p:sp>
        <p:sp>
          <p:nvSpPr>
            <p:cNvPr id="19" name="Rectangle 6"/>
            <p:cNvSpPr>
              <a:spLocks noChangeArrowheads="1"/>
            </p:cNvSpPr>
            <p:nvPr/>
          </p:nvSpPr>
          <p:spPr bwMode="auto">
            <a:xfrm>
              <a:off x="4355976" y="4926890"/>
              <a:ext cx="4536504" cy="13824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a:spcBef>
                  <a:spcPct val="50000"/>
                </a:spcBef>
              </a:pPr>
              <a:r>
                <a:rPr lang="en-US" sz="2800" dirty="0">
                  <a:effectLst>
                    <a:outerShdw blurRad="38100" dist="38100" dir="2700000" algn="tl">
                      <a:srgbClr val="DDDDDD"/>
                    </a:outerShdw>
                  </a:effectLst>
                </a:rPr>
                <a:t>There is evidence that gender and hand preference are independent. </a:t>
              </a:r>
            </a:p>
          </p:txBody>
        </p:sp>
        <p:sp>
          <p:nvSpPr>
            <p:cNvPr id="20" name="Rectangle 10"/>
            <p:cNvSpPr>
              <a:spLocks noChangeArrowheads="1"/>
            </p:cNvSpPr>
            <p:nvPr/>
          </p:nvSpPr>
          <p:spPr bwMode="auto">
            <a:xfrm>
              <a:off x="6372200" y="1328886"/>
              <a:ext cx="2078037" cy="5159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spcBef>
                  <a:spcPct val="50000"/>
                </a:spcBef>
              </a:pPr>
              <a:r>
                <a:rPr lang="en-US" sz="2800" dirty="0">
                  <a:effectLst>
                    <a:outerShdw blurRad="38100" dist="38100" dir="2700000" algn="tl">
                      <a:srgbClr val="DDDDDD"/>
                    </a:outerShdw>
                  </a:effectLst>
                  <a:latin typeface="Symbol" charset="0"/>
                </a:rPr>
                <a:t></a:t>
              </a:r>
              <a:r>
                <a:rPr lang="en-US" sz="2800" baseline="30000" dirty="0">
                  <a:effectLst>
                    <a:outerShdw blurRad="38100" dist="38100" dir="2700000" algn="tl">
                      <a:srgbClr val="DDDDDD"/>
                    </a:outerShdw>
                  </a:effectLst>
                </a:rPr>
                <a:t>2</a:t>
              </a:r>
              <a:r>
                <a:rPr lang="en-US" sz="2800" dirty="0">
                  <a:effectLst>
                    <a:outerShdw blurRad="38100" dist="38100" dir="2700000" algn="tl">
                      <a:srgbClr val="DDDDDD"/>
                    </a:outerShdw>
                  </a:effectLst>
                </a:rPr>
                <a:t> = 0.7576</a:t>
              </a:r>
            </a:p>
          </p:txBody>
        </p:sp>
        <p:sp>
          <p:nvSpPr>
            <p:cNvPr id="21" name="Rectangle 10"/>
            <p:cNvSpPr>
              <a:spLocks noChangeArrowheads="1"/>
            </p:cNvSpPr>
            <p:nvPr/>
          </p:nvSpPr>
          <p:spPr bwMode="auto">
            <a:xfrm>
              <a:off x="6372201" y="1832942"/>
              <a:ext cx="2664296" cy="5206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a:spcBef>
                  <a:spcPct val="50000"/>
                </a:spcBef>
              </a:pPr>
              <a:r>
                <a:rPr lang="en-US" sz="2800" dirty="0">
                  <a:effectLst>
                    <a:outerShdw blurRad="38100" dist="38100" dir="2700000" algn="tl">
                      <a:srgbClr val="DDDDDD"/>
                    </a:outerShdw>
                  </a:effectLst>
                  <a:latin typeface="Symbol" charset="0"/>
                </a:rPr>
                <a:t></a:t>
              </a:r>
              <a:r>
                <a:rPr lang="en-US" sz="2800" baseline="30000" dirty="0">
                  <a:effectLst>
                    <a:outerShdw blurRad="38100" dist="38100" dir="2700000" algn="tl">
                      <a:srgbClr val="DDDDDD"/>
                    </a:outerShdw>
                  </a:effectLst>
                </a:rPr>
                <a:t>2</a:t>
              </a:r>
              <a:r>
                <a:rPr lang="en-US" sz="2000" baseline="-25000" dirty="0">
                  <a:effectLst>
                    <a:outerShdw blurRad="38100" dist="38100" dir="2700000" algn="tl">
                      <a:srgbClr val="DDDDDD"/>
                    </a:outerShdw>
                  </a:effectLst>
                </a:rPr>
                <a:t>k=1,</a:t>
              </a:r>
              <a:r>
                <a:rPr lang="en-US" sz="2000" baseline="-25000" dirty="0">
                  <a:effectLst>
                    <a:outerShdw blurRad="38100" dist="38100" dir="2700000" algn="tl">
                      <a:srgbClr val="DDDDDD"/>
                    </a:outerShdw>
                  </a:effectLst>
                  <a:latin typeface="Symbol" charset="0"/>
                </a:rPr>
                <a:t></a:t>
              </a:r>
              <a:r>
                <a:rPr lang="en-US" sz="2000" baseline="-25000" dirty="0">
                  <a:effectLst>
                    <a:outerShdw blurRad="38100" dist="38100" dir="2700000" algn="tl">
                      <a:srgbClr val="DDDDDD"/>
                    </a:outerShdw>
                  </a:effectLst>
                </a:rPr>
                <a:t> = 0.05</a:t>
              </a:r>
              <a:r>
                <a:rPr lang="en-US" sz="2800" baseline="-25000" dirty="0">
                  <a:effectLst>
                    <a:outerShdw blurRad="38100" dist="38100" dir="2700000" algn="tl">
                      <a:srgbClr val="DDDDDD"/>
                    </a:outerShdw>
                  </a:effectLst>
                </a:rPr>
                <a:t>  </a:t>
              </a:r>
              <a:r>
                <a:rPr lang="en-US" sz="2800" dirty="0">
                  <a:effectLst>
                    <a:outerShdw blurRad="38100" dist="38100" dir="2700000" algn="tl">
                      <a:srgbClr val="DDDDDD"/>
                    </a:outerShdw>
                  </a:effectLst>
                </a:rPr>
                <a:t>= 3.841</a:t>
              </a:r>
            </a:p>
          </p:txBody>
        </p:sp>
      </p:grpSp>
      <p:graphicFrame>
        <p:nvGraphicFramePr>
          <p:cNvPr id="22" name="Object 7">
            <a:hlinkClick r:id="" action="ppaction://ole?verb=0"/>
          </p:cNvPr>
          <p:cNvGraphicFramePr>
            <a:graphicFrameLocks/>
          </p:cNvGraphicFramePr>
          <p:nvPr>
            <p:extLst>
              <p:ext uri="{D42A27DB-BD31-4B8C-83A1-F6EECF244321}">
                <p14:modId xmlns:p14="http://schemas.microsoft.com/office/powerpoint/2010/main" val="2779127900"/>
              </p:ext>
            </p:extLst>
          </p:nvPr>
        </p:nvGraphicFramePr>
        <p:xfrm>
          <a:off x="6888089" y="2564904"/>
          <a:ext cx="3578225" cy="2312988"/>
        </p:xfrm>
        <a:graphic>
          <a:graphicData uri="http://schemas.openxmlformats.org/presentationml/2006/ole">
            <mc:AlternateContent xmlns:mc="http://schemas.openxmlformats.org/markup-compatibility/2006">
              <mc:Choice xmlns:v="urn:schemas-microsoft-com:vml" Requires="v">
                <p:oleObj name="VISIO" r:id="rId2" imgW="3552692" imgH="2295515" progId="Visio.Drawing.4">
                  <p:embed/>
                </p:oleObj>
              </mc:Choice>
              <mc:Fallback>
                <p:oleObj name="VISIO" r:id="rId2" imgW="3552692" imgH="2295515" progId="Visio.Drawing.4">
                  <p:embed/>
                  <p:pic>
                    <p:nvPicPr>
                      <p:cNvPr id="0" name=""/>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88089" y="2564904"/>
                        <a:ext cx="3578225" cy="2312988"/>
                      </a:xfrm>
                      <a:prstGeom prst="rect">
                        <a:avLst/>
                      </a:prstGeom>
                      <a:noFill/>
                      <a:ln>
                        <a:noFill/>
                      </a:ln>
                      <a:effectLst>
                        <a:outerShdw blurRad="63500" dist="38099" dir="2700000" algn="ctr" rotWithShape="0">
                          <a:schemeClr val="bg2">
                            <a:alpha val="74998"/>
                          </a:scheme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1095815760"/>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9" name="Slide Number Placeholder 5"/>
          <p:cNvSpPr>
            <a:spLocks noGrp="1"/>
          </p:cNvSpPr>
          <p:nvPr>
            <p:ph type="sldNum" sz="quarter" idx="4294967295"/>
          </p:nvPr>
        </p:nvSpPr>
        <p:spPr>
          <a:xfrm>
            <a:off x="9417496" y="6553200"/>
            <a:ext cx="1143000" cy="304800"/>
          </a:xfrm>
          <a:prstGeom prst="rect">
            <a:avLst/>
          </a:prstGeom>
          <a:noFill/>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a:defRPr sz="2400">
                <a:solidFill>
                  <a:schemeClr val="tx1"/>
                </a:solidFill>
                <a:latin typeface="Arial" charset="0"/>
                <a:ea typeface="ＭＳ Ｐゴシック" charset="0"/>
              </a:defRPr>
            </a:lvl1pPr>
            <a:lvl2pPr>
              <a:defRPr sz="2000">
                <a:solidFill>
                  <a:schemeClr val="tx1"/>
                </a:solidFill>
                <a:latin typeface="Arial" charset="0"/>
                <a:ea typeface="ＭＳ Ｐゴシック" charset="0"/>
              </a:defRPr>
            </a:lvl2pPr>
            <a:lvl3pPr>
              <a:defRPr sz="2000">
                <a:solidFill>
                  <a:schemeClr val="tx1"/>
                </a:solidFill>
                <a:latin typeface="Arial" charset="0"/>
                <a:ea typeface="ＭＳ Ｐゴシック" charset="0"/>
              </a:defRPr>
            </a:lvl3pPr>
            <a:lvl4pPr>
              <a:defRPr sz="2000">
                <a:solidFill>
                  <a:schemeClr val="tx1"/>
                </a:solidFill>
                <a:latin typeface="Arial" charset="0"/>
                <a:ea typeface="ＭＳ Ｐゴシック" charset="0"/>
              </a:defRPr>
            </a:lvl4pPr>
            <a:lvl5pPr>
              <a:defRPr sz="2000">
                <a:solidFill>
                  <a:schemeClr val="tx1"/>
                </a:solidFill>
                <a:latin typeface="Arial" charset="0"/>
                <a:ea typeface="ＭＳ Ｐゴシック" charset="0"/>
              </a:defRPr>
            </a:lvl5pPr>
            <a:lvl6pPr eaLnBrk="0" hangingPunct="0">
              <a:defRPr sz="2000">
                <a:solidFill>
                  <a:schemeClr val="tx1"/>
                </a:solidFill>
                <a:latin typeface="Arial" charset="0"/>
                <a:ea typeface="ＭＳ Ｐゴシック" charset="0"/>
              </a:defRPr>
            </a:lvl6pPr>
            <a:lvl7pPr eaLnBrk="0" hangingPunct="0">
              <a:defRPr sz="2000">
                <a:solidFill>
                  <a:schemeClr val="tx1"/>
                </a:solidFill>
                <a:latin typeface="Arial" charset="0"/>
                <a:ea typeface="ＭＳ Ｐゴシック" charset="0"/>
              </a:defRPr>
            </a:lvl7pPr>
            <a:lvl8pPr eaLnBrk="0" hangingPunct="0">
              <a:defRPr sz="2000">
                <a:solidFill>
                  <a:schemeClr val="tx1"/>
                </a:solidFill>
                <a:latin typeface="Arial" charset="0"/>
                <a:ea typeface="ＭＳ Ｐゴシック" charset="0"/>
              </a:defRPr>
            </a:lvl8pPr>
            <a:lvl9pPr eaLnBrk="0" hangingPunct="0">
              <a:defRPr sz="2000">
                <a:solidFill>
                  <a:schemeClr val="tx1"/>
                </a:solidFill>
                <a:latin typeface="Arial" charset="0"/>
                <a:ea typeface="ＭＳ Ｐゴシック" charset="0"/>
              </a:defRPr>
            </a:lvl9pPr>
          </a:lstStyle>
          <a:p>
            <a:fld id="{08E329B0-7750-394C-9CE8-4C7A1609254F}" type="slidenum">
              <a:rPr lang="en-US" sz="1000">
                <a:solidFill>
                  <a:schemeClr val="bg1"/>
                </a:solidFill>
              </a:rPr>
              <a:pPr/>
              <a:t>70</a:t>
            </a:fld>
            <a:endParaRPr lang="en-US" sz="1000">
              <a:solidFill>
                <a:schemeClr val="bg1"/>
              </a:solidFill>
            </a:endParaRPr>
          </a:p>
        </p:txBody>
      </p:sp>
      <p:sp>
        <p:nvSpPr>
          <p:cNvPr id="96261" name="Rectangle 3"/>
          <p:cNvSpPr>
            <a:spLocks noGrp="1" noChangeArrowheads="1"/>
          </p:cNvSpPr>
          <p:nvPr>
            <p:ph type="body" idx="1"/>
          </p:nvPr>
        </p:nvSpPr>
        <p:spPr>
          <a:xfrm>
            <a:off x="1703512" y="1196753"/>
            <a:ext cx="8712968" cy="4525963"/>
          </a:xfrm>
        </p:spPr>
        <p:txBody>
          <a:bodyPr/>
          <a:lstStyle/>
          <a:p>
            <a:pPr marL="0" indent="0" algn="just" eaLnBrk="1" hangingPunct="1">
              <a:buNone/>
            </a:pPr>
            <a:r>
              <a:rPr lang="en-US" sz="2000" dirty="0">
                <a:latin typeface="Arial" charset="0"/>
              </a:rPr>
              <a:t>Jail inmates can be classified into one of the following four categories according to the type of crime committed: violent crime, crime against property, drug offenses, and public-order offenses. Suppose that random samples of 500 male inmates and 500 female inmates are selected, and each inmate is classified according to type of offense.</a:t>
            </a:r>
          </a:p>
        </p:txBody>
      </p:sp>
      <p:graphicFrame>
        <p:nvGraphicFramePr>
          <p:cNvPr id="6" name="Group 35"/>
          <p:cNvGraphicFramePr>
            <a:graphicFrameLocks/>
          </p:cNvGraphicFramePr>
          <p:nvPr>
            <p:extLst>
              <p:ext uri="{D42A27DB-BD31-4B8C-83A1-F6EECF244321}">
                <p14:modId xmlns:p14="http://schemas.microsoft.com/office/powerpoint/2010/main" val="3706098359"/>
              </p:ext>
            </p:extLst>
          </p:nvPr>
        </p:nvGraphicFramePr>
        <p:xfrm>
          <a:off x="2279578" y="2924946"/>
          <a:ext cx="7056783" cy="2304255"/>
        </p:xfrm>
        <a:graphic>
          <a:graphicData uri="http://schemas.openxmlformats.org/drawingml/2006/table">
            <a:tbl>
              <a:tblPr/>
              <a:tblGrid>
                <a:gridCol w="2352261">
                  <a:extLst>
                    <a:ext uri="{9D8B030D-6E8A-4147-A177-3AD203B41FA5}">
                      <a16:colId xmlns:a16="http://schemas.microsoft.com/office/drawing/2014/main" val="20000"/>
                    </a:ext>
                  </a:extLst>
                </a:gridCol>
                <a:gridCol w="2352261">
                  <a:extLst>
                    <a:ext uri="{9D8B030D-6E8A-4147-A177-3AD203B41FA5}">
                      <a16:colId xmlns:a16="http://schemas.microsoft.com/office/drawing/2014/main" val="20001"/>
                    </a:ext>
                  </a:extLst>
                </a:gridCol>
                <a:gridCol w="2352261">
                  <a:extLst>
                    <a:ext uri="{9D8B030D-6E8A-4147-A177-3AD203B41FA5}">
                      <a16:colId xmlns:a16="http://schemas.microsoft.com/office/drawing/2014/main" val="20002"/>
                    </a:ext>
                  </a:extLst>
                </a:gridCol>
              </a:tblGrid>
              <a:tr h="393010">
                <a:tc rowSpan="2">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a:solidFill>
                            <a:schemeClr val="tx1"/>
                          </a:solidFill>
                          <a:latin typeface="Arial" charset="0"/>
                        </a:defRPr>
                      </a:lvl3pPr>
                      <a:lvl4pPr>
                        <a:spcBef>
                          <a:spcPct val="20000"/>
                        </a:spcBef>
                        <a:defRPr>
                          <a:solidFill>
                            <a:schemeClr val="tx1"/>
                          </a:solidFill>
                          <a:latin typeface="Arial" charset="0"/>
                        </a:defRPr>
                      </a:lvl4pPr>
                      <a:lvl5pPr>
                        <a:spcBef>
                          <a:spcPct val="20000"/>
                        </a:spcBef>
                        <a:defRPr>
                          <a:solidFill>
                            <a:schemeClr val="tx1"/>
                          </a:solidFill>
                          <a:latin typeface="Arial" charset="0"/>
                        </a:defRPr>
                      </a:lvl5pPr>
                      <a:lvl6pPr fontAlgn="base">
                        <a:spcBef>
                          <a:spcPct val="20000"/>
                        </a:spcBef>
                        <a:spcAft>
                          <a:spcPct val="0"/>
                        </a:spcAft>
                        <a:defRPr>
                          <a:solidFill>
                            <a:schemeClr val="tx1"/>
                          </a:solidFill>
                          <a:latin typeface="Arial" charset="0"/>
                        </a:defRPr>
                      </a:lvl6pPr>
                      <a:lvl7pPr fontAlgn="base">
                        <a:spcBef>
                          <a:spcPct val="20000"/>
                        </a:spcBef>
                        <a:spcAft>
                          <a:spcPct val="0"/>
                        </a:spcAft>
                        <a:defRPr>
                          <a:solidFill>
                            <a:schemeClr val="tx1"/>
                          </a:solidFill>
                          <a:latin typeface="Arial" charset="0"/>
                        </a:defRPr>
                      </a:lvl7pPr>
                      <a:lvl8pPr fontAlgn="base">
                        <a:spcBef>
                          <a:spcPct val="20000"/>
                        </a:spcBef>
                        <a:spcAft>
                          <a:spcPct val="0"/>
                        </a:spcAft>
                        <a:defRPr>
                          <a:solidFill>
                            <a:schemeClr val="tx1"/>
                          </a:solidFill>
                          <a:latin typeface="Arial" charset="0"/>
                        </a:defRPr>
                      </a:lvl8pPr>
                      <a:lvl9pPr fontAlgn="base">
                        <a:spcBef>
                          <a:spcPct val="20000"/>
                        </a:spcBef>
                        <a:spcAft>
                          <a:spcPct val="0"/>
                        </a:spcAft>
                        <a:defRPr>
                          <a:solidFill>
                            <a:schemeClr val="tx1"/>
                          </a:solidFill>
                          <a:latin typeface="Arial"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800" b="1" i="0" u="none" strike="noStrike" cap="none" normalizeH="0" baseline="0" dirty="0">
                        <a:ln>
                          <a:noFill/>
                        </a:ln>
                        <a:solidFill>
                          <a:schemeClr val="tx1"/>
                        </a:solidFill>
                        <a:effectLst/>
                        <a:latin typeface="Arial" charset="0"/>
                      </a:endParaRPr>
                    </a:p>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800" b="1" i="0" u="none" strike="noStrike" cap="none" normalizeH="0" baseline="0" dirty="0">
                          <a:ln>
                            <a:noFill/>
                          </a:ln>
                          <a:solidFill>
                            <a:schemeClr val="tx1"/>
                          </a:solidFill>
                          <a:effectLst/>
                          <a:latin typeface="Arial" charset="0"/>
                        </a:rPr>
                        <a:t>Type of Crime</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99"/>
                    </a:solidFill>
                  </a:tcPr>
                </a:tc>
                <a:tc gridSpan="2">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a:solidFill>
                            <a:schemeClr val="tx1"/>
                          </a:solidFill>
                          <a:latin typeface="Arial" charset="0"/>
                        </a:defRPr>
                      </a:lvl3pPr>
                      <a:lvl4pPr>
                        <a:spcBef>
                          <a:spcPct val="20000"/>
                        </a:spcBef>
                        <a:defRPr>
                          <a:solidFill>
                            <a:schemeClr val="tx1"/>
                          </a:solidFill>
                          <a:latin typeface="Arial" charset="0"/>
                        </a:defRPr>
                      </a:lvl4pPr>
                      <a:lvl5pPr>
                        <a:spcBef>
                          <a:spcPct val="20000"/>
                        </a:spcBef>
                        <a:defRPr>
                          <a:solidFill>
                            <a:schemeClr val="tx1"/>
                          </a:solidFill>
                          <a:latin typeface="Arial" charset="0"/>
                        </a:defRPr>
                      </a:lvl5pPr>
                      <a:lvl6pPr fontAlgn="base">
                        <a:spcBef>
                          <a:spcPct val="20000"/>
                        </a:spcBef>
                        <a:spcAft>
                          <a:spcPct val="0"/>
                        </a:spcAft>
                        <a:defRPr>
                          <a:solidFill>
                            <a:schemeClr val="tx1"/>
                          </a:solidFill>
                          <a:latin typeface="Arial" charset="0"/>
                        </a:defRPr>
                      </a:lvl6pPr>
                      <a:lvl7pPr fontAlgn="base">
                        <a:spcBef>
                          <a:spcPct val="20000"/>
                        </a:spcBef>
                        <a:spcAft>
                          <a:spcPct val="0"/>
                        </a:spcAft>
                        <a:defRPr>
                          <a:solidFill>
                            <a:schemeClr val="tx1"/>
                          </a:solidFill>
                          <a:latin typeface="Arial" charset="0"/>
                        </a:defRPr>
                      </a:lvl7pPr>
                      <a:lvl8pPr fontAlgn="base">
                        <a:spcBef>
                          <a:spcPct val="20000"/>
                        </a:spcBef>
                        <a:spcAft>
                          <a:spcPct val="0"/>
                        </a:spcAft>
                        <a:defRPr>
                          <a:solidFill>
                            <a:schemeClr val="tx1"/>
                          </a:solidFill>
                          <a:latin typeface="Arial" charset="0"/>
                        </a:defRPr>
                      </a:lvl8pPr>
                      <a:lvl9pPr fontAlgn="base">
                        <a:spcBef>
                          <a:spcPct val="20000"/>
                        </a:spcBef>
                        <a:spcAft>
                          <a:spcPct val="0"/>
                        </a:spcAft>
                        <a:defRPr>
                          <a:solidFill>
                            <a:schemeClr val="tx1"/>
                          </a:solidFill>
                          <a:latin typeface="Arial"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800" b="1" i="0" u="none" strike="noStrike" cap="none" normalizeH="0" baseline="0">
                          <a:ln>
                            <a:noFill/>
                          </a:ln>
                          <a:solidFill>
                            <a:schemeClr val="tx1"/>
                          </a:solidFill>
                          <a:effectLst/>
                          <a:latin typeface="Arial" charset="0"/>
                        </a:rPr>
                        <a:t>Gender</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99"/>
                    </a:solidFill>
                  </a:tcPr>
                </a:tc>
                <a:tc hMerge="1">
                  <a:txBody>
                    <a:bodyPr/>
                    <a:lstStyle/>
                    <a:p>
                      <a:endParaRPr lang="en-AU"/>
                    </a:p>
                  </a:txBody>
                  <a:tcPr/>
                </a:tc>
                <a:extLst>
                  <a:ext uri="{0D108BD9-81ED-4DB2-BD59-A6C34878D82A}">
                    <a16:rowId xmlns:a16="http://schemas.microsoft.com/office/drawing/2014/main" val="10000"/>
                  </a:ext>
                </a:extLst>
              </a:tr>
              <a:tr h="393010">
                <a:tc vMerge="1">
                  <a:txBody>
                    <a:bodyPr/>
                    <a:lstStyle/>
                    <a:p>
                      <a:endParaRPr lang="en-AU"/>
                    </a:p>
                  </a:txBody>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a:solidFill>
                            <a:schemeClr val="tx1"/>
                          </a:solidFill>
                          <a:latin typeface="Arial" charset="0"/>
                        </a:defRPr>
                      </a:lvl3pPr>
                      <a:lvl4pPr>
                        <a:spcBef>
                          <a:spcPct val="20000"/>
                        </a:spcBef>
                        <a:defRPr>
                          <a:solidFill>
                            <a:schemeClr val="tx1"/>
                          </a:solidFill>
                          <a:latin typeface="Arial" charset="0"/>
                        </a:defRPr>
                      </a:lvl4pPr>
                      <a:lvl5pPr>
                        <a:spcBef>
                          <a:spcPct val="20000"/>
                        </a:spcBef>
                        <a:defRPr>
                          <a:solidFill>
                            <a:schemeClr val="tx1"/>
                          </a:solidFill>
                          <a:latin typeface="Arial" charset="0"/>
                        </a:defRPr>
                      </a:lvl5pPr>
                      <a:lvl6pPr fontAlgn="base">
                        <a:spcBef>
                          <a:spcPct val="20000"/>
                        </a:spcBef>
                        <a:spcAft>
                          <a:spcPct val="0"/>
                        </a:spcAft>
                        <a:defRPr>
                          <a:solidFill>
                            <a:schemeClr val="tx1"/>
                          </a:solidFill>
                          <a:latin typeface="Arial" charset="0"/>
                        </a:defRPr>
                      </a:lvl6pPr>
                      <a:lvl7pPr fontAlgn="base">
                        <a:spcBef>
                          <a:spcPct val="20000"/>
                        </a:spcBef>
                        <a:spcAft>
                          <a:spcPct val="0"/>
                        </a:spcAft>
                        <a:defRPr>
                          <a:solidFill>
                            <a:schemeClr val="tx1"/>
                          </a:solidFill>
                          <a:latin typeface="Arial" charset="0"/>
                        </a:defRPr>
                      </a:lvl7pPr>
                      <a:lvl8pPr fontAlgn="base">
                        <a:spcBef>
                          <a:spcPct val="20000"/>
                        </a:spcBef>
                        <a:spcAft>
                          <a:spcPct val="0"/>
                        </a:spcAft>
                        <a:defRPr>
                          <a:solidFill>
                            <a:schemeClr val="tx1"/>
                          </a:solidFill>
                          <a:latin typeface="Arial" charset="0"/>
                        </a:defRPr>
                      </a:lvl8pPr>
                      <a:lvl9pPr fontAlgn="base">
                        <a:spcBef>
                          <a:spcPct val="20000"/>
                        </a:spcBef>
                        <a:spcAft>
                          <a:spcPct val="0"/>
                        </a:spcAft>
                        <a:defRPr>
                          <a:solidFill>
                            <a:schemeClr val="tx1"/>
                          </a:solidFill>
                          <a:latin typeface="Arial"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800" b="1" i="0" u="none" strike="noStrike" cap="none" normalizeH="0" baseline="0">
                          <a:ln>
                            <a:noFill/>
                          </a:ln>
                          <a:solidFill>
                            <a:schemeClr val="tx1"/>
                          </a:solidFill>
                          <a:effectLst/>
                          <a:latin typeface="Arial" charset="0"/>
                        </a:rPr>
                        <a:t>Male</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99"/>
                    </a:solid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a:solidFill>
                            <a:schemeClr val="tx1"/>
                          </a:solidFill>
                          <a:latin typeface="Arial" charset="0"/>
                        </a:defRPr>
                      </a:lvl3pPr>
                      <a:lvl4pPr>
                        <a:spcBef>
                          <a:spcPct val="20000"/>
                        </a:spcBef>
                        <a:defRPr>
                          <a:solidFill>
                            <a:schemeClr val="tx1"/>
                          </a:solidFill>
                          <a:latin typeface="Arial" charset="0"/>
                        </a:defRPr>
                      </a:lvl4pPr>
                      <a:lvl5pPr>
                        <a:spcBef>
                          <a:spcPct val="20000"/>
                        </a:spcBef>
                        <a:defRPr>
                          <a:solidFill>
                            <a:schemeClr val="tx1"/>
                          </a:solidFill>
                          <a:latin typeface="Arial" charset="0"/>
                        </a:defRPr>
                      </a:lvl5pPr>
                      <a:lvl6pPr fontAlgn="base">
                        <a:spcBef>
                          <a:spcPct val="20000"/>
                        </a:spcBef>
                        <a:spcAft>
                          <a:spcPct val="0"/>
                        </a:spcAft>
                        <a:defRPr>
                          <a:solidFill>
                            <a:schemeClr val="tx1"/>
                          </a:solidFill>
                          <a:latin typeface="Arial" charset="0"/>
                        </a:defRPr>
                      </a:lvl6pPr>
                      <a:lvl7pPr fontAlgn="base">
                        <a:spcBef>
                          <a:spcPct val="20000"/>
                        </a:spcBef>
                        <a:spcAft>
                          <a:spcPct val="0"/>
                        </a:spcAft>
                        <a:defRPr>
                          <a:solidFill>
                            <a:schemeClr val="tx1"/>
                          </a:solidFill>
                          <a:latin typeface="Arial" charset="0"/>
                        </a:defRPr>
                      </a:lvl7pPr>
                      <a:lvl8pPr fontAlgn="base">
                        <a:spcBef>
                          <a:spcPct val="20000"/>
                        </a:spcBef>
                        <a:spcAft>
                          <a:spcPct val="0"/>
                        </a:spcAft>
                        <a:defRPr>
                          <a:solidFill>
                            <a:schemeClr val="tx1"/>
                          </a:solidFill>
                          <a:latin typeface="Arial" charset="0"/>
                        </a:defRPr>
                      </a:lvl8pPr>
                      <a:lvl9pPr fontAlgn="base">
                        <a:spcBef>
                          <a:spcPct val="20000"/>
                        </a:spcBef>
                        <a:spcAft>
                          <a:spcPct val="0"/>
                        </a:spcAft>
                        <a:defRPr>
                          <a:solidFill>
                            <a:schemeClr val="tx1"/>
                          </a:solidFill>
                          <a:latin typeface="Arial"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800" b="1" i="0" u="none" strike="noStrike" cap="none" normalizeH="0" baseline="0">
                          <a:ln>
                            <a:noFill/>
                          </a:ln>
                          <a:solidFill>
                            <a:schemeClr val="tx1"/>
                          </a:solidFill>
                          <a:effectLst/>
                          <a:latin typeface="Arial" charset="0"/>
                        </a:rPr>
                        <a:t>Female</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99"/>
                    </a:solidFill>
                  </a:tcPr>
                </a:tc>
                <a:extLst>
                  <a:ext uri="{0D108BD9-81ED-4DB2-BD59-A6C34878D82A}">
                    <a16:rowId xmlns:a16="http://schemas.microsoft.com/office/drawing/2014/main" val="10001"/>
                  </a:ext>
                </a:extLst>
              </a:tr>
              <a:tr h="1518235">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a:solidFill>
                            <a:schemeClr val="tx1"/>
                          </a:solidFill>
                          <a:latin typeface="Arial" charset="0"/>
                        </a:defRPr>
                      </a:lvl3pPr>
                      <a:lvl4pPr>
                        <a:spcBef>
                          <a:spcPct val="20000"/>
                        </a:spcBef>
                        <a:defRPr>
                          <a:solidFill>
                            <a:schemeClr val="tx1"/>
                          </a:solidFill>
                          <a:latin typeface="Arial" charset="0"/>
                        </a:defRPr>
                      </a:lvl4pPr>
                      <a:lvl5pPr>
                        <a:spcBef>
                          <a:spcPct val="20000"/>
                        </a:spcBef>
                        <a:defRPr>
                          <a:solidFill>
                            <a:schemeClr val="tx1"/>
                          </a:solidFill>
                          <a:latin typeface="Arial" charset="0"/>
                        </a:defRPr>
                      </a:lvl5pPr>
                      <a:lvl6pPr fontAlgn="base">
                        <a:spcBef>
                          <a:spcPct val="20000"/>
                        </a:spcBef>
                        <a:spcAft>
                          <a:spcPct val="0"/>
                        </a:spcAft>
                        <a:defRPr>
                          <a:solidFill>
                            <a:schemeClr val="tx1"/>
                          </a:solidFill>
                          <a:latin typeface="Arial" charset="0"/>
                        </a:defRPr>
                      </a:lvl6pPr>
                      <a:lvl7pPr fontAlgn="base">
                        <a:spcBef>
                          <a:spcPct val="20000"/>
                        </a:spcBef>
                        <a:spcAft>
                          <a:spcPct val="0"/>
                        </a:spcAft>
                        <a:defRPr>
                          <a:solidFill>
                            <a:schemeClr val="tx1"/>
                          </a:solidFill>
                          <a:latin typeface="Arial" charset="0"/>
                        </a:defRPr>
                      </a:lvl7pPr>
                      <a:lvl8pPr fontAlgn="base">
                        <a:spcBef>
                          <a:spcPct val="20000"/>
                        </a:spcBef>
                        <a:spcAft>
                          <a:spcPct val="0"/>
                        </a:spcAft>
                        <a:defRPr>
                          <a:solidFill>
                            <a:schemeClr val="tx1"/>
                          </a:solidFill>
                          <a:latin typeface="Arial" charset="0"/>
                        </a:defRPr>
                      </a:lvl8pPr>
                      <a:lvl9pPr fontAlgn="base">
                        <a:spcBef>
                          <a:spcPct val="20000"/>
                        </a:spcBef>
                        <a:spcAft>
                          <a:spcPct val="0"/>
                        </a:spcAft>
                        <a:defRPr>
                          <a:solidFill>
                            <a:schemeClr val="tx1"/>
                          </a:solidFill>
                          <a:latin typeface="Arial" charset="0"/>
                        </a:defRPr>
                      </a:lvl9pPr>
                    </a:lstStyle>
                    <a:p>
                      <a:pPr marL="457200" marR="0" lvl="1" indent="0" algn="l" defTabSz="914400" rtl="0" eaLnBrk="1" fontAlgn="base" latinLnBrk="0" hangingPunct="1">
                        <a:lnSpc>
                          <a:spcPct val="100000"/>
                        </a:lnSpc>
                        <a:spcBef>
                          <a:spcPct val="2000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charset="0"/>
                        </a:rPr>
                        <a:t>Violent</a:t>
                      </a:r>
                    </a:p>
                    <a:p>
                      <a:pPr marL="457200" marR="0" lvl="1" indent="0" algn="l" defTabSz="914400" rtl="0" eaLnBrk="1" fontAlgn="base" latinLnBrk="0" hangingPunct="1">
                        <a:lnSpc>
                          <a:spcPct val="100000"/>
                        </a:lnSpc>
                        <a:spcBef>
                          <a:spcPct val="2000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charset="0"/>
                        </a:rPr>
                        <a:t>Property</a:t>
                      </a:r>
                    </a:p>
                    <a:p>
                      <a:pPr marL="457200" marR="0" lvl="1" indent="0" algn="l" defTabSz="914400" rtl="0" eaLnBrk="1" fontAlgn="base" latinLnBrk="0" hangingPunct="1">
                        <a:lnSpc>
                          <a:spcPct val="100000"/>
                        </a:lnSpc>
                        <a:spcBef>
                          <a:spcPct val="2000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charset="0"/>
                        </a:rPr>
                        <a:t>Drug</a:t>
                      </a:r>
                    </a:p>
                    <a:p>
                      <a:pPr marL="457200" marR="0" lvl="1" indent="0" algn="l" defTabSz="914400" rtl="0" eaLnBrk="1" fontAlgn="base" latinLnBrk="0" hangingPunct="1">
                        <a:lnSpc>
                          <a:spcPct val="100000"/>
                        </a:lnSpc>
                        <a:spcBef>
                          <a:spcPct val="2000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charset="0"/>
                        </a:rPr>
                        <a:t>Public-order</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99"/>
                    </a:solid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a:solidFill>
                            <a:schemeClr val="tx1"/>
                          </a:solidFill>
                          <a:latin typeface="Arial" charset="0"/>
                        </a:defRPr>
                      </a:lvl3pPr>
                      <a:lvl4pPr>
                        <a:spcBef>
                          <a:spcPct val="20000"/>
                        </a:spcBef>
                        <a:defRPr>
                          <a:solidFill>
                            <a:schemeClr val="tx1"/>
                          </a:solidFill>
                          <a:latin typeface="Arial" charset="0"/>
                        </a:defRPr>
                      </a:lvl4pPr>
                      <a:lvl5pPr>
                        <a:spcBef>
                          <a:spcPct val="20000"/>
                        </a:spcBef>
                        <a:defRPr>
                          <a:solidFill>
                            <a:schemeClr val="tx1"/>
                          </a:solidFill>
                          <a:latin typeface="Arial" charset="0"/>
                        </a:defRPr>
                      </a:lvl5pPr>
                      <a:lvl6pPr fontAlgn="base">
                        <a:spcBef>
                          <a:spcPct val="20000"/>
                        </a:spcBef>
                        <a:spcAft>
                          <a:spcPct val="0"/>
                        </a:spcAft>
                        <a:defRPr>
                          <a:solidFill>
                            <a:schemeClr val="tx1"/>
                          </a:solidFill>
                          <a:latin typeface="Arial" charset="0"/>
                        </a:defRPr>
                      </a:lvl6pPr>
                      <a:lvl7pPr fontAlgn="base">
                        <a:spcBef>
                          <a:spcPct val="20000"/>
                        </a:spcBef>
                        <a:spcAft>
                          <a:spcPct val="0"/>
                        </a:spcAft>
                        <a:defRPr>
                          <a:solidFill>
                            <a:schemeClr val="tx1"/>
                          </a:solidFill>
                          <a:latin typeface="Arial" charset="0"/>
                        </a:defRPr>
                      </a:lvl7pPr>
                      <a:lvl8pPr fontAlgn="base">
                        <a:spcBef>
                          <a:spcPct val="20000"/>
                        </a:spcBef>
                        <a:spcAft>
                          <a:spcPct val="0"/>
                        </a:spcAft>
                        <a:defRPr>
                          <a:solidFill>
                            <a:schemeClr val="tx1"/>
                          </a:solidFill>
                          <a:latin typeface="Arial" charset="0"/>
                        </a:defRPr>
                      </a:lvl8pPr>
                      <a:lvl9pPr fontAlgn="base">
                        <a:spcBef>
                          <a:spcPct val="20000"/>
                        </a:spcBef>
                        <a:spcAft>
                          <a:spcPct val="0"/>
                        </a:spcAft>
                        <a:defRPr>
                          <a:solidFill>
                            <a:schemeClr val="tx1"/>
                          </a:solidFill>
                          <a:latin typeface="Arial"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800" b="0" i="0" u="none" strike="noStrike" cap="none" normalizeH="0" baseline="0">
                          <a:ln>
                            <a:noFill/>
                          </a:ln>
                          <a:solidFill>
                            <a:schemeClr val="tx1"/>
                          </a:solidFill>
                          <a:effectLst/>
                          <a:latin typeface="Arial" charset="0"/>
                        </a:rPr>
                        <a:t>117</a:t>
                      </a:r>
                    </a:p>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800" b="0" i="0" u="none" strike="noStrike" cap="none" normalizeH="0" baseline="0">
                          <a:ln>
                            <a:noFill/>
                          </a:ln>
                          <a:solidFill>
                            <a:schemeClr val="tx1"/>
                          </a:solidFill>
                          <a:effectLst/>
                          <a:latin typeface="Arial" charset="0"/>
                        </a:rPr>
                        <a:t>150</a:t>
                      </a:r>
                    </a:p>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800" b="0" i="0" u="none" strike="noStrike" cap="none" normalizeH="0" baseline="0">
                          <a:ln>
                            <a:noFill/>
                          </a:ln>
                          <a:solidFill>
                            <a:schemeClr val="tx1"/>
                          </a:solidFill>
                          <a:effectLst/>
                          <a:latin typeface="Arial" charset="0"/>
                        </a:rPr>
                        <a:t>109</a:t>
                      </a:r>
                    </a:p>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800" b="0" i="0" u="none" strike="noStrike" cap="none" normalizeH="0" baseline="0">
                          <a:ln>
                            <a:noFill/>
                          </a:ln>
                          <a:solidFill>
                            <a:schemeClr val="tx1"/>
                          </a:solidFill>
                          <a:effectLst/>
                          <a:latin typeface="Arial" charset="0"/>
                        </a:rPr>
                        <a:t>124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99"/>
                    </a:solid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a:solidFill>
                            <a:schemeClr val="tx1"/>
                          </a:solidFill>
                          <a:latin typeface="Arial" charset="0"/>
                        </a:defRPr>
                      </a:lvl3pPr>
                      <a:lvl4pPr>
                        <a:spcBef>
                          <a:spcPct val="20000"/>
                        </a:spcBef>
                        <a:defRPr>
                          <a:solidFill>
                            <a:schemeClr val="tx1"/>
                          </a:solidFill>
                          <a:latin typeface="Arial" charset="0"/>
                        </a:defRPr>
                      </a:lvl4pPr>
                      <a:lvl5pPr>
                        <a:spcBef>
                          <a:spcPct val="20000"/>
                        </a:spcBef>
                        <a:defRPr>
                          <a:solidFill>
                            <a:schemeClr val="tx1"/>
                          </a:solidFill>
                          <a:latin typeface="Arial" charset="0"/>
                        </a:defRPr>
                      </a:lvl5pPr>
                      <a:lvl6pPr fontAlgn="base">
                        <a:spcBef>
                          <a:spcPct val="20000"/>
                        </a:spcBef>
                        <a:spcAft>
                          <a:spcPct val="0"/>
                        </a:spcAft>
                        <a:defRPr>
                          <a:solidFill>
                            <a:schemeClr val="tx1"/>
                          </a:solidFill>
                          <a:latin typeface="Arial" charset="0"/>
                        </a:defRPr>
                      </a:lvl6pPr>
                      <a:lvl7pPr fontAlgn="base">
                        <a:spcBef>
                          <a:spcPct val="20000"/>
                        </a:spcBef>
                        <a:spcAft>
                          <a:spcPct val="0"/>
                        </a:spcAft>
                        <a:defRPr>
                          <a:solidFill>
                            <a:schemeClr val="tx1"/>
                          </a:solidFill>
                          <a:latin typeface="Arial" charset="0"/>
                        </a:defRPr>
                      </a:lvl7pPr>
                      <a:lvl8pPr fontAlgn="base">
                        <a:spcBef>
                          <a:spcPct val="20000"/>
                        </a:spcBef>
                        <a:spcAft>
                          <a:spcPct val="0"/>
                        </a:spcAft>
                        <a:defRPr>
                          <a:solidFill>
                            <a:schemeClr val="tx1"/>
                          </a:solidFill>
                          <a:latin typeface="Arial" charset="0"/>
                        </a:defRPr>
                      </a:lvl8pPr>
                      <a:lvl9pPr fontAlgn="base">
                        <a:spcBef>
                          <a:spcPct val="20000"/>
                        </a:spcBef>
                        <a:spcAft>
                          <a:spcPct val="0"/>
                        </a:spcAft>
                        <a:defRPr>
                          <a:solidFill>
                            <a:schemeClr val="tx1"/>
                          </a:solidFill>
                          <a:latin typeface="Arial"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charset="0"/>
                        </a:rPr>
                        <a:t>66</a:t>
                      </a:r>
                    </a:p>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charset="0"/>
                        </a:rPr>
                        <a:t>160</a:t>
                      </a:r>
                    </a:p>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charset="0"/>
                        </a:rPr>
                        <a:t>168</a:t>
                      </a:r>
                    </a:p>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charset="0"/>
                        </a:rPr>
                        <a:t>106</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99"/>
                    </a:solidFill>
                  </a:tcPr>
                </a:tc>
                <a:extLst>
                  <a:ext uri="{0D108BD9-81ED-4DB2-BD59-A6C34878D82A}">
                    <a16:rowId xmlns:a16="http://schemas.microsoft.com/office/drawing/2014/main" val="10002"/>
                  </a:ext>
                </a:extLst>
              </a:tr>
            </a:tbl>
          </a:graphicData>
        </a:graphic>
      </p:graphicFrame>
      <p:sp>
        <p:nvSpPr>
          <p:cNvPr id="7" name="Rectangle 3"/>
          <p:cNvSpPr txBox="1">
            <a:spLocks noChangeArrowheads="1"/>
          </p:cNvSpPr>
          <p:nvPr/>
        </p:nvSpPr>
        <p:spPr bwMode="auto">
          <a:xfrm>
            <a:off x="1775520" y="5412358"/>
            <a:ext cx="8568952" cy="896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ＭＳ Ｐゴシック" charset="0"/>
                <a:cs typeface="ＭＳ Ｐゴシック" charset="0"/>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ＭＳ Ｐゴシック" charset="0"/>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ＭＳ Ｐゴシック" charset="0"/>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ＭＳ Ｐゴシック" charset="0"/>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ＭＳ Ｐゴシック" charset="0"/>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eaLnBrk="1" hangingPunct="1">
              <a:buNone/>
            </a:pPr>
            <a:r>
              <a:rPr lang="en-US" sz="1800" dirty="0">
                <a:latin typeface="Arial" charset="0"/>
              </a:rPr>
              <a:t>We would like to know whether male and female inmates differ with respect to type of offense. Test the relevant hypotheses using a significance level of 0.05.</a:t>
            </a:r>
          </a:p>
        </p:txBody>
      </p:sp>
      <p:sp>
        <p:nvSpPr>
          <p:cNvPr id="9" name="Title 1">
            <a:extLst>
              <a:ext uri="{FF2B5EF4-FFF2-40B4-BE49-F238E27FC236}">
                <a16:creationId xmlns:a16="http://schemas.microsoft.com/office/drawing/2014/main" id="{E8F5BAB5-3EAD-F247-B6B9-B6026987F886}"/>
              </a:ext>
            </a:extLst>
          </p:cNvPr>
          <p:cNvSpPr>
            <a:spLocks noGrp="1"/>
          </p:cNvSpPr>
          <p:nvPr>
            <p:ph type="title"/>
          </p:nvPr>
        </p:nvSpPr>
        <p:spPr>
          <a:xfrm>
            <a:off x="3647728" y="274638"/>
            <a:ext cx="6563072" cy="1143000"/>
          </a:xfrm>
        </p:spPr>
        <p:txBody>
          <a:bodyPr/>
          <a:lstStyle/>
          <a:p>
            <a:r>
              <a:rPr lang="en-US" sz="5400" b="1" dirty="0">
                <a:solidFill>
                  <a:srgbClr val="C00000"/>
                </a:solidFill>
              </a:rPr>
              <a:t>EXERCISE #3</a:t>
            </a:r>
          </a:p>
        </p:txBody>
      </p:sp>
    </p:spTree>
    <p:extLst>
      <p:ext uri="{BB962C8B-B14F-4D97-AF65-F5344CB8AC3E}">
        <p14:creationId xmlns:p14="http://schemas.microsoft.com/office/powerpoint/2010/main" val="286621023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1320</TotalTime>
  <Words>3924</Words>
  <Application>Microsoft Office PowerPoint</Application>
  <PresentationFormat>Widescreen</PresentationFormat>
  <Paragraphs>772</Paragraphs>
  <Slides>70</Slides>
  <Notes>35</Notes>
  <HiddenSlides>0</HiddenSlides>
  <MMClips>0</MMClips>
  <ScaleCrop>false</ScaleCrop>
  <HeadingPairs>
    <vt:vector size="8" baseType="variant">
      <vt:variant>
        <vt:lpstr>Fonts Used</vt:lpstr>
      </vt:variant>
      <vt:variant>
        <vt:i4>8</vt:i4>
      </vt:variant>
      <vt:variant>
        <vt:lpstr>Theme</vt:lpstr>
      </vt:variant>
      <vt:variant>
        <vt:i4>1</vt:i4>
      </vt:variant>
      <vt:variant>
        <vt:lpstr>Embedded OLE Servers</vt:lpstr>
      </vt:variant>
      <vt:variant>
        <vt:i4>4</vt:i4>
      </vt:variant>
      <vt:variant>
        <vt:lpstr>Slide Titles</vt:lpstr>
      </vt:variant>
      <vt:variant>
        <vt:i4>70</vt:i4>
      </vt:variant>
    </vt:vector>
  </HeadingPairs>
  <TitlesOfParts>
    <vt:vector size="83" baseType="lpstr">
      <vt:lpstr>ＭＳ Ｐゴシック</vt:lpstr>
      <vt:lpstr>Arial</vt:lpstr>
      <vt:lpstr>Britannic Bold</vt:lpstr>
      <vt:lpstr>Calibri</vt:lpstr>
      <vt:lpstr>Poppins</vt:lpstr>
      <vt:lpstr>Symbol</vt:lpstr>
      <vt:lpstr>Times New Roman</vt:lpstr>
      <vt:lpstr>Wingdings</vt:lpstr>
      <vt:lpstr>Office Theme</vt:lpstr>
      <vt:lpstr>Document</vt:lpstr>
      <vt:lpstr>VISIO</vt:lpstr>
      <vt:lpstr>ClipArt</vt:lpstr>
      <vt:lpstr>Equation</vt:lpstr>
      <vt:lpstr>PowerPoint Presentation</vt:lpstr>
      <vt:lpstr>PowerPoint Presentation</vt:lpstr>
      <vt:lpstr>PowerPoint Presentation</vt:lpstr>
      <vt:lpstr>Multinomial Experiment</vt:lpstr>
      <vt:lpstr>PowerPoint Presentation</vt:lpstr>
      <vt:lpstr>PowerPoint Presentation</vt:lpstr>
      <vt:lpstr>PowerPoint Presentation</vt:lpstr>
      <vt:lpstr>PowerPoint Presentation</vt:lpstr>
      <vt:lpstr>PowerPoint Presentation</vt:lpstr>
      <vt:lpstr>PowerPoint Presentation</vt:lpstr>
      <vt:lpstr>Key Question :  Are the differences between the observed values (O) and the theoretically expected values (E) statistically significant?</vt:lpstr>
      <vt:lpstr>PowerPoint Presentation</vt:lpstr>
      <vt:lpstr>PowerPoint Presentation</vt:lpstr>
      <vt:lpstr>PowerPoint Presentation</vt:lpstr>
      <vt:lpstr>PowerPoint Presentation</vt:lpstr>
      <vt:lpstr>Chi-Square (2) Test  for k Proportions</vt:lpstr>
      <vt:lpstr>One-Way Contingency Table</vt:lpstr>
      <vt:lpstr>Finding Critical Value</vt:lpstr>
      <vt:lpstr>PowerPoint Presentation</vt:lpstr>
      <vt:lpstr>Categories With Equal Frequencies/Probabilities</vt:lpstr>
      <vt:lpstr>Categories with Equal Frequencies/Probabilities</vt:lpstr>
      <vt:lpstr>A study was conducted on 147 cases of industrial accidents that required medical attention.  Test the claim that the accidents occur with equal proportions on the 5 workdays.</vt:lpstr>
      <vt:lpstr>PowerPoint Presentation</vt:lpstr>
      <vt:lpstr>PowerPoint Presentation</vt:lpstr>
      <vt:lpstr>PowerPoint Presentation</vt:lpstr>
      <vt:lpstr>PowerPoint Presentation</vt:lpstr>
      <vt:lpstr>PowerPoint Presentation</vt:lpstr>
      <vt:lpstr>PowerPoint Presentation</vt:lpstr>
      <vt:lpstr>Example 2 </vt:lpstr>
      <vt:lpstr>PowerPoint Presentation</vt:lpstr>
      <vt:lpstr>PowerPoint Presentation</vt:lpstr>
      <vt:lpstr>PowerPoint Presentation</vt:lpstr>
      <vt:lpstr>Example 3</vt:lpstr>
      <vt:lpstr>PowerPoint Presentation</vt:lpstr>
      <vt:lpstr>PowerPoint Presentation</vt:lpstr>
      <vt:lpstr>PowerPoint Presentation</vt:lpstr>
      <vt:lpstr>EXERCISE #1</vt:lpstr>
      <vt:lpstr>PowerPoint Presentation</vt:lpstr>
      <vt:lpstr>PowerPoint Presentation</vt:lpstr>
      <vt:lpstr>Categories with Unequal Frequencies/Probabilities</vt:lpstr>
      <vt:lpstr>Example 4</vt:lpstr>
      <vt:lpstr>Example 4 - Solution</vt:lpstr>
      <vt:lpstr>PowerPoint Presentation</vt:lpstr>
      <vt:lpstr>PowerPoint Presentation</vt:lpstr>
      <vt:lpstr>PowerPoint Presentation</vt:lpstr>
      <vt:lpstr>EXERCISE #2</vt:lpstr>
      <vt:lpstr>PowerPoint Presentation</vt:lpstr>
      <vt:lpstr>PowerPoint Presentation</vt:lpstr>
      <vt:lpstr>Chi-Square (2) Test of Independence</vt:lpstr>
      <vt:lpstr>PowerPoint Presentation</vt:lpstr>
      <vt:lpstr>Test hypotheses &amp; Test Statistic</vt:lpstr>
      <vt:lpstr>Calculation of Expected Counts</vt:lpstr>
      <vt:lpstr>Example 5</vt:lpstr>
      <vt:lpstr>Example 5 (cont.)</vt:lpstr>
      <vt:lpstr>Example 5 (cont.)</vt:lpstr>
      <vt:lpstr>Example 5 (cont.)</vt:lpstr>
      <vt:lpstr>Expected Count calculation formula:</vt:lpstr>
      <vt:lpstr>Example 5 (cont.)</vt:lpstr>
      <vt:lpstr>Example 5 (cont.)</vt:lpstr>
      <vt:lpstr>Example 6</vt:lpstr>
      <vt:lpstr>Example 6 - Solution</vt:lpstr>
      <vt:lpstr>Example 6 – Solution (cont.)</vt:lpstr>
      <vt:lpstr>Example 6 – Solution (cont.)</vt:lpstr>
      <vt:lpstr>Example 6 – Solution (cont.)</vt:lpstr>
      <vt:lpstr>Example 7</vt:lpstr>
      <vt:lpstr>Example 7 – Solution</vt:lpstr>
      <vt:lpstr>Example 7 – Solution (cont.)</vt:lpstr>
      <vt:lpstr>Example 7 – Solution (cont.)</vt:lpstr>
      <vt:lpstr>Example 7 – Solution (cont.)</vt:lpstr>
      <vt:lpstr>EXERCISE #3</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feddy</dc:creator>
  <cp:lastModifiedBy>SEAH CHOON SEN 17182</cp:lastModifiedBy>
  <cp:revision>151</cp:revision>
  <dcterms:created xsi:type="dcterms:W3CDTF">2013-01-02T01:15:37Z</dcterms:created>
  <dcterms:modified xsi:type="dcterms:W3CDTF">2026-03-27T13:30:52Z</dcterms:modified>
</cp:coreProperties>
</file>