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g" ContentType="image/jpg"/>
  <Default Extension="jpeg" ContentType="image/jpeg"/>
  <Default Extension="wmf" ContentType="image/wmf"/>
  <Default Extension="gif" ContentType="image/gif"/>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1.xml" ContentType="application/vnd.openxmlformats-officedocument.theme+xml"/>
  <Override PartName="/ppt/slideMasters/slideMaster1.xml" ContentType="application/vnd.openxmlformats-officedocument.presentationml.slideMaster+xml"/>
  <Override PartName="/ppt/theme/theme2.xml" ContentType="application/vnd.openxmlformats-officedocument.theme+xml"/>
  <Override PartName="/ppt/notesMasters/notesMaster1.xml" ContentType="application/vnd.openxmlformats-officedocument.presentationml.notesMaster+xml"/>
  <Override PartName="/ppt/theme/theme3.xml" ContentType="application/vnd.openxmlformats-officedocument.theme+xml"/>
  <Override PartName="/ppt/handoutMasters/handoutMaster1.xml" ContentType="application/vnd.openxmlformats-officedocument.presentationml.handoutMaster+xml"/>
  <Override PartName="/ppt/notesSlides/notesSlide1.xml" ContentType="application/vnd.openxmlformats-officedocument.presentationml.notes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8.xml" ContentType="application/vnd.openxmlformats-officedocument.presentationml.notesSlide+xml"/>
  <Override PartName="/ppt/slides/slide8.xml" ContentType="application/vnd.openxmlformats-officedocument.presentationml.slide+xml"/>
  <Override PartName="/ppt/notesSlides/notesSlide9.xml" ContentType="application/vnd.openxmlformats-officedocument.presentationml.notesSlide+xml"/>
  <Override PartName="/ppt/slides/slide9.xml" ContentType="application/vnd.openxmlformats-officedocument.presentationml.slide+xml"/>
  <Override PartName="/ppt/notesSlides/notesSlide10.xml" ContentType="application/vnd.openxmlformats-officedocument.presentationml.notesSlide+xml"/>
  <Override PartName="/ppt/slides/slide10.xml" ContentType="application/vnd.openxmlformats-officedocument.presentationml.slide+xml"/>
  <Override PartName="/ppt/notesSlides/notesSlide11.xml" ContentType="application/vnd.openxmlformats-officedocument.presentationml.notesSlide+xml"/>
  <Override PartName="/ppt/slides/slide11.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notesSlides/notesSlide13.xml" ContentType="application/vnd.openxmlformats-officedocument.presentationml.notesSlide+xml"/>
  <Override PartName="/ppt/slides/slide13.xml" ContentType="application/vnd.openxmlformats-officedocument.presentationml.slide+xml"/>
  <Override PartName="/ppt/notesSlides/notesSlide14.xml" ContentType="application/vnd.openxmlformats-officedocument.presentationml.notesSlide+xml"/>
  <Override PartName="/ppt/slides/slide14.xml" ContentType="application/vnd.openxmlformats-officedocument.presentationml.slide+xml"/>
  <Override PartName="/ppt/notesSlides/notesSlide15.xml" ContentType="application/vnd.openxmlformats-officedocument.presentationml.notesSlide+xml"/>
  <Override PartName="/ppt/slides/slide15.xml" ContentType="application/vnd.openxmlformats-officedocument.presentationml.slide+xml"/>
  <Override PartName="/ppt/notesSlides/notesSlide16.xml" ContentType="application/vnd.openxmlformats-officedocument.presentationml.notesSlide+xml"/>
  <Override PartName="/ppt/slides/slide16.xml" ContentType="application/vnd.openxmlformats-officedocument.presentationml.slide+xml"/>
  <Override PartName="/ppt/notesSlides/notesSlide17.xml" ContentType="application/vnd.openxmlformats-officedocument.presentationml.notesSlide+xml"/>
  <Override PartName="/ppt/slides/slide17.xml" ContentType="application/vnd.openxmlformats-officedocument.presentationml.slide+xml"/>
  <Override PartName="/ppt/notesSlides/notesSlide18.xml" ContentType="application/vnd.openxmlformats-officedocument.presentationml.notesSlide+xml"/>
  <Override PartName="/ppt/slides/slide18.xml" ContentType="application/vnd.openxmlformats-officedocument.presentationml.slide+xml"/>
  <Override PartName="/ppt/notesSlides/notesSlide19.xml" ContentType="application/vnd.openxmlformats-officedocument.presentationml.notesSlide+xml"/>
  <Override PartName="/ppt/slides/slide19.xml" ContentType="application/vnd.openxmlformats-officedocument.presentationml.slide+xml"/>
  <Override PartName="/ppt/notesSlides/notesSlide20.xml" ContentType="application/vnd.openxmlformats-officedocument.presentationml.notesSlide+xml"/>
  <Override PartName="/ppt/slides/slide20.xml" ContentType="application/vnd.openxmlformats-officedocument.presentationml.slide+xml"/>
  <Override PartName="/ppt/notesSlides/notesSlide21.xml" ContentType="application/vnd.openxmlformats-officedocument.presentationml.notesSlide+xml"/>
  <Override PartName="/ppt/slides/slide21.xml" ContentType="application/vnd.openxmlformats-officedocument.presentationml.slide+xml"/>
  <Override PartName="/ppt/notesSlides/notesSlide22.xml" ContentType="application/vnd.openxmlformats-officedocument.presentationml.notesSlide+xml"/>
  <Override PartName="/ppt/slides/slide22.xml" ContentType="application/vnd.openxmlformats-officedocument.presentationml.slide+xml"/>
  <Override PartName="/ppt/notesSlides/notesSlide23.xml" ContentType="application/vnd.openxmlformats-officedocument.presentationml.notesSlide+xml"/>
  <Override PartName="/ppt/slides/slide23.xml" ContentType="application/vnd.openxmlformats-officedocument.presentationml.slide+xml"/>
  <Override PartName="/ppt/notesSlides/notesSlide24.xml" ContentType="application/vnd.openxmlformats-officedocument.presentationml.notesSlide+xml"/>
  <Override PartName="/ppt/slides/slide24.xml" ContentType="application/vnd.openxmlformats-officedocument.presentationml.slide+xml"/>
  <Override PartName="/ppt/notesSlides/notesSlide25.xml" ContentType="application/vnd.openxmlformats-officedocument.presentationml.notesSlide+xml"/>
  <Override PartName="/ppt/slides/slide25.xml" ContentType="application/vnd.openxmlformats-officedocument.presentationml.slide+xml"/>
  <Override PartName="/ppt/notesSlides/notesSlide26.xml" ContentType="application/vnd.openxmlformats-officedocument.presentationml.notesSlide+xml"/>
  <Override PartName="/ppt/slides/slide26.xml" ContentType="application/vnd.openxmlformats-officedocument.presentationml.slide+xml"/>
  <Override PartName="/ppt/notesSlides/notesSlide27.xml" ContentType="application/vnd.openxmlformats-officedocument.presentationml.notesSlide+xml"/>
  <Override PartName="/ppt/slides/slide27.xml" ContentType="application/vnd.openxmlformats-officedocument.presentationml.slide+xml"/>
  <Override PartName="/ppt/notesSlides/notesSlide28.xml" ContentType="application/vnd.openxmlformats-officedocument.presentationml.notesSlide+xml"/>
  <Override PartName="/ppt/slides/slide28.xml" ContentType="application/vnd.openxmlformats-officedocument.presentationml.slide+xml"/>
  <Override PartName="/ppt/notesSlides/notesSlide29.xml" ContentType="application/vnd.openxmlformats-officedocument.presentationml.notesSlide+xml"/>
  <Override PartName="/ppt/slides/slide29.xml" ContentType="application/vnd.openxmlformats-officedocument.presentationml.slide+xml"/>
  <Override PartName="/ppt/notesSlides/notesSlide30.xml" ContentType="application/vnd.openxmlformats-officedocument.presentationml.notesSlide+xml"/>
  <Override PartName="/ppt/slides/slide30.xml" ContentType="application/vnd.openxmlformats-officedocument.presentationml.slide+xml"/>
  <Override PartName="/ppt/notesSlides/notesSlide31.xml" ContentType="application/vnd.openxmlformats-officedocument.presentationml.notesSlide+xml"/>
  <Override PartName="/ppt/slides/slide31.xml" ContentType="application/vnd.openxmlformats-officedocument.presentationml.slide+xml"/>
  <Override PartName="/ppt/notesSlides/notesSlide32.xml" ContentType="application/vnd.openxmlformats-officedocument.presentationml.notesSlide+xml"/>
  <Override PartName="/ppt/slides/slide32.xml" ContentType="application/vnd.openxmlformats-officedocument.presentationml.slide+xml"/>
  <Override PartName="/ppt/notesSlides/notesSlide33.xml" ContentType="application/vnd.openxmlformats-officedocument.presentationml.notesSlide+xml"/>
  <Override PartName="/ppt/slides/slide33.xml" ContentType="application/vnd.openxmlformats-officedocument.presentationml.slide+xml"/>
  <Override PartName="/ppt/notesSlides/notesSlide34.xml" ContentType="application/vnd.openxmlformats-officedocument.presentationml.notesSlide+xml"/>
  <Override PartName="/ppt/slides/slide34.xml" ContentType="application/vnd.openxmlformats-officedocument.presentationml.slide+xml"/>
  <Override PartName="/ppt/notesSlides/notesSlide35.xml" ContentType="application/vnd.openxmlformats-officedocument.presentationml.notesSlide+xml"/>
  <Override PartName="/ppt/slides/slide35.xml" ContentType="application/vnd.openxmlformats-officedocument.presentationml.slide+xml"/>
  <Override PartName="/ppt/notesSlides/notesSlide36.xml" ContentType="application/vnd.openxmlformats-officedocument.presentationml.notesSlide+xml"/>
  <Override PartName="/ppt/slides/slide36.xml" ContentType="application/vnd.openxmlformats-officedocument.presentationml.slide+xml"/>
  <Override PartName="/ppt/notesSlides/notesSlide37.xml" ContentType="application/vnd.openxmlformats-officedocument.presentationml.notesSlide+xml"/>
  <Override PartName="/ppt/slides/slide37.xml" ContentType="application/vnd.openxmlformats-officedocument.presentationml.slide+xml"/>
  <Override PartName="/ppt/notesSlides/notesSlide38.xml" ContentType="application/vnd.openxmlformats-officedocument.presentationml.notesSlide+xml"/>
  <Override PartName="/ppt/slides/slide38.xml" ContentType="application/vnd.openxmlformats-officedocument.presentationml.slide+xml"/>
  <Override PartName="/ppt/notesSlides/notesSlide39.xml" ContentType="application/vnd.openxmlformats-officedocument.presentationml.notesSlide+xml"/>
  <Override PartName="/ppt/slides/slide39.xml" ContentType="application/vnd.openxmlformats-officedocument.presentationml.slide+xml"/>
  <Override PartName="/ppt/notesSlides/notesSlide40.xml" ContentType="application/vnd.openxmlformats-officedocument.presentationml.notesSlide+xml"/>
  <Override PartName="/ppt/slides/slide40.xml" ContentType="application/vnd.openxmlformats-officedocument.presentationml.slide+xml"/>
  <Override PartName="/ppt/notesSlides/notesSlide41.xml" ContentType="application/vnd.openxmlformats-officedocument.presentationml.notesSlide+xml"/>
  <Override PartName="/ppt/slides/slide41.xml" ContentType="application/vnd.openxmlformats-officedocument.presentationml.slide+xml"/>
  <Override PartName="/ppt/notesSlides/notesSlide42.xml" ContentType="application/vnd.openxmlformats-officedocument.presentationml.notesSlide+xml"/>
  <Override PartName="/ppt/slides/slide42.xml" ContentType="application/vnd.openxmlformats-officedocument.presentationml.slide+xml"/>
  <Override PartName="/ppt/notesSlides/notesSlide43.xml" ContentType="application/vnd.openxmlformats-officedocument.presentationml.notesSlide+xml"/>
  <Override PartName="/ppt/slides/slide43.xml" ContentType="application/vnd.openxmlformats-officedocument.presentationml.slide+xml"/>
  <Override PartName="/ppt/notesSlides/notesSlide44.xml" ContentType="application/vnd.openxmlformats-officedocument.presentationml.notesSlide+xml"/>
  <Override PartName="/ppt/slides/slide44.xml" ContentType="application/vnd.openxmlformats-officedocument.presentationml.slide+xml"/>
  <Override PartName="/ppt/notesSlides/notesSlide45.xml" ContentType="application/vnd.openxmlformats-officedocument.presentationml.notesSlide+xml"/>
  <Override PartName="/ppt/slides/slide45.xml" ContentType="application/vnd.openxmlformats-officedocument.presentationml.slide+xml"/>
  <Override PartName="/ppt/notesSlides/notesSlide46.xml" ContentType="application/vnd.openxmlformats-officedocument.presentationml.notesSlide+xml"/>
  <Override PartName="/ppt/slides/slide46.xml" ContentType="application/vnd.openxmlformats-officedocument.presentationml.slide+xml"/>
  <Override PartName="/ppt/notesSlides/notesSlide47.xml" ContentType="application/vnd.openxmlformats-officedocument.presentationml.notesSlide+xml"/>
  <Override PartName="/ppt/slides/slide47.xml" ContentType="application/vnd.openxmlformats-officedocument.presentationml.slide+xml"/>
  <Override PartName="/ppt/notesSlides/notesSlide48.xml" ContentType="application/vnd.openxmlformats-officedocument.presentationml.notesSlide+xml"/>
  <Override PartName="/ppt/slides/slide48.xml" ContentType="application/vnd.openxmlformats-officedocument.presentationml.slide+xml"/>
  <Override PartName="/ppt/notesSlides/notesSlide49.xml" ContentType="application/vnd.openxmlformats-officedocument.presentationml.notesSlide+xml"/>
  <Override PartName="/ppt/slides/slide49.xml" ContentType="application/vnd.openxmlformats-officedocument.presentationml.slide+xml"/>
  <Override PartName="/ppt/notesSlides/notesSlide50.xml" ContentType="application/vnd.openxmlformats-officedocument.presentationml.notesSlide+xml"/>
  <Override PartName="/ppt/slides/slide50.xml" ContentType="application/vnd.openxmlformats-officedocument.presentationml.slide+xml"/>
  <Override PartName="/ppt/notesSlides/notesSlide51.xml" ContentType="application/vnd.openxmlformats-officedocument.presentationml.notesSlide+xml"/>
  <Override PartName="/ppt/slides/slide51.xml" ContentType="application/vnd.openxmlformats-officedocument.presentationml.slide+xml"/>
  <Override PartName="/ppt/notesSlides/notesSlide52.xml" ContentType="application/vnd.openxmlformats-officedocument.presentationml.notesSlide+xml"/>
  <Override PartName="/ppt/slides/slide52.xml" ContentType="application/vnd.openxmlformats-officedocument.presentationml.slide+xml"/>
  <Override PartName="/ppt/notesSlides/notesSlide53.xml" ContentType="application/vnd.openxmlformats-officedocument.presentationml.notesSlide+xml"/>
  <Override PartName="/ppt/slides/slide53.xml" ContentType="application/vnd.openxmlformats-officedocument.presentationml.slide+xml"/>
  <Override PartName="/ppt/notesSlides/notesSlide54.xml" ContentType="application/vnd.openxmlformats-officedocument.presentationml.notesSlide+xml"/>
  <Override PartName="/ppt/slides/slide54.xml" ContentType="application/vnd.openxmlformats-officedocument.presentationml.slide+xml"/>
  <Override PartName="/ppt/notesSlides/notesSlide55.xml" ContentType="application/vnd.openxmlformats-officedocument.presentationml.notesSlide+xml"/>
  <Override PartName="/ppt/slides/slide55.xml" ContentType="application/vnd.openxmlformats-officedocument.presentationml.slide+xml"/>
  <Override PartName="/ppt/notesSlides/notesSlide56.xml" ContentType="application/vnd.openxmlformats-officedocument.presentationml.notesSlide+xml"/>
  <Override PartName="/ppt/slides/slide56.xml" ContentType="application/vnd.openxmlformats-officedocument.presentationml.slide+xml"/>
  <Override PartName="/ppt/notesSlides/notesSlide57.xml" ContentType="application/vnd.openxmlformats-officedocument.presentationml.notesSlide+xml"/>
  <Override PartName="/ppt/slides/slide57.xml" ContentType="application/vnd.openxmlformats-officedocument.presentationml.slide+xml"/>
  <Override PartName="/ppt/notesSlides/notesSlide58.xml" ContentType="application/vnd.openxmlformats-officedocument.presentationml.notesSlide+xml"/>
  <Override PartName="/ppt/slides/slide58.xml" ContentType="application/vnd.openxmlformats-officedocument.presentationml.slide+xml"/>
  <Override PartName="/ppt/notesSlides/notesSlide59.xml" ContentType="application/vnd.openxmlformats-officedocument.presentationml.notesSlide+xml"/>
  <Override PartName="/ppt/slides/slide59.xml" ContentType="application/vnd.openxmlformats-officedocument.presentationml.slide+xml"/>
  <Override PartName="/ppt/notesSlides/notesSlide60.xml" ContentType="application/vnd.openxmlformats-officedocument.presentationml.notesSlide+xml"/>
  <Override PartName="/ppt/slides/slide60.xml" ContentType="application/vnd.openxmlformats-officedocument.presentationml.slide+xml"/>
  <Override PartName="/ppt/notesSlides/notesSlide61.xml" ContentType="application/vnd.openxmlformats-officedocument.presentationml.notesSlide+xml"/>
  <Override PartName="/ppt/slides/slide61.xml" ContentType="application/vnd.openxmlformats-officedocument.presentationml.slide+xml"/>
  <Override PartName="/ppt/notesSlides/notesSlide62.xml" ContentType="application/vnd.openxmlformats-officedocument.presentationml.notesSlide+xml"/>
  <Override PartName="/ppt/slides/slide62.xml" ContentType="application/vnd.openxmlformats-officedocument.presentationml.slide+xml"/>
  <Override PartName="/ppt/notesSlides/notesSlide63.xml" ContentType="application/vnd.openxmlformats-officedocument.presentationml.notesSlide+xml"/>
  <Override PartName="/ppt/slides/slide63.xml" ContentType="application/vnd.openxmlformats-officedocument.presentationml.slide+xml"/>
  <Override PartName="/ppt/notesSlides/notesSlide64.xml" ContentType="application/vnd.openxmlformats-officedocument.presentationml.notesSlide+xml"/>
  <Override PartName="/ppt/slides/slide64.xml" ContentType="application/vnd.openxmlformats-officedocument.presentationml.slide+xml"/>
  <Override PartName="/ppt/notesSlides/notesSlide65.xml" ContentType="application/vnd.openxmlformats-officedocument.presentationml.notesSlide+xml"/>
  <Override PartName="/ppt/slides/slide65.xml" ContentType="application/vnd.openxmlformats-officedocument.presentationml.slide+xml"/>
  <Override PartName="/ppt/notesSlides/notesSlide66.xml" ContentType="application/vnd.openxmlformats-officedocument.presentationml.notesSlide+xml"/>
  <Override PartName="/ppt/slides/slide66.xml" ContentType="application/vnd.openxmlformats-officedocument.presentationml.slide+xml"/>
  <Override PartName="/ppt/notesSlides/notesSlide67.xml" ContentType="application/vnd.openxmlformats-officedocument.presentationml.notesSlide+xml"/>
  <Override PartName="/ppt/slides/slide67.xml" ContentType="application/vnd.openxmlformats-officedocument.presentationml.slide+xml"/>
  <Override PartName="/ppt/notesSlides/notesSlide68.xml" ContentType="application/vnd.openxmlformats-officedocument.presentationml.notesSlide+xml"/>
  <Override PartName="/ppt/slides/slide68.xml" ContentType="application/vnd.openxmlformats-officedocument.presentationml.slide+xml"/>
  <Override PartName="/ppt/notesSlides/notesSlide69.xml" ContentType="application/vnd.openxmlformats-officedocument.presentationml.notesSlide+xml"/>
  <Override PartName="/ppt/slides/slide69.xml" ContentType="application/vnd.openxmlformats-officedocument.presentationml.slide+xml"/>
  <Override PartName="/ppt/notesSlides/notesSlide70.xml" ContentType="application/vnd.openxmlformats-officedocument.presentationml.notesSlide+xml"/>
  <Override PartName="/ppt/slides/slide70.xml" ContentType="application/vnd.openxmlformats-officedocument.presentationml.slide+xml"/>
  <Override PartName="/ppt/notesSlides/notesSlide71.xml" ContentType="application/vnd.openxmlformats-officedocument.presentationml.notesSlide+xml"/>
  <Override PartName="/ppt/slides/slide71.xml" ContentType="application/vnd.openxmlformats-officedocument.presentationml.slide+xml"/>
  <Override PartName="/ppt/notesSlides/notesSlide72.xml" ContentType="application/vnd.openxmlformats-officedocument.presentationml.notesSlide+xml"/>
  <Override PartName="/ppt/slides/slide72.xml" ContentType="application/vnd.openxmlformats-officedocument.presentationml.slide+xml"/>
  <Override PartName="/ppt/notesSlides/notesSlide73.xml" ContentType="application/vnd.openxmlformats-officedocument.presentationml.notesSlide+xml"/>
  <Override PartName="/ppt/slides/slide73.xml" ContentType="application/vnd.openxmlformats-officedocument.presentationml.slide+xml"/>
  <Override PartName="/ppt/notesSlides/notesSlide74.xml" ContentType="application/vnd.openxmlformats-officedocument.presentationml.notesSlide+xml"/>
  <Override PartName="/ppt/slides/slide74.xml" ContentType="application/vnd.openxmlformats-officedocument.presentationml.slide+xml"/>
  <Override PartName="/ppt/notesSlides/notesSlide75.xml" ContentType="application/vnd.openxmlformats-officedocument.presentationml.notesSlide+xml"/>
  <Override PartName="/ppt/slides/slide75.xml" ContentType="application/vnd.openxmlformats-officedocument.presentationml.slide+xml"/>
  <Override PartName="/ppt/notesSlides/notesSlide76.xml" ContentType="application/vnd.openxmlformats-officedocument.presentationml.notesSlide+xml"/>
  <Override PartName="/ppt/slides/slide76.xml" ContentType="application/vnd.openxmlformats-officedocument.presentationml.slide+xml"/>
  <Override PartName="/ppt/notesSlides/notesSlide77.xml" ContentType="application/vnd.openxmlformats-officedocument.presentationml.notesSlide+xml"/>
  <Override PartName="/ppt/slides/slide77.xml" ContentType="application/vnd.openxmlformats-officedocument.presentationml.slide+xml"/>
  <Override PartName="/ppt/notesSlides/notesSlide78.xml" ContentType="application/vnd.openxmlformats-officedocument.presentationml.notesSlide+xml"/>
  <Override PartName="/ppt/slides/slide78.xml" ContentType="application/vnd.openxmlformats-officedocument.presentationml.slide+xml"/>
  <Override PartName="/ppt/notesSlides/notesSlide79.xml" ContentType="application/vnd.openxmlformats-officedocument.presentationml.notesSlide+xml"/>
  <Override PartName="/ppt/slides/slide79.xml" ContentType="application/vnd.openxmlformats-officedocument.presentationml.slide+xml"/>
  <Override PartName="/ppt/notesSlides/notesSlide80.xml" ContentType="application/vnd.openxmlformats-officedocument.presentationml.notesSlide+xml"/>
  <Override PartName="/ppt/slides/slide80.xml" ContentType="application/vnd.openxmlformats-officedocument.presentationml.slide+xml"/>
  <Override PartName="/ppt/notesSlides/notesSlide81.xml" ContentType="application/vnd.openxmlformats-officedocument.presentationml.notesSlide+xml"/>
  <Override PartName="/ppt/slides/slide81.xml" ContentType="application/vnd.openxmlformats-officedocument.presentationml.slide+xml"/>
  <Override PartName="/ppt/notesSlides/notesSlide82.xml" ContentType="application/vnd.openxmlformats-officedocument.presentationml.notesSlide+xml"/>
  <Override PartName="/ppt/slides/slide82.xml" ContentType="application/vnd.openxmlformats-officedocument.presentationml.slide+xml"/>
  <Override PartName="/ppt/notesSlides/notesSlide83.xml" ContentType="application/vnd.openxmlformats-officedocument.presentationml.notesSlide+xml"/>
  <Override PartName="/ppt/slides/slide83.xml" ContentType="application/vnd.openxmlformats-officedocument.presentationml.slide+xml"/>
  <Override PartName="/ppt/notesSlides/notesSlide84.xml" ContentType="application/vnd.openxmlformats-officedocument.presentationml.notesSlide+xml"/>
  <Override PartName="/ppt/slides/slide84.xml" ContentType="application/vnd.openxmlformats-officedocument.presentationml.slide+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package/2006/relationships/metadata/thumbnail" Target="docProps/thumbnail.jpeg"/></Relationships>
</file>

<file path=ppt/presentation.xml><?xml version="1.0" encoding="utf-8"?>
<p:presentation xmlns:p="http://schemas.openxmlformats.org/presentationml/2006/main" xmlns:r="http://schemas.openxmlformats.org/officeDocument/2006/relationships" xmlns:a="http://schemas.openxmlformats.org/drawingml/2006/main">
  <p:sldMasterIdLst>
    <p:sldMasterId id="2147483663" r:id="rId1"/>
  </p:sldMasterIdLst>
  <p:notesMasterIdLst>
    <p:notesMasterId r:id="rId2"/>
  </p:notesMasterIdLst>
  <p:handoutMasterIdLst>
    <p:handoutMasterId r:id="rId3"/>
  </p:handout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 id="326" r:id="rId75"/>
    <p:sldId id="327" r:id="rId76"/>
    <p:sldId id="328" r:id="rId77"/>
    <p:sldId id="329" r:id="rId78"/>
    <p:sldId id="330" r:id="rId79"/>
    <p:sldId id="331" r:id="rId80"/>
    <p:sldId id="332" r:id="rId81"/>
    <p:sldId id="333" r:id="rId82"/>
    <p:sldId id="334" r:id="rId83"/>
    <p:sldId id="335" r:id="rId84"/>
    <p:sldId id="336" r:id="rId85"/>
    <p:sldId id="337" r:id="rId86"/>
    <p:sldId id="338" r:id="rId87"/>
    <p:sldId id="339" r:id="rId88"/>
  </p:sldIdLst>
  <p:sldSz cx="12192000" cy="6858000"/>
  <p:notesSz cx="6857895" cy="9143861"/>
  <p:kinsoku lang="zh-CN" invalStChars="!%),.:;?]}¨·ˇˉ་―‖’”…‰∶、。〃々〉》」』】〕〗！＂＇％），．：；？］｀｜｝～￠" invalEndChars="([{·‘“〈《「『【〔〖（．［｛￡￥"/>
  <p:defaultTextStyle>
    <a:defPPr>
      <a:defRPr lang="zh-CN"/>
    </a:defPPr>
    <a:lvl1pPr algn="l" defTabSz="914400" fontAlgn="base" hangingPunct="1">
      <a:spcBef>
        <a:spcPts val="0"/>
      </a:spcBef>
      <a:spcAft>
        <a:spcPts val="0"/>
      </a:spcAft>
      <a:buNone/>
      <a:defRPr sz="1800" kern="1200">
        <a:solidFill>
          <a:schemeClr val="tx1"/>
        </a:solidFill>
        <a:latin typeface="Calibri" pitchFamily="0" charset="0"/>
        <a:ea typeface="ＭＳ Ｐゴシック" pitchFamily="0" charset="-128"/>
        <a:cs typeface="Droid Sans" pitchFamily="0" charset="0"/>
      </a:defRPr>
    </a:lvl1pPr>
    <a:lvl2pPr marL="457200" indent="0" algn="l" defTabSz="914400" fontAlgn="base" hangingPunct="1">
      <a:spcBef>
        <a:spcPts val="0"/>
      </a:spcBef>
      <a:spcAft>
        <a:spcPts val="0"/>
      </a:spcAft>
      <a:buNone/>
      <a:defRPr sz="1800" kern="1200">
        <a:solidFill>
          <a:schemeClr val="tx1"/>
        </a:solidFill>
        <a:latin typeface="Calibri" pitchFamily="0" charset="0"/>
        <a:ea typeface="ＭＳ Ｐゴシック" pitchFamily="0" charset="-128"/>
        <a:cs typeface="Droid Sans" pitchFamily="0" charset="0"/>
      </a:defRPr>
    </a:lvl2pPr>
    <a:lvl3pPr marL="914400" indent="0" algn="l" defTabSz="914400" fontAlgn="base" hangingPunct="1">
      <a:spcBef>
        <a:spcPts val="0"/>
      </a:spcBef>
      <a:spcAft>
        <a:spcPts val="0"/>
      </a:spcAft>
      <a:buNone/>
      <a:defRPr sz="1800" kern="1200">
        <a:solidFill>
          <a:schemeClr val="tx1"/>
        </a:solidFill>
        <a:latin typeface="Calibri" pitchFamily="0" charset="0"/>
        <a:ea typeface="ＭＳ Ｐゴシック" pitchFamily="0" charset="-128"/>
        <a:cs typeface="Droid Sans" pitchFamily="0" charset="0"/>
      </a:defRPr>
    </a:lvl3pPr>
    <a:lvl4pPr marL="1371600" indent="0" algn="l" defTabSz="914400" fontAlgn="base" hangingPunct="1">
      <a:spcBef>
        <a:spcPts val="0"/>
      </a:spcBef>
      <a:spcAft>
        <a:spcPts val="0"/>
      </a:spcAft>
      <a:buNone/>
      <a:defRPr sz="1800" kern="1200">
        <a:solidFill>
          <a:schemeClr val="tx1"/>
        </a:solidFill>
        <a:latin typeface="Calibri" pitchFamily="0" charset="0"/>
        <a:ea typeface="ＭＳ Ｐゴシック" pitchFamily="0" charset="-128"/>
        <a:cs typeface="Droid Sans" pitchFamily="0" charset="0"/>
      </a:defRPr>
    </a:lvl4pPr>
    <a:lvl5pPr marL="1828800" indent="0" algn="l" defTabSz="914400" fontAlgn="base" hangingPunct="1">
      <a:spcBef>
        <a:spcPts val="0"/>
      </a:spcBef>
      <a:spcAft>
        <a:spcPts val="0"/>
      </a:spcAft>
      <a:buNone/>
      <a:defRPr sz="1800" kern="1200">
        <a:solidFill>
          <a:schemeClr val="tx1"/>
        </a:solidFill>
        <a:latin typeface="Calibri" pitchFamily="0" charset="0"/>
        <a:ea typeface="ＭＳ Ｐゴシック" pitchFamily="0" charset="-128"/>
        <a:cs typeface="Droid Sans" pitchFamily="0" charset="0"/>
      </a:defRPr>
    </a:lvl5pPr>
    <a:lvl6pPr marL="2286000" indent="0" algn="l" defTabSz="914400" eaLnBrk="1" fontAlgn="auto" latinLnBrk="0" hangingPunct="1">
      <a:buNone/>
      <a:defRPr sz="1800" kern="1200">
        <a:solidFill>
          <a:schemeClr val="tx1"/>
        </a:solidFill>
        <a:latin typeface="Calibri" pitchFamily="0" charset="0"/>
        <a:ea typeface="ＭＳ Ｐゴシック" pitchFamily="0" charset="-128"/>
        <a:cs typeface="Droid Sans" pitchFamily="0" charset="0"/>
      </a:defRPr>
    </a:lvl6pPr>
    <a:lvl7pPr marL="2743200" indent="0" algn="l" defTabSz="914400" eaLnBrk="1" fontAlgn="auto" latinLnBrk="0" hangingPunct="1">
      <a:buNone/>
      <a:defRPr sz="1800" kern="1200">
        <a:solidFill>
          <a:schemeClr val="tx1"/>
        </a:solidFill>
        <a:latin typeface="Calibri" pitchFamily="0" charset="0"/>
        <a:ea typeface="ＭＳ Ｐゴシック" pitchFamily="0" charset="-128"/>
        <a:cs typeface="Droid Sans" pitchFamily="0" charset="0"/>
      </a:defRPr>
    </a:lvl7pPr>
    <a:lvl8pPr marL="3200400" indent="0" algn="l" defTabSz="914400" eaLnBrk="1" fontAlgn="auto" latinLnBrk="0" hangingPunct="1">
      <a:buNone/>
      <a:defRPr sz="1800" kern="1200">
        <a:solidFill>
          <a:schemeClr val="tx1"/>
        </a:solidFill>
        <a:latin typeface="Calibri" pitchFamily="0" charset="0"/>
        <a:ea typeface="ＭＳ Ｐゴシック" pitchFamily="0" charset="-128"/>
        <a:cs typeface="Droid Sans" pitchFamily="0" charset="0"/>
      </a:defRPr>
    </a:lvl8pPr>
    <a:lvl9pPr marL="3200400" indent="0" algn="l" defTabSz="914400" eaLnBrk="1" fontAlgn="auto" latinLnBrk="0" hangingPunct="1">
      <a:buNone/>
      <a:defRPr sz="1800" kern="1200">
        <a:solidFill>
          <a:schemeClr val="tx1"/>
        </a:solidFill>
        <a:latin typeface="Calibri" pitchFamily="0" charset="0"/>
        <a:ea typeface="ＭＳ Ｐゴシック" pitchFamily="0" charset="-128"/>
        <a:cs typeface="Droid Sans" pitchFamily="0" charset="0"/>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showNarration="1">
    <p:penClr>
      <a:srgbClr val="FF0000"/>
    </p:penClr>
    <p:extLst>
      <p:ext uri="{EC167BDD-8182-4AB7-AECC-EB403E3ABB37}">
        <p14:laserClr xmlns:p14="http://schemas.microsoft.com/office/powerpoint/2010/main">
          <a:srgbClr val="FF0000"/>
        </p14:laserClr>
      </p:ext>
    </p:extLst>
  </p:showPr>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p:restoredLeft sz="15611" autoAdjust="0"/>
    <p:restoredTop sz="94694" autoAdjust="0"/>
  </p:normalViewPr>
  <p:slideViewPr>
    <p:cSldViewPr>
      <p:cViewPr>
        <p:scale>
          <a:sx n="100" d="100"/>
          <a:sy n="100" d="100"/>
        </p:scale>
        <p:origin x="0" y="0"/>
      </p:cViewPr>
      <p:guideLst>
        <p:guide orient="horz" pos="2160"/>
        <p:guide pos="3840"/>
      </p:guideLst>
    </p:cSldViewPr>
  </p:slideViewPr>
  <p:outlineViewPr>
    <p:cViewPr>
      <p:scale>
        <a:sx n="33" d="100"/>
        <a:sy n="33" d="100"/>
      </p:scale>
      <p:origin x="0" y="0"/>
    </p:cViewPr>
    <p:sldLst/>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45" d="100"/>
          <a:sy n="45" d="100"/>
        </p:scale>
        <p:origin x="0" y="0"/>
      </p:cViewPr>
      <p:guideLst/>
    </p:cSldViewPr>
  </p:notesViewPr>
  <p:gridSpacing cx="72009" cy="72009"/>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handoutMaster" Target="handoutMasters/handoutMaster1.xml"/><Relationship Id="rId4" Type="http://schemas.openxmlformats.org/officeDocument/2006/relationships/theme" Target="theme/theme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schemas.openxmlformats.org/officeDocument/2006/relationships/slide" Target="slides/slide47.xml"/><Relationship Id="rId52" Type="http://schemas.openxmlformats.org/officeDocument/2006/relationships/slide" Target="slides/slide48.xml"/><Relationship Id="rId53" Type="http://schemas.openxmlformats.org/officeDocument/2006/relationships/slide" Target="slides/slide49.xml"/><Relationship Id="rId54" Type="http://schemas.openxmlformats.org/officeDocument/2006/relationships/slide" Target="slides/slide50.xml"/><Relationship Id="rId55" Type="http://schemas.openxmlformats.org/officeDocument/2006/relationships/slide" Target="slides/slide51.xml"/><Relationship Id="rId56" Type="http://schemas.openxmlformats.org/officeDocument/2006/relationships/slide" Target="slides/slide52.xml"/><Relationship Id="rId57" Type="http://schemas.openxmlformats.org/officeDocument/2006/relationships/slide" Target="slides/slide53.xml"/><Relationship Id="rId58" Type="http://schemas.openxmlformats.org/officeDocument/2006/relationships/slide" Target="slides/slide54.xml"/><Relationship Id="rId59" Type="http://schemas.openxmlformats.org/officeDocument/2006/relationships/slide" Target="slides/slide55.xml"/><Relationship Id="rId60" Type="http://schemas.openxmlformats.org/officeDocument/2006/relationships/slide" Target="slides/slide56.xml"/><Relationship Id="rId61" Type="http://schemas.openxmlformats.org/officeDocument/2006/relationships/slide" Target="slides/slide57.xml"/><Relationship Id="rId62" Type="http://schemas.openxmlformats.org/officeDocument/2006/relationships/slide" Target="slides/slide58.xml"/><Relationship Id="rId63" Type="http://schemas.openxmlformats.org/officeDocument/2006/relationships/slide" Target="slides/slide59.xml"/><Relationship Id="rId64" Type="http://schemas.openxmlformats.org/officeDocument/2006/relationships/slide" Target="slides/slide60.xml"/><Relationship Id="rId65" Type="http://schemas.openxmlformats.org/officeDocument/2006/relationships/slide" Target="slides/slide61.xml"/><Relationship Id="rId66" Type="http://schemas.openxmlformats.org/officeDocument/2006/relationships/slide" Target="slides/slide62.xml"/><Relationship Id="rId67" Type="http://schemas.openxmlformats.org/officeDocument/2006/relationships/slide" Target="slides/slide63.xml"/><Relationship Id="rId68" Type="http://schemas.openxmlformats.org/officeDocument/2006/relationships/slide" Target="slides/slide64.xml"/><Relationship Id="rId69" Type="http://schemas.openxmlformats.org/officeDocument/2006/relationships/slide" Target="slides/slide65.xml"/><Relationship Id="rId70" Type="http://schemas.openxmlformats.org/officeDocument/2006/relationships/slide" Target="slides/slide66.xml"/><Relationship Id="rId71" Type="http://schemas.openxmlformats.org/officeDocument/2006/relationships/slide" Target="slides/slide67.xml"/><Relationship Id="rId72" Type="http://schemas.openxmlformats.org/officeDocument/2006/relationships/slide" Target="slides/slide68.xml"/><Relationship Id="rId73" Type="http://schemas.openxmlformats.org/officeDocument/2006/relationships/slide" Target="slides/slide69.xml"/><Relationship Id="rId74" Type="http://schemas.openxmlformats.org/officeDocument/2006/relationships/slide" Target="slides/slide70.xml"/><Relationship Id="rId75" Type="http://schemas.openxmlformats.org/officeDocument/2006/relationships/slide" Target="slides/slide71.xml"/><Relationship Id="rId76" Type="http://schemas.openxmlformats.org/officeDocument/2006/relationships/slide" Target="slides/slide72.xml"/><Relationship Id="rId77" Type="http://schemas.openxmlformats.org/officeDocument/2006/relationships/slide" Target="slides/slide73.xml"/><Relationship Id="rId78" Type="http://schemas.openxmlformats.org/officeDocument/2006/relationships/slide" Target="slides/slide74.xml"/><Relationship Id="rId79" Type="http://schemas.openxmlformats.org/officeDocument/2006/relationships/slide" Target="slides/slide75.xml"/><Relationship Id="rId80" Type="http://schemas.openxmlformats.org/officeDocument/2006/relationships/slide" Target="slides/slide76.xml"/><Relationship Id="rId81" Type="http://schemas.openxmlformats.org/officeDocument/2006/relationships/slide" Target="slides/slide77.xml"/><Relationship Id="rId82" Type="http://schemas.openxmlformats.org/officeDocument/2006/relationships/slide" Target="slides/slide78.xml"/><Relationship Id="rId83" Type="http://schemas.openxmlformats.org/officeDocument/2006/relationships/slide" Target="slides/slide79.xml"/><Relationship Id="rId84" Type="http://schemas.openxmlformats.org/officeDocument/2006/relationships/slide" Target="slides/slide80.xml"/><Relationship Id="rId85" Type="http://schemas.openxmlformats.org/officeDocument/2006/relationships/slide" Target="slides/slide81.xml"/><Relationship Id="rId86" Type="http://schemas.openxmlformats.org/officeDocument/2006/relationships/slide" Target="slides/slide82.xml"/><Relationship Id="rId87" Type="http://schemas.openxmlformats.org/officeDocument/2006/relationships/slide" Target="slides/slide83.xml"/><Relationship Id="rId88" Type="http://schemas.openxmlformats.org/officeDocument/2006/relationships/slide" Target="slides/slide84.xml"/><Relationship Id="rId89" Type="http://schemas.openxmlformats.org/officeDocument/2006/relationships/presProps" Target="presProps.xml"/><Relationship Id="rId90" Type="http://schemas.openxmlformats.org/officeDocument/2006/relationships/viewProps" Target="viewProps.xml"/><Relationship Id="rId91"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8" name="Text box"/>
          <p:cNvSpPr>
            <a:spLocks noGrp="1"/>
          </p:cNvSpPr>
          <p:nvPr>
            <p:ph type="hdr"/>
          </p:nvPr>
        </p:nvSpPr>
        <p:spPr>
          <a:xfrm rot="0">
            <a:off x="0" y="0"/>
            <a:ext cx="2971799" cy="457200"/>
          </a:xfrm>
          <a:prstGeom prst="rect"/>
          <a:noFill/>
          <a:ln w="12700" cmpd="sng" cap="flat">
            <a:noFill/>
            <a:prstDash val="solid"/>
            <a:miter/>
          </a:ln>
        </p:spPr>
        <p:txBody>
          <a:bodyPr vert="horz" wrap="square" lIns="91440" tIns="45720" rIns="91440" bIns="45720" anchor="t" anchorCtr="0">
            <a:prstTxWarp prst="textNoShape"/>
          </a:bodyPr>
          <a:lstStyle/>
          <a:p>
            <a:pPr algn="l"/>
            <a:endParaRPr lang="zh-CN" altLang="en-US" sz="1200">
              <a:latin typeface="Calibri" pitchFamily="0" charset="0"/>
              <a:ea typeface="MS PGothic" pitchFamily="0" charset="0"/>
              <a:cs typeface="ＭＳ Ｐゴシック" pitchFamily="0" charset="-128"/>
            </a:endParaRPr>
          </a:p>
        </p:txBody>
      </p:sp>
      <p:sp>
        <p:nvSpPr>
          <p:cNvPr id="19" name="Text box"/>
          <p:cNvSpPr>
            <a:spLocks noGrp="1"/>
          </p:cNvSpPr>
          <p:nvPr>
            <p:ph type="dt" idx="1"/>
          </p:nvPr>
        </p:nvSpPr>
        <p:spPr>
          <a:xfrm rot="0">
            <a:off x="3884613" y="0"/>
            <a:ext cx="2971800" cy="457200"/>
          </a:xfrm>
          <a:prstGeom prst="rect"/>
          <a:noFill/>
          <a:ln w="12700" cmpd="sng" cap="flat">
            <a:noFill/>
            <a:prstDash val="solid"/>
            <a:miter/>
          </a:ln>
        </p:spPr>
        <p:txBody>
          <a:bodyPr vert="horz" wrap="square" lIns="91440" tIns="45720" rIns="91440" bIns="45720" anchor="t" anchorCtr="0">
            <a:prstTxWarp prst="textNoShape"/>
          </a:bodyPr>
          <a:lstStyle/>
          <a:p>
            <a:pPr algn="r"/>
            <a:fld id="{CAD2D6BD-DE1B-4B5F-8B41-2702339687B9}" type="datetime1">
              <a:rPr lang="en-US" altLang="zh-CN" sz="1200">
                <a:latin typeface="Calibri" pitchFamily="0" charset="0"/>
                <a:ea typeface="ＭＳ Ｐゴシック" pitchFamily="0" charset="-128"/>
                <a:cs typeface="Calibri" pitchFamily="0" charset="0"/>
              </a:rPr>
              <a:t>3/16/2026</a:t>
            </a:fld>
            <a:endParaRPr lang="zh-CN" altLang="en-US" sz="1200">
              <a:latin typeface="Calibri" pitchFamily="0" charset="0"/>
              <a:ea typeface="ＭＳ Ｐゴシック" pitchFamily="0" charset="-128"/>
              <a:cs typeface="Calibri" pitchFamily="0" charset="0"/>
            </a:endParaRPr>
          </a:p>
        </p:txBody>
      </p:sp>
      <p:sp>
        <p:nvSpPr>
          <p:cNvPr id="20" name="Text box"/>
          <p:cNvSpPr>
            <a:spLocks noGrp="1"/>
          </p:cNvSpPr>
          <p:nvPr>
            <p:ph type="ftr" idx="2"/>
          </p:nvPr>
        </p:nvSpPr>
        <p:spPr>
          <a:xfrm rot="0">
            <a:off x="0" y="8685213"/>
            <a:ext cx="2971799" cy="457200"/>
          </a:xfrm>
          <a:prstGeom prst="rect"/>
          <a:noFill/>
          <a:ln w="12700" cmpd="sng" cap="flat">
            <a:noFill/>
            <a:prstDash val="solid"/>
            <a:miter/>
          </a:ln>
        </p:spPr>
        <p:txBody>
          <a:bodyPr vert="horz" wrap="square" lIns="91440" tIns="45720" rIns="91440" bIns="45720" anchor="b" anchorCtr="0">
            <a:prstTxWarp prst="textNoShape"/>
          </a:bodyPr>
          <a:lstStyle/>
          <a:p>
            <a:pPr algn="l"/>
            <a:endParaRPr lang="zh-CN" altLang="en-US" sz="1200">
              <a:latin typeface="Calibri" pitchFamily="0" charset="0"/>
              <a:ea typeface="MS PGothic" pitchFamily="0" charset="0"/>
              <a:cs typeface="ＭＳ Ｐゴシック" pitchFamily="0" charset="-128"/>
            </a:endParaRPr>
          </a:p>
        </p:txBody>
      </p:sp>
      <p:sp>
        <p:nvSpPr>
          <p:cNvPr id="21" name="Text box"/>
          <p:cNvSpPr>
            <a:spLocks noGrp="1"/>
          </p:cNvSpPr>
          <p:nvPr>
            <p:ph type="sldNum" idx="3"/>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&lt;#&gt;</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827407560"/>
      </p:ext>
    </p:extLst>
  </p:cSld>
  <p:clrMap bg1="lt1" tx1="dk1" bg2="lt2" tx2="dk2" accent1="accent1" accent2="accent2" accent3="accent3" accent4="accent4" accent5="accent5" accent6="accent6" hlink="hlink" folHlink="folHlink"/>
  <p:hf sldNum="1"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&lt;#&gt;</a:t>
            </a:fld>
            <a:endParaRPr lang="zh-CN" altLang="en-US" sz="1200">
              <a:latin typeface="Calibri" pitchFamily="0" charset="0"/>
              <a:ea typeface="ＭＳ Ｐゴシック" pitchFamily="0" charset="-128"/>
              <a:cs typeface="Calibri" pitchFamily="0" charset="0"/>
            </a:endParaRPr>
          </a:p>
        </p:txBody>
      </p:sp>
      <p:sp>
        <p:nvSpPr>
          <p:cNvPr id="12" name="Text box"/>
          <p:cNvSpPr>
            <a:spLocks noGrp="1"/>
          </p:cNvSpPr>
          <p:nvPr>
            <p:ph type="hdr"/>
          </p:nvPr>
        </p:nvSpPr>
        <p:spPr>
          <a:xfrm rot="0">
            <a:off x="0" y="0"/>
            <a:ext cx="2971799" cy="457200"/>
          </a:xfrm>
          <a:prstGeom prst="rect"/>
          <a:noFill/>
          <a:ln w="12700" cmpd="sng" cap="flat">
            <a:noFill/>
            <a:prstDash val="solid"/>
            <a:miter/>
          </a:ln>
        </p:spPr>
        <p:txBody>
          <a:bodyPr vert="horz" wrap="square" lIns="91440" tIns="45720" rIns="91440" bIns="45720" anchor="t" anchorCtr="0">
            <a:prstTxWarp prst="textNoShape"/>
          </a:bodyPr>
          <a:lstStyle/>
          <a:p>
            <a:pPr algn="l"/>
            <a:endParaRPr lang="zh-CN" altLang="en-US" sz="1200">
              <a:latin typeface="Calibri" pitchFamily="0" charset="0"/>
              <a:ea typeface="MS PGothic" pitchFamily="0" charset="0"/>
              <a:cs typeface="ＭＳ Ｐゴシック" pitchFamily="0" charset="-128"/>
            </a:endParaRPr>
          </a:p>
        </p:txBody>
      </p:sp>
      <p:sp>
        <p:nvSpPr>
          <p:cNvPr id="13" name="Text box"/>
          <p:cNvSpPr>
            <a:spLocks noGrp="1"/>
          </p:cNvSpPr>
          <p:nvPr>
            <p:ph type="dt" idx="1"/>
          </p:nvPr>
        </p:nvSpPr>
        <p:spPr>
          <a:xfrm rot="0">
            <a:off x="3884613" y="0"/>
            <a:ext cx="2971800" cy="457200"/>
          </a:xfrm>
          <a:prstGeom prst="rect"/>
          <a:noFill/>
          <a:ln w="12700" cmpd="sng" cap="flat">
            <a:noFill/>
            <a:prstDash val="solid"/>
            <a:miter/>
          </a:ln>
        </p:spPr>
        <p:txBody>
          <a:bodyPr vert="horz" wrap="square" lIns="91440" tIns="45720" rIns="91440" bIns="45720" anchor="t" anchorCtr="0">
            <a:prstTxWarp prst="textNoShape"/>
          </a:bodyPr>
          <a:lstStyle/>
          <a:p>
            <a:pPr algn="r"/>
            <a:fld id="{CAD2D6BD-DE1B-4B5F-8B41-2702339687B9}" type="datetime1">
              <a:rPr lang="en-US" altLang="zh-CN" sz="1200">
                <a:latin typeface="Calibri" pitchFamily="0" charset="0"/>
                <a:ea typeface="ＭＳ Ｐゴシック" pitchFamily="0" charset="-128"/>
                <a:cs typeface="Calibri" pitchFamily="0" charset="0"/>
              </a:rPr>
              <a:t>3/16/2026</a:t>
            </a:fld>
            <a:endParaRPr lang="zh-CN" altLang="en-US" sz="1200">
              <a:latin typeface="Calibri" pitchFamily="0" charset="0"/>
              <a:ea typeface="ＭＳ Ｐゴシック" pitchFamily="0" charset="-128"/>
              <a:cs typeface="Calibri" pitchFamily="0" charset="0"/>
            </a:endParaRPr>
          </a:p>
        </p:txBody>
      </p:sp>
      <p:sp>
        <p:nvSpPr>
          <p:cNvPr id="14" name="Object"/>
          <p:cNvSpPr>
            <a:spLocks noGrp="1" noChangeAspect="1"/>
          </p:cNvSpPr>
          <p:nvPr>
            <p:ph type="sldImg" idx="2"/>
          </p:nvPr>
        </p:nvSpPr>
        <p:spPr>
          <a:xfrm rot="0">
            <a:off x="381000" y="685800"/>
            <a:ext cx="6096000" cy="3429000"/>
          </a:xfrm>
          <a:prstGeom prst="rect"/>
          <a:noFill/>
          <a:ln w="12700" cmpd="sng" cap="flat">
            <a:solidFill>
              <a:srgbClr val="000000"/>
            </a:solidFill>
            <a:prstDash val="solid"/>
            <a:round/>
          </a:ln>
        </p:spPr>
      </p:sp>
      <p:sp>
        <p:nvSpPr>
          <p:cNvPr id="15" name="Text box"/>
          <p:cNvSpPr>
            <a:spLocks noGrp="1"/>
          </p:cNvSpPr>
          <p:nvPr>
            <p:ph type="body" idx="3"/>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16" name="Text box"/>
          <p:cNvSpPr>
            <a:spLocks noGrp="1"/>
          </p:cNvSpPr>
          <p:nvPr>
            <p:ph type="ftr" idx="4"/>
          </p:nvPr>
        </p:nvSpPr>
        <p:spPr>
          <a:xfrm rot="0">
            <a:off x="0" y="8685213"/>
            <a:ext cx="2971799" cy="457200"/>
          </a:xfrm>
          <a:prstGeom prst="rect"/>
          <a:noFill/>
          <a:ln w="12700" cmpd="sng" cap="flat">
            <a:noFill/>
            <a:prstDash val="solid"/>
            <a:miter/>
          </a:ln>
        </p:spPr>
        <p:txBody>
          <a:bodyPr vert="horz" wrap="square" lIns="91440" tIns="45720" rIns="91440" bIns="45720" anchor="b" anchorCtr="0">
            <a:prstTxWarp prst="textNoShape"/>
          </a:bodyPr>
          <a:lstStyle/>
          <a:p>
            <a:pPr algn="l"/>
            <a:endParaRPr lang="zh-CN" altLang="en-US" sz="1200">
              <a:latin typeface="Calibri" pitchFamily="0" charset="0"/>
              <a:ea typeface="MS PGothic" pitchFamily="0" charset="0"/>
              <a:cs typeface="ＭＳ Ｐゴシック" pitchFamily="0" charset="-128"/>
            </a:endParaRPr>
          </a:p>
        </p:txBody>
      </p:sp>
    </p:spTree>
    <p:extLst>
      <p:ext uri="{BB962C8B-B14F-4D97-AF65-F5344CB8AC3E}">
        <p14:creationId xmlns:p14="http://schemas.microsoft.com/office/powerpoint/2010/main" val="1274702953"/>
      </p:ext>
    </p:extLst>
  </p:cSld>
  <p:clrMap bg1="lt1" tx1="dk1" bg2="lt2" tx2="dk2" accent1="accent1" accent2="accent2" accent3="accent3" accent4="accent4" accent5="accent5" accent6="accent6" hlink="hlink" folHlink="folHlink"/>
  <p:hf sldNum="1" hdr="0" ftr="0" dt="0"/>
  <p:notesStyle>
    <a:lvl1pPr marL="0" indent="0" algn="l" defTabSz="914400" eaLnBrk="0" fontAlgn="base" hangingPunct="0">
      <a:lnSpc>
        <a:spcPct val="100000"/>
      </a:lnSpc>
      <a:spcBef>
        <a:spcPct val="30000"/>
      </a:spcBef>
      <a:spcAft>
        <a:spcPts val="0"/>
      </a:spcAft>
      <a:buNone/>
      <a:defRPr sz="1200" b="0" i="0" u="none" strike="noStrike" kern="1200" cap="none" spc="0" baseline="0">
        <a:solidFill>
          <a:schemeClr val="tx1"/>
        </a:solidFill>
        <a:latin typeface="Calibri" pitchFamily="0" charset="0"/>
        <a:ea typeface="ＭＳ Ｐゴシック" pitchFamily="0" charset="-128"/>
        <a:cs typeface="ＭＳ Ｐゴシック" pitchFamily="0" charset="-128"/>
      </a:defRPr>
    </a:lvl1pPr>
    <a:lvl2pPr marL="457200" indent="0" algn="l" defTabSz="914400" eaLnBrk="0" fontAlgn="base" hangingPunct="0">
      <a:lnSpc>
        <a:spcPct val="100000"/>
      </a:lnSpc>
      <a:spcBef>
        <a:spcPct val="30000"/>
      </a:spcBef>
      <a:spcAft>
        <a:spcPts val="0"/>
      </a:spcAft>
      <a:buNone/>
      <a:defRPr sz="1200" b="0" i="0" u="none" strike="noStrike" kern="1200" cap="none" spc="0" baseline="0">
        <a:solidFill>
          <a:schemeClr val="tx1"/>
        </a:solidFill>
        <a:latin typeface="Calibri" pitchFamily="0" charset="0"/>
        <a:ea typeface="ＭＳ Ｐゴシック" pitchFamily="0" charset="-128"/>
        <a:cs typeface="Calibri" pitchFamily="0" charset="0"/>
      </a:defRPr>
    </a:lvl2pPr>
    <a:lvl3pPr marL="914400" indent="0" algn="l" defTabSz="914400" eaLnBrk="0" fontAlgn="base" hangingPunct="0">
      <a:lnSpc>
        <a:spcPct val="100000"/>
      </a:lnSpc>
      <a:spcBef>
        <a:spcPct val="30000"/>
      </a:spcBef>
      <a:spcAft>
        <a:spcPts val="0"/>
      </a:spcAft>
      <a:buNone/>
      <a:defRPr sz="1200" b="0" i="0" u="none" strike="noStrike" kern="1200" cap="none" spc="0" baseline="0">
        <a:solidFill>
          <a:schemeClr val="tx1"/>
        </a:solidFill>
        <a:latin typeface="Calibri" pitchFamily="0" charset="0"/>
        <a:ea typeface="ＭＳ Ｐゴシック" pitchFamily="0" charset="-128"/>
        <a:cs typeface="Calibri" pitchFamily="0" charset="0"/>
      </a:defRPr>
    </a:lvl3pPr>
    <a:lvl4pPr marL="1371600" indent="0" algn="l" defTabSz="914400" eaLnBrk="0" fontAlgn="base" hangingPunct="0">
      <a:lnSpc>
        <a:spcPct val="100000"/>
      </a:lnSpc>
      <a:spcBef>
        <a:spcPct val="30000"/>
      </a:spcBef>
      <a:spcAft>
        <a:spcPts val="0"/>
      </a:spcAft>
      <a:buNone/>
      <a:defRPr sz="1200" b="0" i="0" u="none" strike="noStrike" kern="1200" cap="none" spc="0" baseline="0">
        <a:solidFill>
          <a:schemeClr val="tx1"/>
        </a:solidFill>
        <a:latin typeface="Calibri" pitchFamily="0" charset="0"/>
        <a:ea typeface="ＭＳ Ｐゴシック" pitchFamily="0" charset="-128"/>
        <a:cs typeface="Calibri" pitchFamily="0" charset="0"/>
      </a:defRPr>
    </a:lvl4pPr>
    <a:lvl5pPr marL="1828800" indent="0" algn="l" defTabSz="914400" eaLnBrk="0" fontAlgn="base" hangingPunct="0">
      <a:lnSpc>
        <a:spcPct val="100000"/>
      </a:lnSpc>
      <a:spcBef>
        <a:spcPct val="30000"/>
      </a:spcBef>
      <a:spcAft>
        <a:spcPts val="0"/>
      </a:spcAft>
      <a:buNone/>
      <a:defRPr sz="1200" b="0" i="0" u="none" strike="noStrike" kern="1200" cap="none" spc="0" baseline="0">
        <a:solidFill>
          <a:schemeClr val="tx1"/>
        </a:solidFill>
        <a:latin typeface="Calibri" pitchFamily="0" charset="0"/>
        <a:ea typeface="ＭＳ Ｐゴシック" pitchFamily="0" charset="-128"/>
        <a:cs typeface="Calibri" pitchFamily="0" charset="0"/>
      </a:defRPr>
    </a:lvl5pPr>
    <a:lvl6pPr marL="22860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宋体" pitchFamily="0" charset="0"/>
        <a:cs typeface="Calibri" pitchFamily="0" charset="0"/>
      </a:defRPr>
    </a:lvl6pPr>
    <a:lvl7pPr marL="27432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宋体" pitchFamily="0" charset="0"/>
        <a:cs typeface="Calibri" pitchFamily="0" charset="0"/>
      </a:defRPr>
    </a:lvl7pPr>
    <a:lvl8pPr marL="3200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宋体" pitchFamily="0" charset="0"/>
        <a:cs typeface="Calibri" pitchFamily="0" charset="0"/>
      </a:defRPr>
    </a:lvl8pPr>
    <a:lvl9pPr marL="3200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宋体" pitchFamily="0" charset="0"/>
        <a:cs typeface="Calibri" pitchFamily="0" charset="0"/>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notesSlide1.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1</a:t>
            </a:fld>
            <a:endParaRPr lang="zh-CN" altLang="en-US" sz="1200">
              <a:latin typeface="Calibri" pitchFamily="0" charset="0"/>
              <a:ea typeface="ＭＳ Ｐゴシック" pitchFamily="0" charset="-128"/>
              <a:cs typeface="Calibri" pitchFamily="0" charset="0"/>
            </a:endParaRPr>
          </a:p>
        </p:txBody>
      </p:sp>
      <p:sp>
        <p:nvSpPr>
          <p:cNvPr id="49" name="Object"/>
          <p:cNvSpPr>
            <a:spLocks noGrp="1" noChangeAspect="1"/>
          </p:cNvSpPr>
          <p:nvPr>
            <p:ph type="sldImg"/>
          </p:nvPr>
        </p:nvSpPr>
        <p:spPr>
          <a:xfrm rot="0">
            <a:off x="381000" y="685800"/>
            <a:ext cx="6096000" cy="3429000"/>
          </a:xfrm>
          <a:prstGeom prst="rect"/>
          <a:noFill/>
          <a:ln w="12700" cmpd="sng" cap="flat">
            <a:noFill/>
            <a:prstDash val="solid"/>
            <a:miter/>
          </a:ln>
        </p:spPr>
      </p:sp>
      <p:sp>
        <p:nvSpPr>
          <p:cNvPr id="50"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51" name="Text box"/>
          <p:cNvSpPr txBox="1">
            <a:spLocks/>
          </p:cNvSpPr>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pPr marL="0" indent="0" algn="l" defTabSz="892175">
              <a:lnSpc>
                <a:spcPct val="100000"/>
              </a:lnSpc>
              <a:spcBef>
                <a:spcPts val="0"/>
              </a:spcBef>
              <a:spcAft>
                <a:spcPts val="0"/>
              </a:spcAft>
              <a:buNone/>
            </a:pPr>
            <a:r>
              <a:rPr lang="en-US" altLang="zh-CN" sz="1200" b="0" i="0" u="none" strike="noStrike" kern="1200" cap="none" spc="0" baseline="0">
                <a:solidFill>
                  <a:schemeClr val="tx1"/>
                </a:solidFill>
                <a:latin typeface="Arial" pitchFamily="0" charset="0"/>
                <a:ea typeface="ＭＳ Ｐゴシック" pitchFamily="0" charset="-128"/>
                <a:cs typeface="Calibri" pitchFamily="0" charset="0"/>
              </a:rPr>
              <a:t>prepared by Razana Alwee / edited by Suhaila Mohamad Yusuf</a:t>
            </a:r>
            <a:endParaRPr lang="zh-CN" altLang="en-US" sz="1200" b="0" i="0" u="none" strike="noStrike" kern="1200" cap="none" spc="0" baseline="0">
              <a:solidFill>
                <a:schemeClr val="tx1"/>
              </a:solidFill>
              <a:latin typeface="Arial" pitchFamily="0" charset="0"/>
              <a:ea typeface="ＭＳ Ｐゴシック" pitchFamily="0" charset="-128"/>
              <a:cs typeface="Calibri" pitchFamily="0" charset="0"/>
            </a:endParaRPr>
          </a:p>
        </p:txBody>
      </p:sp>
      <p:sp>
        <p:nvSpPr>
          <p:cNvPr id="5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t" anchorCtr="0">
            <a:prstTxWarp prst="textNoShape"/>
          </a:bodyPr>
          <a:lstStyle/>
          <a:p>
            <a:pPr defTabSz="892175"/>
            <a:fld id="{CAD2D6BD-DE1B-4B5F-8B41-2702339687B9}" type="slidenum">
              <a:rPr lang="en-US" altLang="zh-CN" sz="1200" b="0" i="0" u="none" strike="noStrike" kern="1200" cap="none" spc="0" baseline="0">
                <a:solidFill>
                  <a:schemeClr val="tx1"/>
                </a:solidFill>
                <a:latin typeface="Arial" pitchFamily="0" charset="0"/>
                <a:ea typeface="ＭＳ Ｐゴシック" pitchFamily="0" charset="-128"/>
                <a:cs typeface="Lucida Sans"/>
              </a:rPr>
              <a:t>1</a:t>
            </a:fld>
            <a:endParaRPr lang="zh-CN" altLang="en-US" sz="1200" b="0">
              <a:solidFill>
                <a:schemeClr val="tx1"/>
              </a:solidFill>
              <a:latin typeface="Arial" pitchFamily="0" charset="0"/>
              <a:ea typeface="ＭＳ Ｐゴシック" pitchFamily="0" charset="-128"/>
            </a:endParaRPr>
          </a:p>
        </p:txBody>
      </p:sp>
    </p:spTree>
    <p:extLst>
      <p:ext uri="{BB962C8B-B14F-4D97-AF65-F5344CB8AC3E}">
        <p14:creationId xmlns:p14="http://schemas.microsoft.com/office/powerpoint/2010/main" val="949558652"/>
      </p:ext>
    </p:extLst>
  </p:cSld>
  <p:clrMapOvr>
    <a:masterClrMapping/>
  </p:clrMapOvr>
</p:notes>
</file>

<file path=ppt/notesSlides/notesSlide2.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2</a:t>
            </a:fld>
            <a:endParaRPr lang="zh-CN" altLang="en-US" sz="1200">
              <a:latin typeface="Calibri" pitchFamily="0" charset="0"/>
              <a:ea typeface="ＭＳ Ｐゴシック" pitchFamily="0" charset="-128"/>
              <a:cs typeface="Calibri" pitchFamily="0" charset="0"/>
            </a:endParaRPr>
          </a:p>
        </p:txBody>
      </p:sp>
      <p:sp>
        <p:nvSpPr>
          <p:cNvPr id="69" name="Object"/>
          <p:cNvSpPr>
            <a:spLocks noGrp="1" noChangeAspect="1"/>
          </p:cNvSpPr>
          <p:nvPr>
            <p:ph type="sldImg"/>
          </p:nvPr>
        </p:nvSpPr>
        <p:spPr>
          <a:xfrm rot="0">
            <a:off x="381000" y="685800"/>
            <a:ext cx="6096000" cy="3429000"/>
          </a:xfrm>
          <a:prstGeom prst="rect"/>
          <a:noFill/>
          <a:ln w="12700" cmpd="sng" cap="flat">
            <a:noFill/>
            <a:prstDash val="solid"/>
            <a:miter/>
          </a:ln>
        </p:spPr>
      </p:sp>
      <p:sp>
        <p:nvSpPr>
          <p:cNvPr id="70" name="Text box"/>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71" name="Text box"/>
          <p:cNvSpPr txBox="1">
            <a:spLocks/>
          </p:cNvSpPr>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pPr marL="0" indent="0" algn="l" defTabSz="892175">
              <a:lnSpc>
                <a:spcPct val="100000"/>
              </a:lnSpc>
              <a:spcBef>
                <a:spcPts val="0"/>
              </a:spcBef>
              <a:spcAft>
                <a:spcPts val="0"/>
              </a:spcAft>
              <a:buNone/>
            </a:pPr>
            <a:r>
              <a:rPr lang="en-US" altLang="zh-CN" sz="1200" b="0" i="0" u="none" strike="noStrike" kern="1200" cap="none" spc="0" baseline="0">
                <a:solidFill>
                  <a:schemeClr val="tx1"/>
                </a:solidFill>
                <a:latin typeface="Arial" pitchFamily="0" charset="0"/>
                <a:ea typeface="ＭＳ Ｐゴシック" pitchFamily="0" charset="-128"/>
                <a:cs typeface="Calibri" pitchFamily="0" charset="0"/>
              </a:rPr>
              <a:t>prepared by Razana Alwee / edited by Suhaila Mohamad Yusuf</a:t>
            </a:r>
            <a:endParaRPr lang="zh-CN" altLang="en-US" sz="1200" b="0" i="0" u="none" strike="noStrike" kern="1200" cap="none" spc="0" baseline="0">
              <a:solidFill>
                <a:schemeClr val="tx1"/>
              </a:solidFill>
              <a:latin typeface="Arial" pitchFamily="0" charset="0"/>
              <a:ea typeface="ＭＳ Ｐゴシック" pitchFamily="0" charset="-128"/>
              <a:cs typeface="Calibri" pitchFamily="0" charset="0"/>
            </a:endParaRPr>
          </a:p>
        </p:txBody>
      </p:sp>
      <p:sp>
        <p:nvSpPr>
          <p:cNvPr id="72"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t" anchorCtr="0">
            <a:prstTxWarp prst="textNoShape"/>
          </a:bodyPr>
          <a:lstStyle/>
          <a:p>
            <a:pPr defTabSz="892175"/>
            <a:fld id="{CAD2D6BD-DE1B-4B5F-8B41-2702339687B9}" type="slidenum">
              <a:rPr lang="en-US" altLang="zh-CN" sz="1200" b="0" i="0" u="none" strike="noStrike" kern="1200" cap="none" spc="0" baseline="0">
                <a:solidFill>
                  <a:schemeClr val="tx1"/>
                </a:solidFill>
                <a:latin typeface="Arial" pitchFamily="0" charset="0"/>
                <a:ea typeface="ＭＳ Ｐゴシック" pitchFamily="0" charset="-128"/>
                <a:cs typeface="Lucida Sans"/>
              </a:rPr>
              <a:t>2</a:t>
            </a:fld>
            <a:endParaRPr lang="zh-CN" altLang="en-US" sz="1200" b="0">
              <a:solidFill>
                <a:schemeClr val="tx1"/>
              </a:solidFill>
              <a:latin typeface="Arial" pitchFamily="0" charset="0"/>
              <a:ea typeface="ＭＳ Ｐゴシック" pitchFamily="0" charset="-128"/>
            </a:endParaRPr>
          </a:p>
        </p:txBody>
      </p:sp>
    </p:spTree>
    <p:extLst>
      <p:ext uri="{BB962C8B-B14F-4D97-AF65-F5344CB8AC3E}">
        <p14:creationId xmlns:p14="http://schemas.microsoft.com/office/powerpoint/2010/main" val="559427302"/>
      </p:ext>
    </p:extLst>
  </p:cSld>
  <p:clrMapOvr>
    <a:masterClrMapping/>
  </p:clrMapOvr>
</p:notes>
</file>

<file path=ppt/notesSlides/notesSlide3.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3</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595783393"/>
      </p:ext>
    </p:extLst>
  </p:cSld>
  <p:clrMapOvr>
    <a:masterClrMapping/>
  </p:clrMapOvr>
</p:notes>
</file>

<file path=ppt/notesSlides/notesSlide4.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4</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380293048"/>
      </p:ext>
    </p:extLst>
  </p:cSld>
  <p:clrMapOvr>
    <a:masterClrMapping/>
  </p:clrMapOvr>
</p:notes>
</file>

<file path=ppt/notesSlides/notesSlide5.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5</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762744123"/>
      </p:ext>
    </p:extLst>
  </p:cSld>
  <p:clrMapOvr>
    <a:masterClrMapping/>
  </p:clrMapOvr>
</p:notes>
</file>

<file path=ppt/notesSlides/notesSlide6.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6</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720613870"/>
      </p:ext>
    </p:extLst>
  </p:cSld>
  <p:clrMapOvr>
    <a:masterClrMapping/>
  </p:clrMapOvr>
</p:notes>
</file>

<file path=ppt/notesSlides/notesSlide7.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7</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327033219"/>
      </p:ext>
    </p:extLst>
  </p:cSld>
  <p:clrMapOvr>
    <a:masterClrMapping/>
  </p:clrMapOvr>
</p:notes>
</file>

<file path=ppt/notesSlides/notesSlide8.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8</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347275030"/>
      </p:ext>
    </p:extLst>
  </p:cSld>
  <p:clrMapOvr>
    <a:masterClrMapping/>
  </p:clrMapOvr>
</p:notes>
</file>

<file path=ppt/notesSlides/notesSlide9.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9</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557391880"/>
      </p:ext>
    </p:extLst>
  </p:cSld>
  <p:clrMapOvr>
    <a:masterClrMapping/>
  </p:clrMapOvr>
</p:notes>
</file>

<file path=ppt/notesSlides/notesSlide10.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10</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894904667"/>
      </p:ext>
    </p:extLst>
  </p:cSld>
  <p:clrMapOvr>
    <a:masterClrMapping/>
  </p:clrMapOvr>
</p:notes>
</file>

<file path=ppt/notesSlides/notesSlide11.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11</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506718274"/>
      </p:ext>
    </p:extLst>
  </p:cSld>
  <p:clrMapOvr>
    <a:masterClrMapping/>
  </p:clrMapOvr>
</p:notes>
</file>

<file path=ppt/notesSlides/notesSlide12.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12</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692435595"/>
      </p:ext>
    </p:extLst>
  </p:cSld>
  <p:clrMapOvr>
    <a:masterClrMapping/>
  </p:clrMapOvr>
</p:notes>
</file>

<file path=ppt/notesSlides/notesSlide13.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13</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440207653"/>
      </p:ext>
    </p:extLst>
  </p:cSld>
  <p:clrMapOvr>
    <a:masterClrMapping/>
  </p:clrMapOvr>
</p:notes>
</file>

<file path=ppt/notesSlides/notesSlide14.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14</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379163691"/>
      </p:ext>
    </p:extLst>
  </p:cSld>
  <p:clrMapOvr>
    <a:masterClrMapping/>
  </p:clrMapOvr>
</p:notes>
</file>

<file path=ppt/notesSlides/notesSlide15.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15</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983832953"/>
      </p:ext>
    </p:extLst>
  </p:cSld>
  <p:clrMapOvr>
    <a:masterClrMapping/>
  </p:clrMapOvr>
</p:notes>
</file>

<file path=ppt/notesSlides/notesSlide16.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16</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917989057"/>
      </p:ext>
    </p:extLst>
  </p:cSld>
  <p:clrMapOvr>
    <a:masterClrMapping/>
  </p:clrMapOvr>
</p:notes>
</file>

<file path=ppt/notesSlides/notesSlide17.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17</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255797162"/>
      </p:ext>
    </p:extLst>
  </p:cSld>
  <p:clrMapOvr>
    <a:masterClrMapping/>
  </p:clrMapOvr>
</p:notes>
</file>

<file path=ppt/notesSlides/notesSlide18.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18</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974787608"/>
      </p:ext>
    </p:extLst>
  </p:cSld>
  <p:clrMapOvr>
    <a:masterClrMapping/>
  </p:clrMapOvr>
</p:notes>
</file>

<file path=ppt/notesSlides/notesSlide19.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19</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38966687"/>
      </p:ext>
    </p:extLst>
  </p:cSld>
  <p:clrMapOvr>
    <a:masterClrMapping/>
  </p:clrMapOvr>
</p:notes>
</file>

<file path=ppt/notesSlides/notesSlide20.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20</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657343365"/>
      </p:ext>
    </p:extLst>
  </p:cSld>
  <p:clrMapOvr>
    <a:masterClrMapping/>
  </p:clrMapOvr>
</p:notes>
</file>

<file path=ppt/notesSlides/notesSlide21.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21</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201514903"/>
      </p:ext>
    </p:extLst>
  </p:cSld>
  <p:clrMapOvr>
    <a:masterClrMapping/>
  </p:clrMapOvr>
</p:notes>
</file>

<file path=ppt/notesSlides/notesSlide22.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22</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2131492322"/>
      </p:ext>
    </p:extLst>
  </p:cSld>
  <p:clrMapOvr>
    <a:masterClrMapping/>
  </p:clrMapOvr>
</p:notes>
</file>

<file path=ppt/notesSlides/notesSlide23.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23</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478800247"/>
      </p:ext>
    </p:extLst>
  </p:cSld>
  <p:clrMapOvr>
    <a:masterClrMapping/>
  </p:clrMapOvr>
</p:notes>
</file>

<file path=ppt/notesSlides/notesSlide24.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24</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815556274"/>
      </p:ext>
    </p:extLst>
  </p:cSld>
  <p:clrMapOvr>
    <a:masterClrMapping/>
  </p:clrMapOvr>
</p:notes>
</file>

<file path=ppt/notesSlides/notesSlide25.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25</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915614919"/>
      </p:ext>
    </p:extLst>
  </p:cSld>
  <p:clrMapOvr>
    <a:masterClrMapping/>
  </p:clrMapOvr>
</p:notes>
</file>

<file path=ppt/notesSlides/notesSlide26.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26</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459446237"/>
      </p:ext>
    </p:extLst>
  </p:cSld>
  <p:clrMapOvr>
    <a:masterClrMapping/>
  </p:clrMapOvr>
</p:notes>
</file>

<file path=ppt/notesSlides/notesSlide27.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27</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89763525"/>
      </p:ext>
    </p:extLst>
  </p:cSld>
  <p:clrMapOvr>
    <a:masterClrMapping/>
  </p:clrMapOvr>
</p:notes>
</file>

<file path=ppt/notesSlides/notesSlide28.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28</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426578851"/>
      </p:ext>
    </p:extLst>
  </p:cSld>
  <p:clrMapOvr>
    <a:masterClrMapping/>
  </p:clrMapOvr>
</p:notes>
</file>

<file path=ppt/notesSlides/notesSlide29.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29</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880361419"/>
      </p:ext>
    </p:extLst>
  </p:cSld>
  <p:clrMapOvr>
    <a:masterClrMapping/>
  </p:clrMapOvr>
</p:notes>
</file>

<file path=ppt/notesSlides/notesSlide30.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30</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825515466"/>
      </p:ext>
    </p:extLst>
  </p:cSld>
  <p:clrMapOvr>
    <a:masterClrMapping/>
  </p:clrMapOvr>
</p:notes>
</file>

<file path=ppt/notesSlides/notesSlide31.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31</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850022623"/>
      </p:ext>
    </p:extLst>
  </p:cSld>
  <p:clrMapOvr>
    <a:masterClrMapping/>
  </p:clrMapOvr>
</p:notes>
</file>

<file path=ppt/notesSlides/notesSlide32.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32</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5288836"/>
      </p:ext>
    </p:extLst>
  </p:cSld>
  <p:clrMapOvr>
    <a:masterClrMapping/>
  </p:clrMapOvr>
</p:notes>
</file>

<file path=ppt/notesSlides/notesSlide33.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33</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457673925"/>
      </p:ext>
    </p:extLst>
  </p:cSld>
  <p:clrMapOvr>
    <a:masterClrMapping/>
  </p:clrMapOvr>
</p:notes>
</file>

<file path=ppt/notesSlides/notesSlide34.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34</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876021066"/>
      </p:ext>
    </p:extLst>
  </p:cSld>
  <p:clrMapOvr>
    <a:masterClrMapping/>
  </p:clrMapOvr>
</p:notes>
</file>

<file path=ppt/notesSlides/notesSlide35.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35</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804320793"/>
      </p:ext>
    </p:extLst>
  </p:cSld>
  <p:clrMapOvr>
    <a:masterClrMapping/>
  </p:clrMapOvr>
</p:notes>
</file>

<file path=ppt/notesSlides/notesSlide36.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36</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260949924"/>
      </p:ext>
    </p:extLst>
  </p:cSld>
  <p:clrMapOvr>
    <a:masterClrMapping/>
  </p:clrMapOvr>
</p:notes>
</file>

<file path=ppt/notesSlides/notesSlide37.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37</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665013242"/>
      </p:ext>
    </p:extLst>
  </p:cSld>
  <p:clrMapOvr>
    <a:masterClrMapping/>
  </p:clrMapOvr>
</p:notes>
</file>

<file path=ppt/notesSlides/notesSlide38.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38</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355847180"/>
      </p:ext>
    </p:extLst>
  </p:cSld>
  <p:clrMapOvr>
    <a:masterClrMapping/>
  </p:clrMapOvr>
</p:notes>
</file>

<file path=ppt/notesSlides/notesSlide39.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39</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2087595201"/>
      </p:ext>
    </p:extLst>
  </p:cSld>
  <p:clrMapOvr>
    <a:masterClrMapping/>
  </p:clrMapOvr>
</p:notes>
</file>

<file path=ppt/notesSlides/notesSlide40.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40</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288046223"/>
      </p:ext>
    </p:extLst>
  </p:cSld>
  <p:clrMapOvr>
    <a:masterClrMapping/>
  </p:clrMapOvr>
</p:notes>
</file>

<file path=ppt/notesSlides/notesSlide41.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41</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2092646613"/>
      </p:ext>
    </p:extLst>
  </p:cSld>
  <p:clrMapOvr>
    <a:masterClrMapping/>
  </p:clrMapOvr>
</p:notes>
</file>

<file path=ppt/notesSlides/notesSlide42.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42</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784075633"/>
      </p:ext>
    </p:extLst>
  </p:cSld>
  <p:clrMapOvr>
    <a:masterClrMapping/>
  </p:clrMapOvr>
</p:notes>
</file>

<file path=ppt/notesSlides/notesSlide43.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43</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48367952"/>
      </p:ext>
    </p:extLst>
  </p:cSld>
  <p:clrMapOvr>
    <a:masterClrMapping/>
  </p:clrMapOvr>
</p:notes>
</file>

<file path=ppt/notesSlides/notesSlide44.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44</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375931536"/>
      </p:ext>
    </p:extLst>
  </p:cSld>
  <p:clrMapOvr>
    <a:masterClrMapping/>
  </p:clrMapOvr>
</p:notes>
</file>

<file path=ppt/notesSlides/notesSlide45.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45</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232024872"/>
      </p:ext>
    </p:extLst>
  </p:cSld>
  <p:clrMapOvr>
    <a:masterClrMapping/>
  </p:clrMapOvr>
</p:notes>
</file>

<file path=ppt/notesSlides/notesSlide46.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46</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565233375"/>
      </p:ext>
    </p:extLst>
  </p:cSld>
  <p:clrMapOvr>
    <a:masterClrMapping/>
  </p:clrMapOvr>
</p:notes>
</file>

<file path=ppt/notesSlides/notesSlide47.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47</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499896757"/>
      </p:ext>
    </p:extLst>
  </p:cSld>
  <p:clrMapOvr>
    <a:masterClrMapping/>
  </p:clrMapOvr>
</p:notes>
</file>

<file path=ppt/notesSlides/notesSlide48.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48</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221700693"/>
      </p:ext>
    </p:extLst>
  </p:cSld>
  <p:clrMapOvr>
    <a:masterClrMapping/>
  </p:clrMapOvr>
</p:notes>
</file>

<file path=ppt/notesSlides/notesSlide49.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49</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811898388"/>
      </p:ext>
    </p:extLst>
  </p:cSld>
  <p:clrMapOvr>
    <a:masterClrMapping/>
  </p:clrMapOvr>
</p:notes>
</file>

<file path=ppt/notesSlides/notesSlide50.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50</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320808189"/>
      </p:ext>
    </p:extLst>
  </p:cSld>
  <p:clrMapOvr>
    <a:masterClrMapping/>
  </p:clrMapOvr>
</p:notes>
</file>

<file path=ppt/notesSlides/notesSlide51.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51</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711381494"/>
      </p:ext>
    </p:extLst>
  </p:cSld>
  <p:clrMapOvr>
    <a:masterClrMapping/>
  </p:clrMapOvr>
</p:notes>
</file>

<file path=ppt/notesSlides/notesSlide52.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52</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78751280"/>
      </p:ext>
    </p:extLst>
  </p:cSld>
  <p:clrMapOvr>
    <a:masterClrMapping/>
  </p:clrMapOvr>
</p:notes>
</file>

<file path=ppt/notesSlides/notesSlide53.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53</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630292597"/>
      </p:ext>
    </p:extLst>
  </p:cSld>
  <p:clrMapOvr>
    <a:masterClrMapping/>
  </p:clrMapOvr>
</p:notes>
</file>

<file path=ppt/notesSlides/notesSlide54.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54</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861496269"/>
      </p:ext>
    </p:extLst>
  </p:cSld>
  <p:clrMapOvr>
    <a:masterClrMapping/>
  </p:clrMapOvr>
</p:notes>
</file>

<file path=ppt/notesSlides/notesSlide55.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55</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666964768"/>
      </p:ext>
    </p:extLst>
  </p:cSld>
  <p:clrMapOvr>
    <a:masterClrMapping/>
  </p:clrMapOvr>
</p:notes>
</file>

<file path=ppt/notesSlides/notesSlide56.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56</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399051595"/>
      </p:ext>
    </p:extLst>
  </p:cSld>
  <p:clrMapOvr>
    <a:masterClrMapping/>
  </p:clrMapOvr>
</p:notes>
</file>

<file path=ppt/notesSlides/notesSlide57.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57</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40293261"/>
      </p:ext>
    </p:extLst>
  </p:cSld>
  <p:clrMapOvr>
    <a:masterClrMapping/>
  </p:clrMapOvr>
</p:notes>
</file>

<file path=ppt/notesSlides/notesSlide58.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58</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854987922"/>
      </p:ext>
    </p:extLst>
  </p:cSld>
  <p:clrMapOvr>
    <a:masterClrMapping/>
  </p:clrMapOvr>
</p:notes>
</file>

<file path=ppt/notesSlides/notesSlide59.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59</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256341332"/>
      </p:ext>
    </p:extLst>
  </p:cSld>
  <p:clrMapOvr>
    <a:masterClrMapping/>
  </p:clrMapOvr>
</p:notes>
</file>

<file path=ppt/notesSlides/notesSlide60.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60</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046681439"/>
      </p:ext>
    </p:extLst>
  </p:cSld>
  <p:clrMapOvr>
    <a:masterClrMapping/>
  </p:clrMapOvr>
</p:notes>
</file>

<file path=ppt/notesSlides/notesSlide61.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61</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916399262"/>
      </p:ext>
    </p:extLst>
  </p:cSld>
  <p:clrMapOvr>
    <a:masterClrMapping/>
  </p:clrMapOvr>
</p:notes>
</file>

<file path=ppt/notesSlides/notesSlide62.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62</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2055087482"/>
      </p:ext>
    </p:extLst>
  </p:cSld>
  <p:clrMapOvr>
    <a:masterClrMapping/>
  </p:clrMapOvr>
</p:notes>
</file>

<file path=ppt/notesSlides/notesSlide63.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63</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623504817"/>
      </p:ext>
    </p:extLst>
  </p:cSld>
  <p:clrMapOvr>
    <a:masterClrMapping/>
  </p:clrMapOvr>
</p:notes>
</file>

<file path=ppt/notesSlides/notesSlide64.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64</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062106352"/>
      </p:ext>
    </p:extLst>
  </p:cSld>
  <p:clrMapOvr>
    <a:masterClrMapping/>
  </p:clrMapOvr>
</p:notes>
</file>

<file path=ppt/notesSlides/notesSlide65.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65</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2042404065"/>
      </p:ext>
    </p:extLst>
  </p:cSld>
  <p:clrMapOvr>
    <a:masterClrMapping/>
  </p:clrMapOvr>
</p:notes>
</file>

<file path=ppt/notesSlides/notesSlide66.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66</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664417339"/>
      </p:ext>
    </p:extLst>
  </p:cSld>
  <p:clrMapOvr>
    <a:masterClrMapping/>
  </p:clrMapOvr>
</p:notes>
</file>

<file path=ppt/notesSlides/notesSlide67.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67</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523463533"/>
      </p:ext>
    </p:extLst>
  </p:cSld>
  <p:clrMapOvr>
    <a:masterClrMapping/>
  </p:clrMapOvr>
</p:notes>
</file>

<file path=ppt/notesSlides/notesSlide68.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68</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2141791673"/>
      </p:ext>
    </p:extLst>
  </p:cSld>
  <p:clrMapOvr>
    <a:masterClrMapping/>
  </p:clrMapOvr>
</p:notes>
</file>

<file path=ppt/notesSlides/notesSlide69.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69</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840864327"/>
      </p:ext>
    </p:extLst>
  </p:cSld>
  <p:clrMapOvr>
    <a:masterClrMapping/>
  </p:clrMapOvr>
</p:notes>
</file>

<file path=ppt/notesSlides/notesSlide70.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70</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886039244"/>
      </p:ext>
    </p:extLst>
  </p:cSld>
  <p:clrMapOvr>
    <a:masterClrMapping/>
  </p:clrMapOvr>
</p:notes>
</file>

<file path=ppt/notesSlides/notesSlide71.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71</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824978992"/>
      </p:ext>
    </p:extLst>
  </p:cSld>
  <p:clrMapOvr>
    <a:masterClrMapping/>
  </p:clrMapOvr>
</p:notes>
</file>

<file path=ppt/notesSlides/notesSlide72.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72</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869531423"/>
      </p:ext>
    </p:extLst>
  </p:cSld>
  <p:clrMapOvr>
    <a:masterClrMapping/>
  </p:clrMapOvr>
</p:notes>
</file>

<file path=ppt/notesSlides/notesSlide73.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73</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274115764"/>
      </p:ext>
    </p:extLst>
  </p:cSld>
  <p:clrMapOvr>
    <a:masterClrMapping/>
  </p:clrMapOvr>
</p:notes>
</file>

<file path=ppt/notesSlides/notesSlide74.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74</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784374853"/>
      </p:ext>
    </p:extLst>
  </p:cSld>
  <p:clrMapOvr>
    <a:masterClrMapping/>
  </p:clrMapOvr>
</p:notes>
</file>

<file path=ppt/notesSlides/notesSlide75.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75</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302429789"/>
      </p:ext>
    </p:extLst>
  </p:cSld>
  <p:clrMapOvr>
    <a:masterClrMapping/>
  </p:clrMapOvr>
</p:notes>
</file>

<file path=ppt/notesSlides/notesSlide76.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76</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233620767"/>
      </p:ext>
    </p:extLst>
  </p:cSld>
  <p:clrMapOvr>
    <a:masterClrMapping/>
  </p:clrMapOvr>
</p:notes>
</file>

<file path=ppt/notesSlides/notesSlide77.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77</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713397344"/>
      </p:ext>
    </p:extLst>
  </p:cSld>
  <p:clrMapOvr>
    <a:masterClrMapping/>
  </p:clrMapOvr>
</p:notes>
</file>

<file path=ppt/notesSlides/notesSlide78.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78</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998482988"/>
      </p:ext>
    </p:extLst>
  </p:cSld>
  <p:clrMapOvr>
    <a:masterClrMapping/>
  </p:clrMapOvr>
</p:notes>
</file>

<file path=ppt/notesSlides/notesSlide79.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79</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374146942"/>
      </p:ext>
    </p:extLst>
  </p:cSld>
  <p:clrMapOvr>
    <a:masterClrMapping/>
  </p:clrMapOvr>
</p:notes>
</file>

<file path=ppt/notesSlides/notesSlide80.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80</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854271136"/>
      </p:ext>
    </p:extLst>
  </p:cSld>
  <p:clrMapOvr>
    <a:masterClrMapping/>
  </p:clrMapOvr>
</p:notes>
</file>

<file path=ppt/notesSlides/notesSlide81.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81</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514531296"/>
      </p:ext>
    </p:extLst>
  </p:cSld>
  <p:clrMapOvr>
    <a:masterClrMapping/>
  </p:clrMapOvr>
</p:notes>
</file>

<file path=ppt/notesSlides/notesSlide82.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82</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946793957"/>
      </p:ext>
    </p:extLst>
  </p:cSld>
  <p:clrMapOvr>
    <a:masterClrMapping/>
  </p:clrMapOvr>
</p:notes>
</file>

<file path=ppt/notesSlides/notesSlide83.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83</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560689354"/>
      </p:ext>
    </p:extLst>
  </p:cSld>
  <p:clrMapOvr>
    <a:masterClrMapping/>
  </p:clrMapOvr>
</p:notes>
</file>

<file path=ppt/notesSlides/notesSlide84.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7" name="Text box"/>
          <p:cNvSpPr>
            <a:spLocks noGrp="1"/>
          </p:cNvSpPr>
          <p:nvPr>
            <p:ph type="sldNum" idx="5"/>
          </p:nvPr>
        </p:nvSpPr>
        <p:spPr>
          <a:xfrm rot="0">
            <a:off x="3884613" y="8685213"/>
            <a:ext cx="2971800" cy="457200"/>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ＭＳ Ｐゴシック" pitchFamily="0" charset="-128"/>
                <a:cs typeface="Calibri" pitchFamily="0" charset="0"/>
              </a:rPr>
              <a:t>84</a:t>
            </a:fld>
            <a:endParaRPr lang="zh-CN" altLang="en-US" sz="1200">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7056284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pimg1.png"/><Relationship Id="rId3" Type="http://schemas.openxmlformats.org/officeDocument/2006/relationships/image" Target="../media/pimg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pimg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pimg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pimg1.png"/></Relationships>
</file>

<file path=ppt/slideLayouts/slideLayout1.xml><?xml version="1.0" encoding="utf-8"?>
<p:sldLayout xmlns:p="http://schemas.openxmlformats.org/presentationml/2006/main" xmlns:a="http://schemas.openxmlformats.org/drawingml/2006/main" xmlns:r="http://schemas.openxmlformats.org/officeDocument/2006/relationships" type="title" preserve="1">
  <p:cSld name="标题幻灯片">
    <p:spTree>
      <p:nvGrpSpPr>
        <p:cNvPr id="1" name=""/>
        <p:cNvGrpSpPr/>
        <p:nvPr/>
      </p:nvGrpSpPr>
      <p:grpSpPr>
        <a:xfrm>
          <a:off x="0" y="0"/>
          <a:ext cx="0" cy="0"/>
          <a:chOff x="0" y="0"/>
          <a:chExt cx="0" cy="0"/>
        </a:xfrm>
      </p:grpSpPr>
      <p:sp>
        <p:nvSpPr>
          <p:cNvPr id="2" name="Text box"/>
          <p:cNvSpPr>
            <a:spLocks noGrp="1"/>
          </p:cNvSpPr>
          <p:nvPr>
            <p:ph type="ctrTitle"/>
          </p:nvPr>
        </p:nvSpPr>
        <p:spPr>
          <a:xfrm>
            <a:off x="914400" y="2130425"/>
            <a:ext cx="10363200" cy="1470025"/>
          </a:xfrm>
        </p:spPr>
        <p:txBody>
          <a:bodyPr/>
          <a:lstStyle/>
          <a:p>
            <a:r>
              <a:rPr lang="zh-CN" altLang="en-US" smtClean="0"/>
              <a:t>单击此处编辑母版标题样式</a:t>
            </a:r>
            <a:endParaRPr lang="zh-CN" altLang="en-US"/>
          </a:p>
        </p:txBody>
      </p:sp>
      <p:sp>
        <p:nvSpPr>
          <p:cNvPr id="3" name="Text box"/>
          <p:cNvSpPr>
            <a:spLocks noGrp="1"/>
          </p:cNvSpPr>
          <p:nvPr>
            <p:ph type="subTitle" idx="1"/>
          </p:nvPr>
        </p:nvSpPr>
        <p:spPr>
          <a:xfrm>
            <a:off x="1828800" y="3886199"/>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815255407"/>
      </p:ext>
    </p:extLst>
  </p:cSld>
  <p:clrMapOvr>
    <a:masterClrMapping/>
  </p:clrMapOvr>
</p:sldLayout>
</file>

<file path=ppt/slideLayouts/slideLayout2.xml><?xml version="1.0" encoding="utf-8"?>
<p:sldLayout xmlns:p="http://schemas.openxmlformats.org/presentationml/2006/main" xmlns:a="http://schemas.openxmlformats.org/drawingml/2006/main" xmlns:r="http://schemas.openxmlformats.org/officeDocument/2006/relationships" type="obj" preserve="1">
  <p:cSld name="标题和内容">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smtClean="0"/>
              <a:t>单击此处编辑母版标题样式</a:t>
            </a:r>
            <a:endParaRPr lang="zh-CN" altLang="en-US"/>
          </a:p>
        </p:txBody>
      </p:sp>
      <p:sp>
        <p:nvSpPr>
          <p:cNvPr id="3" name="Text box"/>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513710222"/>
      </p:ext>
    </p:extLst>
  </p:cSld>
  <p:clrMapOvr>
    <a:masterClrMapping/>
  </p:clrMapOvr>
</p:sldLayout>
</file>

<file path=ppt/slideLayouts/slideLayout3.xml><?xml version="1.0" encoding="utf-8"?>
<p:sldLayout xmlns:p="http://schemas.openxmlformats.org/presentationml/2006/main" xmlns:a="http://schemas.openxmlformats.org/drawingml/2006/main" xmlns:r="http://schemas.openxmlformats.org/officeDocument/2006/relationships" type="secHead" preserve="1">
  <p:cSld name="节标题">
    <p:spTree>
      <p:nvGrpSpPr>
        <p:cNvPr id="1" name=""/>
        <p:cNvGrpSpPr/>
        <p:nvPr/>
      </p:nvGrpSpPr>
      <p:grpSpPr>
        <a:xfrm>
          <a:off x="0" y="0"/>
          <a:ext cx="0" cy="0"/>
          <a:chOff x="0" y="0"/>
          <a:chExt cx="0" cy="0"/>
        </a:xfrm>
      </p:grpSpPr>
      <p:sp>
        <p:nvSpPr>
          <p:cNvPr id="2" name="Text box"/>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Text box"/>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51172855"/>
      </p:ext>
    </p:extLst>
  </p:cSld>
  <p:clrMapOvr>
    <a:masterClrMapping/>
  </p:clrMapOvr>
</p:sldLayout>
</file>

<file path=ppt/slideLayouts/slideLayout4.xml><?xml version="1.0" encoding="utf-8"?>
<p:sldLayout xmlns:p="http://schemas.openxmlformats.org/presentationml/2006/main" xmlns:a="http://schemas.openxmlformats.org/drawingml/2006/main" xmlns:r="http://schemas.openxmlformats.org/officeDocument/2006/relationships" type="twoObj" preserve="1">
  <p:cSld name="两栏内容">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smtClean="0"/>
              <a:t>单击此处编辑母版标题样式</a:t>
            </a:r>
            <a:endParaRPr lang="zh-CN" altLang="en-US"/>
          </a:p>
        </p:txBody>
      </p:sp>
      <p:sp>
        <p:nvSpPr>
          <p:cNvPr id="3" name="Text box"/>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Text box"/>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6" name="Text box"/>
          <p:cNvSpPr>
            <a:spLocks noGrp="1"/>
          </p:cNvSpPr>
          <p:nvPr>
            <p:ph type="ftr" sz="quarter" idx="11"/>
          </p:nvPr>
        </p:nvSpPr>
        <p:spPr/>
        <p:txBody>
          <a:bodyPr/>
          <a:lstStyle/>
          <a:p>
            <a:endParaRPr lang="zh-CN" altLang="en-US"/>
          </a:p>
        </p:txBody>
      </p:sp>
      <p:sp>
        <p:nvSpPr>
          <p:cNvPr id="7"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526460622"/>
      </p:ext>
    </p:extLst>
  </p:cSld>
  <p:clrMapOvr>
    <a:masterClrMapping/>
  </p:clrMapOvr>
</p:sldLayout>
</file>

<file path=ppt/slideLayouts/slideLayout5.xml><?xml version="1.0" encoding="utf-8"?>
<p:sldLayout xmlns:p="http://schemas.openxmlformats.org/presentationml/2006/main" xmlns:a="http://schemas.openxmlformats.org/drawingml/2006/main" xmlns:r="http://schemas.openxmlformats.org/officeDocument/2006/relationships" type="twoTxTwoObj" preserve="1">
  <p:cSld name="比较">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Text box"/>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Text box"/>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Text box"/>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Text box"/>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8" name="Text box"/>
          <p:cNvSpPr>
            <a:spLocks noGrp="1"/>
          </p:cNvSpPr>
          <p:nvPr>
            <p:ph type="ftr" sz="quarter" idx="11"/>
          </p:nvPr>
        </p:nvSpPr>
        <p:spPr/>
        <p:txBody>
          <a:bodyPr/>
          <a:lstStyle/>
          <a:p>
            <a:endParaRPr lang="zh-CN" altLang="en-US"/>
          </a:p>
        </p:txBody>
      </p:sp>
      <p:sp>
        <p:nvSpPr>
          <p:cNvPr id="9"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642728054"/>
      </p:ext>
    </p:extLst>
  </p:cSld>
  <p:clrMapOvr>
    <a:masterClrMapping/>
  </p:clrMapOvr>
</p:sldLayout>
</file>

<file path=ppt/slideLayouts/slideLayout6.xml><?xml version="1.0" encoding="utf-8"?>
<p:sldLayout xmlns:p="http://schemas.openxmlformats.org/presentationml/2006/main" xmlns:a="http://schemas.openxmlformats.org/drawingml/2006/main" xmlns:r="http://schemas.openxmlformats.org/officeDocument/2006/relationships" type="titleOnly" preserve="1">
  <p:cSld name="仅标题">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smtClean="0"/>
              <a:t>单击此处编辑母版标题样式</a:t>
            </a:r>
            <a:endParaRPr lang="zh-CN" altLang="en-US"/>
          </a:p>
        </p:txBody>
      </p:sp>
      <p:sp>
        <p:nvSpPr>
          <p:cNvPr id="3"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4" name="Text box"/>
          <p:cNvSpPr>
            <a:spLocks noGrp="1"/>
          </p:cNvSpPr>
          <p:nvPr>
            <p:ph type="ftr" sz="quarter" idx="11"/>
          </p:nvPr>
        </p:nvSpPr>
        <p:spPr/>
        <p:txBody>
          <a:bodyPr/>
          <a:lstStyle/>
          <a:p>
            <a:endParaRPr lang="zh-CN" altLang="en-US"/>
          </a:p>
        </p:txBody>
      </p:sp>
      <p:sp>
        <p:nvSpPr>
          <p:cNvPr id="5"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494122829"/>
      </p:ext>
    </p:extLst>
  </p:cSld>
  <p:clrMapOvr>
    <a:masterClrMapping/>
  </p:clrMapOvr>
</p:sldLayout>
</file>

<file path=ppt/slideLayouts/slideLayout7.xml><?xml version="1.0" encoding="utf-8"?>
<p:sldLayout xmlns:p="http://schemas.openxmlformats.org/presentationml/2006/main" xmlns:a="http://schemas.openxmlformats.org/drawingml/2006/main" xmlns:r="http://schemas.openxmlformats.org/officeDocument/2006/relationships" type="blank" preserve="1">
  <p:cSld name="空白">
    <p:spTree>
      <p:nvGrpSpPr>
        <p:cNvPr id="1" name=""/>
        <p:cNvGrpSpPr/>
        <p:nvPr/>
      </p:nvGrpSpPr>
      <p:grpSpPr>
        <a:xfrm>
          <a:off x="0" y="0"/>
          <a:ext cx="0" cy="0"/>
          <a:chOff x="0" y="0"/>
          <a:chExt cx="0" cy="0"/>
        </a:xfrm>
      </p:grpSpPr>
      <p:sp>
        <p:nvSpPr>
          <p:cNvPr id="2"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3" name="Text box"/>
          <p:cNvSpPr>
            <a:spLocks noGrp="1"/>
          </p:cNvSpPr>
          <p:nvPr>
            <p:ph type="ftr" sz="quarter" idx="11"/>
          </p:nvPr>
        </p:nvSpPr>
        <p:spPr/>
        <p:txBody>
          <a:bodyPr/>
          <a:lstStyle/>
          <a:p>
            <a:endParaRPr lang="zh-CN" altLang="en-US"/>
          </a:p>
        </p:txBody>
      </p:sp>
      <p:sp>
        <p:nvSpPr>
          <p:cNvPr id="4"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692011351"/>
      </p:ext>
    </p:extLst>
  </p:cSld>
  <p:clrMapOvr>
    <a:masterClrMapping/>
  </p:clrMapOvr>
</p:sldLayout>
</file>

<file path=ppt/slideLayouts/slideLayout8.xml><?xml version="1.0" encoding="utf-8"?>
<p:sldLayout xmlns:p="http://schemas.openxmlformats.org/presentationml/2006/main" xmlns:a="http://schemas.openxmlformats.org/drawingml/2006/main" xmlns:r="http://schemas.openxmlformats.org/officeDocument/2006/relationships" type="objTx" preserve="1">
  <p:cSld name="内容与标题">
    <p:spTree>
      <p:nvGrpSpPr>
        <p:cNvPr id="1" name=""/>
        <p:cNvGrpSpPr/>
        <p:nvPr/>
      </p:nvGrpSpPr>
      <p:grpSpPr>
        <a:xfrm>
          <a:off x="0" y="0"/>
          <a:ext cx="0" cy="0"/>
          <a:chOff x="0" y="0"/>
          <a:chExt cx="0" cy="0"/>
        </a:xfrm>
      </p:grpSpPr>
      <p:sp>
        <p:nvSpPr>
          <p:cNvPr id="2" name="Text box"/>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Text box"/>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Text box"/>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6" name="Text box"/>
          <p:cNvSpPr>
            <a:spLocks noGrp="1"/>
          </p:cNvSpPr>
          <p:nvPr>
            <p:ph type="ftr" sz="quarter" idx="11"/>
          </p:nvPr>
        </p:nvSpPr>
        <p:spPr/>
        <p:txBody>
          <a:bodyPr/>
          <a:lstStyle/>
          <a:p>
            <a:endParaRPr lang="zh-CN" altLang="en-US"/>
          </a:p>
        </p:txBody>
      </p:sp>
      <p:sp>
        <p:nvSpPr>
          <p:cNvPr id="7"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833574802"/>
      </p:ext>
    </p:extLst>
  </p:cSld>
  <p:clrMapOvr>
    <a:masterClrMapping/>
  </p:clrMapOvr>
</p:sldLayout>
</file>

<file path=ppt/slideLayouts/slideLayout9.xml><?xml version="1.0" encoding="utf-8"?>
<p:sldLayout xmlns:p="http://schemas.openxmlformats.org/presentationml/2006/main" xmlns:a="http://schemas.openxmlformats.org/drawingml/2006/main" xmlns:r="http://schemas.openxmlformats.org/officeDocument/2006/relationships" type="picTx" preserve="1">
  <p:cSld name="图片与标题">
    <p:spTree>
      <p:nvGrpSpPr>
        <p:cNvPr id="1" name=""/>
        <p:cNvGrpSpPr/>
        <p:nvPr/>
      </p:nvGrpSpPr>
      <p:grpSpPr>
        <a:xfrm>
          <a:off x="0" y="0"/>
          <a:ext cx="0" cy="0"/>
          <a:chOff x="0" y="0"/>
          <a:chExt cx="0" cy="0"/>
        </a:xfrm>
      </p:grpSpPr>
      <p:sp>
        <p:nvSpPr>
          <p:cNvPr id="2" name="Text box"/>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Text box"/>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Text box"/>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6" name="Text box"/>
          <p:cNvSpPr>
            <a:spLocks noGrp="1"/>
          </p:cNvSpPr>
          <p:nvPr>
            <p:ph type="ftr" sz="quarter" idx="11"/>
          </p:nvPr>
        </p:nvSpPr>
        <p:spPr/>
        <p:txBody>
          <a:bodyPr/>
          <a:lstStyle/>
          <a:p>
            <a:endParaRPr lang="zh-CN" altLang="en-US"/>
          </a:p>
        </p:txBody>
      </p:sp>
      <p:sp>
        <p:nvSpPr>
          <p:cNvPr id="7"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324009311"/>
      </p:ext>
    </p:extLst>
  </p:cSld>
  <p:clrMapOvr>
    <a:masterClrMapping/>
  </p:clrMapOvr>
</p:sldLayout>
</file>

<file path=ppt/slideLayouts/slideLayout10.xml><?xml version="1.0" encoding="utf-8"?>
<p:sldLayout xmlns:p="http://schemas.openxmlformats.org/presentationml/2006/main" xmlns:a="http://schemas.openxmlformats.org/drawingml/2006/main" xmlns:r="http://schemas.openxmlformats.org/officeDocument/2006/relationships" type="vertTx" preserve="1">
  <p:cSld name="标题和竖排文本">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smtClean="0"/>
              <a:t>单击此处编辑母版标题样式</a:t>
            </a:r>
            <a:endParaRPr lang="zh-CN" altLang="en-US"/>
          </a:p>
        </p:txBody>
      </p:sp>
      <p:sp>
        <p:nvSpPr>
          <p:cNvPr id="3" name="Text box"/>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334854333"/>
      </p:ext>
    </p:extLst>
  </p:cSld>
  <p:clrMapOvr>
    <a:masterClrMapping/>
  </p:clrMapOvr>
</p:sldLayout>
</file>

<file path=ppt/slideLayouts/slideLayout11.xml><?xml version="1.0" encoding="utf-8"?>
<p:sldLayout xmlns:p="http://schemas.openxmlformats.org/presentationml/2006/main" xmlns:a="http://schemas.openxmlformats.org/drawingml/2006/main" xmlns:r="http://schemas.openxmlformats.org/officeDocument/2006/relationships" type="vertTitleAndTx" preserve="1">
  <p:cSld name="垂直排列标题与文本">
    <p:spTree>
      <p:nvGrpSpPr>
        <p:cNvPr id="1" name=""/>
        <p:cNvGrpSpPr/>
        <p:nvPr/>
      </p:nvGrpSpPr>
      <p:grpSpPr>
        <a:xfrm>
          <a:off x="0" y="0"/>
          <a:ext cx="0" cy="0"/>
          <a:chOff x="0" y="0"/>
          <a:chExt cx="0" cy="0"/>
        </a:xfrm>
      </p:grpSpPr>
      <p:sp>
        <p:nvSpPr>
          <p:cNvPr id="2" name="Text box"/>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Text box"/>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446980645"/>
      </p:ext>
    </p:extLst>
  </p:cSld>
  <p:clrMapOvr>
    <a:masterClrMapping/>
  </p:clrMapOvr>
</p:sldLayout>
</file>

<file path=ppt/slideLayouts/slideLayout12.xml><?xml version="1.0" encoding="utf-8"?>
<p:sldLayout xmlns:p="http://schemas.openxmlformats.org/presentationml/2006/main" xmlns:a="http://schemas.openxmlformats.org/drawingml/2006/main" xmlns:r="http://schemas.openxmlformats.org/officeDocument/2006/relationships" showMasterSp="0" preserve="1">
  <p:cSld name="自定义版式">
    <p:bg>
      <p:bgPr>
        <a:solidFill>
          <a:schemeClr val="bg1"/>
        </a:solidFill>
      </p:bgPr>
    </p:bg>
    <p:spTree>
      <p:nvGrpSpPr>
        <p:cNvPr id="1" name=""/>
        <p:cNvGrpSpPr/>
        <p:nvPr/>
      </p:nvGrpSpPr>
      <p:grpSpPr>
        <a:xfrm>
          <a:off x="0" y="0"/>
          <a:ext cx="0" cy="0"/>
          <a:chOff x="0" y="0"/>
          <a:chExt cx="0" cy="0"/>
        </a:xfrm>
      </p:grpSpPr>
      <p:grpSp>
        <p:nvGrpSpPr>
          <p:cNvPr id="36" name="Combination"/>
          <p:cNvGrpSpPr>
            <a:grpSpLocks/>
          </p:cNvGrpSpPr>
          <p:nvPr/>
        </p:nvGrpSpPr>
        <p:grpSpPr>
          <a:xfrm>
            <a:off x="11728422" y="0"/>
            <a:ext cx="158778" cy="6858000"/>
            <a:chOff x="11728422" y="0"/>
            <a:chExt cx="158778" cy="6858000"/>
          </a:xfrm>
        </p:grpSpPr>
        <p:sp>
          <p:nvSpPr>
            <p:cNvPr id="34" name="曲线"/>
            <p:cNvSpPr>
              <a:spLocks/>
            </p:cNvSpPr>
            <p:nvPr/>
          </p:nvSpPr>
          <p:spPr>
            <a:xfrm rot="0">
              <a:off x="11728422" y="118468"/>
              <a:ext cx="158778" cy="6739531"/>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close/>
                </a:path>
              </a:pathLst>
            </a:custGeom>
            <a:solidFill>
              <a:srgbClr val="901042"/>
            </a:solidFill>
            <a:ln cmpd="sng" cap="flat">
              <a:noFill/>
              <a:prstDash val="solid"/>
              <a:round/>
            </a:ln>
          </p:spPr>
        </p:sp>
        <p:sp>
          <p:nvSpPr>
            <p:cNvPr id="35" name="Rectangles"/>
            <p:cNvSpPr>
              <a:spLocks/>
            </p:cNvSpPr>
            <p:nvPr/>
          </p:nvSpPr>
          <p:spPr>
            <a:xfrm rot="0">
              <a:off x="11728422" y="0"/>
              <a:ext cx="158778" cy="6858000"/>
            </a:xfrm>
            <a:prstGeom prst="rect"/>
            <a:noFill/>
            <a:ln w="12700" cmpd="sng" cap="flat">
              <a:noFill/>
              <a:prstDash val="solid"/>
              <a:round/>
            </a:ln>
          </p:spPr>
        </p:sp>
      </p:grpSp>
      <p:sp>
        <p:nvSpPr>
          <p:cNvPr id="33" name="曲线"/>
          <p:cNvSpPr>
            <a:spLocks/>
          </p:cNvSpPr>
          <p:nvPr/>
        </p:nvSpPr>
        <p:spPr>
          <a:xfrm rot="0">
            <a:off x="631246" y="225437"/>
            <a:ext cx="1577797" cy="536562"/>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lnTo>
                  <a:pt x="0" y="0"/>
                </a:lnTo>
                <a:close/>
              </a:path>
            </a:pathLst>
          </a:custGeom>
          <a:blipFill rotWithShape="1">
            <a:blip r:embed="rId2">
              <a:alphaModFix amt="0"/>
            </a:blip>
            <a:stretch/>
          </a:blipFill>
          <a:ln cmpd="sng" cap="flat">
            <a:noFill/>
            <a:prstDash val="solid"/>
            <a:round/>
          </a:ln>
        </p:spPr>
      </p:sp>
      <p:sp>
        <p:nvSpPr>
          <p:cNvPr id="32" name="Rectangles"/>
          <p:cNvSpPr>
            <a:spLocks/>
          </p:cNvSpPr>
          <p:nvPr/>
        </p:nvSpPr>
        <p:spPr>
          <a:xfrm rot="0">
            <a:off x="609476" y="6356352"/>
            <a:ext cx="3860799" cy="306705"/>
          </a:xfrm>
          <a:prstGeom prst="rect"/>
          <a:noFill/>
          <a:ln w="12700" cmpd="sng" cap="flat">
            <a:noFill/>
            <a:prstDash val="solid"/>
            <a:round/>
          </a:ln>
        </p:spPr>
        <p:txBody>
          <a:bodyPr vert="horz" wrap="square" lIns="0" tIns="0" rIns="0" bIns="0" anchor="t" anchorCtr="0">
            <a:prstTxWarp prst="textNoShape"/>
            <a:spAutoFit/>
          </a:bodyPr>
          <a:lstStyle/>
          <a:p>
            <a:pPr marL="0" indent="0" algn="l">
              <a:lnSpc>
                <a:spcPct val="140000"/>
              </a:lnSpc>
              <a:spcBef>
                <a:spcPts val="0"/>
              </a:spcBef>
              <a:spcAft>
                <a:spcPts val="0"/>
              </a:spcAft>
              <a:buNone/>
            </a:pPr>
            <a:r>
              <a:rPr lang="en-US" altLang="zh-CN" sz="1500" b="1" i="1" u="none" strike="noStrike" kern="1200" cap="none" spc="0" baseline="0">
                <a:solidFill>
                  <a:srgbClr val="901042"/>
                </a:solidFill>
                <a:latin typeface="Poppins" pitchFamily="0" charset="0"/>
                <a:ea typeface="Poppins" pitchFamily="0" charset="0"/>
                <a:cs typeface="Poppins" pitchFamily="0" charset="0"/>
                <a:sym typeface="Poppins" pitchFamily="0" charset="0"/>
              </a:rPr>
              <a:t>Innovating Sustainable Solutions</a:t>
            </a:r>
            <a:endParaRPr lang="zh-CN" altLang="en-US" sz="1500" b="1" i="1" u="none" strike="noStrike" kern="1200" cap="none" spc="0" baseline="0">
              <a:solidFill>
                <a:srgbClr val="901042"/>
              </a:solidFill>
              <a:latin typeface="Calibri" pitchFamily="0" charset="0"/>
              <a:ea typeface="ＭＳ Ｐゴシック" pitchFamily="0" charset="-128"/>
              <a:cs typeface="Calibri" pitchFamily="0" charset="0"/>
            </a:endParaRPr>
          </a:p>
        </p:txBody>
      </p:sp>
      <p:sp>
        <p:nvSpPr>
          <p:cNvPr id="22"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r>
              <a:rPr lang="en-US" altLang="zh-CN"/>
              <a:t>Click to edit Master title style</a:t>
            </a:r>
            <a:endParaRPr lang="zh-CN" altLang="en-US"/>
          </a:p>
        </p:txBody>
      </p:sp>
      <p:sp>
        <p:nvSpPr>
          <p:cNvPr id="23" name="Text box"/>
          <p:cNvSpPr>
            <a:spLocks noGrp="1"/>
          </p:cNvSpPr>
          <p:nvPr>
            <p:ph type="body" idx="1"/>
          </p:nvPr>
        </p:nvSpPr>
        <p:spPr>
          <a:xfrm rot="0">
            <a:off x="609600" y="1600201"/>
            <a:ext cx="10972800" cy="4525963"/>
          </a:xfrm>
          <a:prstGeom prst="rect"/>
          <a:noFill/>
          <a:ln w="12700" cmpd="sng" cap="flat">
            <a:noFill/>
            <a:prstDash val="solid"/>
            <a:round/>
          </a:ln>
        </p:spPr>
        <p:txBody>
          <a:bodyPr vert="horz" wrap="square" lIns="91440" tIns="45720" rIns="91440" bIns="45720" anchor="t" anchorCtr="0">
            <a:prstTxWarp prst="textNoShape"/>
          </a:bodyPr>
          <a:lstStyle/>
          <a:p>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24" name="Text box"/>
          <p:cNvSpPr>
            <a:spLocks noGrp="1"/>
          </p:cNvSpPr>
          <p:nvPr>
            <p:ph type="dt" idx="10"/>
          </p:nvPr>
        </p:nvSpPr>
        <p:spPr>
          <a:xfrm rot="0">
            <a:off x="609600" y="6356351"/>
            <a:ext cx="2844800" cy="365125"/>
          </a:xfrm>
          <a:prstGeom prst="rect"/>
          <a:noFill/>
          <a:ln cmpd="sng" cap="flat">
            <a:noFill/>
            <a:prstDash val="solid"/>
            <a:miter/>
          </a:ln>
        </p:spPr>
        <p:txBody>
          <a:bodyPr vert="horz" wrap="square" lIns="91440" tIns="45720" rIns="91440" bIns="45720" anchor="ctr" anchorCtr="0">
            <a:prstTxWarp prst="textNoShape"/>
          </a:bodyPr>
          <a:lstStyle/>
          <a:p>
            <a:fld id="{CAD2D6BD-DE1B-4B5F-8B41-2702339687B9}" type="datetime1">
              <a:rPr lang="en-US" altLang="zh-CN" sz="1200">
                <a:solidFill>
                  <a:srgbClr val="898989"/>
                </a:solidFill>
                <a:latin typeface="Calibri" pitchFamily="0" charset="0"/>
                <a:ea typeface="ＭＳ Ｐゴシック" pitchFamily="0" charset="-128"/>
                <a:cs typeface="Calibri" pitchFamily="0" charset="0"/>
              </a:rPr>
              <a:t>3/16/2026</a:t>
            </a:fld>
            <a:endParaRPr lang="zh-CN" altLang="en-US" sz="1200">
              <a:solidFill>
                <a:srgbClr val="898989"/>
              </a:solidFill>
              <a:latin typeface="Calibri" pitchFamily="0" charset="0"/>
              <a:ea typeface="ＭＳ Ｐゴシック" pitchFamily="0" charset="-128"/>
              <a:cs typeface="Calibri" pitchFamily="0" charset="0"/>
            </a:endParaRPr>
          </a:p>
        </p:txBody>
      </p:sp>
      <p:sp>
        <p:nvSpPr>
          <p:cNvPr id="25" name="Text box"/>
          <p:cNvSpPr>
            <a:spLocks noGrp="1"/>
          </p:cNvSpPr>
          <p:nvPr>
            <p:ph type="ftr"/>
          </p:nvPr>
        </p:nvSpPr>
        <p:spPr>
          <a:xfrm rot="0">
            <a:off x="4165600" y="6356351"/>
            <a:ext cx="3860799" cy="365125"/>
          </a:xfrm>
          <a:prstGeom prst="rect"/>
          <a:noFill/>
          <a:ln cmpd="sng" cap="flat">
            <a:noFill/>
            <a:prstDash val="solid"/>
            <a:miter/>
          </a:ln>
        </p:spPr>
        <p:txBody>
          <a:bodyPr vert="horz" wrap="square" lIns="91440" tIns="45720" rIns="91440" bIns="45720" anchor="ctr" anchorCtr="0">
            <a:prstTxWarp prst="textNoShape"/>
          </a:bodyPr>
          <a:lstStyle/>
          <a:p>
            <a:pPr algn="ctr" fontAlgn="auto">
              <a:spcBef>
                <a:spcPts val="0"/>
              </a:spcBef>
              <a:spcAft>
                <a:spcPts val="0"/>
              </a:spcAft>
            </a:pPr>
            <a:endParaRPr lang="zh-CN" altLang="en-US" sz="1200">
              <a:solidFill>
                <a:srgbClr val="898989"/>
              </a:solidFill>
              <a:latin typeface="Calibri" pitchFamily="0" charset="0"/>
              <a:ea typeface="宋体" pitchFamily="0" charset="0"/>
              <a:cs typeface="Calibri" pitchFamily="0" charset="0"/>
            </a:endParaRPr>
          </a:p>
        </p:txBody>
      </p:sp>
      <p:sp>
        <p:nvSpPr>
          <p:cNvPr id="26" name="Text box"/>
          <p:cNvSpPr>
            <a:spLocks noGrp="1"/>
          </p:cNvSpPr>
          <p:nvPr>
            <p:ph type="sldNum"/>
          </p:nvPr>
        </p:nvSpPr>
        <p:spPr>
          <a:xfrm rot="0">
            <a:off x="8737600" y="6356351"/>
            <a:ext cx="2844799" cy="365125"/>
          </a:xfrm>
          <a:prstGeom prst="rect"/>
          <a:noFill/>
          <a:ln cmpd="sng" cap="flat">
            <a:noFill/>
            <a:prstDash val="solid"/>
            <a:miter/>
          </a:ln>
        </p:spPr>
        <p:txBody>
          <a:bodyPr vert="horz" wrap="square" lIns="91440" tIns="45720" rIns="91440" bIns="45720" anchor="ctr" anchorCtr="0">
            <a:prstTxWarp prst="textNoShape"/>
          </a:bodyPr>
          <a:lstStyle/>
          <a:p>
            <a:pPr algn="r"/>
            <a:fld id="{CAD2D6BD-DE1B-4B5F-8B41-2702339687B9}" type="slidenum">
              <a:rPr lang="en-US" altLang="zh-CN" sz="1200" b="0" i="0" u="none" strike="noStrike" kern="1200" cap="none" spc="0" baseline="0">
                <a:solidFill>
                  <a:srgbClr val="898989"/>
                </a:solidFill>
                <a:latin typeface="Calibri" pitchFamily="0" charset="0"/>
                <a:ea typeface="ＭＳ Ｐゴシック" pitchFamily="0" charset="-128"/>
                <a:cs typeface="Calibri" pitchFamily="0" charset="0"/>
              </a:rPr>
              <a:t>&lt;#&gt;</a:t>
            </a:fld>
            <a:endParaRPr lang="zh-CN" altLang="en-US" sz="1200">
              <a:solidFill>
                <a:srgbClr val="898989"/>
              </a:solidFill>
              <a:latin typeface="Calibri" pitchFamily="0" charset="0"/>
              <a:ea typeface="ＭＳ Ｐゴシック" pitchFamily="0" charset="-128"/>
              <a:cs typeface="Calibri" pitchFamily="0" charset="0"/>
            </a:endParaRPr>
          </a:p>
        </p:txBody>
      </p:sp>
      <p:grpSp>
        <p:nvGrpSpPr>
          <p:cNvPr id="29" name="Combination"/>
          <p:cNvGrpSpPr>
            <a:grpSpLocks/>
          </p:cNvGrpSpPr>
          <p:nvPr/>
        </p:nvGrpSpPr>
        <p:grpSpPr>
          <a:xfrm>
            <a:off x="11728422" y="0"/>
            <a:ext cx="158778" cy="6858000"/>
            <a:chOff x="11728422" y="0"/>
            <a:chExt cx="158778" cy="6858000"/>
          </a:xfrm>
        </p:grpSpPr>
        <p:sp>
          <p:nvSpPr>
            <p:cNvPr id="27" name="曲线"/>
            <p:cNvSpPr>
              <a:spLocks/>
            </p:cNvSpPr>
            <p:nvPr/>
          </p:nvSpPr>
          <p:spPr>
            <a:xfrm rot="0">
              <a:off x="11728422" y="118468"/>
              <a:ext cx="158778" cy="6739531"/>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close/>
                </a:path>
              </a:pathLst>
            </a:custGeom>
            <a:solidFill>
              <a:srgbClr val="901042"/>
            </a:solidFill>
            <a:ln cmpd="sng" cap="flat">
              <a:noFill/>
              <a:prstDash val="solid"/>
              <a:round/>
            </a:ln>
          </p:spPr>
        </p:sp>
        <p:sp>
          <p:nvSpPr>
            <p:cNvPr id="28" name="Rectangles"/>
            <p:cNvSpPr>
              <a:spLocks/>
            </p:cNvSpPr>
            <p:nvPr/>
          </p:nvSpPr>
          <p:spPr>
            <a:xfrm rot="0">
              <a:off x="11728422" y="0"/>
              <a:ext cx="158778" cy="6858000"/>
            </a:xfrm>
            <a:prstGeom prst="rect"/>
            <a:noFill/>
            <a:ln w="12700" cmpd="sng" cap="flat">
              <a:noFill/>
              <a:prstDash val="solid"/>
              <a:round/>
            </a:ln>
          </p:spPr>
        </p:sp>
      </p:grpSp>
      <p:sp>
        <p:nvSpPr>
          <p:cNvPr id="30" name="曲线"/>
          <p:cNvSpPr>
            <a:spLocks/>
          </p:cNvSpPr>
          <p:nvPr/>
        </p:nvSpPr>
        <p:spPr>
          <a:xfrm rot="0">
            <a:off x="631246" y="225437"/>
            <a:ext cx="1577797" cy="536562"/>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lnTo>
                  <a:pt x="0" y="0"/>
                </a:lnTo>
                <a:close/>
              </a:path>
            </a:pathLst>
          </a:custGeom>
          <a:blipFill rotWithShape="1">
            <a:blip r:embed="rId3">
              <a:alphaModFix amt="0"/>
            </a:blip>
            <a:stretch/>
          </a:blipFill>
          <a:ln cmpd="sng" cap="flat">
            <a:noFill/>
            <a:prstDash val="solid"/>
            <a:round/>
          </a:ln>
        </p:spPr>
      </p:sp>
      <p:sp>
        <p:nvSpPr>
          <p:cNvPr id="31" name="Rectangles"/>
          <p:cNvSpPr>
            <a:spLocks/>
          </p:cNvSpPr>
          <p:nvPr/>
        </p:nvSpPr>
        <p:spPr>
          <a:xfrm rot="0">
            <a:off x="609476" y="6356352"/>
            <a:ext cx="3860799" cy="398145"/>
          </a:xfrm>
          <a:prstGeom prst="rect"/>
          <a:noFill/>
          <a:ln w="12700" cmpd="sng" cap="flat">
            <a:noFill/>
            <a:prstDash val="solid"/>
            <a:round/>
          </a:ln>
        </p:spPr>
        <p:txBody>
          <a:bodyPr vert="horz" wrap="square" lIns="91440" tIns="45720" rIns="91440" bIns="45720" anchor="t" anchorCtr="0">
            <a:prstTxWarp prst="textNoShape"/>
            <a:spAutoFit/>
          </a:bodyPr>
          <a:lstStyle/>
          <a:p>
            <a:pPr marL="0" indent="0" algn="l">
              <a:lnSpc>
                <a:spcPct val="140000"/>
              </a:lnSpc>
              <a:spcBef>
                <a:spcPts val="0"/>
              </a:spcBef>
              <a:spcAft>
                <a:spcPts val="0"/>
              </a:spcAft>
              <a:buNone/>
            </a:pPr>
            <a:r>
              <a:rPr lang="en-US" altLang="zh-CN" sz="1500" b="1" i="1" u="none" strike="noStrike" kern="1200" cap="none" spc="0" baseline="0">
                <a:solidFill>
                  <a:srgbClr val="901042"/>
                </a:solidFill>
                <a:latin typeface="Poppins" pitchFamily="0" charset="0"/>
                <a:ea typeface="Poppins" pitchFamily="0" charset="0"/>
                <a:cs typeface="Poppins" pitchFamily="0" charset="0"/>
                <a:sym typeface="Poppins" pitchFamily="0" charset="0"/>
              </a:rPr>
              <a:t>Innovating Sustainable Solutions</a:t>
            </a:r>
            <a:endParaRPr lang="zh-CN" altLang="en-US" sz="1500" b="1" i="1" u="none" strike="noStrike" kern="1200" cap="none" spc="0" baseline="0">
              <a:solidFill>
                <a:srgbClr val="901042"/>
              </a:solidFill>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867695950"/>
      </p:ext>
    </p:extLst>
  </p:cSld>
  <p:clrMapOvr>
    <a:masterClrMapping/>
  </p:clrMapOvr>
  <p:hf sldNum="0"/>
</p:sldLayout>
</file>

<file path=ppt/slideLayouts/slideLayout13.xml><?xml version="1.0" encoding="utf-8"?>
<p:sldLayout xmlns:p="http://schemas.openxmlformats.org/presentationml/2006/main" xmlns:a="http://schemas.openxmlformats.org/drawingml/2006/main" xmlns:r="http://schemas.openxmlformats.org/officeDocument/2006/relationships" showMasterSp="0" preserve="1">
  <p:cSld name="自定义版式">
    <p:bg>
      <p:bgPr>
        <a:solidFill>
          <a:schemeClr val="bg1"/>
        </a:solidFill>
      </p:bgPr>
    </p:bg>
    <p:spTree>
      <p:nvGrpSpPr>
        <p:cNvPr id="1" name=""/>
        <p:cNvGrpSpPr/>
        <p:nvPr/>
      </p:nvGrpSpPr>
      <p:grpSpPr>
        <a:xfrm>
          <a:off x="0" y="0"/>
          <a:ext cx="0" cy="0"/>
          <a:chOff x="0" y="0"/>
          <a:chExt cx="0" cy="0"/>
        </a:xfrm>
      </p:grpSpPr>
      <p:grpSp>
        <p:nvGrpSpPr>
          <p:cNvPr id="114" name="Combination"/>
          <p:cNvGrpSpPr>
            <a:grpSpLocks/>
          </p:cNvGrpSpPr>
          <p:nvPr/>
        </p:nvGrpSpPr>
        <p:grpSpPr>
          <a:xfrm>
            <a:off x="11728422" y="0"/>
            <a:ext cx="158778" cy="6858000"/>
            <a:chOff x="11728422" y="0"/>
            <a:chExt cx="158778" cy="6858000"/>
          </a:xfrm>
        </p:grpSpPr>
        <p:sp>
          <p:nvSpPr>
            <p:cNvPr id="112" name="曲线"/>
            <p:cNvSpPr>
              <a:spLocks/>
            </p:cNvSpPr>
            <p:nvPr/>
          </p:nvSpPr>
          <p:spPr>
            <a:xfrm rot="0">
              <a:off x="11728422" y="118468"/>
              <a:ext cx="158778" cy="6739531"/>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close/>
                </a:path>
              </a:pathLst>
            </a:custGeom>
            <a:solidFill>
              <a:srgbClr val="901042"/>
            </a:solidFill>
            <a:ln cmpd="sng" cap="flat">
              <a:noFill/>
              <a:prstDash val="solid"/>
              <a:round/>
            </a:ln>
          </p:spPr>
        </p:sp>
        <p:sp>
          <p:nvSpPr>
            <p:cNvPr id="113" name="Rectangles"/>
            <p:cNvSpPr>
              <a:spLocks/>
            </p:cNvSpPr>
            <p:nvPr/>
          </p:nvSpPr>
          <p:spPr>
            <a:xfrm rot="0">
              <a:off x="11728422" y="0"/>
              <a:ext cx="158778" cy="6858000"/>
            </a:xfrm>
            <a:prstGeom prst="rect"/>
            <a:noFill/>
            <a:ln w="12700" cmpd="sng" cap="flat">
              <a:noFill/>
              <a:prstDash val="solid"/>
              <a:round/>
            </a:ln>
          </p:spPr>
        </p:sp>
      </p:grpSp>
      <p:sp>
        <p:nvSpPr>
          <p:cNvPr id="111" name="曲线"/>
          <p:cNvSpPr>
            <a:spLocks/>
          </p:cNvSpPr>
          <p:nvPr/>
        </p:nvSpPr>
        <p:spPr>
          <a:xfrm rot="0">
            <a:off x="631246" y="225437"/>
            <a:ext cx="1577797" cy="536562"/>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lnTo>
                  <a:pt x="0" y="0"/>
                </a:lnTo>
                <a:close/>
              </a:path>
            </a:pathLst>
          </a:custGeom>
          <a:blipFill rotWithShape="1">
            <a:blip r:embed="rId2">
              <a:alphaModFix amt="0"/>
            </a:blip>
            <a:stretch/>
          </a:blipFill>
          <a:ln cmpd="sng" cap="flat">
            <a:noFill/>
            <a:prstDash val="solid"/>
            <a:round/>
          </a:ln>
        </p:spPr>
      </p:sp>
      <p:sp>
        <p:nvSpPr>
          <p:cNvPr id="110" name="Rectangles"/>
          <p:cNvSpPr>
            <a:spLocks/>
          </p:cNvSpPr>
          <p:nvPr/>
        </p:nvSpPr>
        <p:spPr>
          <a:xfrm rot="0">
            <a:off x="609476" y="6356352"/>
            <a:ext cx="3860799" cy="306705"/>
          </a:xfrm>
          <a:prstGeom prst="rect"/>
          <a:noFill/>
          <a:ln w="12700" cmpd="sng" cap="flat">
            <a:noFill/>
            <a:prstDash val="solid"/>
            <a:round/>
          </a:ln>
        </p:spPr>
        <p:txBody>
          <a:bodyPr vert="horz" wrap="square" lIns="0" tIns="0" rIns="0" bIns="0" anchor="t" anchorCtr="0">
            <a:prstTxWarp prst="textNoShape"/>
            <a:spAutoFit/>
          </a:bodyPr>
          <a:lstStyle/>
          <a:p>
            <a:pPr marL="0" indent="0" algn="l">
              <a:lnSpc>
                <a:spcPct val="140000"/>
              </a:lnSpc>
              <a:spcBef>
                <a:spcPts val="0"/>
              </a:spcBef>
              <a:spcAft>
                <a:spcPts val="0"/>
              </a:spcAft>
              <a:buNone/>
            </a:pPr>
            <a:r>
              <a:rPr lang="en-US" altLang="zh-CN" sz="1500" b="1" i="1" u="none" strike="noStrike" kern="1200" cap="none" spc="0" baseline="0">
                <a:solidFill>
                  <a:srgbClr val="901042"/>
                </a:solidFill>
                <a:latin typeface="Poppins" pitchFamily="0" charset="0"/>
                <a:ea typeface="Poppins" pitchFamily="0" charset="0"/>
                <a:cs typeface="Poppins" pitchFamily="0" charset="0"/>
                <a:sym typeface="Poppins" pitchFamily="0" charset="0"/>
              </a:rPr>
              <a:t>Innovating Sustainable Solutions</a:t>
            </a:r>
            <a:endParaRPr lang="zh-CN" altLang="en-US" sz="1500" b="1" i="1" u="none" strike="noStrike" kern="1200" cap="none" spc="0" baseline="0">
              <a:solidFill>
                <a:srgbClr val="901042"/>
              </a:solidFill>
              <a:latin typeface="Calibri" pitchFamily="0" charset="0"/>
              <a:ea typeface="ＭＳ Ｐゴシック" pitchFamily="0" charset="-128"/>
              <a:cs typeface="Calibri" pitchFamily="0" charset="0"/>
            </a:endParaRPr>
          </a:p>
        </p:txBody>
      </p:sp>
      <p:sp>
        <p:nvSpPr>
          <p:cNvPr id="104"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r>
              <a:rPr lang="en-US" altLang="zh-CN"/>
              <a:t>Click to edit Master title style</a:t>
            </a:r>
            <a:endParaRPr lang="zh-CN" altLang="en-US"/>
          </a:p>
        </p:txBody>
      </p:sp>
      <p:sp>
        <p:nvSpPr>
          <p:cNvPr id="105" name="Text box"/>
          <p:cNvSpPr>
            <a:spLocks noGrp="1"/>
          </p:cNvSpPr>
          <p:nvPr>
            <p:ph type="body" idx="1"/>
          </p:nvPr>
        </p:nvSpPr>
        <p:spPr>
          <a:xfrm rot="0">
            <a:off x="609600" y="1600201"/>
            <a:ext cx="5384800" cy="4525963"/>
          </a:xfrm>
          <a:prstGeom prst="rect"/>
          <a:noFill/>
          <a:ln w="12700" cmpd="sng" cap="flat">
            <a:noFill/>
            <a:prstDash val="solid"/>
            <a:round/>
          </a:ln>
        </p:spPr>
        <p:txBody>
          <a:bodyPr vert="horz" wrap="square" lIns="91440" tIns="45720" rIns="91440" bIns="45720" anchor="t" anchorCtr="0">
            <a:prstTxWarp prst="textNoShape"/>
          </a:bodyPr>
          <a:lstStyle/>
          <a:p>
            <a:r>
              <a:rPr lang="en-US" altLang="zh-CN" sz="2800"/>
              <a:t>Click to edit Master text styles</a:t>
            </a:r>
            <a:endParaRPr lang="en-US" altLang="zh-CN" sz="2800"/>
          </a:p>
          <a:p>
            <a:pPr lvl="1"/>
            <a:r>
              <a:rPr lang="en-US" altLang="zh-CN" sz="2400"/>
              <a:t>Second level</a:t>
            </a:r>
            <a:endParaRPr lang="en-US" altLang="zh-CN" sz="2400"/>
          </a:p>
          <a:p>
            <a:pPr lvl="2"/>
            <a:r>
              <a:rPr lang="en-US" altLang="zh-CN" sz="2000"/>
              <a:t>Third level</a:t>
            </a:r>
            <a:endParaRPr lang="en-US" altLang="zh-CN" sz="2000"/>
          </a:p>
          <a:p>
            <a:pPr lvl="3"/>
            <a:r>
              <a:rPr lang="en-US" altLang="zh-CN" sz="1800"/>
              <a:t>Fourth level</a:t>
            </a:r>
            <a:endParaRPr lang="en-US" altLang="zh-CN" sz="1800"/>
          </a:p>
          <a:p>
            <a:pPr lvl="4"/>
            <a:r>
              <a:rPr lang="en-US" altLang="zh-CN" sz="1800"/>
              <a:t>Fifth level</a:t>
            </a:r>
            <a:endParaRPr lang="zh-CN" altLang="en-US" sz="1800"/>
          </a:p>
        </p:txBody>
      </p:sp>
      <p:sp>
        <p:nvSpPr>
          <p:cNvPr id="106" name="Text box"/>
          <p:cNvSpPr>
            <a:spLocks noGrp="1"/>
          </p:cNvSpPr>
          <p:nvPr>
            <p:ph type="body" idx="2"/>
          </p:nvPr>
        </p:nvSpPr>
        <p:spPr>
          <a:xfrm rot="0">
            <a:off x="6197600" y="1600201"/>
            <a:ext cx="5384800" cy="4525963"/>
          </a:xfrm>
          <a:prstGeom prst="rect"/>
          <a:noFill/>
          <a:ln w="12700" cmpd="sng" cap="flat">
            <a:noFill/>
            <a:prstDash val="solid"/>
            <a:round/>
          </a:ln>
        </p:spPr>
        <p:txBody>
          <a:bodyPr vert="horz" wrap="square" lIns="91440" tIns="45720" rIns="91440" bIns="45720" anchor="t" anchorCtr="0">
            <a:prstTxWarp prst="textNoShape"/>
          </a:bodyPr>
          <a:lstStyle/>
          <a:p>
            <a:r>
              <a:rPr lang="en-US" altLang="zh-CN" sz="2800"/>
              <a:t>Click to edit Master text styles</a:t>
            </a:r>
            <a:endParaRPr lang="en-US" altLang="zh-CN" sz="2800"/>
          </a:p>
          <a:p>
            <a:pPr lvl="1"/>
            <a:r>
              <a:rPr lang="en-US" altLang="zh-CN" sz="2400"/>
              <a:t>Second level</a:t>
            </a:r>
            <a:endParaRPr lang="en-US" altLang="zh-CN" sz="2400"/>
          </a:p>
          <a:p>
            <a:pPr lvl="2"/>
            <a:r>
              <a:rPr lang="en-US" altLang="zh-CN" sz="2000"/>
              <a:t>Third level</a:t>
            </a:r>
            <a:endParaRPr lang="en-US" altLang="zh-CN" sz="2000"/>
          </a:p>
          <a:p>
            <a:pPr lvl="3"/>
            <a:r>
              <a:rPr lang="en-US" altLang="zh-CN" sz="1800"/>
              <a:t>Fourth level</a:t>
            </a:r>
            <a:endParaRPr lang="en-US" altLang="zh-CN" sz="1800"/>
          </a:p>
          <a:p>
            <a:pPr lvl="4"/>
            <a:r>
              <a:rPr lang="en-US" altLang="zh-CN" sz="1800"/>
              <a:t>Fifth level</a:t>
            </a:r>
            <a:endParaRPr lang="zh-CN" altLang="en-US" sz="1800"/>
          </a:p>
        </p:txBody>
      </p:sp>
      <p:sp>
        <p:nvSpPr>
          <p:cNvPr id="107" name="Text box"/>
          <p:cNvSpPr>
            <a:spLocks noGrp="1"/>
          </p:cNvSpPr>
          <p:nvPr>
            <p:ph type="dt" idx="10"/>
          </p:nvPr>
        </p:nvSpPr>
        <p:spPr>
          <a:xfrm rot="0">
            <a:off x="609600" y="6356351"/>
            <a:ext cx="2844800" cy="365125"/>
          </a:xfrm>
          <a:prstGeom prst="rect"/>
          <a:noFill/>
          <a:ln cmpd="sng" cap="flat">
            <a:noFill/>
            <a:prstDash val="solid"/>
            <a:miter/>
          </a:ln>
        </p:spPr>
        <p:txBody>
          <a:bodyPr vert="horz" wrap="square" lIns="91440" tIns="45720" rIns="91440" bIns="45720" anchor="ctr" anchorCtr="0">
            <a:prstTxWarp prst="textNoShape"/>
          </a:bodyPr>
          <a:lstStyle/>
          <a:p>
            <a:fld id="{CAD2D6BD-DE1B-4B5F-8B41-2702339687B9}" type="datetime1">
              <a:rPr lang="en-US" altLang="zh-CN" sz="1200">
                <a:solidFill>
                  <a:srgbClr val="898989"/>
                </a:solidFill>
                <a:latin typeface="Calibri" pitchFamily="0" charset="0"/>
                <a:ea typeface="ＭＳ Ｐゴシック" pitchFamily="0" charset="-128"/>
                <a:cs typeface="Calibri" pitchFamily="0" charset="0"/>
              </a:rPr>
              <a:t>3/16/2026</a:t>
            </a:fld>
            <a:endParaRPr lang="zh-CN" altLang="en-US" sz="1200">
              <a:solidFill>
                <a:srgbClr val="898989"/>
              </a:solidFill>
              <a:latin typeface="Calibri" pitchFamily="0" charset="0"/>
              <a:ea typeface="ＭＳ Ｐゴシック" pitchFamily="0" charset="-128"/>
              <a:cs typeface="Calibri" pitchFamily="0" charset="0"/>
            </a:endParaRPr>
          </a:p>
        </p:txBody>
      </p:sp>
      <p:sp>
        <p:nvSpPr>
          <p:cNvPr id="108" name="Text box"/>
          <p:cNvSpPr>
            <a:spLocks noGrp="1"/>
          </p:cNvSpPr>
          <p:nvPr>
            <p:ph type="ftr"/>
          </p:nvPr>
        </p:nvSpPr>
        <p:spPr>
          <a:xfrm rot="0">
            <a:off x="4165600" y="6356351"/>
            <a:ext cx="3860799" cy="365125"/>
          </a:xfrm>
          <a:prstGeom prst="rect"/>
          <a:noFill/>
          <a:ln cmpd="sng" cap="flat">
            <a:noFill/>
            <a:prstDash val="solid"/>
            <a:miter/>
          </a:ln>
        </p:spPr>
        <p:txBody>
          <a:bodyPr vert="horz" wrap="square" lIns="91440" tIns="45720" rIns="91440" bIns="45720" anchor="ctr" anchorCtr="0">
            <a:prstTxWarp prst="textNoShape"/>
          </a:bodyPr>
          <a:lstStyle/>
          <a:p>
            <a:pPr algn="ctr" fontAlgn="auto">
              <a:spcBef>
                <a:spcPts val="0"/>
              </a:spcBef>
              <a:spcAft>
                <a:spcPts val="0"/>
              </a:spcAft>
            </a:pPr>
            <a:endParaRPr lang="zh-CN" altLang="en-US" sz="1200">
              <a:solidFill>
                <a:srgbClr val="898989"/>
              </a:solidFill>
              <a:latin typeface="Calibri" pitchFamily="0" charset="0"/>
              <a:ea typeface="宋体" pitchFamily="0" charset="0"/>
              <a:cs typeface="Calibri" pitchFamily="0" charset="0"/>
            </a:endParaRPr>
          </a:p>
        </p:txBody>
      </p:sp>
      <p:sp>
        <p:nvSpPr>
          <p:cNvPr id="109" name="Text box"/>
          <p:cNvSpPr>
            <a:spLocks noGrp="1"/>
          </p:cNvSpPr>
          <p:nvPr>
            <p:ph type="sldNum"/>
          </p:nvPr>
        </p:nvSpPr>
        <p:spPr>
          <a:xfrm rot="0">
            <a:off x="8737600" y="6356351"/>
            <a:ext cx="2844799" cy="365125"/>
          </a:xfrm>
          <a:prstGeom prst="rect"/>
          <a:noFill/>
          <a:ln cmpd="sng" cap="flat">
            <a:noFill/>
            <a:prstDash val="solid"/>
            <a:miter/>
          </a:ln>
        </p:spPr>
        <p:txBody>
          <a:bodyPr vert="horz" wrap="square" lIns="91440" tIns="45720" rIns="91440" bIns="45720" anchor="ctr" anchorCtr="0">
            <a:prstTxWarp prst="textNoShape"/>
          </a:bodyPr>
          <a:lstStyle/>
          <a:p>
            <a:pPr algn="r"/>
            <a:fld id="{CAD2D6BD-DE1B-4B5F-8B41-2702339687B9}" type="slidenum">
              <a:rPr lang="en-US" altLang="zh-CN" sz="1200" b="0" i="0" u="none" strike="noStrike" kern="1200" cap="none" spc="0" baseline="0">
                <a:solidFill>
                  <a:srgbClr val="898989"/>
                </a:solidFill>
                <a:latin typeface="Calibri" pitchFamily="0" charset="0"/>
                <a:ea typeface="ＭＳ Ｐゴシック" pitchFamily="0" charset="-128"/>
                <a:cs typeface="Calibri" pitchFamily="0" charset="0"/>
              </a:rPr>
              <a:t>&lt;#&gt;</a:t>
            </a:fld>
            <a:endParaRPr lang="zh-CN" altLang="en-US" sz="1200">
              <a:solidFill>
                <a:srgbClr val="898989"/>
              </a:solidFill>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579038914"/>
      </p:ext>
    </p:extLst>
  </p:cSld>
  <p:clrMapOvr>
    <a:masterClrMapping/>
  </p:clrMapOvr>
  <p:hf sldNum="0"/>
</p:sldLayout>
</file>

<file path=ppt/slideLayouts/slideLayout14.xml><?xml version="1.0" encoding="utf-8"?>
<p:sldLayout xmlns:p="http://schemas.openxmlformats.org/presentationml/2006/main" xmlns:a="http://schemas.openxmlformats.org/drawingml/2006/main" xmlns:r="http://schemas.openxmlformats.org/officeDocument/2006/relationships" showMasterSp="0" preserve="1">
  <p:cSld name="自定义版式">
    <p:bg>
      <p:bgPr>
        <a:solidFill>
          <a:schemeClr val="bg1"/>
        </a:solidFill>
      </p:bgPr>
    </p:bg>
    <p:spTree>
      <p:nvGrpSpPr>
        <p:cNvPr id="1" name=""/>
        <p:cNvGrpSpPr/>
        <p:nvPr/>
      </p:nvGrpSpPr>
      <p:grpSpPr>
        <a:xfrm>
          <a:off x="0" y="0"/>
          <a:ext cx="0" cy="0"/>
          <a:chOff x="0" y="0"/>
          <a:chExt cx="0" cy="0"/>
        </a:xfrm>
      </p:grpSpPr>
      <p:grpSp>
        <p:nvGrpSpPr>
          <p:cNvPr id="220" name="Combination"/>
          <p:cNvGrpSpPr>
            <a:grpSpLocks/>
          </p:cNvGrpSpPr>
          <p:nvPr/>
        </p:nvGrpSpPr>
        <p:grpSpPr>
          <a:xfrm>
            <a:off x="11728422" y="0"/>
            <a:ext cx="158778" cy="6858000"/>
            <a:chOff x="11728422" y="0"/>
            <a:chExt cx="158778" cy="6858000"/>
          </a:xfrm>
        </p:grpSpPr>
        <p:sp>
          <p:nvSpPr>
            <p:cNvPr id="218" name="曲线"/>
            <p:cNvSpPr>
              <a:spLocks/>
            </p:cNvSpPr>
            <p:nvPr/>
          </p:nvSpPr>
          <p:spPr>
            <a:xfrm rot="0">
              <a:off x="11728422" y="118468"/>
              <a:ext cx="158778" cy="6739531"/>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close/>
                </a:path>
              </a:pathLst>
            </a:custGeom>
            <a:solidFill>
              <a:srgbClr val="901042"/>
            </a:solidFill>
            <a:ln cmpd="sng" cap="flat">
              <a:noFill/>
              <a:prstDash val="solid"/>
              <a:round/>
            </a:ln>
          </p:spPr>
        </p:sp>
        <p:sp>
          <p:nvSpPr>
            <p:cNvPr id="219" name="Rectangles"/>
            <p:cNvSpPr>
              <a:spLocks/>
            </p:cNvSpPr>
            <p:nvPr/>
          </p:nvSpPr>
          <p:spPr>
            <a:xfrm rot="0">
              <a:off x="11728422" y="0"/>
              <a:ext cx="158778" cy="6858000"/>
            </a:xfrm>
            <a:prstGeom prst="rect"/>
            <a:noFill/>
            <a:ln w="12700" cmpd="sng" cap="flat">
              <a:noFill/>
              <a:prstDash val="solid"/>
              <a:round/>
            </a:ln>
          </p:spPr>
        </p:sp>
      </p:grpSp>
      <p:sp>
        <p:nvSpPr>
          <p:cNvPr id="217" name="曲线"/>
          <p:cNvSpPr>
            <a:spLocks/>
          </p:cNvSpPr>
          <p:nvPr/>
        </p:nvSpPr>
        <p:spPr>
          <a:xfrm rot="0">
            <a:off x="631246" y="225437"/>
            <a:ext cx="1577797" cy="536562"/>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lnTo>
                  <a:pt x="0" y="0"/>
                </a:lnTo>
                <a:close/>
              </a:path>
            </a:pathLst>
          </a:custGeom>
          <a:blipFill rotWithShape="1">
            <a:blip r:embed="rId2">
              <a:alphaModFix amt="0"/>
            </a:blip>
            <a:stretch/>
          </a:blipFill>
          <a:ln cmpd="sng" cap="flat">
            <a:noFill/>
            <a:prstDash val="solid"/>
            <a:round/>
          </a:ln>
        </p:spPr>
      </p:sp>
      <p:sp>
        <p:nvSpPr>
          <p:cNvPr id="216" name="Rectangles"/>
          <p:cNvSpPr>
            <a:spLocks/>
          </p:cNvSpPr>
          <p:nvPr/>
        </p:nvSpPr>
        <p:spPr>
          <a:xfrm rot="0">
            <a:off x="609476" y="6356352"/>
            <a:ext cx="3860799" cy="306705"/>
          </a:xfrm>
          <a:prstGeom prst="rect"/>
          <a:noFill/>
          <a:ln w="12700" cmpd="sng" cap="flat">
            <a:noFill/>
            <a:prstDash val="solid"/>
            <a:round/>
          </a:ln>
        </p:spPr>
        <p:txBody>
          <a:bodyPr vert="horz" wrap="square" lIns="0" tIns="0" rIns="0" bIns="0" anchor="t" anchorCtr="0">
            <a:prstTxWarp prst="textNoShape"/>
            <a:spAutoFit/>
          </a:bodyPr>
          <a:lstStyle/>
          <a:p>
            <a:pPr marL="0" indent="0" algn="l">
              <a:lnSpc>
                <a:spcPct val="140000"/>
              </a:lnSpc>
              <a:spcBef>
                <a:spcPts val="0"/>
              </a:spcBef>
              <a:spcAft>
                <a:spcPts val="0"/>
              </a:spcAft>
              <a:buNone/>
            </a:pPr>
            <a:r>
              <a:rPr lang="en-US" altLang="zh-CN" sz="1500" b="1" i="1" u="none" strike="noStrike" kern="1200" cap="none" spc="0" baseline="0">
                <a:solidFill>
                  <a:srgbClr val="901042"/>
                </a:solidFill>
                <a:latin typeface="Poppins" pitchFamily="0" charset="0"/>
                <a:ea typeface="Poppins" pitchFamily="0" charset="0"/>
                <a:cs typeface="Poppins" pitchFamily="0" charset="0"/>
                <a:sym typeface="Poppins" pitchFamily="0" charset="0"/>
              </a:rPr>
              <a:t>Innovating Sustainable Solutions</a:t>
            </a:r>
            <a:endParaRPr lang="zh-CN" altLang="en-US" sz="1500" b="1" i="1" u="none" strike="noStrike" kern="1200" cap="none" spc="0" baseline="0">
              <a:solidFill>
                <a:srgbClr val="901042"/>
              </a:solidFill>
              <a:latin typeface="Calibri" pitchFamily="0" charset="0"/>
              <a:ea typeface="ＭＳ Ｐゴシック" pitchFamily="0" charset="-128"/>
              <a:cs typeface="Calibri" pitchFamily="0" charset="0"/>
            </a:endParaRPr>
          </a:p>
        </p:txBody>
      </p:sp>
      <p:sp>
        <p:nvSpPr>
          <p:cNvPr id="212"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r>
              <a:rPr lang="en-US" altLang="zh-CN"/>
              <a:t>Click to edit Master title style</a:t>
            </a:r>
            <a:endParaRPr lang="zh-CN" altLang="en-US"/>
          </a:p>
        </p:txBody>
      </p:sp>
      <p:sp>
        <p:nvSpPr>
          <p:cNvPr id="213" name="Text box"/>
          <p:cNvSpPr>
            <a:spLocks noGrp="1"/>
          </p:cNvSpPr>
          <p:nvPr>
            <p:ph type="dt" idx="10"/>
          </p:nvPr>
        </p:nvSpPr>
        <p:spPr>
          <a:xfrm rot="0">
            <a:off x="609600" y="6356351"/>
            <a:ext cx="2844800" cy="365125"/>
          </a:xfrm>
          <a:prstGeom prst="rect"/>
          <a:noFill/>
          <a:ln cmpd="sng" cap="flat">
            <a:noFill/>
            <a:prstDash val="solid"/>
            <a:miter/>
          </a:ln>
        </p:spPr>
        <p:txBody>
          <a:bodyPr vert="horz" wrap="square" lIns="91440" tIns="45720" rIns="91440" bIns="45720" anchor="ctr" anchorCtr="0">
            <a:prstTxWarp prst="textNoShape"/>
          </a:bodyPr>
          <a:lstStyle/>
          <a:p>
            <a:fld id="{CAD2D6BD-DE1B-4B5F-8B41-2702339687B9}" type="datetime1">
              <a:rPr lang="en-US" altLang="zh-CN" sz="1200">
                <a:solidFill>
                  <a:srgbClr val="898989"/>
                </a:solidFill>
                <a:latin typeface="Calibri" pitchFamily="0" charset="0"/>
                <a:ea typeface="ＭＳ Ｐゴシック" pitchFamily="0" charset="-128"/>
                <a:cs typeface="Calibri" pitchFamily="0" charset="0"/>
              </a:rPr>
              <a:t>3/16/2026</a:t>
            </a:fld>
            <a:endParaRPr lang="zh-CN" altLang="en-US" sz="1200">
              <a:solidFill>
                <a:srgbClr val="898989"/>
              </a:solidFill>
              <a:latin typeface="Calibri" pitchFamily="0" charset="0"/>
              <a:ea typeface="ＭＳ Ｐゴシック" pitchFamily="0" charset="-128"/>
              <a:cs typeface="Calibri" pitchFamily="0" charset="0"/>
            </a:endParaRPr>
          </a:p>
        </p:txBody>
      </p:sp>
      <p:sp>
        <p:nvSpPr>
          <p:cNvPr id="214" name="Text box"/>
          <p:cNvSpPr>
            <a:spLocks noGrp="1"/>
          </p:cNvSpPr>
          <p:nvPr>
            <p:ph type="ftr"/>
          </p:nvPr>
        </p:nvSpPr>
        <p:spPr>
          <a:xfrm rot="0">
            <a:off x="4165600" y="6356351"/>
            <a:ext cx="3860799" cy="365125"/>
          </a:xfrm>
          <a:prstGeom prst="rect"/>
          <a:noFill/>
          <a:ln cmpd="sng" cap="flat">
            <a:noFill/>
            <a:prstDash val="solid"/>
            <a:miter/>
          </a:ln>
        </p:spPr>
        <p:txBody>
          <a:bodyPr vert="horz" wrap="square" lIns="91440" tIns="45720" rIns="91440" bIns="45720" anchor="ctr" anchorCtr="0">
            <a:prstTxWarp prst="textNoShape"/>
          </a:bodyPr>
          <a:lstStyle/>
          <a:p>
            <a:pPr algn="ctr" fontAlgn="auto">
              <a:spcBef>
                <a:spcPts val="0"/>
              </a:spcBef>
              <a:spcAft>
                <a:spcPts val="0"/>
              </a:spcAft>
            </a:pPr>
            <a:endParaRPr lang="zh-CN" altLang="en-US" sz="1200">
              <a:solidFill>
                <a:srgbClr val="898989"/>
              </a:solidFill>
              <a:latin typeface="Calibri" pitchFamily="0" charset="0"/>
              <a:ea typeface="宋体" pitchFamily="0" charset="0"/>
              <a:cs typeface="Calibri" pitchFamily="0" charset="0"/>
            </a:endParaRPr>
          </a:p>
        </p:txBody>
      </p:sp>
      <p:sp>
        <p:nvSpPr>
          <p:cNvPr id="215" name="Text box"/>
          <p:cNvSpPr>
            <a:spLocks noGrp="1"/>
          </p:cNvSpPr>
          <p:nvPr>
            <p:ph type="sldNum"/>
          </p:nvPr>
        </p:nvSpPr>
        <p:spPr>
          <a:xfrm rot="0">
            <a:off x="8737600" y="6356351"/>
            <a:ext cx="2844799" cy="365125"/>
          </a:xfrm>
          <a:prstGeom prst="rect"/>
          <a:noFill/>
          <a:ln cmpd="sng" cap="flat">
            <a:noFill/>
            <a:prstDash val="solid"/>
            <a:miter/>
          </a:ln>
        </p:spPr>
        <p:txBody>
          <a:bodyPr vert="horz" wrap="square" lIns="91440" tIns="45720" rIns="91440" bIns="45720" anchor="ctr" anchorCtr="0">
            <a:prstTxWarp prst="textNoShape"/>
          </a:bodyPr>
          <a:lstStyle/>
          <a:p>
            <a:pPr algn="r"/>
            <a:fld id="{CAD2D6BD-DE1B-4B5F-8B41-2702339687B9}" type="slidenum">
              <a:rPr lang="en-US" altLang="zh-CN" sz="1200" b="0" i="0" u="none" strike="noStrike" kern="1200" cap="none" spc="0" baseline="0">
                <a:solidFill>
                  <a:srgbClr val="898989"/>
                </a:solidFill>
                <a:latin typeface="Calibri" pitchFamily="0" charset="0"/>
                <a:ea typeface="ＭＳ Ｐゴシック" pitchFamily="0" charset="-128"/>
                <a:cs typeface="Calibri" pitchFamily="0" charset="0"/>
              </a:rPr>
              <a:t>&lt;#&gt;</a:t>
            </a:fld>
            <a:endParaRPr lang="zh-CN" altLang="en-US" sz="1200">
              <a:solidFill>
                <a:srgbClr val="898989"/>
              </a:solidFill>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375410560"/>
      </p:ext>
    </p:extLst>
  </p:cSld>
  <p:clrMapOvr>
    <a:masterClrMapping/>
  </p:clrMapOvr>
  <p:hf sldNum="0"/>
</p:sldLayout>
</file>

<file path=ppt/slideLayouts/slideLayout15.xml><?xml version="1.0" encoding="utf-8"?>
<p:sldLayout xmlns:p="http://schemas.openxmlformats.org/presentationml/2006/main" xmlns:a="http://schemas.openxmlformats.org/drawingml/2006/main" xmlns:r="http://schemas.openxmlformats.org/officeDocument/2006/relationships" showMasterSp="0" preserve="1">
  <p:cSld name="自定义版式">
    <p:bg>
      <p:bgPr>
        <a:solidFill>
          <a:schemeClr val="bg1"/>
        </a:solidFill>
      </p:bgPr>
    </p:bg>
    <p:spTree>
      <p:nvGrpSpPr>
        <p:cNvPr id="1" name=""/>
        <p:cNvGrpSpPr/>
        <p:nvPr/>
      </p:nvGrpSpPr>
      <p:grpSpPr>
        <a:xfrm>
          <a:off x="0" y="0"/>
          <a:ext cx="0" cy="0"/>
          <a:chOff x="0" y="0"/>
          <a:chExt cx="0" cy="0"/>
        </a:xfrm>
      </p:grpSpPr>
      <p:grpSp>
        <p:nvGrpSpPr>
          <p:cNvPr id="416" name="Combination"/>
          <p:cNvGrpSpPr>
            <a:grpSpLocks/>
          </p:cNvGrpSpPr>
          <p:nvPr/>
        </p:nvGrpSpPr>
        <p:grpSpPr>
          <a:xfrm>
            <a:off x="11728422" y="0"/>
            <a:ext cx="158778" cy="6858000"/>
            <a:chOff x="11728422" y="0"/>
            <a:chExt cx="158778" cy="6858000"/>
          </a:xfrm>
        </p:grpSpPr>
        <p:sp>
          <p:nvSpPr>
            <p:cNvPr id="414" name="曲线"/>
            <p:cNvSpPr>
              <a:spLocks/>
            </p:cNvSpPr>
            <p:nvPr/>
          </p:nvSpPr>
          <p:spPr>
            <a:xfrm rot="0">
              <a:off x="11728422" y="118468"/>
              <a:ext cx="158778" cy="6739531"/>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close/>
                </a:path>
              </a:pathLst>
            </a:custGeom>
            <a:solidFill>
              <a:srgbClr val="901042"/>
            </a:solidFill>
            <a:ln cmpd="sng" cap="flat">
              <a:noFill/>
              <a:prstDash val="solid"/>
              <a:round/>
            </a:ln>
          </p:spPr>
        </p:sp>
        <p:sp>
          <p:nvSpPr>
            <p:cNvPr id="415" name="Rectangles"/>
            <p:cNvSpPr>
              <a:spLocks/>
            </p:cNvSpPr>
            <p:nvPr/>
          </p:nvSpPr>
          <p:spPr>
            <a:xfrm rot="0">
              <a:off x="11728422" y="0"/>
              <a:ext cx="158778" cy="6858000"/>
            </a:xfrm>
            <a:prstGeom prst="rect"/>
            <a:noFill/>
            <a:ln w="12700" cmpd="sng" cap="flat">
              <a:noFill/>
              <a:prstDash val="solid"/>
              <a:round/>
            </a:ln>
          </p:spPr>
        </p:sp>
      </p:grpSp>
      <p:sp>
        <p:nvSpPr>
          <p:cNvPr id="413" name="曲线"/>
          <p:cNvSpPr>
            <a:spLocks/>
          </p:cNvSpPr>
          <p:nvPr/>
        </p:nvSpPr>
        <p:spPr>
          <a:xfrm rot="0">
            <a:off x="631246" y="225437"/>
            <a:ext cx="1577797" cy="536562"/>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lnTo>
                  <a:pt x="0" y="0"/>
                </a:lnTo>
                <a:close/>
              </a:path>
            </a:pathLst>
          </a:custGeom>
          <a:blipFill rotWithShape="1">
            <a:blip r:embed="rId2">
              <a:alphaModFix amt="0"/>
            </a:blip>
            <a:stretch/>
          </a:blipFill>
          <a:ln cmpd="sng" cap="flat">
            <a:noFill/>
            <a:prstDash val="solid"/>
            <a:round/>
          </a:ln>
        </p:spPr>
      </p:sp>
      <p:sp>
        <p:nvSpPr>
          <p:cNvPr id="412" name="Rectangles"/>
          <p:cNvSpPr>
            <a:spLocks/>
          </p:cNvSpPr>
          <p:nvPr/>
        </p:nvSpPr>
        <p:spPr>
          <a:xfrm rot="0">
            <a:off x="609476" y="6356352"/>
            <a:ext cx="3860799" cy="306705"/>
          </a:xfrm>
          <a:prstGeom prst="rect"/>
          <a:noFill/>
          <a:ln w="12700" cmpd="sng" cap="flat">
            <a:noFill/>
            <a:prstDash val="solid"/>
            <a:round/>
          </a:ln>
        </p:spPr>
        <p:txBody>
          <a:bodyPr vert="horz" wrap="square" lIns="0" tIns="0" rIns="0" bIns="0" anchor="t" anchorCtr="0">
            <a:prstTxWarp prst="textNoShape"/>
            <a:spAutoFit/>
          </a:bodyPr>
          <a:lstStyle/>
          <a:p>
            <a:pPr marL="0" indent="0" algn="l">
              <a:lnSpc>
                <a:spcPct val="140000"/>
              </a:lnSpc>
              <a:spcBef>
                <a:spcPts val="0"/>
              </a:spcBef>
              <a:spcAft>
                <a:spcPts val="0"/>
              </a:spcAft>
              <a:buNone/>
            </a:pPr>
            <a:r>
              <a:rPr lang="en-US" altLang="zh-CN" sz="1500" b="1" i="1" u="none" strike="noStrike" kern="1200" cap="none" spc="0" baseline="0">
                <a:solidFill>
                  <a:srgbClr val="901042"/>
                </a:solidFill>
                <a:latin typeface="Poppins" pitchFamily="0" charset="0"/>
                <a:ea typeface="Poppins" pitchFamily="0" charset="0"/>
                <a:cs typeface="Poppins" pitchFamily="0" charset="0"/>
                <a:sym typeface="Poppins" pitchFamily="0" charset="0"/>
              </a:rPr>
              <a:t>Innovating Sustainable Solutions</a:t>
            </a:r>
            <a:endParaRPr lang="zh-CN" altLang="en-US" sz="1500" b="1" i="1" u="none" strike="noStrike" kern="1200" cap="none" spc="0" baseline="0">
              <a:solidFill>
                <a:srgbClr val="901042"/>
              </a:solidFill>
              <a:latin typeface="Calibri" pitchFamily="0" charset="0"/>
              <a:ea typeface="ＭＳ Ｐゴシック" pitchFamily="0" charset="-128"/>
              <a:cs typeface="Calibri" pitchFamily="0" charset="0"/>
            </a:endParaRPr>
          </a:p>
        </p:txBody>
      </p:sp>
      <p:sp>
        <p:nvSpPr>
          <p:cNvPr id="407" name="Text box"/>
          <p:cNvSpPr>
            <a:spLocks noGrp="1"/>
          </p:cNvSpPr>
          <p:nvPr>
            <p:ph type="title"/>
          </p:nvPr>
        </p:nvSpPr>
        <p:spPr>
          <a:xfrm rot="0">
            <a:off x="4673600" y="533400"/>
            <a:ext cx="6908800" cy="685800"/>
          </a:xfrm>
          <a:prstGeom prst="rect"/>
          <a:noFill/>
          <a:ln w="12700" cmpd="sng" cap="flat">
            <a:noFill/>
            <a:prstDash val="solid"/>
            <a:round/>
          </a:ln>
        </p:spPr>
        <p:txBody>
          <a:bodyPr vert="horz" wrap="square" lIns="91440" tIns="45720" rIns="91440" bIns="45720" anchor="ctr" anchorCtr="0">
            <a:prstTxWarp prst="textNoShape"/>
          </a:bodyPr>
          <a:lstStyle/>
          <a:p>
            <a:r>
              <a:rPr lang="en-US" altLang="zh-CN"/>
              <a:t>Click to edit Master title style</a:t>
            </a:r>
            <a:endParaRPr lang="zh-CN" altLang="en-US"/>
          </a:p>
        </p:txBody>
      </p:sp>
      <p:sp>
        <p:nvSpPr>
          <p:cNvPr id="408" name="Text box"/>
          <p:cNvSpPr>
            <a:spLocks noGrp="1"/>
          </p:cNvSpPr>
          <p:nvPr>
            <p:ph type="body" idx="1"/>
          </p:nvPr>
        </p:nvSpPr>
        <p:spPr>
          <a:xfrm rot="0">
            <a:off x="609600" y="1828800"/>
            <a:ext cx="5384800" cy="4191000"/>
          </a:xfrm>
          <a:prstGeom prst="rect"/>
          <a:noFill/>
          <a:ln w="12700" cmpd="sng" cap="flat">
            <a:noFill/>
            <a:prstDash val="solid"/>
            <a:round/>
          </a:ln>
        </p:spPr>
        <p:txBody>
          <a:bodyPr vert="horz" wrap="square" lIns="91440" tIns="45720" rIns="91440" bIns="45720" anchor="t" anchorCtr="0">
            <a:prstTxWarp prst="textNoShape"/>
          </a:bodyPr>
          <a:lstStyle/>
          <a:p>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09" name="Text box"/>
          <p:cNvSpPr>
            <a:spLocks noGrp="1"/>
          </p:cNvSpPr>
          <p:nvPr>
            <p:ph type="body" idx="2"/>
          </p:nvPr>
        </p:nvSpPr>
        <p:spPr>
          <a:xfrm rot="0">
            <a:off x="6197600" y="1828800"/>
            <a:ext cx="5384800" cy="4191000"/>
          </a:xfrm>
          <a:prstGeom prst="rect"/>
          <a:noFill/>
          <a:ln w="12700" cmpd="sng" cap="flat">
            <a:noFill/>
            <a:prstDash val="solid"/>
            <a:round/>
          </a:ln>
        </p:spPr>
        <p:txBody>
          <a:bodyPr vert="horz" wrap="square" lIns="91440" tIns="45720" rIns="91440" bIns="45720" anchor="t" anchorCtr="0">
            <a:prstTxWarp prst="textNoShape"/>
          </a:bodyPr>
          <a:lstStyle/>
          <a:p>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10" name="Text box"/>
          <p:cNvSpPr>
            <a:spLocks noGrp="1"/>
          </p:cNvSpPr>
          <p:nvPr>
            <p:ph type="dt" idx="10"/>
          </p:nvPr>
        </p:nvSpPr>
        <p:spPr>
          <a:xfrm rot="0">
            <a:off x="609600" y="6356351"/>
            <a:ext cx="2844800" cy="365125"/>
          </a:xfrm>
          <a:prstGeom prst="rect"/>
          <a:noFill/>
          <a:ln cmpd="sng" cap="flat">
            <a:noFill/>
            <a:prstDash val="solid"/>
            <a:miter/>
          </a:ln>
        </p:spPr>
        <p:txBody>
          <a:bodyPr vert="horz" wrap="square" lIns="91440" tIns="45720" rIns="91440" bIns="45720" anchor="ctr" anchorCtr="0">
            <a:prstTxWarp prst="textNoShape"/>
          </a:bodyPr>
          <a:lstStyle/>
          <a:p>
            <a:fld id="{CAD2D6BD-DE1B-4B5F-8B41-2702339687B9}" type="datetime1">
              <a:rPr lang="en-US" altLang="zh-CN" sz="1200">
                <a:solidFill>
                  <a:srgbClr val="898989"/>
                </a:solidFill>
                <a:latin typeface="Calibri" pitchFamily="0" charset="0"/>
                <a:ea typeface="MS PGothic" pitchFamily="0" charset="0"/>
                <a:cs typeface="Calibri" pitchFamily="0" charset="0"/>
              </a:rPr>
              <a:t>3/16/2026</a:t>
            </a:fld>
            <a:endParaRPr lang="zh-CN" altLang="en-US" sz="1200">
              <a:solidFill>
                <a:srgbClr val="898989"/>
              </a:solidFill>
              <a:latin typeface="Calibri" pitchFamily="0" charset="0"/>
              <a:ea typeface="MS PGothic" pitchFamily="0" charset="0"/>
              <a:cs typeface="Calibri" pitchFamily="0" charset="0"/>
            </a:endParaRPr>
          </a:p>
        </p:txBody>
      </p:sp>
      <p:sp>
        <p:nvSpPr>
          <p:cNvPr id="411" name="Text box"/>
          <p:cNvSpPr>
            <a:spLocks noGrp="1"/>
          </p:cNvSpPr>
          <p:nvPr>
            <p:ph type="sldNum"/>
          </p:nvPr>
        </p:nvSpPr>
        <p:spPr>
          <a:xfrm rot="0">
            <a:off x="8737600" y="6356351"/>
            <a:ext cx="2844799" cy="365125"/>
          </a:xfrm>
          <a:prstGeom prst="rect"/>
          <a:noFill/>
          <a:ln cmpd="sng" cap="flat">
            <a:noFill/>
            <a:prstDash val="solid"/>
            <a:miter/>
          </a:ln>
        </p:spPr>
        <p:txBody>
          <a:bodyPr vert="horz" wrap="square" lIns="91440" tIns="45720" rIns="91440" bIns="45720" anchor="ctr" anchorCtr="0">
            <a:prstTxWarp prst="textNoShape"/>
          </a:bodyPr>
          <a:lstStyle/>
          <a:p>
            <a:pPr algn="r"/>
            <a:fld id="{CAD2D6BD-DE1B-4B5F-8B41-2702339687B9}" type="slidenum">
              <a:rPr lang="en-US" altLang="zh-CN" sz="1200" b="0" i="0" u="none" strike="noStrike" kern="1200" cap="none" spc="0" baseline="0">
                <a:solidFill>
                  <a:srgbClr val="898989"/>
                </a:solidFill>
                <a:latin typeface="Calibri" pitchFamily="0" charset="0"/>
                <a:ea typeface="MS PGothic" pitchFamily="0" charset="0"/>
                <a:cs typeface="Calibri" pitchFamily="0" charset="0"/>
              </a:rPr>
              <a:t>&lt;#&gt;</a:t>
            </a:fld>
            <a:endParaRPr lang="zh-CN" altLang="en-US" sz="1200">
              <a:solidFill>
                <a:srgbClr val="898989"/>
              </a:solidFill>
              <a:latin typeface="Calibri" pitchFamily="0" charset="0"/>
              <a:ea typeface="MS PGothic" pitchFamily="0" charset="0"/>
              <a:cs typeface="Calibri" pitchFamily="0" charset="0"/>
            </a:endParaRPr>
          </a:p>
        </p:txBody>
      </p:sp>
    </p:spTree>
    <p:extLst>
      <p:ext uri="{BB962C8B-B14F-4D97-AF65-F5344CB8AC3E}">
        <p14:creationId xmlns:p14="http://schemas.microsoft.com/office/powerpoint/2010/main" val="2114986569"/>
      </p:ext>
    </p:extLst>
  </p:cSld>
  <p:clrMapOvr>
    <a:masterClrMapping/>
  </p:clrMapOvr>
  <p:hf sldNum="0"/>
</p:sldLayout>
</file>

<file path=ppt/slideMasters/_rels/slideMaster1.xml.rels><?xml version="1.0" encoding="UTF-8" standalone="yes"?>
<Relationships xmlns="http://schemas.openxmlformats.org/package/2006/relationships"><Relationship Id="rId1" Type="http://schemas.openxmlformats.org/officeDocument/2006/relationships/image" Target="../media/pimg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theme" Target="../theme/theme1.xml"/></Relationships>
</file>

<file path=ppt/slideMasters/slideMaster1.xml><?xml version="1.0" encoding="utf-8"?>
<p:sldMaster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r>
              <a:rPr lang="en-US" altLang="zh-CN"/>
              <a:t>Click to edit Master title style</a:t>
            </a:r>
            <a:endParaRPr lang="zh-CN" altLang="en-US"/>
          </a:p>
        </p:txBody>
      </p:sp>
      <p:sp>
        <p:nvSpPr>
          <p:cNvPr id="3" name="Text box"/>
          <p:cNvSpPr>
            <a:spLocks noGrp="1"/>
          </p:cNvSpPr>
          <p:nvPr>
            <p:ph type="body" idx="1"/>
          </p:nvPr>
        </p:nvSpPr>
        <p:spPr>
          <a:xfrm rot="0">
            <a:off x="609600" y="1600201"/>
            <a:ext cx="10972800" cy="4525963"/>
          </a:xfrm>
          <a:prstGeom prst="rect"/>
          <a:noFill/>
          <a:ln w="12700" cmpd="sng" cap="flat">
            <a:noFill/>
            <a:prstDash val="solid"/>
            <a:round/>
          </a:ln>
        </p:spPr>
        <p:txBody>
          <a:bodyPr vert="horz" wrap="square" lIns="91440" tIns="45720" rIns="91440" bIns="45720" anchor="t" anchorCtr="0">
            <a:prstTxWarp prst="textNoShape"/>
          </a:bodyPr>
          <a:lstStyle/>
          <a:p>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Text box"/>
          <p:cNvSpPr>
            <a:spLocks noGrp="1"/>
          </p:cNvSpPr>
          <p:nvPr>
            <p:ph type="dt" idx="2"/>
          </p:nvPr>
        </p:nvSpPr>
        <p:spPr>
          <a:xfrm rot="0">
            <a:off x="609600" y="6356351"/>
            <a:ext cx="2844800" cy="365125"/>
          </a:xfrm>
          <a:prstGeom prst="rect"/>
          <a:noFill/>
          <a:ln w="12700" cmpd="sng" cap="flat">
            <a:noFill/>
            <a:prstDash val="solid"/>
            <a:miter/>
          </a:ln>
        </p:spPr>
        <p:txBody>
          <a:bodyPr vert="horz" wrap="square" lIns="91440" tIns="45720" rIns="91440" bIns="45720" anchor="ctr" anchorCtr="0">
            <a:prstTxWarp prst="textNoShape"/>
          </a:bodyPr>
          <a:lstStyle/>
          <a:p>
            <a:fld id="{CAD2D6BD-DE1B-4B5F-8B41-2702339687B9}" type="datetime1">
              <a:rPr lang="en-US" altLang="zh-CN" sz="1200">
                <a:solidFill>
                  <a:srgbClr val="898989"/>
                </a:solidFill>
                <a:latin typeface="Calibri" pitchFamily="0" charset="0"/>
                <a:ea typeface="ＭＳ Ｐゴシック" pitchFamily="0" charset="-128"/>
                <a:cs typeface="Calibri" pitchFamily="0" charset="0"/>
              </a:rPr>
              <a:t>3/16/2026</a:t>
            </a:fld>
            <a:endParaRPr lang="zh-CN" altLang="en-US" sz="1200">
              <a:solidFill>
                <a:srgbClr val="898989"/>
              </a:solidFill>
              <a:latin typeface="Calibri" pitchFamily="0" charset="0"/>
              <a:ea typeface="ＭＳ Ｐゴシック" pitchFamily="0" charset="-128"/>
              <a:cs typeface="Calibri" pitchFamily="0" charset="0"/>
            </a:endParaRPr>
          </a:p>
        </p:txBody>
      </p:sp>
      <p:sp>
        <p:nvSpPr>
          <p:cNvPr id="5" name="Text box"/>
          <p:cNvSpPr>
            <a:spLocks noGrp="1"/>
          </p:cNvSpPr>
          <p:nvPr>
            <p:ph type="ftr" idx="3"/>
          </p:nvPr>
        </p:nvSpPr>
        <p:spPr>
          <a:xfrm rot="0">
            <a:off x="4165600" y="6356351"/>
            <a:ext cx="3860799" cy="365125"/>
          </a:xfrm>
          <a:prstGeom prst="rect"/>
          <a:noFill/>
          <a:ln w="12700" cmpd="sng" cap="flat">
            <a:noFill/>
            <a:prstDash val="solid"/>
            <a:miter/>
          </a:ln>
        </p:spPr>
        <p:txBody>
          <a:bodyPr vert="horz" wrap="square" lIns="91440" tIns="45720" rIns="91440" bIns="45720" anchor="ctr" anchorCtr="0">
            <a:prstTxWarp prst="textNoShape"/>
          </a:bodyPr>
          <a:lstStyle/>
          <a:p>
            <a:pPr algn="ctr" fontAlgn="auto">
              <a:spcBef>
                <a:spcPts val="0"/>
              </a:spcBef>
              <a:spcAft>
                <a:spcPts val="0"/>
              </a:spcAft>
            </a:pPr>
            <a:endParaRPr lang="zh-CN" altLang="en-US" sz="1200">
              <a:solidFill>
                <a:srgbClr val="898989"/>
              </a:solidFill>
              <a:latin typeface="Calibri" pitchFamily="0" charset="0"/>
              <a:ea typeface="宋体" pitchFamily="0" charset="0"/>
              <a:cs typeface="Calibri" pitchFamily="0" charset="0"/>
            </a:endParaRPr>
          </a:p>
        </p:txBody>
      </p:sp>
      <p:sp>
        <p:nvSpPr>
          <p:cNvPr id="6" name="Text box"/>
          <p:cNvSpPr>
            <a:spLocks noGrp="1"/>
          </p:cNvSpPr>
          <p:nvPr>
            <p:ph type="sldNum" idx="4"/>
          </p:nvPr>
        </p:nvSpPr>
        <p:spPr>
          <a:xfrm rot="0">
            <a:off x="8737600" y="6356351"/>
            <a:ext cx="2844799" cy="365125"/>
          </a:xfrm>
          <a:prstGeom prst="rect"/>
          <a:noFill/>
          <a:ln w="12700" cmpd="sng" cap="flat">
            <a:noFill/>
            <a:prstDash val="solid"/>
            <a:miter/>
          </a:ln>
        </p:spPr>
        <p:txBody>
          <a:bodyPr vert="horz" wrap="square" lIns="91440" tIns="45720" rIns="91440" bIns="45720" anchor="ctr" anchorCtr="0">
            <a:prstTxWarp prst="textNoShape"/>
          </a:bodyPr>
          <a:lstStyle/>
          <a:p>
            <a:pPr algn="r"/>
            <a:fld id="{CAD2D6BD-DE1B-4B5F-8B41-2702339687B9}" type="slidenum">
              <a:rPr lang="en-US" altLang="zh-CN" sz="1200" b="0" i="0" u="none" strike="noStrike" kern="1200" cap="none" spc="0" baseline="0">
                <a:solidFill>
                  <a:srgbClr val="898989"/>
                </a:solidFill>
                <a:latin typeface="Calibri" pitchFamily="0" charset="0"/>
                <a:ea typeface="ＭＳ Ｐゴシック" pitchFamily="0" charset="-128"/>
                <a:cs typeface="Calibri" pitchFamily="0" charset="0"/>
              </a:rPr>
              <a:t>&lt;#&gt;</a:t>
            </a:fld>
            <a:endParaRPr lang="zh-CN" altLang="en-US" sz="1200">
              <a:solidFill>
                <a:srgbClr val="898989"/>
              </a:solidFill>
              <a:latin typeface="Calibri" pitchFamily="0" charset="0"/>
              <a:ea typeface="ＭＳ Ｐゴシック" pitchFamily="0" charset="-128"/>
              <a:cs typeface="Calibri" pitchFamily="0" charset="0"/>
            </a:endParaRPr>
          </a:p>
        </p:txBody>
      </p:sp>
      <p:grpSp>
        <p:nvGrpSpPr>
          <p:cNvPr id="9" name="Combination"/>
          <p:cNvGrpSpPr>
            <a:grpSpLocks/>
          </p:cNvGrpSpPr>
          <p:nvPr/>
        </p:nvGrpSpPr>
        <p:grpSpPr>
          <a:xfrm>
            <a:off x="11728422" y="0"/>
            <a:ext cx="158778" cy="6858000"/>
            <a:chOff x="11728422" y="0"/>
            <a:chExt cx="158778" cy="6858000"/>
          </a:xfrm>
        </p:grpSpPr>
        <p:sp>
          <p:nvSpPr>
            <p:cNvPr id="7" name="曲线"/>
            <p:cNvSpPr>
              <a:spLocks/>
            </p:cNvSpPr>
            <p:nvPr/>
          </p:nvSpPr>
          <p:spPr>
            <a:xfrm rot="0">
              <a:off x="11728422" y="118468"/>
              <a:ext cx="158778" cy="6739531"/>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close/>
                </a:path>
              </a:pathLst>
            </a:custGeom>
            <a:solidFill>
              <a:srgbClr val="901042"/>
            </a:solidFill>
            <a:ln cmpd="sng" cap="flat">
              <a:noFill/>
              <a:prstDash val="solid"/>
              <a:round/>
            </a:ln>
          </p:spPr>
        </p:sp>
        <p:sp>
          <p:nvSpPr>
            <p:cNvPr id="8" name="Rectangles"/>
            <p:cNvSpPr>
              <a:spLocks/>
            </p:cNvSpPr>
            <p:nvPr/>
          </p:nvSpPr>
          <p:spPr>
            <a:xfrm rot="0">
              <a:off x="11728422" y="0"/>
              <a:ext cx="158778" cy="6858000"/>
            </a:xfrm>
            <a:prstGeom prst="rect"/>
            <a:noFill/>
            <a:ln w="12700" cmpd="sng" cap="flat">
              <a:noFill/>
              <a:prstDash val="solid"/>
              <a:round/>
            </a:ln>
          </p:spPr>
        </p:sp>
      </p:grpSp>
      <p:sp>
        <p:nvSpPr>
          <p:cNvPr id="10" name="曲线"/>
          <p:cNvSpPr>
            <a:spLocks/>
          </p:cNvSpPr>
          <p:nvPr/>
        </p:nvSpPr>
        <p:spPr>
          <a:xfrm rot="0">
            <a:off x="631246" y="225437"/>
            <a:ext cx="1577797" cy="536562"/>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lnTo>
                  <a:pt x="0" y="0"/>
                </a:lnTo>
                <a:close/>
              </a:path>
            </a:pathLst>
          </a:custGeom>
          <a:blipFill rotWithShape="1">
            <a:blip r:embed="rId1">
              <a:alphaModFix amt="0"/>
            </a:blip>
            <a:stretch/>
          </a:blipFill>
          <a:ln cmpd="sng" cap="flat">
            <a:noFill/>
            <a:prstDash val="solid"/>
            <a:round/>
          </a:ln>
        </p:spPr>
      </p:sp>
      <p:sp>
        <p:nvSpPr>
          <p:cNvPr id="11" name="Rectangles"/>
          <p:cNvSpPr>
            <a:spLocks/>
          </p:cNvSpPr>
          <p:nvPr/>
        </p:nvSpPr>
        <p:spPr>
          <a:xfrm rot="0">
            <a:off x="609476" y="6356352"/>
            <a:ext cx="3860799" cy="323164"/>
          </a:xfrm>
          <a:prstGeom prst="rect"/>
          <a:noFill/>
          <a:ln w="12700" cmpd="sng" cap="flat">
            <a:noFill/>
            <a:prstDash val="solid"/>
            <a:round/>
          </a:ln>
        </p:spPr>
        <p:txBody>
          <a:bodyPr vert="horz" wrap="square" lIns="0" tIns="0" rIns="0" bIns="0" anchor="t" anchorCtr="0">
            <a:prstTxWarp prst="textNoShape"/>
            <a:spAutoFit/>
          </a:bodyPr>
          <a:lstStyle/>
          <a:p>
            <a:pPr marL="0" indent="0" algn="l">
              <a:lnSpc>
                <a:spcPct val="140000"/>
              </a:lnSpc>
              <a:spcBef>
                <a:spcPts val="0"/>
              </a:spcBef>
              <a:spcAft>
                <a:spcPts val="0"/>
              </a:spcAft>
              <a:buNone/>
            </a:pPr>
            <a:r>
              <a:rPr lang="en-US" altLang="zh-CN" sz="1500" b="1" i="1" u="none" strike="noStrike" kern="1200" cap="none" spc="0" baseline="0">
                <a:solidFill>
                  <a:srgbClr val="901042"/>
                </a:solidFill>
                <a:latin typeface="Poppins" pitchFamily="0" charset="0"/>
                <a:ea typeface="Poppins" pitchFamily="0" charset="0"/>
                <a:cs typeface="Poppins" pitchFamily="0" charset="0"/>
                <a:sym typeface="Poppins" pitchFamily="0" charset="0"/>
              </a:rPr>
              <a:t>Innovating Sustainable Solutions</a:t>
            </a:r>
            <a:endParaRPr lang="zh-CN" altLang="en-US" sz="1500" b="1" i="1" u="none" strike="noStrike" kern="1200" cap="none" spc="0" baseline="0">
              <a:solidFill>
                <a:srgbClr val="901042"/>
              </a:solidFill>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732277981"/>
      </p:ext>
    </p:extLst>
  </p:cSld>
  <p:clrMap bg1="lt1" tx1="dk1" bg2="lt2" tx2="dk2" accent1="accent1" accent2="accent2" accent3="accent3" accent4="accent4" accent5="accent5" accent6="accent6" hlink="hlink" folHlink="fol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Lst>
  <p:hf sldNum="0" hdr="0" ftr="0" dt="0"/>
  <p:txStyles>
    <p:titleStyle>
      <a:lvl1pPr algn="ctr" defTabSz="914400" eaLnBrk="0" fontAlgn="base" hangingPunct="0">
        <a:spcBef>
          <a:spcPts val="0"/>
        </a:spcBef>
        <a:spcAft>
          <a:spcPts val="0"/>
        </a:spcAft>
        <a:buNone/>
        <a:defRPr sz="4400" kern="1200">
          <a:solidFill>
            <a:schemeClr val="tx1"/>
          </a:solidFill>
          <a:latin typeface="Calibri" pitchFamily="0" charset="0"/>
          <a:ea typeface="ＭＳ Ｐゴシック" pitchFamily="0" charset="-128"/>
          <a:cs typeface="ＭＳ Ｐゴシック" pitchFamily="0" charset="-128"/>
        </a:defRPr>
      </a:lvl1pPr>
    </p:titleStyle>
    <p:bodyStyle>
      <a:lvl1pPr marL="342900" indent="-342900" algn="l" defTabSz="914400" eaLnBrk="0" fontAlgn="base" hangingPunct="0">
        <a:spcBef>
          <a:spcPct val="20000"/>
        </a:spcBef>
        <a:spcAft>
          <a:spcPts val="0"/>
        </a:spcAft>
        <a:buFont typeface="Arial" pitchFamily="0" charset="0"/>
        <a:buChar char="•"/>
        <a:defRPr sz="3200" kern="1200">
          <a:solidFill>
            <a:schemeClr val="tx1"/>
          </a:solidFill>
          <a:latin typeface="Calibri" pitchFamily="0" charset="0"/>
          <a:ea typeface="ＭＳ Ｐゴシック" pitchFamily="0" charset="-128"/>
          <a:cs typeface="ＭＳ Ｐゴシック" pitchFamily="0" charset="-128"/>
        </a:defRPr>
      </a:lvl1pPr>
      <a:lvl2pPr marL="742950" indent="-285750" algn="l" defTabSz="914400" eaLnBrk="0" fontAlgn="base" hangingPunct="0">
        <a:spcBef>
          <a:spcPct val="20000"/>
        </a:spcBef>
        <a:spcAft>
          <a:spcPts val="0"/>
        </a:spcAft>
        <a:buFont typeface="Arial" pitchFamily="0" charset="0"/>
        <a:buChar char="–"/>
        <a:defRPr sz="2800" kern="1200">
          <a:solidFill>
            <a:schemeClr val="tx1"/>
          </a:solidFill>
          <a:latin typeface="Calibri" pitchFamily="0" charset="0"/>
          <a:ea typeface="ＭＳ Ｐゴシック" pitchFamily="0" charset="-128"/>
          <a:cs typeface="Calibri" pitchFamily="0" charset="0"/>
        </a:defRPr>
      </a:lvl2pPr>
      <a:lvl3pPr marL="1143000" indent="-228600" algn="l" defTabSz="914400" eaLnBrk="0" fontAlgn="base" hangingPunct="0">
        <a:spcBef>
          <a:spcPct val="20000"/>
        </a:spcBef>
        <a:spcAft>
          <a:spcPts val="0"/>
        </a:spcAft>
        <a:buFont typeface="Arial" pitchFamily="0" charset="0"/>
        <a:buChar char="•"/>
        <a:defRPr sz="2400" kern="1200">
          <a:solidFill>
            <a:schemeClr val="tx1"/>
          </a:solidFill>
          <a:latin typeface="Calibri" pitchFamily="0" charset="0"/>
          <a:ea typeface="ＭＳ Ｐゴシック" pitchFamily="0" charset="-128"/>
          <a:cs typeface="Calibri" pitchFamily="0" charset="0"/>
        </a:defRPr>
      </a:lvl3pPr>
      <a:lvl4pPr marL="1600200" indent="-228600" algn="l" defTabSz="914400" eaLnBrk="0" fontAlgn="base" hangingPunct="0">
        <a:spcBef>
          <a:spcPct val="20000"/>
        </a:spcBef>
        <a:spcAft>
          <a:spcPts val="0"/>
        </a:spcAft>
        <a:buFont typeface="Arial" pitchFamily="0" charset="0"/>
        <a:buChar char="–"/>
        <a:defRPr sz="2000" kern="1200">
          <a:solidFill>
            <a:schemeClr val="tx1"/>
          </a:solidFill>
          <a:latin typeface="Calibri" pitchFamily="0" charset="0"/>
          <a:ea typeface="ＭＳ Ｐゴシック" pitchFamily="0" charset="-128"/>
          <a:cs typeface="Calibri" pitchFamily="0" charset="0"/>
        </a:defRPr>
      </a:lvl4pPr>
      <a:lvl5pPr marL="2057400" indent="-228600" algn="l" defTabSz="914400" eaLnBrk="0" fontAlgn="base" hangingPunct="0">
        <a:spcBef>
          <a:spcPct val="20000"/>
        </a:spcBef>
        <a:spcAft>
          <a:spcPts val="0"/>
        </a:spcAft>
        <a:buFont typeface="Arial" pitchFamily="0" charset="0"/>
        <a:buChar char="»"/>
        <a:defRPr sz="2000" kern="1200">
          <a:solidFill>
            <a:schemeClr val="tx1"/>
          </a:solidFill>
          <a:latin typeface="Calibri" pitchFamily="0" charset="0"/>
          <a:ea typeface="ＭＳ Ｐゴシック" pitchFamily="0" charset="-128"/>
          <a:cs typeface="Calibri" pitchFamily="0" charset="0"/>
        </a:defRPr>
      </a:lvl5pPr>
      <a:lvl6pPr marL="2514600" indent="-228600" algn="l" defTabSz="914400" eaLnBrk="1" fontAlgn="auto" latinLnBrk="0" hangingPunct="1">
        <a:spcBef>
          <a:spcPct val="20000"/>
        </a:spcBef>
        <a:buFont typeface="Arial" pitchFamily="0" charset="0"/>
        <a:buChar char="•"/>
        <a:defRPr sz="2000" kern="1200">
          <a:solidFill>
            <a:schemeClr val="tx1"/>
          </a:solidFill>
          <a:latin typeface="Calibri" pitchFamily="0" charset="0"/>
          <a:ea typeface="宋体" pitchFamily="0" charset="0"/>
          <a:cs typeface="Calibri" pitchFamily="0" charset="0"/>
        </a:defRPr>
      </a:lvl6pPr>
      <a:lvl7pPr marL="2971800" indent="-228600" algn="l" defTabSz="914400" eaLnBrk="1" fontAlgn="auto" latinLnBrk="0" hangingPunct="1">
        <a:spcBef>
          <a:spcPct val="20000"/>
        </a:spcBef>
        <a:buFont typeface="Arial" pitchFamily="0" charset="0"/>
        <a:buChar char="•"/>
        <a:defRPr sz="2000" kern="1200">
          <a:solidFill>
            <a:schemeClr val="tx1"/>
          </a:solidFill>
          <a:latin typeface="Calibri" pitchFamily="0" charset="0"/>
          <a:ea typeface="宋体" pitchFamily="0" charset="0"/>
          <a:cs typeface="Calibri" pitchFamily="0" charset="0"/>
        </a:defRPr>
      </a:lvl7pPr>
      <a:lvl8pPr marL="3429000" indent="-228600" algn="l" defTabSz="914400" eaLnBrk="1" fontAlgn="auto" latinLnBrk="0" hangingPunct="1">
        <a:spcBef>
          <a:spcPct val="20000"/>
        </a:spcBef>
        <a:buFont typeface="Arial" pitchFamily="0" charset="0"/>
        <a:buChar char="•"/>
        <a:defRPr sz="2000" kern="1200">
          <a:solidFill>
            <a:schemeClr val="tx1"/>
          </a:solidFill>
          <a:latin typeface="Calibri" pitchFamily="0" charset="0"/>
          <a:ea typeface="宋体" pitchFamily="0" charset="0"/>
          <a:cs typeface="Calibri" pitchFamily="0" charset="0"/>
        </a:defRPr>
      </a:lvl8pPr>
      <a:lvl9pPr marL="3429000" indent="-228600" algn="l" defTabSz="914400" eaLnBrk="1" fontAlgn="auto" latinLnBrk="0" hangingPunct="1">
        <a:spcBef>
          <a:spcPct val="20000"/>
        </a:spcBef>
        <a:buFont typeface="Arial" pitchFamily="0" charset="0"/>
        <a:buChar char="•"/>
        <a:defRPr sz="2000" kern="1200">
          <a:solidFill>
            <a:schemeClr val="tx1"/>
          </a:solidFill>
          <a:latin typeface="Calibri" pitchFamily="0" charset="0"/>
          <a:ea typeface="宋体" pitchFamily="0" charset="0"/>
          <a:cs typeface="Calibri" pitchFamily="0" charset="0"/>
        </a:defRPr>
      </a:lvl9pPr>
    </p:body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pimg2.jpg"/><Relationship Id="rId2" Type="http://schemas.openxmlformats.org/officeDocument/2006/relationships/image" Target="../media/pimg1.png"/><Relationship Id="rId3" Type="http://schemas.openxmlformats.org/officeDocument/2006/relationships/slideLayout" Target="../slideLayouts/slideLayout1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1.jpeg"/><Relationship Id="rId2" Type="http://schemas.openxmlformats.org/officeDocument/2006/relationships/slideLayout" Target="../slideLayouts/slideLayout1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2.png"/><Relationship Id="rId2" Type="http://schemas.openxmlformats.org/officeDocument/2006/relationships/image" Target="../media/3.png"/><Relationship Id="rId3" Type="http://schemas.openxmlformats.org/officeDocument/2006/relationships/slideLayout" Target="../slideLayouts/slideLayout1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4.jpg"/><Relationship Id="rId2" Type="http://schemas.openxmlformats.org/officeDocument/2006/relationships/image" Target="../media/5.jpg"/><Relationship Id="rId3" Type="http://schemas.openxmlformats.org/officeDocument/2006/relationships/slideLayout" Target="../slideLayouts/slideLayout1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6.png"/><Relationship Id="rId2" Type="http://schemas.openxmlformats.org/officeDocument/2006/relationships/slideLayout" Target="../slideLayouts/slideLayout1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7.png"/><Relationship Id="rId2" Type="http://schemas.openxmlformats.org/officeDocument/2006/relationships/slideLayout" Target="../slideLayouts/slideLayout1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8.jpeg"/><Relationship Id="rId2" Type="http://schemas.openxmlformats.org/officeDocument/2006/relationships/slideLayout" Target="../slideLayouts/slideLayout1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9.png"/><Relationship Id="rId2" Type="http://schemas.openxmlformats.org/officeDocument/2006/relationships/slideLayout" Target="../slideLayouts/slideLayout1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10.jpeg"/><Relationship Id="rId2" Type="http://schemas.openxmlformats.org/officeDocument/2006/relationships/slideLayout" Target="../slideLayouts/slideLayout1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11.jpeg"/><Relationship Id="rId2" Type="http://schemas.openxmlformats.org/officeDocument/2006/relationships/slideLayout" Target="../slideLayouts/slideLayout1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12.jpeg"/><Relationship Id="rId2" Type="http://schemas.openxmlformats.org/officeDocument/2006/relationships/slideLayout" Target="../slideLayouts/slideLayout1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13.png"/><Relationship Id="rId2" Type="http://schemas.openxmlformats.org/officeDocument/2006/relationships/slideLayout" Target="../slideLayouts/slideLayout1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14.jpeg"/><Relationship Id="rId2" Type="http://schemas.openxmlformats.org/officeDocument/2006/relationships/slideLayout" Target="../slideLayouts/slideLayout1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15.jpeg"/><Relationship Id="rId2" Type="http://schemas.openxmlformats.org/officeDocument/2006/relationships/slideLayout" Target="../slideLayouts/slideLayout1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16.png"/><Relationship Id="rId2" Type="http://schemas.openxmlformats.org/officeDocument/2006/relationships/slideLayout" Target="../slideLayouts/slideLayout1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17.jpeg"/><Relationship Id="rId2" Type="http://schemas.openxmlformats.org/officeDocument/2006/relationships/slideLayout" Target="../slideLayouts/slideLayout1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18.png"/><Relationship Id="rId2" Type="http://schemas.openxmlformats.org/officeDocument/2006/relationships/slideLayout" Target="../slideLayouts/slideLayout1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19.jpeg"/><Relationship Id="rId2" Type="http://schemas.openxmlformats.org/officeDocument/2006/relationships/slideLayout" Target="../slideLayouts/slideLayout1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20.png"/><Relationship Id="rId2" Type="http://schemas.openxmlformats.org/officeDocument/2006/relationships/slideLayout" Target="../slideLayouts/slideLayout1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21.wmf"/><Relationship Id="rId2" Type="http://schemas.openxmlformats.org/officeDocument/2006/relationships/slideLayout" Target="../slideLayouts/slideLayout1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22.png"/><Relationship Id="rId2" Type="http://schemas.openxmlformats.org/officeDocument/2006/relationships/slideLayout" Target="../slideLayouts/slideLayout1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23.png"/><Relationship Id="rId2" Type="http://schemas.openxmlformats.org/officeDocument/2006/relationships/slideLayout" Target="../slideLayouts/slideLayout1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24.png"/><Relationship Id="rId2" Type="http://schemas.openxmlformats.org/officeDocument/2006/relationships/slideLayout" Target="../slideLayouts/slideLayout1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25.png"/><Relationship Id="rId2" Type="http://schemas.openxmlformats.org/officeDocument/2006/relationships/slideLayout" Target="../slideLayouts/slideLayout1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26.png"/><Relationship Id="rId2" Type="http://schemas.openxmlformats.org/officeDocument/2006/relationships/slideLayout" Target="../slideLayouts/slideLayout1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27.png"/><Relationship Id="rId2" Type="http://schemas.openxmlformats.org/officeDocument/2006/relationships/slideLayout" Target="../slideLayouts/slideLayout1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28.png"/><Relationship Id="rId2" Type="http://schemas.openxmlformats.org/officeDocument/2006/relationships/slideLayout" Target="../slideLayouts/slideLayout1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29.png"/><Relationship Id="rId2" Type="http://schemas.openxmlformats.org/officeDocument/2006/relationships/slideLayout" Target="../slideLayouts/slideLayout1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30.png"/><Relationship Id="rId2" Type="http://schemas.openxmlformats.org/officeDocument/2006/relationships/slideLayout" Target="../slideLayouts/slideLayout1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31.wmf"/><Relationship Id="rId2" Type="http://schemas.openxmlformats.org/officeDocument/2006/relationships/slideLayout" Target="../slideLayouts/slideLayout1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hyperlink" Target="http://images.google.com/imgres?imgurl=http:/www.smh.com.au/ffximage/2007/07/12/iran_v__uzbekistan1_gallery__468x400.jpg&amp;imgrefurl=http:/www.smh.com.au/ftimages/2007/07/12/1183833658193.html?slideshow=true&amp;usg=__HAlY39DgwQIz9JJ9GrzgxQYVyi0=&amp;h=400&amp;w=468&amp;sz=31&amp;hl=en&amp;start=19&amp;itbs=1&amp;tbnid=umQe1yx7tvA_OM:&amp;tbnh=109&amp;tbnw=128&amp;prev=/images?q=malaysian+football+players&amp;gbv=2&amp;ndsp=18&amp;hl=en&amp;sa=N&amp;start=18" TargetMode="External"/><Relationship Id="rId2" Type="http://schemas.openxmlformats.org/officeDocument/2006/relationships/image" Target="../media/32.jpeg"/><Relationship Id="rId3" Type="http://schemas.openxmlformats.org/officeDocument/2006/relationships/slideLayout" Target="../slideLayouts/slideLayout12.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33.png"/><Relationship Id="rId2" Type="http://schemas.openxmlformats.org/officeDocument/2006/relationships/slideLayout" Target="../slideLayouts/slideLayout1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34.gif"/><Relationship Id="rId2" Type="http://schemas.openxmlformats.org/officeDocument/2006/relationships/image" Target="../media/35.jpeg"/><Relationship Id="rId3" Type="http://schemas.openxmlformats.org/officeDocument/2006/relationships/image" Target="../media/36.png"/><Relationship Id="rId4" Type="http://schemas.openxmlformats.org/officeDocument/2006/relationships/slideLayout" Target="../slideLayouts/slideLayout14.xml"/><Relationship Id="rId5"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hyperlink" Target="http://images.google.com/imgres?imgurl=http:/www.boston.com/ae/theater_arts/exhibitionist/33-books.gif&amp;imgrefurl=http:/www.boston.com/ae/theater_arts/exhibitionist/entries/&amp;usg=__6sRqGQQvoe6Gmz1raYBUJOZnaNI=&amp;h=300&amp;w=300&amp;sz=28&amp;hl=en&amp;start=1&amp;itbs=1&amp;tbnid=Xf58qCfQNAwziM:&amp;tbnh=116&amp;tbnw=116&amp;prev=/images?q=books&amp;tbnid=qbeRxlirNupXMM:&amp;gbv=2&amp;hl=en&amp;tbnh=0&amp;tbnw=0" TargetMode="External"/><Relationship Id="rId2" Type="http://schemas.openxmlformats.org/officeDocument/2006/relationships/image" Target="../media/37.jpeg"/><Relationship Id="rId3" Type="http://schemas.openxmlformats.org/officeDocument/2006/relationships/hyperlink" Target="http://images.google.com/imgres?imgurl=http:/permata-niaga.com/uia/typing/images/Document_Easy_Case.jpg&amp;imgrefurl=http:/permata-niaga.com/uia/typing/&amp;usg=__Ue-8E6yRUpe9sONj92BnAeHVWXk=&amp;h=360&amp;w=360&amp;sz=28&amp;hl=en&amp;start=10&amp;itbs=1&amp;tbnid=swyUSk5Rcp8aiM:&amp;tbnh=121&amp;tbnw=121&amp;prev=/images?q=document&amp;tbnid=qbeRxlirNupXMM:&amp;gbv=2&amp;ndsp=18&amp;hl=en&amp;sa=N&amp;tbnh=0&amp;tbnw=0" TargetMode="External"/><Relationship Id="rId4" Type="http://schemas.openxmlformats.org/officeDocument/2006/relationships/image" Target="../media/38.jpeg"/><Relationship Id="rId5" Type="http://schemas.openxmlformats.org/officeDocument/2006/relationships/hyperlink" Target="http://images.google.com/imgres?imgurl=http:/cruvel.com/yahoo_site_admin/assets/images/documents.166162726_std.jpg&amp;imgrefurl=http:/www.cruvel.com/services&amp;usg=__mNoP63vqjaqZmngNCxG1CPkJcGo=&amp;h=311&amp;w=338&amp;sz=39&amp;hl=en&amp;start=3&amp;itbs=1&amp;tbnid=H3jHHPPxS3Vh4M:&amp;tbnh=109&amp;tbnw=119&amp;prev=/images?q=document&amp;tbnid=qbeRxlirNupXMM:&amp;gbv=2&amp;ndsp=18&amp;hl=en&amp;sa=N&amp;tbnh=0&amp;tbnw=0" TargetMode="External"/><Relationship Id="rId6" Type="http://schemas.openxmlformats.org/officeDocument/2006/relationships/image" Target="../media/39.jpeg"/><Relationship Id="rId7" Type="http://schemas.openxmlformats.org/officeDocument/2006/relationships/hyperlink" Target="http://images.google.com/imgres?imgurl=http:/www.grafile.com/images/screenshots/document_scr.jpg&amp;imgrefurl=http:/www.grafile.com/collection/Document.html&amp;usg=__O65iQEl4Ue-pVyHaMYpgT_WoG0c=&amp;h=300&amp;w=450&amp;sz=57&amp;hl=en&amp;start=8&amp;itbs=1&amp;tbnid=K_SD8voW2ueJ9M:&amp;tbnh=85&amp;tbnw=127&amp;prev=/images?q=document&amp;tbnid=qbeRxlirNupXMM:&amp;gbv=2&amp;ndsp=18&amp;hl=en&amp;sa=N&amp;tbnh=0&amp;tbnw=0" TargetMode="External"/><Relationship Id="rId8" Type="http://schemas.openxmlformats.org/officeDocument/2006/relationships/image" Target="../media/40.jpeg"/><Relationship Id="rId9" Type="http://schemas.openxmlformats.org/officeDocument/2006/relationships/hyperlink" Target="http://images.google.com/imgres?imgurl=http:/www.rso.cornell.edu/hellenic/images/stories/computer.jpg&amp;imgrefurl=http:/www.rso.cornell.edu/hellenic/&amp;usg=__AZb8nTJ-QWU8e73qqlxgP58gR-o=&amp;h=1050&amp;w=1050&amp;sz=116&amp;hl=en&amp;start=1&amp;itbs=1&amp;tbnid=xQeFaKVdKfHNwM:&amp;tbnh=150&amp;tbnw=150&amp;prev=/images?q=computer&amp;tbnid=qbeRxlirNupXMM:&amp;gbv=2&amp;hl=en&amp;tbnh=0&amp;tbnw=0" TargetMode="External"/><Relationship Id="rId10" Type="http://schemas.openxmlformats.org/officeDocument/2006/relationships/image" Target="../media/41.jpeg"/><Relationship Id="rId11" Type="http://schemas.openxmlformats.org/officeDocument/2006/relationships/slideLayout" Target="../slideLayouts/slideLayout14.xml"/><Relationship Id="rId1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42.png"/><Relationship Id="rId2" Type="http://schemas.openxmlformats.org/officeDocument/2006/relationships/image" Target="../media/42.png"/><Relationship Id="rId3" Type="http://schemas.openxmlformats.org/officeDocument/2006/relationships/image" Target="../media/42.png"/><Relationship Id="rId4" Type="http://schemas.openxmlformats.org/officeDocument/2006/relationships/image" Target="../media/42.png"/><Relationship Id="rId5" Type="http://schemas.openxmlformats.org/officeDocument/2006/relationships/image" Target="../media/42.png"/><Relationship Id="rId6" Type="http://schemas.openxmlformats.org/officeDocument/2006/relationships/image" Target="../media/42.png"/><Relationship Id="rId7" Type="http://schemas.openxmlformats.org/officeDocument/2006/relationships/image" Target="../media/42.png"/><Relationship Id="rId8" Type="http://schemas.openxmlformats.org/officeDocument/2006/relationships/image" Target="../media/42.png"/><Relationship Id="rId9" Type="http://schemas.openxmlformats.org/officeDocument/2006/relationships/slideLayout" Target="../slideLayouts/slideLayout12.xml"/><Relationship Id="rId10"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43.gif"/><Relationship Id="rId2" Type="http://schemas.openxmlformats.org/officeDocument/2006/relationships/slideLayout" Target="../slideLayouts/slideLayout1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44.jpeg"/><Relationship Id="rId2" Type="http://schemas.openxmlformats.org/officeDocument/2006/relationships/slideLayout" Target="../slideLayouts/slideLayout1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45.png"/><Relationship Id="rId2" Type="http://schemas.openxmlformats.org/officeDocument/2006/relationships/slideLayout" Target="../slideLayouts/slideLayout14.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46.png"/><Relationship Id="rId2" Type="http://schemas.openxmlformats.org/officeDocument/2006/relationships/image" Target="../media/47.wmf"/><Relationship Id="rId3" Type="http://schemas.openxmlformats.org/officeDocument/2006/relationships/slideLayout" Target="../slideLayouts/slideLayout13.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48.wmf"/><Relationship Id="rId2" Type="http://schemas.openxmlformats.org/officeDocument/2006/relationships/image" Target="../media/49.wmf"/><Relationship Id="rId3" Type="http://schemas.openxmlformats.org/officeDocument/2006/relationships/image" Target="../media/50.wmf"/><Relationship Id="rId4" Type="http://schemas.openxmlformats.org/officeDocument/2006/relationships/slideLayout" Target="../slideLayouts/slideLayout12.xml"/><Relationship Id="rId5"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51.wmf"/><Relationship Id="rId2" Type="http://schemas.openxmlformats.org/officeDocument/2006/relationships/image" Target="../media/52.wmf"/><Relationship Id="rId3" Type="http://schemas.openxmlformats.org/officeDocument/2006/relationships/image" Target="../media/53.wmf"/><Relationship Id="rId4" Type="http://schemas.openxmlformats.org/officeDocument/2006/relationships/image" Target="../media/54.jpeg"/><Relationship Id="rId5" Type="http://schemas.openxmlformats.org/officeDocument/2006/relationships/image" Target="../media/55.jpeg"/><Relationship Id="rId6" Type="http://schemas.openxmlformats.org/officeDocument/2006/relationships/slideLayout" Target="../slideLayouts/slideLayout12.xml"/><Relationship Id="rId7"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56.jpeg"/><Relationship Id="rId2" Type="http://schemas.openxmlformats.org/officeDocument/2006/relationships/slideLayout" Target="../slideLayouts/slideLayout1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57.jpg"/><Relationship Id="rId2" Type="http://schemas.openxmlformats.org/officeDocument/2006/relationships/slideLayout" Target="../slideLayouts/slideLayout13.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58.png"/><Relationship Id="rId2" Type="http://schemas.openxmlformats.org/officeDocument/2006/relationships/image" Target="../media/59.png"/><Relationship Id="rId3" Type="http://schemas.openxmlformats.org/officeDocument/2006/relationships/slideLayout" Target="../slideLayouts/slideLayout13.xml"/><Relationship Id="rId4"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60.jpeg"/><Relationship Id="rId2" Type="http://schemas.openxmlformats.org/officeDocument/2006/relationships/image" Target="../media/61.png"/><Relationship Id="rId3" Type="http://schemas.openxmlformats.org/officeDocument/2006/relationships/slideLayout" Target="../slideLayouts/slideLayout13.xml"/><Relationship Id="rId4"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62.png"/><Relationship Id="rId2" Type="http://schemas.openxmlformats.org/officeDocument/2006/relationships/image" Target="../media/63.png"/><Relationship Id="rId3" Type="http://schemas.openxmlformats.org/officeDocument/2006/relationships/slideLayout" Target="../slideLayouts/slideLayout13.xml"/><Relationship Id="rId4"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64.png"/><Relationship Id="rId2" Type="http://schemas.openxmlformats.org/officeDocument/2006/relationships/slideLayout" Target="../slideLayouts/slideLayout13.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65.png"/><Relationship Id="rId2" Type="http://schemas.openxmlformats.org/officeDocument/2006/relationships/slideLayout" Target="../slideLayouts/slideLayout13.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66.jpeg"/><Relationship Id="rId2" Type="http://schemas.openxmlformats.org/officeDocument/2006/relationships/slideLayout" Target="../slideLayouts/slideLayout12.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67.jpeg"/><Relationship Id="rId2" Type="http://schemas.openxmlformats.org/officeDocument/2006/relationships/image" Target="../media/68.png"/><Relationship Id="rId3" Type="http://schemas.openxmlformats.org/officeDocument/2006/relationships/slideLayout" Target="../slideLayouts/slideLayout14.xml"/><Relationship Id="rId4"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69.png"/><Relationship Id="rId2" Type="http://schemas.openxmlformats.org/officeDocument/2006/relationships/slideLayout" Target="../slideLayouts/slideLayout15.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70.png"/><Relationship Id="rId2" Type="http://schemas.openxmlformats.org/officeDocument/2006/relationships/slideLayout" Target="../slideLayouts/slideLayout14.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71.png"/><Relationship Id="rId2" Type="http://schemas.openxmlformats.org/officeDocument/2006/relationships/slideLayout" Target="../slideLayouts/slideLayout12.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72.png"/><Relationship Id="rId2" Type="http://schemas.openxmlformats.org/officeDocument/2006/relationships/image" Target="../media/73.wmf"/><Relationship Id="rId3" Type="http://schemas.openxmlformats.org/officeDocument/2006/relationships/slideLayout" Target="../slideLayouts/slideLayout13.xml"/><Relationship Id="rId4"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74.jpeg"/><Relationship Id="rId2" Type="http://schemas.openxmlformats.org/officeDocument/2006/relationships/slideLayout" Target="../slideLayouts/slideLayout12.xml"/><Relationship Id="rId3" Type="http://schemas.openxmlformats.org/officeDocument/2006/relationships/notesSlide" Target="../notesSlides/notesSlide84.xml"/></Relationships>
</file>

<file path=ppt/slides/slide1.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7" name="Text box"/>
          <p:cNvSpPr>
            <a:spLocks noGrp="1"/>
          </p:cNvSpPr>
          <p:nvPr>
            <p:ph type="sldNum"/>
          </p:nvPr>
        </p:nvSpPr>
        <p:spPr>
          <a:xfrm rot="0">
            <a:off x="8737600" y="6356351"/>
            <a:ext cx="2844799"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Calibri" pitchFamily="0" charset="0"/>
              </a:rPr>
              <a:t>1</a:t>
            </a:fld>
            <a:endParaRPr lang="zh-CN" altLang="en-US" sz="1000" b="1" i="0" u="none" strike="noStrike" kern="1200" cap="none" spc="0" baseline="0">
              <a:solidFill>
                <a:schemeClr val="bg1"/>
              </a:solidFill>
              <a:latin typeface="Arial" pitchFamily="0" charset="0"/>
              <a:ea typeface="ＭＳ Ｐゴシック" pitchFamily="0" charset="-128"/>
              <a:cs typeface="Calibri" pitchFamily="0" charset="0"/>
            </a:endParaRPr>
          </a:p>
        </p:txBody>
      </p:sp>
      <p:sp>
        <p:nvSpPr>
          <p:cNvPr id="38" name="曲线"/>
          <p:cNvSpPr>
            <a:spLocks/>
          </p:cNvSpPr>
          <p:nvPr/>
        </p:nvSpPr>
        <p:spPr>
          <a:xfrm rot="0">
            <a:off x="0" y="0"/>
            <a:ext cx="12192000" cy="6858000"/>
          </a:xfrm>
          <a:custGeom>
            <a:gdLst>
              <a:gd name="T1" fmla="*/ 0 w 21600"/>
              <a:gd name="T2" fmla="*/ 0 h 21600"/>
              <a:gd name="T3" fmla="*/ 21600 w 21600"/>
              <a:gd name="T4" fmla="*/ 21600 h 21600"/>
            </a:gdLst>
            <a:rect l="T1" t="T2" r="T3" b="T4"/>
            <a:pathLst>
              <a:path w="21600" h="21600">
                <a:moveTo>
                  <a:pt x="146" y="0"/>
                </a:moveTo>
                <a:lnTo>
                  <a:pt x="21453" y="0"/>
                </a:lnTo>
                <a:cubicBezTo>
                  <a:pt x="21492" y="0"/>
                  <a:pt x="21529" y="22"/>
                  <a:pt x="21557" y="63"/>
                </a:cubicBezTo>
                <a:cubicBezTo>
                  <a:pt x="21584" y="104"/>
                  <a:pt x="21600" y="159"/>
                  <a:pt x="21600" y="217"/>
                </a:cubicBezTo>
                <a:lnTo>
                  <a:pt x="21600" y="21382"/>
                </a:lnTo>
                <a:cubicBezTo>
                  <a:pt x="21600" y="21440"/>
                  <a:pt x="21584" y="21495"/>
                  <a:pt x="21557" y="21536"/>
                </a:cubicBezTo>
                <a:cubicBezTo>
                  <a:pt x="21529" y="21577"/>
                  <a:pt x="21492" y="21600"/>
                  <a:pt x="21453" y="21600"/>
                </a:cubicBezTo>
                <a:lnTo>
                  <a:pt x="146" y="21600"/>
                </a:lnTo>
                <a:cubicBezTo>
                  <a:pt x="107" y="21600"/>
                  <a:pt x="70" y="21577"/>
                  <a:pt x="42" y="21536"/>
                </a:cubicBezTo>
                <a:cubicBezTo>
                  <a:pt x="15" y="21495"/>
                  <a:pt x="0" y="21440"/>
                  <a:pt x="0" y="21382"/>
                </a:cubicBezTo>
                <a:lnTo>
                  <a:pt x="0" y="217"/>
                </a:lnTo>
                <a:cubicBezTo>
                  <a:pt x="0" y="159"/>
                  <a:pt x="15" y="104"/>
                  <a:pt x="42" y="63"/>
                </a:cubicBezTo>
                <a:cubicBezTo>
                  <a:pt x="70" y="22"/>
                  <a:pt x="107" y="0"/>
                  <a:pt x="146" y="0"/>
                </a:cubicBezTo>
                <a:close/>
              </a:path>
            </a:pathLst>
          </a:custGeom>
          <a:blipFill rotWithShape="1">
            <a:blip r:embed="rId1">
              <a:alphaModFix amt="40000"/>
            </a:blip>
            <a:stretch>
              <a:fillRect l="-9963" t="2" r="-9976" b="-5291"/>
            </a:stretch>
          </a:blipFill>
          <a:ln cmpd="sng" cap="flat">
            <a:noFill/>
            <a:prstDash val="solid"/>
            <a:round/>
          </a:ln>
        </p:spPr>
      </p:sp>
      <p:grpSp>
        <p:nvGrpSpPr>
          <p:cNvPr id="41" name="Combination"/>
          <p:cNvGrpSpPr>
            <a:grpSpLocks/>
          </p:cNvGrpSpPr>
          <p:nvPr/>
        </p:nvGrpSpPr>
        <p:grpSpPr>
          <a:xfrm>
            <a:off x="11707824" y="0"/>
            <a:ext cx="179377" cy="6858000"/>
            <a:chOff x="11707824" y="0"/>
            <a:chExt cx="179377" cy="6858000"/>
          </a:xfrm>
        </p:grpSpPr>
        <p:sp>
          <p:nvSpPr>
            <p:cNvPr id="39" name="曲线"/>
            <p:cNvSpPr>
              <a:spLocks/>
            </p:cNvSpPr>
            <p:nvPr/>
          </p:nvSpPr>
          <p:spPr>
            <a:xfrm rot="0">
              <a:off x="11707824" y="118468"/>
              <a:ext cx="179377" cy="6739531"/>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close/>
                </a:path>
              </a:pathLst>
            </a:custGeom>
            <a:solidFill>
              <a:srgbClr val="901042"/>
            </a:solidFill>
            <a:ln cmpd="sng" cap="flat">
              <a:noFill/>
              <a:prstDash val="solid"/>
              <a:round/>
            </a:ln>
          </p:spPr>
        </p:sp>
        <p:sp>
          <p:nvSpPr>
            <p:cNvPr id="40" name="Rectangles"/>
            <p:cNvSpPr>
              <a:spLocks/>
            </p:cNvSpPr>
            <p:nvPr/>
          </p:nvSpPr>
          <p:spPr>
            <a:xfrm rot="0">
              <a:off x="11707824" y="0"/>
              <a:ext cx="179377" cy="6858000"/>
            </a:xfrm>
            <a:prstGeom prst="rect"/>
            <a:noFill/>
            <a:ln w="12700" cmpd="sng" cap="flat">
              <a:noFill/>
              <a:prstDash val="solid"/>
              <a:round/>
            </a:ln>
          </p:spPr>
        </p:sp>
      </p:grpSp>
      <p:sp>
        <p:nvSpPr>
          <p:cNvPr id="42" name="Rectangles"/>
          <p:cNvSpPr>
            <a:spLocks/>
          </p:cNvSpPr>
          <p:nvPr/>
        </p:nvSpPr>
        <p:spPr>
          <a:xfrm rot="0">
            <a:off x="609600" y="6356351"/>
            <a:ext cx="3671100" cy="306705"/>
          </a:xfrm>
          <a:prstGeom prst="rect"/>
          <a:noFill/>
          <a:ln w="12700" cmpd="sng" cap="flat">
            <a:noFill/>
            <a:prstDash val="solid"/>
            <a:round/>
          </a:ln>
        </p:spPr>
        <p:txBody>
          <a:bodyPr vert="horz" wrap="square" lIns="0" tIns="0" rIns="0" bIns="0" anchor="t" anchorCtr="0">
            <a:prstTxWarp prst="textNoShape"/>
            <a:spAutoFit/>
          </a:bodyPr>
          <a:lstStyle/>
          <a:p>
            <a:pPr marL="0" indent="0" algn="l">
              <a:lnSpc>
                <a:spcPct val="140000"/>
              </a:lnSpc>
              <a:spcBef>
                <a:spcPts val="0"/>
              </a:spcBef>
              <a:spcAft>
                <a:spcPts val="0"/>
              </a:spcAft>
              <a:buNone/>
            </a:pPr>
            <a:r>
              <a:rPr lang="en-US" altLang="zh-CN" sz="1500" b="1" i="1" u="none" strike="noStrike" kern="1200" cap="none" spc="0" baseline="0">
                <a:solidFill>
                  <a:srgbClr val="901042"/>
                </a:solidFill>
                <a:latin typeface="Poppins" pitchFamily="0" charset="0"/>
                <a:ea typeface="Poppins" pitchFamily="0" charset="0"/>
                <a:cs typeface="Poppins" pitchFamily="0" charset="0"/>
                <a:sym typeface="Poppins" pitchFamily="0" charset="0"/>
              </a:rPr>
              <a:t>Innovating Sustainable Solutions</a:t>
            </a:r>
            <a:endParaRPr lang="zh-CN" altLang="en-US" sz="1500" b="1" i="1" u="none" strike="noStrike" kern="1200" cap="none" spc="0" baseline="0">
              <a:solidFill>
                <a:srgbClr val="901042"/>
              </a:solidFill>
              <a:latin typeface="Calibri" pitchFamily="0" charset="0"/>
              <a:ea typeface="ＭＳ Ｐゴシック" pitchFamily="0" charset="-128"/>
              <a:cs typeface="Calibri" pitchFamily="0" charset="0"/>
            </a:endParaRPr>
          </a:p>
        </p:txBody>
      </p:sp>
      <p:sp>
        <p:nvSpPr>
          <p:cNvPr id="43" name="Rectangles"/>
          <p:cNvSpPr>
            <a:spLocks/>
          </p:cNvSpPr>
          <p:nvPr/>
        </p:nvSpPr>
        <p:spPr>
          <a:xfrm rot="0">
            <a:off x="1" y="1524000"/>
            <a:ext cx="12192000" cy="1712168"/>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0" hangingPunct="0">
              <a:lnSpc>
                <a:spcPct val="100000"/>
              </a:lnSpc>
              <a:spcBef>
                <a:spcPts val="0"/>
              </a:spcBef>
              <a:spcAft>
                <a:spcPts val="0"/>
              </a:spcAft>
              <a:buNone/>
            </a:pPr>
            <a:r>
              <a:rPr lang="en-US" altLang="zh-CN" sz="6600" b="1" i="0" u="none" strike="noStrike" kern="1200" cap="all" spc="0" baseline="0">
                <a:ln w="8991" cap="flat">
                  <a:solidFill>
                    <a:srgbClr val="5C437A"/>
                  </a:solidFill>
                  <a:prstDash val="solid"/>
                  <a:round/>
                </a:ln>
                <a:solidFill>
                  <a:schemeClr val="tx1"/>
                </a:solidFill>
                <a:latin typeface="Calibri" pitchFamily="0" charset="0"/>
                <a:ea typeface="ＭＳ Ｐゴシック" pitchFamily="0" charset="-128"/>
                <a:cs typeface="Arial" pitchFamily="0" charset="0"/>
              </a:rPr>
              <a:t>S</a:t>
            </a:r>
            <a:r>
              <a:rPr lang="en-US" altLang="zh-CN" sz="6600" b="1" i="0" u="none" strike="noStrike" kern="1200" cap="all" spc="0" baseline="0">
                <a:ln w="8991" cap="flat">
                  <a:solidFill>
                    <a:srgbClr val="5C437A"/>
                  </a:solidFill>
                  <a:prstDash val="solid"/>
                  <a:round/>
                </a:ln>
                <a:solidFill>
                  <a:schemeClr val="tx1"/>
                </a:solidFill>
                <a:latin typeface="Calibri" pitchFamily="0" charset="0"/>
                <a:ea typeface="ＭＳ Ｐゴシック" pitchFamily="0" charset="-128"/>
                <a:cs typeface="Arial" pitchFamily="0" charset="0"/>
              </a:rPr>
              <a:t>eci1143</a:t>
            </a:r>
            <a:endParaRPr lang="en-US" altLang="zh-CN" sz="6600" b="1" i="0" u="none" strike="noStrike" kern="1200" cap="all" spc="0" baseline="0">
              <a:ln w="8991" cap="flat">
                <a:solidFill>
                  <a:srgbClr val="5C437A"/>
                </a:solidFill>
                <a:prstDash val="solid"/>
                <a:round/>
              </a:ln>
              <a:solidFill>
                <a:schemeClr val="tx1"/>
              </a:solidFill>
              <a:latin typeface="Calibri" pitchFamily="0" charset="0"/>
              <a:ea typeface="ＭＳ Ｐゴシック" pitchFamily="0" charset="-128"/>
              <a:cs typeface="Arial" pitchFamily="0" charset="0"/>
            </a:endParaRPr>
          </a:p>
          <a:p>
            <a:pPr marL="0" indent="0" algn="ctr" eaLnBrk="0" hangingPunct="0">
              <a:lnSpc>
                <a:spcPct val="100000"/>
              </a:lnSpc>
              <a:spcBef>
                <a:spcPts val="0"/>
              </a:spcBef>
              <a:spcAft>
                <a:spcPts val="0"/>
              </a:spcAft>
              <a:buNone/>
            </a:pPr>
            <a:r>
              <a:rPr lang="en-US" altLang="zh-CN" sz="4000" b="1" i="0" u="none" strike="noStrike" kern="1200" cap="all" spc="0" baseline="0">
                <a:ln w="8991" cap="flat">
                  <a:solidFill>
                    <a:srgbClr val="5C437A"/>
                  </a:solidFill>
                  <a:prstDash val="solid"/>
                  <a:round/>
                </a:ln>
                <a:solidFill>
                  <a:schemeClr val="tx1"/>
                </a:solidFill>
                <a:latin typeface="Calibri" pitchFamily="0" charset="0"/>
                <a:ea typeface="ＭＳ Ｐゴシック" pitchFamily="0" charset="-128"/>
                <a:cs typeface="Arial" pitchFamily="0" charset="0"/>
              </a:rPr>
              <a:t>Probability &amp; statistical data analysis</a:t>
            </a:r>
            <a:endParaRPr lang="zh-CN" altLang="en-US" sz="4000" b="1" i="0" u="none" strike="noStrike" kern="1200" cap="all" spc="0" baseline="0">
              <a:ln w="8991" cap="flat">
                <a:solidFill>
                  <a:srgbClr val="5C437A"/>
                </a:solidFill>
                <a:prstDash val="solid"/>
                <a:round/>
              </a:ln>
              <a:solidFill>
                <a:schemeClr val="tx1"/>
              </a:solidFill>
              <a:latin typeface="Calibri" pitchFamily="0" charset="0"/>
              <a:ea typeface="ＭＳ Ｐゴシック" pitchFamily="0" charset="-128"/>
              <a:cs typeface="Arial" pitchFamily="0" charset="0"/>
            </a:endParaRPr>
          </a:p>
        </p:txBody>
      </p:sp>
      <p:sp>
        <p:nvSpPr>
          <p:cNvPr id="44" name="Rectangles"/>
          <p:cNvSpPr>
            <a:spLocks/>
          </p:cNvSpPr>
          <p:nvPr/>
        </p:nvSpPr>
        <p:spPr>
          <a:xfrm rot="0">
            <a:off x="2208213" y="3236168"/>
            <a:ext cx="7777162" cy="2455911"/>
          </a:xfrm>
          <a:prstGeom prst="rect"/>
          <a:noFill/>
          <a:ln w="12700" cmpd="sng" cap="flat">
            <a:noFill/>
            <a:prstDash val="solid"/>
            <a:round/>
          </a:ln>
        </p:spPr>
        <p:txBody>
          <a:bodyPr vert="horz" wrap="square" lIns="91440" tIns="45720" rIns="91440" bIns="45720" anchor="t" anchorCtr="0">
            <a:prstTxWarp prst="textNoShape"/>
          </a:bodyPr>
          <a:lstStyle/>
          <a:p>
            <a:pPr marL="0" indent="0" algn="ctr" eaLnBrk="1" hangingPunct="1">
              <a:lnSpc>
                <a:spcPct val="100000"/>
              </a:lnSpc>
              <a:spcBef>
                <a:spcPts val="0"/>
              </a:spcBef>
              <a:spcAft>
                <a:spcPts val="0"/>
              </a:spcAft>
              <a:buNone/>
            </a:pPr>
            <a:r>
              <a:rPr lang="en-US" altLang="zh-CN" sz="4800" b="1" i="0" u="none" strike="noStrike" kern="1200" cap="none" spc="0" baseline="0">
                <a:solidFill>
                  <a:schemeClr val="tx1"/>
                </a:solidFill>
                <a:latin typeface="Calibri" pitchFamily="0" charset="0"/>
                <a:ea typeface="ＭＳ Ｐゴシック" pitchFamily="0" charset="-128"/>
                <a:cs typeface="Calibri" pitchFamily="0" charset="0"/>
              </a:rPr>
              <a:t>CHAPTER 1</a:t>
            </a:r>
            <a:endParaRPr lang="en-US" altLang="zh-CN" sz="4800" b="1" i="0" u="none" strike="noStrike" kern="1200" cap="none" spc="0" baseline="0">
              <a:solidFill>
                <a:schemeClr val="tx1"/>
              </a:solidFill>
              <a:latin typeface="Calibri" pitchFamily="0" charset="0"/>
              <a:ea typeface="ＭＳ Ｐゴシック" pitchFamily="0" charset="-128"/>
              <a:cs typeface="Calibri" pitchFamily="0" charset="0"/>
            </a:endParaRPr>
          </a:p>
          <a:p>
            <a:pPr marL="0" indent="0" algn="ctr" eaLnBrk="1" hangingPunct="1">
              <a:lnSpc>
                <a:spcPct val="100000"/>
              </a:lnSpc>
              <a:spcBef>
                <a:spcPts val="0"/>
              </a:spcBef>
              <a:spcAft>
                <a:spcPts val="0"/>
              </a:spcAft>
              <a:buNone/>
            </a:pPr>
            <a:endParaRPr lang="en-US" altLang="zh-CN" sz="4800" b="1" i="0" u="none" strike="noStrike" kern="1200" cap="none" spc="0" baseline="0">
              <a:solidFill>
                <a:schemeClr val="tx1"/>
              </a:solidFill>
              <a:latin typeface="Calibri" pitchFamily="0" charset="0"/>
              <a:ea typeface="ＭＳ Ｐゴシック" pitchFamily="0" charset="-128"/>
              <a:cs typeface="Calibri" pitchFamily="0" charset="0"/>
            </a:endParaRPr>
          </a:p>
          <a:p>
            <a:pPr marL="0" indent="0" algn="ctr" eaLnBrk="1" hangingPunct="1">
              <a:lnSpc>
                <a:spcPct val="100000"/>
              </a:lnSpc>
              <a:spcBef>
                <a:spcPts val="0"/>
              </a:spcBef>
              <a:spcAft>
                <a:spcPts val="0"/>
              </a:spcAft>
              <a:buNone/>
            </a:pPr>
            <a:r>
              <a:rPr lang="en-US" altLang="zh-CN" sz="5400" b="1" i="0" u="none" strike="noStrike" kern="1200" cap="none" spc="0" baseline="0">
                <a:solidFill>
                  <a:schemeClr val="tx1"/>
                </a:solidFill>
                <a:latin typeface="Calibri" pitchFamily="0" charset="0"/>
                <a:ea typeface="ＭＳ Ｐゴシック" pitchFamily="0" charset="-128"/>
                <a:cs typeface="Calibri" pitchFamily="0" charset="0"/>
              </a:rPr>
              <a:t>Introduction to Statistics</a:t>
            </a:r>
            <a:endParaRPr lang="zh-CN" altLang="en-US" sz="5400" b="1" i="0" u="none" strike="noStrike" kern="1200" cap="none" spc="0" baseline="0">
              <a:solidFill>
                <a:schemeClr val="tx1"/>
              </a:solidFill>
              <a:latin typeface="Calibri" pitchFamily="0" charset="0"/>
              <a:ea typeface="ＭＳ Ｐゴシック" pitchFamily="0" charset="-128"/>
              <a:cs typeface="Calibri" pitchFamily="0" charset="0"/>
            </a:endParaRPr>
          </a:p>
        </p:txBody>
      </p:sp>
      <p:grpSp>
        <p:nvGrpSpPr>
          <p:cNvPr id="47" name="Combination"/>
          <p:cNvGrpSpPr>
            <a:grpSpLocks/>
          </p:cNvGrpSpPr>
          <p:nvPr/>
        </p:nvGrpSpPr>
        <p:grpSpPr>
          <a:xfrm>
            <a:off x="11728422" y="0"/>
            <a:ext cx="158778" cy="6858000"/>
            <a:chOff x="11728422" y="0"/>
            <a:chExt cx="158778" cy="6858000"/>
          </a:xfrm>
        </p:grpSpPr>
        <p:sp>
          <p:nvSpPr>
            <p:cNvPr id="45" name="曲线"/>
            <p:cNvSpPr>
              <a:spLocks/>
            </p:cNvSpPr>
            <p:nvPr/>
          </p:nvSpPr>
          <p:spPr>
            <a:xfrm rot="0">
              <a:off x="11728422" y="118468"/>
              <a:ext cx="158778" cy="6739531"/>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close/>
                </a:path>
              </a:pathLst>
            </a:custGeom>
            <a:solidFill>
              <a:srgbClr val="901042"/>
            </a:solidFill>
            <a:ln cmpd="sng" cap="flat">
              <a:noFill/>
              <a:prstDash val="solid"/>
              <a:round/>
            </a:ln>
          </p:spPr>
        </p:sp>
        <p:sp>
          <p:nvSpPr>
            <p:cNvPr id="46" name="Rectangles"/>
            <p:cNvSpPr>
              <a:spLocks/>
            </p:cNvSpPr>
            <p:nvPr/>
          </p:nvSpPr>
          <p:spPr>
            <a:xfrm rot="0">
              <a:off x="11728422" y="0"/>
              <a:ext cx="158778" cy="6858000"/>
            </a:xfrm>
            <a:prstGeom prst="rect"/>
            <a:noFill/>
            <a:ln w="12700" cmpd="sng" cap="flat">
              <a:noFill/>
              <a:prstDash val="solid"/>
              <a:round/>
            </a:ln>
          </p:spPr>
        </p:sp>
      </p:grpSp>
      <p:sp>
        <p:nvSpPr>
          <p:cNvPr id="48" name="曲线"/>
          <p:cNvSpPr>
            <a:spLocks/>
          </p:cNvSpPr>
          <p:nvPr/>
        </p:nvSpPr>
        <p:spPr>
          <a:xfrm rot="0">
            <a:off x="631246" y="225437"/>
            <a:ext cx="1577797" cy="536562"/>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lnTo>
                  <a:pt x="0" y="0"/>
                </a:lnTo>
                <a:close/>
              </a:path>
            </a:pathLst>
          </a:custGeom>
          <a:blipFill rotWithShape="1">
            <a:blip r:embed="rId2">
              <a:alphaModFix amt="0"/>
            </a:blip>
            <a:stretch/>
          </a:blipFill>
          <a:ln cmpd="sng" cap="flat">
            <a:noFill/>
            <a:prstDash val="solid"/>
            <a:round/>
          </a:ln>
        </p:spPr>
      </p:sp>
    </p:spTree>
    <p:extLst>
      <p:ext uri="{BB962C8B-B14F-4D97-AF65-F5344CB8AC3E}">
        <p14:creationId xmlns:p14="http://schemas.microsoft.com/office/powerpoint/2010/main" val="1482243461"/>
      </p:ext>
    </p:extLst>
  </p:cSld>
  <p:clrMapOvr>
    <a:masterClrMapping/>
  </p:clrMapOvr>
</p:sld>
</file>

<file path=ppt/slides/slide2.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65"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Introduction to Statistics</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sp>
        <p:nvSpPr>
          <p:cNvPr id="66" name="Text box"/>
          <p:cNvSpPr>
            <a:spLocks noGrp="1"/>
          </p:cNvSpPr>
          <p:nvPr>
            <p:ph type="body" idx="1"/>
          </p:nvPr>
        </p:nvSpPr>
        <p:spPr>
          <a:xfrm rot="0">
            <a:off x="609600" y="1600201"/>
            <a:ext cx="10972800" cy="4525963"/>
          </a:xfrm>
          <a:prstGeom prst="rect"/>
          <a:noFill/>
          <a:ln w="12700" cmpd="sng" cap="flat">
            <a:noFill/>
            <a:prstDash val="solid"/>
            <a:round/>
          </a:ln>
        </p:spPr>
        <p:txBody>
          <a:bodyPr vert="horz" wrap="square" lIns="91440" tIns="45720" rIns="91440" bIns="45720" anchor="t" anchorCtr="0">
            <a:prstTxWarp prst="textNoShape"/>
          </a:bodyPr>
          <a:lstStyle/>
          <a:p>
            <a:pPr marL="0" indent="0" algn="l" eaLnBrk="1" hangingPunct="1">
              <a:lnSpc>
                <a:spcPct val="100000"/>
              </a:lnSpc>
              <a:spcBef>
                <a:spcPct val="20000"/>
              </a:spcBef>
              <a:spcAft>
                <a:spcPts val="0"/>
              </a:spcAft>
              <a:buNone/>
            </a:pPr>
            <a:r>
              <a:rPr lang="en-US" altLang="zh-CN" sz="2800" b="0" i="0" u="none" strike="noStrike" kern="1200" cap="none" spc="0" baseline="0">
                <a:solidFill>
                  <a:schemeClr val="tx1"/>
                </a:solidFill>
                <a:latin typeface="Calibri" pitchFamily="0" charset="0"/>
                <a:ea typeface="ＭＳ Ｐゴシック" pitchFamily="0" charset="-128"/>
                <a:cs typeface="Lucida Sans"/>
              </a:rPr>
              <a:t>What is STATISTICS?</a:t>
            </a:r>
            <a:endParaRPr lang="zh-CN" altLang="en-US" sz="2800" b="0" i="0" u="none" strike="noStrike" kern="1200" cap="none" spc="0" baseline="0">
              <a:solidFill>
                <a:schemeClr val="tx1"/>
              </a:solidFill>
              <a:latin typeface="Calibri" pitchFamily="0" charset="0"/>
              <a:ea typeface="ＭＳ Ｐゴシック" pitchFamily="0" charset="-128"/>
              <a:cs typeface="Lucida Sans"/>
            </a:endParaRPr>
          </a:p>
        </p:txBody>
      </p:sp>
      <p:sp>
        <p:nvSpPr>
          <p:cNvPr id="67" name="Text box"/>
          <p:cNvSpPr>
            <a:spLocks noGrp="1"/>
          </p:cNvSpPr>
          <p:nvPr>
            <p:ph type="sldNum"/>
          </p:nvPr>
        </p:nvSpPr>
        <p:spPr>
          <a:xfrm rot="0">
            <a:off x="8737600" y="6356351"/>
            <a:ext cx="2844799"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Calibri" pitchFamily="0" charset="0"/>
              </a:rPr>
              <a:t>2</a:t>
            </a:fld>
            <a:endParaRPr lang="zh-CN" altLang="en-US" sz="1000" b="1" i="0" u="none" strike="noStrike" kern="1200" cap="none" spc="0" baseline="0">
              <a:solidFill>
                <a:schemeClr val="bg1"/>
              </a:solidFill>
              <a:latin typeface="Arial" pitchFamily="0" charset="0"/>
              <a:ea typeface="ＭＳ Ｐゴシック" pitchFamily="0" charset="-128"/>
              <a:cs typeface="Calibri" pitchFamily="0" charset="0"/>
            </a:endParaRPr>
          </a:p>
        </p:txBody>
      </p:sp>
      <p:pic>
        <p:nvPicPr>
          <p:cNvPr id="68" name="Images"/>
          <p:cNvPicPr>
            <a:picLocks noChangeAspect="1"/>
          </p:cNvPicPr>
          <p:nvPr/>
        </p:nvPicPr>
        <p:blipFill>
          <a:blip r:embed="rId1" cstate="print"/>
          <a:stretch>
            <a:fillRect/>
          </a:stretch>
        </p:blipFill>
        <p:spPr>
          <a:xfrm rot="0">
            <a:off x="1828800" y="2667000"/>
            <a:ext cx="8605838" cy="3138264"/>
          </a:xfrm>
          <a:prstGeom prst="rect"/>
          <a:noFill/>
          <a:ln w="12700" cmpd="sng" cap="flat">
            <a:noFill/>
            <a:prstDash val="solid"/>
            <a:round/>
          </a:ln>
        </p:spPr>
      </p:pic>
    </p:spTree>
    <p:extLst>
      <p:ext uri="{BB962C8B-B14F-4D97-AF65-F5344CB8AC3E}">
        <p14:creationId xmlns:p14="http://schemas.microsoft.com/office/powerpoint/2010/main" val="828807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3"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Introduction to Statistics</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sp>
        <p:nvSpPr>
          <p:cNvPr id="74" name="Text box"/>
          <p:cNvSpPr>
            <a:spLocks noGrp="1"/>
          </p:cNvSpPr>
          <p:nvPr>
            <p:ph type="sldNum"/>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Lucida Sans"/>
              </a:rPr>
              <a:t>3</a:t>
            </a:fld>
            <a:endParaRPr lang="zh-CN" altLang="en-US" sz="1000" b="1" i="0" u="none" strike="noStrike" kern="1200" cap="none" spc="0" baseline="0">
              <a:solidFill>
                <a:schemeClr val="bg1"/>
              </a:solidFill>
              <a:latin typeface="Arial" pitchFamily="0" charset="0"/>
              <a:ea typeface="ＭＳ Ｐゴシック" pitchFamily="0" charset="-128"/>
              <a:cs typeface="Lucida Sans"/>
            </a:endParaRPr>
          </a:p>
        </p:txBody>
      </p:sp>
      <p:pic>
        <p:nvPicPr>
          <p:cNvPr id="75" name="Images"/>
          <p:cNvPicPr>
            <a:picLocks noChangeAspect="1"/>
          </p:cNvPicPr>
          <p:nvPr/>
        </p:nvPicPr>
        <p:blipFill>
          <a:blip r:embed="rId1" cstate="print"/>
          <a:srcRect t="14769" b="14804" l="5269" r="66654"/>
          <a:stretch>
            <a:fillRect/>
          </a:stretch>
        </p:blipFill>
        <p:spPr>
          <a:xfrm rot="0">
            <a:off x="1676400" y="1725932"/>
            <a:ext cx="4466278" cy="3150868"/>
          </a:xfrm>
          <a:prstGeom prst="rect"/>
          <a:noFill/>
          <a:ln w="12700" cmpd="sng" cap="flat">
            <a:noFill/>
            <a:prstDash val="solid"/>
            <a:round/>
          </a:ln>
        </p:spPr>
      </p:pic>
      <p:pic>
        <p:nvPicPr>
          <p:cNvPr id="76" name="Images"/>
          <p:cNvPicPr>
            <a:picLocks noChangeAspect="1"/>
          </p:cNvPicPr>
          <p:nvPr/>
        </p:nvPicPr>
        <p:blipFill>
          <a:blip r:embed="rId2" cstate="print"/>
          <a:srcRect t="27213" b="17949" l="5308" r="75346"/>
          <a:stretch>
            <a:fillRect/>
          </a:stretch>
        </p:blipFill>
        <p:spPr>
          <a:xfrm rot="0">
            <a:off x="6019799" y="2805008"/>
            <a:ext cx="4576604" cy="3648546"/>
          </a:xfrm>
          <a:prstGeom prst="rect"/>
          <a:noFill/>
          <a:ln w="12700" cmpd="sng" cap="flat">
            <a:noFill/>
            <a:prstDash val="solid"/>
            <a:round/>
          </a:ln>
        </p:spPr>
      </p:pic>
    </p:spTree>
    <p:extLst>
      <p:ext uri="{BB962C8B-B14F-4D97-AF65-F5344CB8AC3E}">
        <p14:creationId xmlns:p14="http://schemas.microsoft.com/office/powerpoint/2010/main" val="1089392916"/>
      </p:ext>
    </p:extLst>
  </p:cSld>
  <p:clrMapOvr>
    <a:masterClrMapping/>
  </p:clrMapOvr>
</p:sld>
</file>

<file path=ppt/slides/slide4.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pic>
        <p:nvPicPr>
          <p:cNvPr id="77" name="Images"/>
          <p:cNvPicPr>
            <a:picLocks noChangeAspect="1"/>
          </p:cNvPicPr>
          <p:nvPr/>
        </p:nvPicPr>
        <p:blipFill>
          <a:blip r:embed="rId1" cstate="print"/>
          <a:stretch>
            <a:fillRect/>
          </a:stretch>
        </p:blipFill>
        <p:spPr>
          <a:xfrm rot="0">
            <a:off x="601362" y="846137"/>
            <a:ext cx="4352290" cy="5440361"/>
          </a:xfrm>
          <a:prstGeom prst="rect"/>
          <a:noFill/>
          <a:ln w="12700" cmpd="sng" cap="flat">
            <a:noFill/>
            <a:prstDash val="solid"/>
            <a:miter/>
          </a:ln>
        </p:spPr>
      </p:pic>
      <p:sp>
        <p:nvSpPr>
          <p:cNvPr id="78"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Introduction to Statistics</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sp>
        <p:nvSpPr>
          <p:cNvPr id="79" name="Text box"/>
          <p:cNvSpPr>
            <a:spLocks noGrp="1"/>
          </p:cNvSpPr>
          <p:nvPr>
            <p:ph type="sldNum"/>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Lucida Sans"/>
              </a:rPr>
              <a:t>4</a:t>
            </a:fld>
            <a:endParaRPr lang="zh-CN" altLang="en-US" sz="1000" b="1" i="0" u="none" strike="noStrike" kern="1200" cap="none" spc="0" baseline="0">
              <a:solidFill>
                <a:schemeClr val="bg1"/>
              </a:solidFill>
              <a:latin typeface="Arial" pitchFamily="0" charset="0"/>
              <a:ea typeface="ＭＳ Ｐゴシック" pitchFamily="0" charset="-128"/>
              <a:cs typeface="Lucida Sans"/>
            </a:endParaRPr>
          </a:p>
        </p:txBody>
      </p:sp>
      <p:pic>
        <p:nvPicPr>
          <p:cNvPr id="80" name="Images"/>
          <p:cNvPicPr>
            <a:picLocks noChangeAspect="1"/>
          </p:cNvPicPr>
          <p:nvPr/>
        </p:nvPicPr>
        <p:blipFill>
          <a:blip r:embed="rId2" cstate="print"/>
          <a:srcRect t="8662" b="9425"/>
          <a:stretch>
            <a:fillRect/>
          </a:stretch>
        </p:blipFill>
        <p:spPr>
          <a:xfrm rot="0">
            <a:off x="6324599" y="1135475"/>
            <a:ext cx="4953000" cy="5722525"/>
          </a:xfrm>
          <a:prstGeom prst="rect"/>
          <a:noFill/>
          <a:ln w="12700" cmpd="sng" cap="flat">
            <a:noFill/>
            <a:prstDash val="solid"/>
            <a:miter/>
          </a:ln>
        </p:spPr>
      </p:pic>
    </p:spTree>
    <p:extLst>
      <p:ext uri="{BB962C8B-B14F-4D97-AF65-F5344CB8AC3E}">
        <p14:creationId xmlns:p14="http://schemas.microsoft.com/office/powerpoint/2010/main" val="1874593123"/>
      </p:ext>
    </p:extLst>
  </p:cSld>
  <p:clrMapOvr>
    <a:masterClrMapping/>
  </p:clrMapOvr>
</p:sld>
</file>

<file path=ppt/slides/slide5.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81"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Introduction to Statistics</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pic>
        <p:nvPicPr>
          <p:cNvPr id="82" name="Images"/>
          <p:cNvPicPr>
            <a:picLocks noChangeAspect="1"/>
          </p:cNvPicPr>
          <p:nvPr/>
        </p:nvPicPr>
        <p:blipFill>
          <a:blip r:embed="rId1" cstate="print"/>
          <a:stretch>
            <a:fillRect/>
          </a:stretch>
        </p:blipFill>
        <p:spPr>
          <a:xfrm rot="0">
            <a:off x="609600" y="2176114"/>
            <a:ext cx="10972800" cy="3374137"/>
          </a:xfrm>
          <a:prstGeom prst="rect"/>
          <a:noFill/>
          <a:ln w="12700" cmpd="sng" cap="flat">
            <a:noFill/>
            <a:prstDash val="solid"/>
            <a:miter/>
          </a:ln>
        </p:spPr>
      </p:pic>
      <p:sp>
        <p:nvSpPr>
          <p:cNvPr id="83" name="Text box"/>
          <p:cNvSpPr>
            <a:spLocks noGrp="1"/>
          </p:cNvSpPr>
          <p:nvPr>
            <p:ph type="sldNum"/>
          </p:nvPr>
        </p:nvSpPr>
        <p:spPr>
          <a:xfrm rot="0">
            <a:off x="8737600" y="6356351"/>
            <a:ext cx="2844799"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600"/>
              </a:spcAft>
              <a:buNone/>
            </a:pPr>
            <a:fld id="{CAD2D6BD-DE1B-4B5F-8B41-2702339687B9}" type="slidenum">
              <a:rPr lang="en-US" altLang="zh-CN" sz="1200" b="1" i="0" u="none" strike="noStrike" kern="1200" cap="none" spc="0" baseline="0">
                <a:solidFill>
                  <a:srgbClr val="898989"/>
                </a:solidFill>
                <a:latin typeface="Arial" pitchFamily="0" charset="0"/>
                <a:ea typeface="ＭＳ Ｐゴシック" pitchFamily="0" charset="-128"/>
                <a:cs typeface="Calibri" pitchFamily="0" charset="0"/>
              </a:rPr>
              <a:t>5</a:t>
            </a:fld>
            <a:endParaRPr lang="zh-CN" altLang="en-US" sz="1200" b="1" i="0" u="none" strike="noStrike" kern="1200" cap="none" spc="0" baseline="0">
              <a:solidFill>
                <a:srgbClr val="898989"/>
              </a:solidFill>
              <a:latin typeface="Arial" pitchFamily="0" charset="0"/>
              <a:ea typeface="ＭＳ Ｐゴシック" pitchFamily="0" charset="-128"/>
              <a:cs typeface="Calibri" pitchFamily="0" charset="0"/>
            </a:endParaRPr>
          </a:p>
        </p:txBody>
      </p:sp>
      <p:sp>
        <p:nvSpPr>
          <p:cNvPr id="84" name="Rectangles"/>
          <p:cNvSpPr>
            <a:spLocks/>
          </p:cNvSpPr>
          <p:nvPr/>
        </p:nvSpPr>
        <p:spPr>
          <a:xfrm rot="0">
            <a:off x="5257800" y="5550251"/>
            <a:ext cx="7317782" cy="624840"/>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Calibri" pitchFamily="0" charset="0"/>
                <a:ea typeface="ＭＳ Ｐゴシック" pitchFamily="0" charset="-128"/>
                <a:cs typeface="Calibri" pitchFamily="0" charset="0"/>
              </a:rPr>
              <a:t>Visit for more info, https://www.affiliatebooster.com/meta-ai-users/</a:t>
            </a:r>
            <a:endParaRPr lang="zh-CN" altLang="en-US" sz="1800" b="0" i="0" u="none" strike="noStrike" kern="1200" cap="none" spc="0" baseline="0">
              <a:solidFill>
                <a:schemeClr val="tx1"/>
              </a:solidFill>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834821081"/>
      </p:ext>
    </p:extLst>
  </p:cSld>
  <p:clrMapOvr>
    <a:masterClrMapping/>
  </p:clrMapOvr>
</p:sld>
</file>

<file path=ppt/slides/slide6.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85" name="Text box"/>
          <p:cNvSpPr>
            <a:spLocks noGrp="1"/>
          </p:cNvSpPr>
          <p:nvPr>
            <p:ph type="sldNum"/>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Lucida Sans"/>
              </a:rPr>
              <a:t>6</a:t>
            </a:fld>
            <a:endParaRPr lang="zh-CN" altLang="en-US" sz="1000" b="1" i="0" u="none" strike="noStrike" kern="1200" cap="none" spc="0" baseline="0">
              <a:solidFill>
                <a:schemeClr val="bg1"/>
              </a:solidFill>
              <a:latin typeface="Arial" pitchFamily="0" charset="0"/>
              <a:ea typeface="ＭＳ Ｐゴシック" pitchFamily="0" charset="-128"/>
              <a:cs typeface="Lucida Sans"/>
            </a:endParaRPr>
          </a:p>
        </p:txBody>
      </p:sp>
      <p:sp>
        <p:nvSpPr>
          <p:cNvPr id="86"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Introduction to Statistics</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sp>
        <p:nvSpPr>
          <p:cNvPr id="87" name="Text box"/>
          <p:cNvSpPr>
            <a:spLocks noGrp="1"/>
          </p:cNvSpPr>
          <p:nvPr>
            <p:ph type="body" idx="1"/>
          </p:nvPr>
        </p:nvSpPr>
        <p:spPr>
          <a:xfrm rot="0">
            <a:off x="609600" y="1600201"/>
            <a:ext cx="10972800" cy="4525963"/>
          </a:xfrm>
          <a:prstGeom prst="rect"/>
          <a:noFill/>
          <a:ln w="12700" cmpd="sng" cap="flat">
            <a:noFill/>
            <a:prstDash val="solid"/>
            <a:round/>
          </a:ln>
        </p:spPr>
        <p:txBody>
          <a:bodyPr vert="horz" wrap="square" lIns="91440" tIns="45720" rIns="91440" bIns="45720" anchor="t" anchorCtr="0">
            <a:prstTxWarp prst="textNoShape"/>
          </a:bodyPr>
          <a:lstStyle/>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Even though you may not have realized it, you probably have made some statistical statements in your everyday conversation or thinking. </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Statements like "I sleep for about eight hours per night on average" and "You are more likely to pass the exam if you start preparing earlier" are actually statistical in nature.</a:t>
            </a:r>
            <a:endParaRPr lang="zh-CN" altLang="en-US" sz="2800" b="0" i="0" u="none" strike="noStrike" kern="1200" cap="none" spc="0" baseline="0">
              <a:solidFill>
                <a:schemeClr val="tx1"/>
              </a:solidFill>
              <a:latin typeface="Calibri" pitchFamily="0" charset="0"/>
              <a:ea typeface="ＭＳ Ｐゴシック" pitchFamily="0" charset="-128"/>
              <a:cs typeface="Lucida Sans"/>
            </a:endParaRPr>
          </a:p>
        </p:txBody>
      </p:sp>
    </p:spTree>
    <p:extLst>
      <p:ext uri="{BB962C8B-B14F-4D97-AF65-F5344CB8AC3E}">
        <p14:creationId xmlns:p14="http://schemas.microsoft.com/office/powerpoint/2010/main" val="1155512248"/>
      </p:ext>
    </p:extLst>
  </p:cSld>
  <p:clrMapOvr>
    <a:masterClrMapping/>
  </p:clrMapOvr>
</p:sld>
</file>

<file path=ppt/slides/slide7.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88" name="Text box"/>
          <p:cNvSpPr>
            <a:spLocks noGrp="1"/>
          </p:cNvSpPr>
          <p:nvPr>
            <p:ph type="sldNum"/>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Lucida Sans"/>
              </a:rPr>
              <a:t>7</a:t>
            </a:fld>
            <a:endParaRPr lang="zh-CN" altLang="en-US" sz="1000" b="1" i="0" u="none" strike="noStrike" kern="1200" cap="none" spc="0" baseline="0">
              <a:solidFill>
                <a:schemeClr val="bg1"/>
              </a:solidFill>
              <a:latin typeface="Arial" pitchFamily="0" charset="0"/>
              <a:ea typeface="ＭＳ Ｐゴシック" pitchFamily="0" charset="-128"/>
              <a:cs typeface="Lucida Sans"/>
            </a:endParaRPr>
          </a:p>
        </p:txBody>
      </p:sp>
      <p:sp>
        <p:nvSpPr>
          <p:cNvPr id="89"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Introduction to Statistics</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sp>
        <p:nvSpPr>
          <p:cNvPr id="90" name="Text box"/>
          <p:cNvSpPr>
            <a:spLocks noGrp="1"/>
          </p:cNvSpPr>
          <p:nvPr>
            <p:ph type="body" idx="1"/>
          </p:nvPr>
        </p:nvSpPr>
        <p:spPr>
          <a:xfrm rot="0">
            <a:off x="609600" y="1600201"/>
            <a:ext cx="10972800" cy="4525963"/>
          </a:xfrm>
          <a:prstGeom prst="rect"/>
          <a:noFill/>
          <a:ln w="12700" cmpd="sng" cap="flat">
            <a:noFill/>
            <a:prstDash val="solid"/>
            <a:round/>
          </a:ln>
        </p:spPr>
        <p:txBody>
          <a:bodyPr vert="horz" wrap="square" lIns="91440" tIns="45720" rIns="91440" bIns="45720" anchor="t" anchorCtr="0">
            <a:prstTxWarp prst="textNoShape"/>
          </a:bodyPr>
          <a:lstStyle/>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We encounter data and conclusions based on data every day.</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Statistics is the scientific discipline that provides methods to help us make sense of data.</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Statistical methods are used in business, medicine, agriculture, social sciences, natural sciences, and applied sciences, such as engineering.</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The field of statistics teaches us how to make intelligent judgments and informed decisions in the presence of uncertainty and variation.</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endParaRPr lang="zh-CN" altLang="en-US" sz="2800" b="0" i="0" u="none" strike="noStrike" kern="1200" cap="none" spc="0" baseline="0">
              <a:solidFill>
                <a:schemeClr val="tx1"/>
              </a:solidFill>
              <a:latin typeface="Calibri" pitchFamily="0" charset="0"/>
              <a:ea typeface="ＭＳ Ｐゴシック" pitchFamily="0" charset="-128"/>
              <a:cs typeface="Lucida Sans"/>
            </a:endParaRPr>
          </a:p>
        </p:txBody>
      </p:sp>
    </p:spTree>
    <p:extLst>
      <p:ext uri="{BB962C8B-B14F-4D97-AF65-F5344CB8AC3E}">
        <p14:creationId xmlns:p14="http://schemas.microsoft.com/office/powerpoint/2010/main" val="178761284"/>
      </p:ext>
    </p:extLst>
  </p:cSld>
  <p:clrMapOvr>
    <a:masterClrMapping/>
  </p:clrMapOvr>
</p:sld>
</file>

<file path=ppt/slides/slide8.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91" name="Text box"/>
          <p:cNvSpPr>
            <a:spLocks noGrp="1"/>
          </p:cNvSpPr>
          <p:nvPr>
            <p:ph type="sldNum"/>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Lucida Sans"/>
              </a:rPr>
              <a:t>8</a:t>
            </a:fld>
            <a:endParaRPr lang="zh-CN" altLang="en-US" sz="1000" b="1" i="0" u="none" strike="noStrike" kern="1200" cap="none" spc="0" baseline="0">
              <a:solidFill>
                <a:schemeClr val="bg1"/>
              </a:solidFill>
              <a:latin typeface="Arial" pitchFamily="0" charset="0"/>
              <a:ea typeface="ＭＳ Ｐゴシック" pitchFamily="0" charset="-128"/>
              <a:cs typeface="Lucida Sans"/>
            </a:endParaRPr>
          </a:p>
        </p:txBody>
      </p:sp>
      <p:sp>
        <p:nvSpPr>
          <p:cNvPr id="92"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Introduction to Statistics</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sp>
        <p:nvSpPr>
          <p:cNvPr id="93" name="Text box"/>
          <p:cNvSpPr>
            <a:spLocks noGrp="1"/>
          </p:cNvSpPr>
          <p:nvPr>
            <p:ph type="body" idx="1"/>
          </p:nvPr>
        </p:nvSpPr>
        <p:spPr>
          <a:xfrm rot="0">
            <a:off x="609600" y="1600201"/>
            <a:ext cx="10972800" cy="4525963"/>
          </a:xfrm>
          <a:prstGeom prst="rect"/>
          <a:noFill/>
          <a:ln w="12700" cmpd="sng" cap="flat">
            <a:noFill/>
            <a:prstDash val="solid"/>
            <a:round/>
          </a:ln>
        </p:spPr>
        <p:txBody>
          <a:bodyPr vert="horz" wrap="square" lIns="91440" tIns="45720" rIns="91440" bIns="45720" anchor="t" anchorCtr="0">
            <a:prstTxWarp prst="textNoShape"/>
          </a:bodyPr>
          <a:lstStyle/>
          <a:p>
            <a:pPr marL="342900" indent="-342900" algn="just" eaLnBrk="1" hangingPunct="1">
              <a:lnSpc>
                <a:spcPct val="9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Statistics is the scientific application of mathematical principles to the collection, analysis, and presentation of numerical data. </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9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Statistics is a discipline which is concerned with: </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lvl="1" marL="742950" indent="-285750" algn="just" eaLnBrk="1" hangingPunct="1">
              <a:lnSpc>
                <a:spcPct val="90000"/>
              </a:lnSpc>
              <a:spcBef>
                <a:spcPct val="20000"/>
              </a:spcBef>
              <a:spcAft>
                <a:spcPts val="0"/>
              </a:spcAft>
              <a:buFont typeface="Arial" pitchFamily="0" charset="0"/>
              <a:buChar char="–"/>
            </a:pPr>
            <a:r>
              <a:rPr lang="en-US" altLang="zh-CN" sz="2400" b="0" i="0" u="none" strike="noStrike" kern="1200" cap="none" spc="0" baseline="0">
                <a:solidFill>
                  <a:schemeClr val="tx1"/>
                </a:solidFill>
                <a:latin typeface="Calibri" pitchFamily="0" charset="0"/>
                <a:ea typeface="ＭＳ Ｐゴシック" pitchFamily="0" charset="-128"/>
                <a:cs typeface="Lucida Sans"/>
              </a:rPr>
              <a:t>designing experiments and other data collection, </a:t>
            </a:r>
            <a:endParaRPr lang="en-US" altLang="zh-CN" sz="2400" b="0" i="0" u="none" strike="noStrike" kern="1200" cap="none" spc="0" baseline="0">
              <a:solidFill>
                <a:schemeClr val="tx1"/>
              </a:solidFill>
              <a:latin typeface="Calibri" pitchFamily="0" charset="0"/>
              <a:ea typeface="ＭＳ Ｐゴシック" pitchFamily="0" charset="-128"/>
              <a:cs typeface="Lucida Sans"/>
            </a:endParaRPr>
          </a:p>
          <a:p>
            <a:pPr lvl="1" marL="742950" indent="-285750" algn="just" eaLnBrk="1" hangingPunct="1">
              <a:lnSpc>
                <a:spcPct val="90000"/>
              </a:lnSpc>
              <a:spcBef>
                <a:spcPct val="20000"/>
              </a:spcBef>
              <a:spcAft>
                <a:spcPts val="0"/>
              </a:spcAft>
              <a:buFont typeface="Arial" pitchFamily="0" charset="0"/>
              <a:buChar char="–"/>
            </a:pPr>
            <a:r>
              <a:rPr lang="en-US" altLang="zh-CN" sz="2400" b="0" i="0" u="none" strike="noStrike" kern="1200" cap="none" spc="0" baseline="0">
                <a:solidFill>
                  <a:schemeClr val="tx1"/>
                </a:solidFill>
                <a:latin typeface="Calibri" pitchFamily="0" charset="0"/>
                <a:ea typeface="ＭＳ Ｐゴシック" pitchFamily="0" charset="-128"/>
                <a:cs typeface="Lucida Sans"/>
              </a:rPr>
              <a:t>summarizing information to aid understanding, </a:t>
            </a:r>
            <a:endParaRPr lang="en-US" altLang="zh-CN" sz="2400" b="0" i="0" u="none" strike="noStrike" kern="1200" cap="none" spc="0" baseline="0">
              <a:solidFill>
                <a:schemeClr val="tx1"/>
              </a:solidFill>
              <a:latin typeface="Calibri" pitchFamily="0" charset="0"/>
              <a:ea typeface="ＭＳ Ｐゴシック" pitchFamily="0" charset="-128"/>
              <a:cs typeface="Lucida Sans"/>
            </a:endParaRPr>
          </a:p>
          <a:p>
            <a:pPr lvl="1" marL="742950" indent="-285750" algn="just" eaLnBrk="1" hangingPunct="1">
              <a:lnSpc>
                <a:spcPct val="90000"/>
              </a:lnSpc>
              <a:spcBef>
                <a:spcPct val="20000"/>
              </a:spcBef>
              <a:spcAft>
                <a:spcPts val="0"/>
              </a:spcAft>
              <a:buFont typeface="Arial" pitchFamily="0" charset="0"/>
              <a:buChar char="–"/>
            </a:pPr>
            <a:r>
              <a:rPr lang="en-US" altLang="zh-CN" sz="2400" b="0" i="0" u="none" strike="noStrike" kern="1200" cap="none" spc="0" baseline="0">
                <a:solidFill>
                  <a:schemeClr val="tx1"/>
                </a:solidFill>
                <a:latin typeface="Calibri" pitchFamily="0" charset="0"/>
                <a:ea typeface="ＭＳ Ｐゴシック" pitchFamily="0" charset="-128"/>
                <a:cs typeface="Lucida Sans"/>
              </a:rPr>
              <a:t>drawing conclusions from data, and </a:t>
            </a:r>
            <a:endParaRPr lang="en-US" altLang="zh-CN" sz="2400" b="0" i="0" u="none" strike="noStrike" kern="1200" cap="none" spc="0" baseline="0">
              <a:solidFill>
                <a:schemeClr val="tx1"/>
              </a:solidFill>
              <a:latin typeface="Calibri" pitchFamily="0" charset="0"/>
              <a:ea typeface="ＭＳ Ｐゴシック" pitchFamily="0" charset="-128"/>
              <a:cs typeface="Lucida Sans"/>
            </a:endParaRPr>
          </a:p>
          <a:p>
            <a:pPr lvl="1" marL="742950" indent="-285750" algn="just" eaLnBrk="1" hangingPunct="1">
              <a:lnSpc>
                <a:spcPct val="90000"/>
              </a:lnSpc>
              <a:spcBef>
                <a:spcPct val="20000"/>
              </a:spcBef>
              <a:spcAft>
                <a:spcPts val="0"/>
              </a:spcAft>
              <a:buFont typeface="Arial" pitchFamily="0" charset="0"/>
              <a:buChar char="–"/>
            </a:pPr>
            <a:r>
              <a:rPr lang="en-US" altLang="zh-CN" sz="2400" b="0" i="0" u="none" strike="noStrike" kern="1200" cap="none" spc="0" baseline="0">
                <a:solidFill>
                  <a:schemeClr val="tx1"/>
                </a:solidFill>
                <a:latin typeface="Calibri" pitchFamily="0" charset="0"/>
                <a:ea typeface="ＭＳ Ｐゴシック" pitchFamily="0" charset="-128"/>
                <a:cs typeface="Lucida Sans"/>
              </a:rPr>
              <a:t>estimating the present or predicting the future.</a:t>
            </a:r>
            <a:endParaRPr lang="en-US" altLang="zh-CN" sz="24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9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There are 2 main branches of statistics: </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lvl="1" marL="742950" indent="-285750" algn="just" eaLnBrk="1" hangingPunct="1">
              <a:lnSpc>
                <a:spcPct val="90000"/>
              </a:lnSpc>
              <a:spcBef>
                <a:spcPct val="20000"/>
              </a:spcBef>
              <a:spcAft>
                <a:spcPts val="0"/>
              </a:spcAft>
              <a:buFont typeface="Arial" pitchFamily="0" charset="0"/>
              <a:buChar char="–"/>
            </a:pPr>
            <a:r>
              <a:rPr lang="en-US" altLang="zh-CN" sz="2400" b="0" i="0" u="none" strike="noStrike" kern="1200" cap="none" spc="0" baseline="0">
                <a:solidFill>
                  <a:schemeClr val="tx1"/>
                </a:solidFill>
                <a:latin typeface="Calibri" pitchFamily="0" charset="0"/>
                <a:ea typeface="ＭＳ Ｐゴシック" pitchFamily="0" charset="-128"/>
                <a:cs typeface="Lucida Sans"/>
              </a:rPr>
              <a:t>Descriptive</a:t>
            </a:r>
            <a:endParaRPr lang="en-US" altLang="zh-CN" sz="2400" b="0" i="0" u="none" strike="noStrike" kern="1200" cap="none" spc="0" baseline="0">
              <a:solidFill>
                <a:schemeClr val="tx1"/>
              </a:solidFill>
              <a:latin typeface="Calibri" pitchFamily="0" charset="0"/>
              <a:ea typeface="ＭＳ Ｐゴシック" pitchFamily="0" charset="-128"/>
              <a:cs typeface="Lucida Sans"/>
            </a:endParaRPr>
          </a:p>
          <a:p>
            <a:pPr lvl="1" marL="742950" indent="-285750" algn="just" eaLnBrk="1" hangingPunct="1">
              <a:lnSpc>
                <a:spcPct val="90000"/>
              </a:lnSpc>
              <a:spcBef>
                <a:spcPct val="20000"/>
              </a:spcBef>
              <a:spcAft>
                <a:spcPts val="0"/>
              </a:spcAft>
              <a:buFont typeface="Arial" pitchFamily="0" charset="0"/>
              <a:buChar char="–"/>
            </a:pPr>
            <a:r>
              <a:rPr lang="en-US" altLang="zh-CN" sz="2400" b="0" i="0" u="none" strike="noStrike" kern="1200" cap="none" spc="0" baseline="0">
                <a:solidFill>
                  <a:schemeClr val="tx1"/>
                </a:solidFill>
                <a:latin typeface="Calibri" pitchFamily="0" charset="0"/>
                <a:ea typeface="ＭＳ Ｐゴシック" pitchFamily="0" charset="-128"/>
                <a:cs typeface="Lucida Sans"/>
              </a:rPr>
              <a:t>Inferential </a:t>
            </a:r>
            <a:endParaRPr lang="zh-CN" altLang="en-US" sz="2400" b="0" i="0" u="none" strike="noStrike" kern="1200" cap="none" spc="0" baseline="0">
              <a:solidFill>
                <a:schemeClr val="tx1"/>
              </a:solidFill>
              <a:latin typeface="Calibri" pitchFamily="0" charset="0"/>
              <a:ea typeface="ＭＳ Ｐゴシック" pitchFamily="0" charset="-128"/>
              <a:cs typeface="Lucida Sans"/>
            </a:endParaRPr>
          </a:p>
        </p:txBody>
      </p:sp>
    </p:spTree>
    <p:extLst>
      <p:ext uri="{BB962C8B-B14F-4D97-AF65-F5344CB8AC3E}">
        <p14:creationId xmlns:p14="http://schemas.microsoft.com/office/powerpoint/2010/main" val="1358986347"/>
      </p:ext>
    </p:extLst>
  </p:cSld>
  <p:clrMapOvr>
    <a:masterClrMapping/>
  </p:clrMapOvr>
</p:sld>
</file>

<file path=ppt/slides/slide9.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94"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Introduction to Statistics</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sp>
        <p:nvSpPr>
          <p:cNvPr id="95" name="Text box"/>
          <p:cNvSpPr>
            <a:spLocks noGrp="1"/>
          </p:cNvSpPr>
          <p:nvPr>
            <p:ph type="sldNum"/>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Lucida Sans"/>
              </a:rPr>
              <a:t>9</a:t>
            </a:fld>
            <a:endParaRPr lang="zh-CN" altLang="en-US" sz="1000" b="1" i="0" u="none" strike="noStrike" kern="1200" cap="none" spc="0" baseline="0">
              <a:solidFill>
                <a:schemeClr val="bg1"/>
              </a:solidFill>
              <a:latin typeface="Arial" pitchFamily="0" charset="0"/>
              <a:ea typeface="ＭＳ Ｐゴシック" pitchFamily="0" charset="-128"/>
              <a:cs typeface="Lucida Sans"/>
            </a:endParaRPr>
          </a:p>
        </p:txBody>
      </p:sp>
      <p:pic>
        <p:nvPicPr>
          <p:cNvPr id="96" name="Images" descr="Related image"/>
          <p:cNvPicPr>
            <a:picLocks noChangeAspect="1"/>
          </p:cNvPicPr>
          <p:nvPr/>
        </p:nvPicPr>
        <p:blipFill>
          <a:blip r:embed="rId1" cstate="print"/>
          <a:stretch>
            <a:fillRect/>
          </a:stretch>
        </p:blipFill>
        <p:spPr>
          <a:xfrm rot="0">
            <a:off x="1847529" y="1340768"/>
            <a:ext cx="8616303" cy="4859597"/>
          </a:xfrm>
          <a:prstGeom prst="rect"/>
          <a:noFill/>
          <a:ln w="12700" cmpd="sng" cap="flat">
            <a:noFill/>
            <a:prstDash val="solid"/>
            <a:miter/>
          </a:ln>
        </p:spPr>
      </p:pic>
    </p:spTree>
    <p:extLst>
      <p:ext uri="{BB962C8B-B14F-4D97-AF65-F5344CB8AC3E}">
        <p14:creationId xmlns:p14="http://schemas.microsoft.com/office/powerpoint/2010/main" val="393353393"/>
      </p:ext>
    </p:extLst>
  </p:cSld>
  <p:clrMapOvr>
    <a:masterClrMapping/>
  </p:clrMapOvr>
</p:sld>
</file>

<file path=ppt/slides/slide10.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97"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Introduction to Statistics</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sp>
        <p:nvSpPr>
          <p:cNvPr id="98" name="Text box"/>
          <p:cNvSpPr>
            <a:spLocks noGrp="1"/>
          </p:cNvSpPr>
          <p:nvPr>
            <p:ph type="body" idx="1"/>
          </p:nvPr>
        </p:nvSpPr>
        <p:spPr>
          <a:xfrm rot="0">
            <a:off x="609600" y="1600201"/>
            <a:ext cx="10972800" cy="4525963"/>
          </a:xfrm>
          <a:prstGeom prst="rect"/>
          <a:noFill/>
          <a:ln w="12700" cmpd="sng" cap="flat">
            <a:noFill/>
            <a:prstDash val="solid"/>
            <a:round/>
          </a:ln>
        </p:spPr>
        <p:txBody>
          <a:bodyPr vert="horz" wrap="square" lIns="91440" tIns="45720" rIns="91440" bIns="45720" anchor="t" anchorCtr="0">
            <a:prstTxWarp prst="textNoShape"/>
          </a:bodyPr>
          <a:lstStyle/>
          <a:p>
            <a:pPr marL="342900" indent="-342900" algn="just" eaLnBrk="1" hangingPunct="1">
              <a:lnSpc>
                <a:spcPct val="100000"/>
              </a:lnSpc>
              <a:spcBef>
                <a:spcPct val="20000"/>
              </a:spcBef>
              <a:spcAft>
                <a:spcPts val="0"/>
              </a:spcAft>
              <a:buFont typeface="Arial" pitchFamily="0" charset="0"/>
              <a:buChar char="•"/>
            </a:pPr>
            <a:r>
              <a:rPr lang="en-US" altLang="zh-CN" sz="2800" b="1" i="0" u="none" strike="noStrike" kern="1200" cap="none" spc="0" baseline="0">
                <a:solidFill>
                  <a:schemeClr val="tx1"/>
                </a:solidFill>
                <a:latin typeface="Calibri" pitchFamily="0" charset="0"/>
                <a:ea typeface="ＭＳ Ｐゴシック" pitchFamily="0" charset="-128"/>
                <a:cs typeface="Lucida Sans"/>
              </a:rPr>
              <a:t>Descriptive statistics</a:t>
            </a:r>
            <a:r>
              <a:rPr lang="en-US" altLang="zh-CN" sz="2800" b="0" i="0" u="none" strike="noStrike" kern="1200" cap="none" spc="0" baseline="0">
                <a:solidFill>
                  <a:schemeClr val="tx1"/>
                </a:solidFill>
                <a:latin typeface="Calibri" pitchFamily="0" charset="0"/>
                <a:ea typeface="ＭＳ Ｐゴシック" pitchFamily="0" charset="-128"/>
                <a:cs typeface="Lucida Sans"/>
              </a:rPr>
              <a:t> are used to describe the basic features of the data gathered from an experimental study in various ways.</a:t>
            </a:r>
            <a:r>
              <a:rPr lang="en-US" altLang="zh-CN" sz="1800" b="0" i="0" u="none" strike="noStrike" kern="1200" cap="none" spc="0" baseline="0">
                <a:solidFill>
                  <a:schemeClr val="tx1"/>
                </a:solidFill>
                <a:latin typeface="Calibri" pitchFamily="0" charset="0"/>
                <a:ea typeface="ＭＳ Ｐゴシック" pitchFamily="0" charset="-128"/>
                <a:cs typeface="Lucida Sans"/>
              </a:rPr>
              <a:t> </a:t>
            </a:r>
            <a:endParaRPr lang="en-US" altLang="zh-CN" sz="1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The techniques are commonly classified as: </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lvl="1" marL="742950" indent="-285750" algn="just" eaLnBrk="1" hangingPunct="1">
              <a:lnSpc>
                <a:spcPct val="100000"/>
              </a:lnSpc>
              <a:spcBef>
                <a:spcPct val="20000"/>
              </a:spcBef>
              <a:spcAft>
                <a:spcPts val="0"/>
              </a:spcAft>
              <a:buFont typeface="Arial" pitchFamily="0" charset="0"/>
              <a:buChar char="–"/>
            </a:pPr>
            <a:r>
              <a:rPr lang="en-US" altLang="zh-CN" sz="2400" b="0" i="0" u="none" strike="noStrike" kern="1200" cap="none" spc="0" baseline="0">
                <a:solidFill>
                  <a:schemeClr val="tx1"/>
                </a:solidFill>
                <a:latin typeface="Calibri" pitchFamily="0" charset="0"/>
                <a:ea typeface="ＭＳ Ｐゴシック" pitchFamily="0" charset="-128"/>
                <a:cs typeface="Lucida Sans"/>
              </a:rPr>
              <a:t>Graphical description in which we use graphs to summarize data. </a:t>
            </a:r>
            <a:endParaRPr lang="en-US" altLang="zh-CN" sz="2400" b="0" i="0" u="none" strike="noStrike" kern="1200" cap="none" spc="0" baseline="0">
              <a:solidFill>
                <a:schemeClr val="tx1"/>
              </a:solidFill>
              <a:latin typeface="Calibri" pitchFamily="0" charset="0"/>
              <a:ea typeface="ＭＳ Ｐゴシック" pitchFamily="0" charset="-128"/>
              <a:cs typeface="Lucida Sans"/>
            </a:endParaRPr>
          </a:p>
          <a:p>
            <a:pPr lvl="1" marL="742950" indent="-285750" algn="just" eaLnBrk="1" hangingPunct="1">
              <a:lnSpc>
                <a:spcPct val="100000"/>
              </a:lnSpc>
              <a:spcBef>
                <a:spcPct val="20000"/>
              </a:spcBef>
              <a:spcAft>
                <a:spcPts val="0"/>
              </a:spcAft>
              <a:buFont typeface="Arial" pitchFamily="0" charset="0"/>
              <a:buChar char="–"/>
            </a:pPr>
            <a:r>
              <a:rPr lang="en-US" altLang="zh-CN" sz="2400" b="0" i="0" u="none" strike="noStrike" kern="1200" cap="none" spc="0" baseline="0">
                <a:solidFill>
                  <a:schemeClr val="tx1"/>
                </a:solidFill>
                <a:latin typeface="Calibri" pitchFamily="0" charset="0"/>
                <a:ea typeface="ＭＳ Ｐゴシック" pitchFamily="0" charset="-128"/>
                <a:cs typeface="Lucida Sans"/>
              </a:rPr>
              <a:t>Tabular description in which we use tables to summarize data. </a:t>
            </a:r>
            <a:endParaRPr lang="en-US" altLang="zh-CN" sz="2400" b="0" i="0" u="none" strike="noStrike" kern="1200" cap="none" spc="0" baseline="0">
              <a:solidFill>
                <a:schemeClr val="tx1"/>
              </a:solidFill>
              <a:latin typeface="Calibri" pitchFamily="0" charset="0"/>
              <a:ea typeface="ＭＳ Ｐゴシック" pitchFamily="0" charset="-128"/>
              <a:cs typeface="Lucida Sans"/>
            </a:endParaRPr>
          </a:p>
          <a:p>
            <a:pPr lvl="1" marL="742950" indent="-285750" algn="just" eaLnBrk="1" hangingPunct="1">
              <a:lnSpc>
                <a:spcPct val="100000"/>
              </a:lnSpc>
              <a:spcBef>
                <a:spcPct val="20000"/>
              </a:spcBef>
              <a:spcAft>
                <a:spcPts val="0"/>
              </a:spcAft>
              <a:buFont typeface="Arial" pitchFamily="0" charset="0"/>
              <a:buChar char="–"/>
            </a:pPr>
            <a:r>
              <a:rPr lang="en-US" altLang="zh-CN" sz="2400" b="0" i="0" u="none" strike="noStrike" kern="1200" cap="none" spc="0" baseline="0">
                <a:solidFill>
                  <a:schemeClr val="tx1"/>
                </a:solidFill>
                <a:latin typeface="Calibri" pitchFamily="0" charset="0"/>
                <a:ea typeface="ＭＳ Ｐゴシック" pitchFamily="0" charset="-128"/>
                <a:cs typeface="Lucida Sans"/>
              </a:rPr>
              <a:t>Parametric description in which we estimate the values of certain parameters which we assume to complete the description of the set of data.</a:t>
            </a:r>
            <a:endParaRPr lang="en-US" altLang="zh-CN" sz="24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None/>
            </a:pPr>
            <a:endParaRPr lang="zh-CN" altLang="en-US" sz="1800" b="0" i="0" u="none" strike="noStrike" kern="1200" cap="none" spc="0" baseline="0">
              <a:solidFill>
                <a:schemeClr val="tx1"/>
              </a:solidFill>
              <a:latin typeface="Calibri" pitchFamily="0" charset="0"/>
              <a:ea typeface="ＭＳ Ｐゴシック" pitchFamily="0" charset="-128"/>
              <a:cs typeface="Lucida Sans"/>
            </a:endParaRPr>
          </a:p>
        </p:txBody>
      </p:sp>
      <p:sp>
        <p:nvSpPr>
          <p:cNvPr id="99" name="Text box"/>
          <p:cNvSpPr>
            <a:spLocks noGrp="1"/>
          </p:cNvSpPr>
          <p:nvPr>
            <p:ph type="sldNum"/>
          </p:nvPr>
        </p:nvSpPr>
        <p:spPr>
          <a:xfrm rot="0">
            <a:off x="8737600" y="6356351"/>
            <a:ext cx="2844799"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Calibri" pitchFamily="0" charset="0"/>
              </a:rPr>
              <a:t>10</a:t>
            </a:fld>
            <a:endParaRPr lang="zh-CN" altLang="en-US" sz="1000" b="1" i="0" u="none" strike="noStrike" kern="1200" cap="none" spc="0" baseline="0">
              <a:solidFill>
                <a:schemeClr val="bg1"/>
              </a:solidFill>
              <a:latin typeface="Arial"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536998451"/>
      </p:ext>
    </p:extLst>
  </p:cSld>
  <p:clrMapOvr>
    <a:masterClrMapping/>
  </p:clrMapOvr>
</p:sld>
</file>

<file path=ppt/slides/slide11.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00" name="Text box"/>
          <p:cNvSpPr>
            <a:spLocks noGrp="1"/>
          </p:cNvSpPr>
          <p:nvPr>
            <p:ph type="sldNum"/>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Lucida Sans"/>
              </a:rPr>
              <a:t>11</a:t>
            </a:fld>
            <a:endParaRPr lang="zh-CN" altLang="en-US" sz="1000" b="1" i="0" u="none" strike="noStrike" kern="1200" cap="none" spc="0" baseline="0">
              <a:solidFill>
                <a:schemeClr val="bg1"/>
              </a:solidFill>
              <a:latin typeface="Arial" pitchFamily="0" charset="0"/>
              <a:ea typeface="ＭＳ Ｐゴシック" pitchFamily="0" charset="-128"/>
              <a:cs typeface="Lucida Sans"/>
            </a:endParaRPr>
          </a:p>
        </p:txBody>
      </p:sp>
      <p:sp>
        <p:nvSpPr>
          <p:cNvPr id="101"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Descriptive Statistics</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sp>
        <p:nvSpPr>
          <p:cNvPr id="102" name="Rectangles"/>
          <p:cNvSpPr>
            <a:spLocks/>
          </p:cNvSpPr>
          <p:nvPr/>
        </p:nvSpPr>
        <p:spPr>
          <a:xfrm rot="0">
            <a:off x="2514601" y="1905001"/>
            <a:ext cx="3655949" cy="3091815"/>
          </a:xfrm>
          <a:prstGeom prst="rect"/>
          <a:noFill/>
          <a:ln w="12700" cmpd="sng" cap="flat">
            <a:noFill/>
            <a:prstDash val="solid"/>
            <a:round/>
          </a:ln>
        </p:spPr>
        <p:txBody>
          <a:bodyPr vert="horz" wrap="non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2800" b="0" i="0" u="none" strike="noStrike" kern="1200" cap="none" spc="0" baseline="0">
                <a:solidFill>
                  <a:schemeClr val="tx1"/>
                </a:solidFill>
                <a:latin typeface="Calibri" pitchFamily="0" charset="0"/>
                <a:ea typeface="ＭＳ Ｐゴシック" pitchFamily="0" charset="-128"/>
                <a:cs typeface="Calibri" pitchFamily="0" charset="0"/>
              </a:rPr>
              <a:t>Graphical description</a:t>
            </a:r>
            <a:endParaRPr lang="en-US" altLang="zh-CN" sz="2800" b="0" i="0" u="none" strike="noStrike" kern="1200" cap="none" spc="0" baseline="0">
              <a:solidFill>
                <a:schemeClr val="tx1"/>
              </a:solidFill>
              <a:latin typeface="Calibri" pitchFamily="0" charset="0"/>
              <a:ea typeface="ＭＳ Ｐゴシック" pitchFamily="0" charset="-128"/>
              <a:cs typeface="Calibri" pitchFamily="0" charset="0"/>
            </a:endParaRPr>
          </a:p>
          <a:p>
            <a:pPr marL="0" indent="0" algn="l">
              <a:lnSpc>
                <a:spcPct val="100000"/>
              </a:lnSpc>
              <a:spcBef>
                <a:spcPts val="0"/>
              </a:spcBef>
              <a:spcAft>
                <a:spcPts val="0"/>
              </a:spcAft>
              <a:buNone/>
            </a:pPr>
            <a:endParaRPr lang="en-US" altLang="zh-CN" sz="2800" b="0" i="0" u="none" strike="noStrike" kern="1200" cap="none" spc="0" baseline="0">
              <a:solidFill>
                <a:schemeClr val="tx1"/>
              </a:solidFill>
              <a:latin typeface="Calibri" pitchFamily="0" charset="0"/>
              <a:ea typeface="ＭＳ Ｐゴシック" pitchFamily="0" charset="-128"/>
              <a:cs typeface="Calibri" pitchFamily="0" charset="0"/>
            </a:endParaRPr>
          </a:p>
          <a:p>
            <a:pPr marL="0" indent="0" algn="l">
              <a:lnSpc>
                <a:spcPct val="100000"/>
              </a:lnSpc>
              <a:spcBef>
                <a:spcPts val="0"/>
              </a:spcBef>
              <a:spcAft>
                <a:spcPts val="0"/>
              </a:spcAft>
              <a:buNone/>
            </a:pPr>
            <a:endParaRPr lang="en-US" altLang="zh-CN" sz="2800" b="0" i="0" u="none" strike="noStrike" kern="1200" cap="none" spc="0" baseline="0">
              <a:solidFill>
                <a:schemeClr val="tx1"/>
              </a:solidFill>
              <a:latin typeface="Calibri" pitchFamily="0" charset="0"/>
              <a:ea typeface="ＭＳ Ｐゴシック" pitchFamily="0" charset="-128"/>
              <a:cs typeface="Calibri" pitchFamily="0" charset="0"/>
            </a:endParaRPr>
          </a:p>
          <a:p>
            <a:pPr marL="0" indent="0" algn="l">
              <a:lnSpc>
                <a:spcPct val="100000"/>
              </a:lnSpc>
              <a:spcBef>
                <a:spcPts val="0"/>
              </a:spcBef>
              <a:spcAft>
                <a:spcPts val="0"/>
              </a:spcAft>
              <a:buNone/>
            </a:pPr>
            <a:r>
              <a:rPr lang="en-US" altLang="zh-CN" sz="2800" b="0" i="0" u="none" strike="noStrike" kern="1200" cap="none" spc="0" baseline="0">
                <a:solidFill>
                  <a:schemeClr val="tx1"/>
                </a:solidFill>
                <a:latin typeface="Calibri" pitchFamily="0" charset="0"/>
                <a:ea typeface="ＭＳ Ｐゴシック" pitchFamily="0" charset="-128"/>
                <a:cs typeface="Calibri" pitchFamily="0" charset="0"/>
              </a:rPr>
              <a:t>Example:</a:t>
            </a:r>
            <a:endParaRPr lang="en-US" altLang="zh-CN" sz="2800" b="0" i="0" u="none" strike="noStrike" kern="1200" cap="none" spc="0" baseline="0">
              <a:solidFill>
                <a:schemeClr val="tx1"/>
              </a:solidFill>
              <a:latin typeface="Calibri" pitchFamily="0" charset="0"/>
              <a:ea typeface="ＭＳ Ｐゴシック" pitchFamily="0" charset="-128"/>
              <a:cs typeface="Calibri" pitchFamily="0" charset="0"/>
            </a:endParaRPr>
          </a:p>
          <a:p>
            <a:pPr marL="0" indent="0" algn="l">
              <a:lnSpc>
                <a:spcPct val="100000"/>
              </a:lnSpc>
              <a:spcBef>
                <a:spcPts val="0"/>
              </a:spcBef>
              <a:spcAft>
                <a:spcPts val="0"/>
              </a:spcAft>
              <a:buNone/>
            </a:pPr>
            <a:r>
              <a:rPr lang="en-US" altLang="zh-CN" sz="2800" b="0" i="0" u="none" strike="noStrike" kern="1200" cap="none" spc="0" baseline="0">
                <a:solidFill>
                  <a:schemeClr val="tx1"/>
                </a:solidFill>
                <a:latin typeface="Calibri" pitchFamily="0" charset="0"/>
                <a:ea typeface="ＭＳ Ｐゴシック" pitchFamily="0" charset="-128"/>
                <a:cs typeface="Calibri" pitchFamily="0" charset="0"/>
              </a:rPr>
              <a:t>Graph</a:t>
            </a:r>
            <a:endParaRPr lang="en-US" altLang="zh-CN" sz="2800" b="0" i="0" u="none" strike="noStrike" kern="1200" cap="none" spc="0" baseline="0">
              <a:solidFill>
                <a:schemeClr val="tx1"/>
              </a:solidFill>
              <a:latin typeface="Calibri" pitchFamily="0" charset="0"/>
              <a:ea typeface="ＭＳ Ｐゴシック" pitchFamily="0" charset="-128"/>
              <a:cs typeface="Calibri" pitchFamily="0" charset="0"/>
            </a:endParaRPr>
          </a:p>
          <a:p>
            <a:pPr marL="0" indent="0" algn="l">
              <a:lnSpc>
                <a:spcPct val="100000"/>
              </a:lnSpc>
              <a:spcBef>
                <a:spcPts val="0"/>
              </a:spcBef>
              <a:spcAft>
                <a:spcPts val="0"/>
              </a:spcAft>
              <a:buNone/>
            </a:pPr>
            <a:r>
              <a:rPr lang="en-US" altLang="zh-CN" sz="2800" b="0" i="0" u="none" strike="noStrike" kern="1200" cap="none" spc="0" baseline="0">
                <a:solidFill>
                  <a:schemeClr val="tx1"/>
                </a:solidFill>
                <a:latin typeface="Calibri" pitchFamily="0" charset="0"/>
                <a:ea typeface="ＭＳ Ｐゴシック" pitchFamily="0" charset="-128"/>
                <a:cs typeface="Calibri" pitchFamily="0" charset="0"/>
              </a:rPr>
              <a:t>Bar chart</a:t>
            </a:r>
            <a:endParaRPr lang="en-US" altLang="zh-CN" sz="2800" b="0" i="0" u="none" strike="noStrike" kern="1200" cap="none" spc="0" baseline="0">
              <a:solidFill>
                <a:schemeClr val="tx1"/>
              </a:solidFill>
              <a:latin typeface="Calibri" pitchFamily="0" charset="0"/>
              <a:ea typeface="ＭＳ Ｐゴシック" pitchFamily="0" charset="-128"/>
              <a:cs typeface="Calibri" pitchFamily="0" charset="0"/>
            </a:endParaRPr>
          </a:p>
          <a:p>
            <a:pPr marL="0" indent="0" algn="l">
              <a:lnSpc>
                <a:spcPct val="100000"/>
              </a:lnSpc>
              <a:spcBef>
                <a:spcPts val="0"/>
              </a:spcBef>
              <a:spcAft>
                <a:spcPts val="0"/>
              </a:spcAft>
              <a:buNone/>
            </a:pPr>
            <a:r>
              <a:rPr lang="en-US" altLang="zh-CN" sz="2800" b="0" i="0" u="none" strike="noStrike" kern="1200" cap="none" spc="0" baseline="0">
                <a:solidFill>
                  <a:schemeClr val="tx1"/>
                </a:solidFill>
                <a:latin typeface="Calibri" pitchFamily="0" charset="0"/>
                <a:ea typeface="ＭＳ Ｐゴシック" pitchFamily="0" charset="-128"/>
                <a:cs typeface="Calibri" pitchFamily="0" charset="0"/>
              </a:rPr>
              <a:t>Pie chart</a:t>
            </a:r>
            <a:endParaRPr lang="zh-CN" altLang="en-US" sz="2800" b="0" i="0" u="none" strike="noStrike" kern="1200" cap="none" spc="0" baseline="0">
              <a:solidFill>
                <a:schemeClr val="tx1"/>
              </a:solidFill>
              <a:latin typeface="Calibri" pitchFamily="0" charset="0"/>
              <a:ea typeface="ＭＳ Ｐゴシック" pitchFamily="0" charset="-128"/>
              <a:cs typeface="Calibri" pitchFamily="0" charset="0"/>
            </a:endParaRPr>
          </a:p>
        </p:txBody>
      </p:sp>
      <p:pic>
        <p:nvPicPr>
          <p:cNvPr id="103" name="Images" descr="Leukemia-Statistics-lg"/>
          <p:cNvPicPr>
            <a:picLocks noChangeAspect="1"/>
          </p:cNvPicPr>
          <p:nvPr/>
        </p:nvPicPr>
        <p:blipFill>
          <a:blip r:embed="rId1" cstate="print"/>
          <a:stretch>
            <a:fillRect/>
          </a:stretch>
        </p:blipFill>
        <p:spPr>
          <a:xfrm rot="0">
            <a:off x="5943599" y="1905000"/>
            <a:ext cx="4197323" cy="3746500"/>
          </a:xfrm>
          <a:prstGeom prst="rect"/>
          <a:noFill/>
          <a:ln w="12700" cmpd="sng" cap="flat">
            <a:noFill/>
            <a:prstDash val="solid"/>
            <a:round/>
          </a:ln>
        </p:spPr>
      </p:pic>
    </p:spTree>
    <p:extLst>
      <p:ext uri="{BB962C8B-B14F-4D97-AF65-F5344CB8AC3E}">
        <p14:creationId xmlns:p14="http://schemas.microsoft.com/office/powerpoint/2010/main" val="188559591"/>
      </p:ext>
    </p:extLst>
  </p:cSld>
  <p:clrMapOvr>
    <a:masterClrMapping/>
  </p:clrMapOvr>
</p:sld>
</file>

<file path=ppt/slides/slide12.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15" name="Text box"/>
          <p:cNvSpPr>
            <a:spLocks noGrp="1"/>
          </p:cNvSpPr>
          <p:nvPr>
            <p:ph type="sldNum"/>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Lucida Sans"/>
              </a:rPr>
              <a:t>12</a:t>
            </a:fld>
            <a:endParaRPr lang="zh-CN" altLang="en-US" sz="1000" b="1" i="0" u="none" strike="noStrike" kern="1200" cap="none" spc="0" baseline="0">
              <a:solidFill>
                <a:schemeClr val="bg1"/>
              </a:solidFill>
              <a:latin typeface="Arial" pitchFamily="0" charset="0"/>
              <a:ea typeface="ＭＳ Ｐゴシック" pitchFamily="0" charset="-128"/>
              <a:cs typeface="Lucida Sans"/>
            </a:endParaRPr>
          </a:p>
        </p:txBody>
      </p:sp>
      <p:sp>
        <p:nvSpPr>
          <p:cNvPr id="116"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Descriptive Statistics</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graphicFrame>
        <p:nvGraphicFramePr>
          <p:cNvPr id="117" name="Sheet"/>
          <p:cNvGraphicFramePr>
            <a:graphicFrameLocks noGrp="1"/>
          </p:cNvGraphicFramePr>
          <p:nvPr>
            <p:ph type="body" idx="1"/>
            <p:extLst>
              <p:ext uri="{D42A27DB-BD31-4B8C-83A1-F6EECF244321}"/>
            </p:extLst>
          </p:nvPr>
        </p:nvGraphicFramePr>
        <p:xfrm>
          <a:off x="5562600" y="1905001"/>
          <a:ext cx="4495800" cy="4114802"/>
        </p:xfrm>
        <a:graphic>
          <a:graphicData uri="http://schemas.openxmlformats.org/drawingml/2006/table">
            <a:tbl>
              <a:tblPr bandRow="1">
                <a:noFill/>
              </a:tblPr>
              <a:tblGrid>
                <a:gridCol w="2285987"/>
                <a:gridCol w="2209787"/>
              </a:tblGrid>
              <a:tr h="588959">
                <a:tc>
                  <a:txBody>
                    <a:bodyPr/>
                    <a:lstStyle/>
                    <a:p>
                      <a:pPr marL="0" indent="0" algn="ctr" eaLnBrk="1" fontAlgn="base" latinLnBrk="0" hangingPunct="1">
                        <a:lnSpc>
                          <a:spcPct val="100000"/>
                        </a:lnSpc>
                        <a:spcBef>
                          <a:spcPct val="20000"/>
                        </a:spcBef>
                        <a:spcAft>
                          <a:spcPts val="0"/>
                        </a:spcAft>
                        <a:buNone/>
                      </a:pPr>
                      <a:r>
                        <a:rPr lang="en-US" altLang="zh-CN" sz="2000" b="1" i="0" u="none" strike="noStrike" kern="1200" cap="none" spc="0" baseline="0">
                          <a:solidFill>
                            <a:schemeClr val="tx1"/>
                          </a:solidFill>
                          <a:latin typeface="Arial" pitchFamily="0" charset="0"/>
                          <a:ea typeface="宋体" pitchFamily="0" charset="0"/>
                          <a:cs typeface="Calibri" pitchFamily="0" charset="0"/>
                        </a:rPr>
                        <a:t>Score</a:t>
                      </a:r>
                      <a:endParaRPr lang="zh-CN" altLang="en-US" sz="2000" b="1" i="0" u="none" strike="noStrike" kern="1200" cap="none" spc="0" baseline="0">
                        <a:solidFill>
                          <a:schemeClr val="tx1"/>
                        </a:solidFill>
                        <a:latin typeface="Arial" pitchFamily="0" charset="0"/>
                        <a:ea typeface="宋体" pitchFamily="0" charset="0"/>
                        <a:cs typeface="Calibri" pitchFamily="0" charset="0"/>
                      </a:endParaRPr>
                    </a:p>
                  </a:txBody>
                  <a:tcPr marL="91440" marT="45720" marR="91440" marB="45720" vert="horz" anchor="ctr">
                    <a:lnL w="28575">
                      <a:solidFill>
                        <a:srgbClr val="000000"/>
                      </a:solidFill>
                      <a:prstDash val="solid"/>
                      <a:headEnd type="none" w="med" len="med"/>
                      <a:tailEnd type="none" w="med" len="med"/>
                    </a:lnL>
                    <a:lnR w="12700">
                      <a:solidFill>
                        <a:srgbClr val="000000"/>
                      </a:solidFill>
                      <a:prstDash val="solid"/>
                      <a:headEnd type="none" w="med" len="med"/>
                      <a:tailEnd type="none" w="med" len="med"/>
                    </a:lnR>
                    <a:lnT w="28575">
                      <a:solidFill>
                        <a:srgbClr val="000000"/>
                      </a:solidFill>
                      <a:prstDash val="solid"/>
                      <a:headEnd type="none" w="med" len="med"/>
                      <a:tailEnd type="none" w="med" len="med"/>
                    </a:lnT>
                    <a:lnB w="12700">
                      <a:solidFill>
                        <a:srgbClr val="000000"/>
                      </a:solidFill>
                      <a:prstDash val="solid"/>
                      <a:headEnd type="none" w="med" len="med"/>
                      <a:tailEnd type="none" w="med" len="med"/>
                    </a:lnB>
                    <a:solidFill>
                      <a:srgbClr val="F4FDA1"/>
                    </a:solidFill>
                  </a:tcPr>
                </a:tc>
                <a:tc>
                  <a:txBody>
                    <a:bodyPr/>
                    <a:lstStyle/>
                    <a:p>
                      <a:pPr marL="0" indent="0" algn="ctr" eaLnBrk="1" fontAlgn="base" latinLnBrk="0" hangingPunct="1">
                        <a:lnSpc>
                          <a:spcPct val="100000"/>
                        </a:lnSpc>
                        <a:spcBef>
                          <a:spcPct val="20000"/>
                        </a:spcBef>
                        <a:spcAft>
                          <a:spcPts val="0"/>
                        </a:spcAft>
                        <a:buNone/>
                      </a:pPr>
                      <a:r>
                        <a:rPr lang="en-US" altLang="zh-CN" sz="2000" b="1" i="0" u="none" strike="noStrike" kern="1200" cap="none" spc="0" baseline="0">
                          <a:solidFill>
                            <a:schemeClr val="tx1"/>
                          </a:solidFill>
                          <a:latin typeface="Arial" pitchFamily="0" charset="0"/>
                          <a:ea typeface="宋体" pitchFamily="0" charset="0"/>
                          <a:cs typeface="Calibri" pitchFamily="0" charset="0"/>
                        </a:rPr>
                        <a:t>Frequency</a:t>
                      </a:r>
                      <a:endParaRPr lang="zh-CN" altLang="en-US" sz="2000" b="1" i="0" u="none" strike="noStrike" kern="1200" cap="none" spc="0" baseline="0">
                        <a:solidFill>
                          <a:schemeClr val="tx1"/>
                        </a:solidFill>
                        <a:latin typeface="Arial" pitchFamily="0" charset="0"/>
                        <a:ea typeface="宋体" pitchFamily="0" charset="0"/>
                        <a:cs typeface="Calibri" pitchFamily="0" charset="0"/>
                      </a:endParaRPr>
                    </a:p>
                  </a:txBody>
                  <a:tcPr marL="91440" marT="45720" marR="91440" marB="45720" vert="horz" anchor="ctr">
                    <a:lnL w="12700">
                      <a:solidFill>
                        <a:srgbClr val="000000"/>
                      </a:solidFill>
                      <a:prstDash val="solid"/>
                      <a:headEnd type="none" w="med" len="med"/>
                      <a:tailEnd type="none" w="med" len="med"/>
                    </a:lnL>
                    <a:lnR w="28575">
                      <a:solidFill>
                        <a:srgbClr val="000000"/>
                      </a:solidFill>
                      <a:prstDash val="solid"/>
                      <a:headEnd type="none" w="med" len="med"/>
                      <a:tailEnd type="none" w="med" len="med"/>
                    </a:lnR>
                    <a:lnT w="28575">
                      <a:solidFill>
                        <a:srgbClr val="000000"/>
                      </a:solidFill>
                      <a:prstDash val="solid"/>
                      <a:headEnd type="none" w="med" len="med"/>
                      <a:tailEnd type="none" w="med" len="med"/>
                    </a:lnT>
                    <a:lnB w="12700">
                      <a:solidFill>
                        <a:srgbClr val="000000"/>
                      </a:solidFill>
                      <a:prstDash val="solid"/>
                      <a:headEnd type="none" w="med" len="med"/>
                      <a:tailEnd type="none" w="med" len="med"/>
                    </a:lnB>
                    <a:solidFill>
                      <a:srgbClr val="F4FDA1"/>
                    </a:solidFill>
                  </a:tcPr>
                </a:tc>
              </a:tr>
              <a:tr h="585778">
                <a:tc>
                  <a:txBody>
                    <a:bodyPr/>
                    <a:lstStyle/>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Arial" pitchFamily="0" charset="0"/>
                          <a:ea typeface="宋体" pitchFamily="0" charset="0"/>
                          <a:cs typeface="Calibri" pitchFamily="0" charset="0"/>
                        </a:rPr>
                        <a:t>0</a:t>
                      </a:r>
                      <a:endParaRPr lang="zh-CN" altLang="en-US" sz="2000" b="0" i="0" u="none" strike="noStrike" kern="1200" cap="none" spc="0" baseline="0">
                        <a:solidFill>
                          <a:schemeClr val="tx1"/>
                        </a:solidFill>
                        <a:latin typeface="Arial" pitchFamily="0" charset="0"/>
                        <a:ea typeface="宋体" pitchFamily="0" charset="0"/>
                        <a:cs typeface="Calibri" pitchFamily="0" charset="0"/>
                      </a:endParaRPr>
                    </a:p>
                  </a:txBody>
                  <a:tcPr marL="91440" marT="45720" marR="91440" marB="45720" vert="horz" anchor="ctr">
                    <a:lnL w="28575">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12700">
                      <a:solidFill>
                        <a:srgbClr val="000000"/>
                      </a:solidFill>
                      <a:prstDash val="solid"/>
                      <a:headEnd type="none" w="med" len="med"/>
                      <a:tailEnd type="none" w="med" len="med"/>
                    </a:lnB>
                    <a:solidFill>
                      <a:srgbClr val="F4FDA1"/>
                    </a:solidFill>
                  </a:tcPr>
                </a:tc>
                <a:tc>
                  <a:txBody>
                    <a:bodyPr/>
                    <a:lstStyle/>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Arial" pitchFamily="0" charset="0"/>
                          <a:ea typeface="宋体" pitchFamily="0" charset="0"/>
                          <a:cs typeface="Calibri" pitchFamily="0" charset="0"/>
                        </a:rPr>
                        <a:t>2</a:t>
                      </a:r>
                      <a:endParaRPr lang="zh-CN" altLang="en-US" sz="2000" b="0" i="0" u="none" strike="noStrike" kern="1200" cap="none" spc="0" baseline="0">
                        <a:solidFill>
                          <a:schemeClr val="tx1"/>
                        </a:solidFill>
                        <a:latin typeface="Arial" pitchFamily="0" charset="0"/>
                        <a:ea typeface="宋体" pitchFamily="0" charset="0"/>
                        <a:cs typeface="Calibri" pitchFamily="0" charset="0"/>
                      </a:endParaRPr>
                    </a:p>
                  </a:txBody>
                  <a:tcPr marL="91440" marT="45720" marR="91440" marB="45720" vert="horz" anchor="ctr">
                    <a:lnL w="12700">
                      <a:solidFill>
                        <a:srgbClr val="000000"/>
                      </a:solidFill>
                      <a:prstDash val="solid"/>
                      <a:headEnd type="none" w="med" len="med"/>
                      <a:tailEnd type="none" w="med" len="med"/>
                    </a:lnL>
                    <a:lnR w="28575">
                      <a:solidFill>
                        <a:srgbClr val="000000"/>
                      </a:solidFill>
                      <a:prstDash val="solid"/>
                      <a:headEnd type="none" w="med" len="med"/>
                      <a:tailEnd type="none" w="med" len="med"/>
                    </a:lnR>
                    <a:lnT w="12700">
                      <a:solidFill>
                        <a:srgbClr val="000000"/>
                      </a:solidFill>
                      <a:prstDash val="solid"/>
                      <a:headEnd type="none" w="med" len="med"/>
                      <a:tailEnd type="none" w="med" len="med"/>
                    </a:lnT>
                    <a:lnB w="12700">
                      <a:solidFill>
                        <a:srgbClr val="000000"/>
                      </a:solidFill>
                      <a:prstDash val="solid"/>
                      <a:headEnd type="none" w="med" len="med"/>
                      <a:tailEnd type="none" w="med" len="med"/>
                    </a:lnB>
                    <a:solidFill>
                      <a:srgbClr val="F4FDA1"/>
                    </a:solidFill>
                  </a:tcPr>
                </a:tc>
              </a:tr>
              <a:tr h="588959">
                <a:tc>
                  <a:txBody>
                    <a:bodyPr/>
                    <a:lstStyle/>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Arial" pitchFamily="0" charset="0"/>
                          <a:ea typeface="宋体" pitchFamily="0" charset="0"/>
                          <a:cs typeface="Calibri" pitchFamily="0" charset="0"/>
                        </a:rPr>
                        <a:t>1</a:t>
                      </a:r>
                      <a:endParaRPr lang="zh-CN" altLang="en-US" sz="2000" b="0" i="0" u="none" strike="noStrike" kern="1200" cap="none" spc="0" baseline="0">
                        <a:solidFill>
                          <a:schemeClr val="tx1"/>
                        </a:solidFill>
                        <a:latin typeface="Arial" pitchFamily="0" charset="0"/>
                        <a:ea typeface="宋体" pitchFamily="0" charset="0"/>
                        <a:cs typeface="Calibri" pitchFamily="0" charset="0"/>
                      </a:endParaRPr>
                    </a:p>
                  </a:txBody>
                  <a:tcPr marL="91440" marT="45720" marR="91440" marB="45720" vert="horz" anchor="ctr">
                    <a:lnL w="28575">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12700">
                      <a:solidFill>
                        <a:srgbClr val="000000"/>
                      </a:solidFill>
                      <a:prstDash val="solid"/>
                      <a:headEnd type="none" w="med" len="med"/>
                      <a:tailEnd type="none" w="med" len="med"/>
                    </a:lnB>
                    <a:solidFill>
                      <a:srgbClr val="F4FDA1"/>
                    </a:solidFill>
                  </a:tcPr>
                </a:tc>
                <a:tc>
                  <a:txBody>
                    <a:bodyPr/>
                    <a:lstStyle/>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Arial" pitchFamily="0" charset="0"/>
                          <a:ea typeface="宋体" pitchFamily="0" charset="0"/>
                          <a:cs typeface="Calibri" pitchFamily="0" charset="0"/>
                        </a:rPr>
                        <a:t>5</a:t>
                      </a:r>
                      <a:endParaRPr lang="zh-CN" altLang="en-US" sz="2000" b="0" i="0" u="none" strike="noStrike" kern="1200" cap="none" spc="0" baseline="0">
                        <a:solidFill>
                          <a:schemeClr val="tx1"/>
                        </a:solidFill>
                        <a:latin typeface="Arial" pitchFamily="0" charset="0"/>
                        <a:ea typeface="宋体" pitchFamily="0" charset="0"/>
                        <a:cs typeface="Calibri" pitchFamily="0" charset="0"/>
                      </a:endParaRPr>
                    </a:p>
                  </a:txBody>
                  <a:tcPr marL="91440" marT="45720" marR="91440" marB="45720" vert="horz" anchor="ctr">
                    <a:lnL w="12700">
                      <a:solidFill>
                        <a:srgbClr val="000000"/>
                      </a:solidFill>
                      <a:prstDash val="solid"/>
                      <a:headEnd type="none" w="med" len="med"/>
                      <a:tailEnd type="none" w="med" len="med"/>
                    </a:lnL>
                    <a:lnR w="28575">
                      <a:solidFill>
                        <a:srgbClr val="000000"/>
                      </a:solidFill>
                      <a:prstDash val="solid"/>
                      <a:headEnd type="none" w="med" len="med"/>
                      <a:tailEnd type="none" w="med" len="med"/>
                    </a:lnR>
                    <a:lnT w="12700">
                      <a:solidFill>
                        <a:srgbClr val="000000"/>
                      </a:solidFill>
                      <a:prstDash val="solid"/>
                      <a:headEnd type="none" w="med" len="med"/>
                      <a:tailEnd type="none" w="med" len="med"/>
                    </a:lnT>
                    <a:lnB w="12700">
                      <a:solidFill>
                        <a:srgbClr val="000000"/>
                      </a:solidFill>
                      <a:prstDash val="solid"/>
                      <a:headEnd type="none" w="med" len="med"/>
                      <a:tailEnd type="none" w="med" len="med"/>
                    </a:lnB>
                    <a:solidFill>
                      <a:srgbClr val="F4FDA1"/>
                    </a:solidFill>
                  </a:tcPr>
                </a:tc>
              </a:tr>
              <a:tr h="587369">
                <a:tc>
                  <a:txBody>
                    <a:bodyPr/>
                    <a:lstStyle/>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Arial" pitchFamily="0" charset="0"/>
                          <a:ea typeface="宋体" pitchFamily="0" charset="0"/>
                          <a:cs typeface="Calibri" pitchFamily="0" charset="0"/>
                        </a:rPr>
                        <a:t>2</a:t>
                      </a:r>
                      <a:endParaRPr lang="zh-CN" altLang="en-US" sz="2000" b="0" i="0" u="none" strike="noStrike" kern="1200" cap="none" spc="0" baseline="0">
                        <a:solidFill>
                          <a:schemeClr val="tx1"/>
                        </a:solidFill>
                        <a:latin typeface="Arial" pitchFamily="0" charset="0"/>
                        <a:ea typeface="宋体" pitchFamily="0" charset="0"/>
                        <a:cs typeface="Calibri" pitchFamily="0" charset="0"/>
                      </a:endParaRPr>
                    </a:p>
                  </a:txBody>
                  <a:tcPr marL="91440" marT="45720" marR="91440" marB="45720" vert="horz" anchor="ctr">
                    <a:lnL w="28575">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12700">
                      <a:solidFill>
                        <a:srgbClr val="000000"/>
                      </a:solidFill>
                      <a:prstDash val="solid"/>
                      <a:headEnd type="none" w="med" len="med"/>
                      <a:tailEnd type="none" w="med" len="med"/>
                    </a:lnB>
                    <a:solidFill>
                      <a:srgbClr val="F4FDA1"/>
                    </a:solidFill>
                  </a:tcPr>
                </a:tc>
                <a:tc>
                  <a:txBody>
                    <a:bodyPr/>
                    <a:lstStyle/>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Arial" pitchFamily="0" charset="0"/>
                          <a:ea typeface="宋体" pitchFamily="0" charset="0"/>
                          <a:cs typeface="Calibri" pitchFamily="0" charset="0"/>
                        </a:rPr>
                        <a:t>8</a:t>
                      </a:r>
                      <a:endParaRPr lang="zh-CN" altLang="en-US" sz="2000" b="0" i="0" u="none" strike="noStrike" kern="1200" cap="none" spc="0" baseline="0">
                        <a:solidFill>
                          <a:schemeClr val="tx1"/>
                        </a:solidFill>
                        <a:latin typeface="Arial" pitchFamily="0" charset="0"/>
                        <a:ea typeface="宋体" pitchFamily="0" charset="0"/>
                        <a:cs typeface="Calibri" pitchFamily="0" charset="0"/>
                      </a:endParaRPr>
                    </a:p>
                  </a:txBody>
                  <a:tcPr marL="91440" marT="45720" marR="91440" marB="45720" vert="horz" anchor="ctr">
                    <a:lnL w="12700">
                      <a:solidFill>
                        <a:srgbClr val="000000"/>
                      </a:solidFill>
                      <a:prstDash val="solid"/>
                      <a:headEnd type="none" w="med" len="med"/>
                      <a:tailEnd type="none" w="med" len="med"/>
                    </a:lnL>
                    <a:lnR w="28575">
                      <a:solidFill>
                        <a:srgbClr val="000000"/>
                      </a:solidFill>
                      <a:prstDash val="solid"/>
                      <a:headEnd type="none" w="med" len="med"/>
                      <a:tailEnd type="none" w="med" len="med"/>
                    </a:lnR>
                    <a:lnT w="12700">
                      <a:solidFill>
                        <a:srgbClr val="000000"/>
                      </a:solidFill>
                      <a:prstDash val="solid"/>
                      <a:headEnd type="none" w="med" len="med"/>
                      <a:tailEnd type="none" w="med" len="med"/>
                    </a:lnT>
                    <a:lnB w="12700">
                      <a:solidFill>
                        <a:srgbClr val="000000"/>
                      </a:solidFill>
                      <a:prstDash val="solid"/>
                      <a:headEnd type="none" w="med" len="med"/>
                      <a:tailEnd type="none" w="med" len="med"/>
                    </a:lnB>
                    <a:solidFill>
                      <a:srgbClr val="F4FDA1"/>
                    </a:solidFill>
                  </a:tcPr>
                </a:tc>
              </a:tr>
              <a:tr h="588959">
                <a:tc>
                  <a:txBody>
                    <a:bodyPr/>
                    <a:lstStyle/>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Arial" pitchFamily="0" charset="0"/>
                          <a:ea typeface="宋体" pitchFamily="0" charset="0"/>
                          <a:cs typeface="Calibri" pitchFamily="0" charset="0"/>
                        </a:rPr>
                        <a:t>3</a:t>
                      </a:r>
                      <a:endParaRPr lang="zh-CN" altLang="en-US" sz="2000" b="0" i="0" u="none" strike="noStrike" kern="1200" cap="none" spc="0" baseline="0">
                        <a:solidFill>
                          <a:schemeClr val="tx1"/>
                        </a:solidFill>
                        <a:latin typeface="Arial" pitchFamily="0" charset="0"/>
                        <a:ea typeface="宋体" pitchFamily="0" charset="0"/>
                        <a:cs typeface="Calibri" pitchFamily="0" charset="0"/>
                      </a:endParaRPr>
                    </a:p>
                  </a:txBody>
                  <a:tcPr marL="91440" marT="45720" marR="91440" marB="45720" vert="horz" anchor="ctr">
                    <a:lnL w="28575">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12700">
                      <a:solidFill>
                        <a:srgbClr val="000000"/>
                      </a:solidFill>
                      <a:prstDash val="solid"/>
                      <a:headEnd type="none" w="med" len="med"/>
                      <a:tailEnd type="none" w="med" len="med"/>
                    </a:lnB>
                    <a:solidFill>
                      <a:srgbClr val="F4FDA1"/>
                    </a:solidFill>
                  </a:tcPr>
                </a:tc>
                <a:tc>
                  <a:txBody>
                    <a:bodyPr/>
                    <a:lstStyle/>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Arial" pitchFamily="0" charset="0"/>
                          <a:ea typeface="宋体" pitchFamily="0" charset="0"/>
                          <a:cs typeface="Calibri" pitchFamily="0" charset="0"/>
                        </a:rPr>
                        <a:t>6</a:t>
                      </a:r>
                      <a:endParaRPr lang="zh-CN" altLang="en-US" sz="2000" b="0" i="0" u="none" strike="noStrike" kern="1200" cap="none" spc="0" baseline="0">
                        <a:solidFill>
                          <a:schemeClr val="tx1"/>
                        </a:solidFill>
                        <a:latin typeface="Arial" pitchFamily="0" charset="0"/>
                        <a:ea typeface="宋体" pitchFamily="0" charset="0"/>
                        <a:cs typeface="Calibri" pitchFamily="0" charset="0"/>
                      </a:endParaRPr>
                    </a:p>
                  </a:txBody>
                  <a:tcPr marL="91440" marT="45720" marR="91440" marB="45720" vert="horz" anchor="ctr">
                    <a:lnL w="12700">
                      <a:solidFill>
                        <a:srgbClr val="000000"/>
                      </a:solidFill>
                      <a:prstDash val="solid"/>
                      <a:headEnd type="none" w="med" len="med"/>
                      <a:tailEnd type="none" w="med" len="med"/>
                    </a:lnL>
                    <a:lnR w="28575">
                      <a:solidFill>
                        <a:srgbClr val="000000"/>
                      </a:solidFill>
                      <a:prstDash val="solid"/>
                      <a:headEnd type="none" w="med" len="med"/>
                      <a:tailEnd type="none" w="med" len="med"/>
                    </a:lnR>
                    <a:lnT w="12700">
                      <a:solidFill>
                        <a:srgbClr val="000000"/>
                      </a:solidFill>
                      <a:prstDash val="solid"/>
                      <a:headEnd type="none" w="med" len="med"/>
                      <a:tailEnd type="none" w="med" len="med"/>
                    </a:lnT>
                    <a:lnB w="12700">
                      <a:solidFill>
                        <a:srgbClr val="000000"/>
                      </a:solidFill>
                      <a:prstDash val="solid"/>
                      <a:headEnd type="none" w="med" len="med"/>
                      <a:tailEnd type="none" w="med" len="med"/>
                    </a:lnB>
                    <a:solidFill>
                      <a:srgbClr val="F4FDA1"/>
                    </a:solidFill>
                  </a:tcPr>
                </a:tc>
              </a:tr>
              <a:tr h="585778">
                <a:tc>
                  <a:txBody>
                    <a:bodyPr/>
                    <a:lstStyle/>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Arial" pitchFamily="0" charset="0"/>
                          <a:ea typeface="宋体" pitchFamily="0" charset="0"/>
                          <a:cs typeface="Calibri" pitchFamily="0" charset="0"/>
                        </a:rPr>
                        <a:t>4</a:t>
                      </a:r>
                      <a:endParaRPr lang="zh-CN" altLang="en-US" sz="2000" b="0" i="0" u="none" strike="noStrike" kern="1200" cap="none" spc="0" baseline="0">
                        <a:solidFill>
                          <a:schemeClr val="tx1"/>
                        </a:solidFill>
                        <a:latin typeface="Arial" pitchFamily="0" charset="0"/>
                        <a:ea typeface="宋体" pitchFamily="0" charset="0"/>
                        <a:cs typeface="Calibri" pitchFamily="0" charset="0"/>
                      </a:endParaRPr>
                    </a:p>
                  </a:txBody>
                  <a:tcPr marL="91440" marT="45720" marR="91440" marB="45720" vert="horz" anchor="ctr">
                    <a:lnL w="28575">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12700">
                      <a:solidFill>
                        <a:srgbClr val="000000"/>
                      </a:solidFill>
                      <a:prstDash val="solid"/>
                      <a:headEnd type="none" w="med" len="med"/>
                      <a:tailEnd type="none" w="med" len="med"/>
                    </a:lnB>
                    <a:solidFill>
                      <a:srgbClr val="F4FDA1"/>
                    </a:solidFill>
                  </a:tcPr>
                </a:tc>
                <a:tc>
                  <a:txBody>
                    <a:bodyPr/>
                    <a:lstStyle/>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Arial" pitchFamily="0" charset="0"/>
                          <a:ea typeface="宋体" pitchFamily="0" charset="0"/>
                          <a:cs typeface="Calibri" pitchFamily="0" charset="0"/>
                        </a:rPr>
                        <a:t>4</a:t>
                      </a:r>
                      <a:endParaRPr lang="zh-CN" altLang="en-US" sz="2000" b="0" i="0" u="none" strike="noStrike" kern="1200" cap="none" spc="0" baseline="0">
                        <a:solidFill>
                          <a:schemeClr val="tx1"/>
                        </a:solidFill>
                        <a:latin typeface="Arial" pitchFamily="0" charset="0"/>
                        <a:ea typeface="宋体" pitchFamily="0" charset="0"/>
                        <a:cs typeface="Calibri" pitchFamily="0" charset="0"/>
                      </a:endParaRPr>
                    </a:p>
                  </a:txBody>
                  <a:tcPr marL="91440" marT="45720" marR="91440" marB="45720" vert="horz" anchor="ctr">
                    <a:lnL w="12700">
                      <a:solidFill>
                        <a:srgbClr val="000000"/>
                      </a:solidFill>
                      <a:prstDash val="solid"/>
                      <a:headEnd type="none" w="med" len="med"/>
                      <a:tailEnd type="none" w="med" len="med"/>
                    </a:lnL>
                    <a:lnR w="28575">
                      <a:solidFill>
                        <a:srgbClr val="000000"/>
                      </a:solidFill>
                      <a:prstDash val="solid"/>
                      <a:headEnd type="none" w="med" len="med"/>
                      <a:tailEnd type="none" w="med" len="med"/>
                    </a:lnR>
                    <a:lnT w="12700">
                      <a:solidFill>
                        <a:srgbClr val="000000"/>
                      </a:solidFill>
                      <a:prstDash val="solid"/>
                      <a:headEnd type="none" w="med" len="med"/>
                      <a:tailEnd type="none" w="med" len="med"/>
                    </a:lnT>
                    <a:lnB w="12700">
                      <a:solidFill>
                        <a:srgbClr val="000000"/>
                      </a:solidFill>
                      <a:prstDash val="solid"/>
                      <a:headEnd type="none" w="med" len="med"/>
                      <a:tailEnd type="none" w="med" len="med"/>
                    </a:lnB>
                    <a:solidFill>
                      <a:srgbClr val="F4FDA1"/>
                    </a:solidFill>
                  </a:tcPr>
                </a:tc>
              </a:tr>
              <a:tr h="588959">
                <a:tc>
                  <a:txBody>
                    <a:bodyPr/>
                    <a:lstStyle/>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Arial" pitchFamily="0" charset="0"/>
                          <a:ea typeface="宋体" pitchFamily="0" charset="0"/>
                          <a:cs typeface="Calibri" pitchFamily="0" charset="0"/>
                        </a:rPr>
                        <a:t>5</a:t>
                      </a:r>
                      <a:endParaRPr lang="zh-CN" altLang="en-US" sz="2000" b="0" i="0" u="none" strike="noStrike" kern="1200" cap="none" spc="0" baseline="0">
                        <a:solidFill>
                          <a:schemeClr val="tx1"/>
                        </a:solidFill>
                        <a:latin typeface="Arial" pitchFamily="0" charset="0"/>
                        <a:ea typeface="宋体" pitchFamily="0" charset="0"/>
                        <a:cs typeface="Calibri" pitchFamily="0" charset="0"/>
                      </a:endParaRPr>
                    </a:p>
                  </a:txBody>
                  <a:tcPr marL="91440" marT="45720" marR="91440" marB="45720" vert="horz" anchor="ctr">
                    <a:lnL w="28575">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28575">
                      <a:solidFill>
                        <a:srgbClr val="000000"/>
                      </a:solidFill>
                      <a:prstDash val="solid"/>
                      <a:headEnd type="none" w="med" len="med"/>
                      <a:tailEnd type="none" w="med" len="med"/>
                    </a:lnB>
                    <a:solidFill>
                      <a:srgbClr val="F4FDA1"/>
                    </a:solidFill>
                  </a:tcPr>
                </a:tc>
                <a:tc>
                  <a:txBody>
                    <a:bodyPr/>
                    <a:lstStyle/>
                    <a:p>
                      <a:pPr marL="0" indent="0" algn="ctr" eaLnBrk="1" fontAlgn="base" latinLnBrk="0" hangingPunct="1">
                        <a:lnSpc>
                          <a:spcPct val="100000"/>
                        </a:lnSpc>
                        <a:spcBef>
                          <a:spcPct val="20000"/>
                        </a:spcBef>
                        <a:spcAft>
                          <a:spcPts val="0"/>
                        </a:spcAft>
                        <a:buNone/>
                      </a:pPr>
                      <a:r>
                        <a:rPr lang="en-US" altLang="zh-CN" sz="2000" b="0" i="0" u="none" strike="noStrike" kern="1200" cap="none" spc="0" baseline="0">
                          <a:solidFill>
                            <a:schemeClr val="tx1"/>
                          </a:solidFill>
                          <a:latin typeface="Arial" pitchFamily="0" charset="0"/>
                          <a:ea typeface="宋体" pitchFamily="0" charset="0"/>
                          <a:cs typeface="Calibri" pitchFamily="0" charset="0"/>
                        </a:rPr>
                        <a:t>3</a:t>
                      </a:r>
                      <a:endParaRPr lang="zh-CN" altLang="en-US" sz="2000" b="0" i="0" u="none" strike="noStrike" kern="1200" cap="none" spc="0" baseline="0">
                        <a:solidFill>
                          <a:schemeClr val="tx1"/>
                        </a:solidFill>
                        <a:latin typeface="Arial" pitchFamily="0" charset="0"/>
                        <a:ea typeface="宋体" pitchFamily="0" charset="0"/>
                        <a:cs typeface="Calibri" pitchFamily="0" charset="0"/>
                      </a:endParaRPr>
                    </a:p>
                  </a:txBody>
                  <a:tcPr marL="91440" marT="45720" marR="91440" marB="45720" vert="horz" anchor="ctr">
                    <a:lnL w="12700">
                      <a:solidFill>
                        <a:srgbClr val="000000"/>
                      </a:solidFill>
                      <a:prstDash val="solid"/>
                      <a:headEnd type="none" w="med" len="med"/>
                      <a:tailEnd type="none" w="med" len="med"/>
                    </a:lnL>
                    <a:lnR w="28575">
                      <a:solidFill>
                        <a:srgbClr val="000000"/>
                      </a:solidFill>
                      <a:prstDash val="solid"/>
                      <a:headEnd type="none" w="med" len="med"/>
                      <a:tailEnd type="none" w="med" len="med"/>
                    </a:lnR>
                    <a:lnT w="12700">
                      <a:solidFill>
                        <a:srgbClr val="000000"/>
                      </a:solidFill>
                      <a:prstDash val="solid"/>
                      <a:headEnd type="none" w="med" len="med"/>
                      <a:tailEnd type="none" w="med" len="med"/>
                    </a:lnT>
                    <a:lnB w="28575">
                      <a:solidFill>
                        <a:srgbClr val="000000"/>
                      </a:solidFill>
                      <a:prstDash val="solid"/>
                      <a:headEnd type="none" w="med" len="med"/>
                      <a:tailEnd type="none" w="med" len="med"/>
                    </a:lnB>
                    <a:solidFill>
                      <a:srgbClr val="F4FDA1"/>
                    </a:solidFill>
                  </a:tcPr>
                </a:tc>
              </a:tr>
            </a:tbl>
          </a:graphicData>
        </a:graphic>
      </p:graphicFrame>
      <p:sp>
        <p:nvSpPr>
          <p:cNvPr id="118" name="Rectangles"/>
          <p:cNvSpPr>
            <a:spLocks/>
          </p:cNvSpPr>
          <p:nvPr/>
        </p:nvSpPr>
        <p:spPr>
          <a:xfrm rot="0">
            <a:off x="2209800" y="1828801"/>
            <a:ext cx="3343020" cy="2234565"/>
          </a:xfrm>
          <a:prstGeom prst="rect"/>
          <a:noFill/>
          <a:ln w="12700" cmpd="sng" cap="flat">
            <a:noFill/>
            <a:prstDash val="solid"/>
            <a:round/>
          </a:ln>
        </p:spPr>
        <p:txBody>
          <a:bodyPr vert="horz" wrap="non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2800" b="0" i="0" u="none" strike="noStrike" kern="1200" cap="none" spc="0" baseline="0">
                <a:solidFill>
                  <a:schemeClr val="tx1"/>
                </a:solidFill>
                <a:latin typeface="Calibri" pitchFamily="0" charset="0"/>
                <a:ea typeface="ＭＳ Ｐゴシック" pitchFamily="0" charset="-128"/>
                <a:cs typeface="Calibri" pitchFamily="0" charset="0"/>
              </a:rPr>
              <a:t>Tabular description</a:t>
            </a:r>
            <a:endParaRPr lang="en-US" altLang="zh-CN" sz="2800" b="0" i="0" u="none" strike="noStrike" kern="1200" cap="none" spc="0" baseline="0">
              <a:solidFill>
                <a:schemeClr val="tx1"/>
              </a:solidFill>
              <a:latin typeface="Calibri" pitchFamily="0" charset="0"/>
              <a:ea typeface="ＭＳ Ｐゴシック" pitchFamily="0" charset="-128"/>
              <a:cs typeface="Calibri" pitchFamily="0" charset="0"/>
            </a:endParaRPr>
          </a:p>
          <a:p>
            <a:pPr marL="0" indent="0" algn="l">
              <a:lnSpc>
                <a:spcPct val="100000"/>
              </a:lnSpc>
              <a:spcBef>
                <a:spcPts val="0"/>
              </a:spcBef>
              <a:spcAft>
                <a:spcPts val="0"/>
              </a:spcAft>
              <a:buNone/>
            </a:pPr>
            <a:endParaRPr lang="en-US" altLang="zh-CN" sz="2800" b="0" i="0" u="none" strike="noStrike" kern="1200" cap="none" spc="0" baseline="0">
              <a:solidFill>
                <a:schemeClr val="tx1"/>
              </a:solidFill>
              <a:latin typeface="Calibri" pitchFamily="0" charset="0"/>
              <a:ea typeface="ＭＳ Ｐゴシック" pitchFamily="0" charset="-128"/>
              <a:cs typeface="Calibri" pitchFamily="0" charset="0"/>
            </a:endParaRPr>
          </a:p>
          <a:p>
            <a:pPr marL="0" indent="0" algn="l">
              <a:lnSpc>
                <a:spcPct val="100000"/>
              </a:lnSpc>
              <a:spcBef>
                <a:spcPts val="0"/>
              </a:spcBef>
              <a:spcAft>
                <a:spcPts val="0"/>
              </a:spcAft>
              <a:buNone/>
            </a:pPr>
            <a:endParaRPr lang="en-US" altLang="zh-CN" sz="2800" b="0" i="0" u="none" strike="noStrike" kern="1200" cap="none" spc="0" baseline="0">
              <a:solidFill>
                <a:schemeClr val="tx1"/>
              </a:solidFill>
              <a:latin typeface="Calibri" pitchFamily="0" charset="0"/>
              <a:ea typeface="ＭＳ Ｐゴシック" pitchFamily="0" charset="-128"/>
              <a:cs typeface="Calibri" pitchFamily="0" charset="0"/>
            </a:endParaRPr>
          </a:p>
          <a:p>
            <a:pPr marL="0" indent="0" algn="l">
              <a:lnSpc>
                <a:spcPct val="100000"/>
              </a:lnSpc>
              <a:spcBef>
                <a:spcPts val="0"/>
              </a:spcBef>
              <a:spcAft>
                <a:spcPts val="0"/>
              </a:spcAft>
              <a:buNone/>
            </a:pPr>
            <a:r>
              <a:rPr lang="en-US" altLang="zh-CN" sz="2800" b="0" i="0" u="none" strike="noStrike" kern="1200" cap="none" spc="0" baseline="0">
                <a:solidFill>
                  <a:schemeClr val="tx1"/>
                </a:solidFill>
                <a:latin typeface="Calibri" pitchFamily="0" charset="0"/>
                <a:ea typeface="ＭＳ Ｐゴシック" pitchFamily="0" charset="-128"/>
                <a:cs typeface="Calibri" pitchFamily="0" charset="0"/>
              </a:rPr>
              <a:t>Example:</a:t>
            </a:r>
            <a:endParaRPr lang="en-US" altLang="zh-CN" sz="2800" b="0" i="0" u="none" strike="noStrike" kern="1200" cap="none" spc="0" baseline="0">
              <a:solidFill>
                <a:schemeClr val="tx1"/>
              </a:solidFill>
              <a:latin typeface="Calibri" pitchFamily="0" charset="0"/>
              <a:ea typeface="ＭＳ Ｐゴシック" pitchFamily="0" charset="-128"/>
              <a:cs typeface="Calibri" pitchFamily="0" charset="0"/>
            </a:endParaRPr>
          </a:p>
          <a:p>
            <a:pPr marL="0" indent="0" algn="l">
              <a:lnSpc>
                <a:spcPct val="100000"/>
              </a:lnSpc>
              <a:spcBef>
                <a:spcPts val="0"/>
              </a:spcBef>
              <a:spcAft>
                <a:spcPts val="0"/>
              </a:spcAft>
              <a:buNone/>
            </a:pPr>
            <a:r>
              <a:rPr lang="en-US" altLang="zh-CN" sz="2800" b="0" i="0" u="none" strike="noStrike" kern="1200" cap="none" spc="0" baseline="0">
                <a:solidFill>
                  <a:schemeClr val="tx1"/>
                </a:solidFill>
                <a:latin typeface="Calibri" pitchFamily="0" charset="0"/>
                <a:ea typeface="ＭＳ Ｐゴシック" pitchFamily="0" charset="-128"/>
                <a:cs typeface="Calibri" pitchFamily="0" charset="0"/>
              </a:rPr>
              <a:t>Frequency Table</a:t>
            </a:r>
            <a:endParaRPr lang="zh-CN" altLang="en-US" sz="2800" b="0" i="0" u="none" strike="noStrike" kern="1200" cap="none" spc="0" baseline="0">
              <a:solidFill>
                <a:schemeClr val="tx1"/>
              </a:solidFill>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2020678792"/>
      </p:ext>
    </p:extLst>
  </p:cSld>
  <p:clrMapOvr>
    <a:masterClrMapping/>
  </p:clrMapOvr>
</p:sld>
</file>

<file path=ppt/slides/slide13.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19" name="Text box"/>
          <p:cNvSpPr>
            <a:spLocks noGrp="1"/>
          </p:cNvSpPr>
          <p:nvPr>
            <p:ph type="sldNum"/>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Lucida Sans"/>
              </a:rPr>
              <a:t>13</a:t>
            </a:fld>
            <a:endParaRPr lang="zh-CN" altLang="en-US" sz="1000" b="1" i="0" u="none" strike="noStrike" kern="1200" cap="none" spc="0" baseline="0">
              <a:solidFill>
                <a:schemeClr val="bg1"/>
              </a:solidFill>
              <a:latin typeface="Arial" pitchFamily="0" charset="0"/>
              <a:ea typeface="ＭＳ Ｐゴシック" pitchFamily="0" charset="-128"/>
              <a:cs typeface="Lucida Sans"/>
            </a:endParaRPr>
          </a:p>
        </p:txBody>
      </p:sp>
      <p:sp>
        <p:nvSpPr>
          <p:cNvPr id="120"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Descriptive Statistics</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pic>
        <p:nvPicPr>
          <p:cNvPr id="121" name="Images" descr="plot of the standard normal probability density function"/>
          <p:cNvPicPr>
            <a:picLocks noChangeAspect="1"/>
          </p:cNvPicPr>
          <p:nvPr/>
        </p:nvPicPr>
        <p:blipFill>
          <a:blip r:embed="rId1" cstate="print"/>
          <a:stretch>
            <a:fillRect/>
          </a:stretch>
        </p:blipFill>
        <p:spPr>
          <a:xfrm rot="0">
            <a:off x="6096001" y="2348880"/>
            <a:ext cx="4342892" cy="3200400"/>
          </a:xfrm>
          <a:prstGeom prst="rect"/>
          <a:noFill/>
          <a:ln w="12700" cmpd="sng" cap="flat">
            <a:noFill/>
            <a:prstDash val="solid"/>
            <a:round/>
          </a:ln>
        </p:spPr>
      </p:pic>
      <p:graphicFrame>
        <p:nvGraphicFramePr>
          <p:cNvPr id="122" name="Sheet"/>
          <p:cNvGraphicFramePr>
            <a:graphicFrameLocks noGrp="1"/>
          </p:cNvGraphicFramePr>
          <p:nvPr>
            <p:ph type="tbl"/>
            <p:extLst>
              <p:ext uri="{D42A27DB-BD31-4B8C-83A1-F6EECF244321}"/>
            </p:extLst>
          </p:nvPr>
        </p:nvGraphicFramePr>
        <p:xfrm>
          <a:off x="2438401" y="2438400"/>
          <a:ext cx="3497263" cy="3108456"/>
        </p:xfrm>
        <a:graphic>
          <a:graphicData uri="http://schemas.openxmlformats.org/drawingml/2006/table">
            <a:tbl>
              <a:tblPr bandRow="1">
                <a:noFill/>
              </a:tblPr>
              <a:tblGrid>
                <a:gridCol w="1668449"/>
                <a:gridCol w="1828787"/>
              </a:tblGrid>
              <a:tr h="365668">
                <a:tc>
                  <a:txBody>
                    <a:bodyPr/>
                    <a:lstStyle/>
                    <a:p>
                      <a:pPr marL="0" indent="0" algn="l" eaLnBrk="1" fontAlgn="base" latinLnBrk="0" hangingPunct="1">
                        <a:lnSpc>
                          <a:spcPct val="100000"/>
                        </a:lnSpc>
                        <a:spcBef>
                          <a:spcPts val="0"/>
                        </a:spcBef>
                        <a:spcAft>
                          <a:spcPts val="0"/>
                        </a:spcAft>
                        <a:buNone/>
                      </a:pPr>
                      <a:r>
                        <a:rPr lang="en-US" altLang="zh-CN" sz="1800" b="0" i="0" u="none" strike="noStrike" kern="1200" cap="none" spc="0" baseline="0">
                          <a:solidFill>
                            <a:schemeClr val="tx1"/>
                          </a:solidFill>
                          <a:latin typeface="Arial" pitchFamily="0" charset="0"/>
                          <a:ea typeface="宋体" pitchFamily="0" charset="0"/>
                          <a:cs typeface="Times New Roman" pitchFamily="18" charset="0"/>
                        </a:rPr>
                        <a:t>Mean </a:t>
                      </a:r>
                      <a:endParaRPr lang="zh-CN" altLang="en-US" sz="1800" b="0" i="0" u="none" strike="noStrike" kern="1200" cap="none" spc="0" baseline="0">
                        <a:solidFill>
                          <a:schemeClr val="tx1"/>
                        </a:solidFill>
                        <a:latin typeface="Arial" pitchFamily="0" charset="0"/>
                        <a:ea typeface="宋体" pitchFamily="0" charset="0"/>
                        <a:cs typeface="Calibri" pitchFamily="0" charset="0"/>
                      </a:endParaRPr>
                    </a:p>
                  </a:txBody>
                  <a:tcPr marL="91440" marT="45681" marR="91440" marB="45681" vert="horz">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12700">
                      <a:solidFill>
                        <a:srgbClr val="000000"/>
                      </a:solidFill>
                      <a:prstDash val="solid"/>
                      <a:headEnd type="none" w="med" len="med"/>
                      <a:tailEnd type="none" w="med" len="med"/>
                    </a:lnB>
                  </a:tcPr>
                </a:tc>
                <a:tc>
                  <a:txBody>
                    <a:bodyPr/>
                    <a:lstStyle/>
                    <a:p>
                      <a:pPr marL="0" indent="0" algn="ctr" eaLnBrk="1" fontAlgn="base" latinLnBrk="0" hangingPunct="1">
                        <a:lnSpc>
                          <a:spcPct val="100000"/>
                        </a:lnSpc>
                        <a:spcBef>
                          <a:spcPts val="0"/>
                        </a:spcBef>
                        <a:spcAft>
                          <a:spcPts val="0"/>
                        </a:spcAft>
                        <a:buNone/>
                      </a:pPr>
                      <a:r>
                        <a:rPr lang="en-US" altLang="zh-CN" sz="1800" b="0" i="0" u="none" strike="noStrike" kern="1200" cap="none" spc="0" baseline="0">
                          <a:solidFill>
                            <a:schemeClr val="tx1"/>
                          </a:solidFill>
                          <a:latin typeface="Arial" pitchFamily="0" charset="0"/>
                          <a:ea typeface="宋体" pitchFamily="0" charset="0"/>
                          <a:cs typeface="Calibri" pitchFamily="0" charset="0"/>
                          <a:sym typeface="Symbol" pitchFamily="18" charset="2"/>
                        </a:rPr>
                        <a:t></a:t>
                      </a:r>
                      <a:endParaRPr lang="zh-CN" altLang="en-US" sz="1800" b="0" i="0" u="none" strike="noStrike" kern="1200" cap="none" spc="0" baseline="0">
                        <a:solidFill>
                          <a:schemeClr val="tx1"/>
                        </a:solidFill>
                        <a:latin typeface="Arial" pitchFamily="0" charset="0"/>
                        <a:ea typeface="宋体" pitchFamily="0" charset="0"/>
                        <a:cs typeface="Calibri" pitchFamily="0" charset="0"/>
                        <a:sym typeface="Symbol" pitchFamily="18" charset="2"/>
                      </a:endParaRPr>
                    </a:p>
                  </a:txBody>
                  <a:tcPr marL="91440" marT="45681" marR="91440" marB="45681" vert="horz">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12700">
                      <a:solidFill>
                        <a:srgbClr val="000000"/>
                      </a:solidFill>
                      <a:prstDash val="solid"/>
                      <a:headEnd type="none" w="med" len="med"/>
                      <a:tailEnd type="none" w="med" len="med"/>
                    </a:lnB>
                  </a:tcPr>
                </a:tc>
              </a:tr>
              <a:tr h="365668">
                <a:tc>
                  <a:txBody>
                    <a:bodyPr/>
                    <a:lstStyle/>
                    <a:p>
                      <a:pPr marL="0" indent="0" algn="l" eaLnBrk="1" fontAlgn="base" latinLnBrk="0" hangingPunct="1">
                        <a:lnSpc>
                          <a:spcPct val="100000"/>
                        </a:lnSpc>
                        <a:spcBef>
                          <a:spcPts val="0"/>
                        </a:spcBef>
                        <a:spcAft>
                          <a:spcPts val="0"/>
                        </a:spcAft>
                        <a:buNone/>
                      </a:pPr>
                      <a:r>
                        <a:rPr lang="en-US" altLang="zh-CN" sz="1800" b="0" i="0" u="none" strike="noStrike" kern="1200" cap="none" spc="0" baseline="0">
                          <a:solidFill>
                            <a:schemeClr val="tx1"/>
                          </a:solidFill>
                          <a:latin typeface="Arial" pitchFamily="0" charset="0"/>
                          <a:ea typeface="宋体" pitchFamily="0" charset="0"/>
                          <a:cs typeface="Times New Roman" pitchFamily="18" charset="0"/>
                        </a:rPr>
                        <a:t>Median </a:t>
                      </a:r>
                      <a:endParaRPr lang="zh-CN" altLang="en-US" sz="1800" b="0" i="0" u="none" strike="noStrike" kern="1200" cap="none" spc="0" baseline="0">
                        <a:solidFill>
                          <a:schemeClr val="tx1"/>
                        </a:solidFill>
                        <a:latin typeface="Arial" pitchFamily="0" charset="0"/>
                        <a:ea typeface="宋体" pitchFamily="0" charset="0"/>
                        <a:cs typeface="Calibri" pitchFamily="0" charset="0"/>
                      </a:endParaRPr>
                    </a:p>
                  </a:txBody>
                  <a:tcPr marL="91440" marT="45681" marR="91440" marB="45681" vert="horz">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12700">
                      <a:solidFill>
                        <a:srgbClr val="000000"/>
                      </a:solidFill>
                      <a:prstDash val="solid"/>
                      <a:headEnd type="none" w="med" len="med"/>
                      <a:tailEnd type="none" w="med" len="med"/>
                    </a:lnB>
                  </a:tcPr>
                </a:tc>
                <a:tc>
                  <a:txBody>
                    <a:bodyPr/>
                    <a:lstStyle/>
                    <a:p>
                      <a:pPr marL="0" indent="0" algn="ctr" eaLnBrk="1" fontAlgn="base" latinLnBrk="0" hangingPunct="1">
                        <a:lnSpc>
                          <a:spcPct val="100000"/>
                        </a:lnSpc>
                        <a:spcBef>
                          <a:spcPts val="0"/>
                        </a:spcBef>
                        <a:spcAft>
                          <a:spcPts val="0"/>
                        </a:spcAft>
                        <a:buNone/>
                      </a:pPr>
                      <a:r>
                        <a:rPr lang="en-US" altLang="zh-CN" sz="1800" b="0" i="0" u="none" strike="noStrike" kern="1200" cap="none" spc="0" baseline="0">
                          <a:solidFill>
                            <a:schemeClr val="tx1"/>
                          </a:solidFill>
                          <a:latin typeface="Arial" pitchFamily="0" charset="0"/>
                          <a:ea typeface="宋体" pitchFamily="0" charset="0"/>
                          <a:cs typeface="Calibri" pitchFamily="0" charset="0"/>
                          <a:sym typeface="Symbol" pitchFamily="18" charset="2"/>
                        </a:rPr>
                        <a:t></a:t>
                      </a:r>
                      <a:endParaRPr lang="zh-CN" altLang="en-US" sz="1800" b="0" i="0" u="none" strike="noStrike" kern="1200" cap="none" spc="0" baseline="0">
                        <a:solidFill>
                          <a:schemeClr val="tx1"/>
                        </a:solidFill>
                        <a:latin typeface="Arial" pitchFamily="0" charset="0"/>
                        <a:ea typeface="宋体" pitchFamily="0" charset="0"/>
                        <a:cs typeface="Calibri" pitchFamily="0" charset="0"/>
                      </a:endParaRPr>
                    </a:p>
                  </a:txBody>
                  <a:tcPr marL="91440" marT="45681" marR="91440" marB="45681" vert="horz">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12700">
                      <a:solidFill>
                        <a:srgbClr val="000000"/>
                      </a:solidFill>
                      <a:prstDash val="solid"/>
                      <a:headEnd type="none" w="med" len="med"/>
                      <a:tailEnd type="none" w="med" len="med"/>
                    </a:lnB>
                  </a:tcPr>
                </a:tc>
              </a:tr>
              <a:tr h="365668">
                <a:tc>
                  <a:txBody>
                    <a:bodyPr/>
                    <a:lstStyle/>
                    <a:p>
                      <a:pPr marL="0" indent="0" algn="l" eaLnBrk="1" fontAlgn="base" latinLnBrk="0" hangingPunct="1">
                        <a:lnSpc>
                          <a:spcPct val="100000"/>
                        </a:lnSpc>
                        <a:spcBef>
                          <a:spcPts val="0"/>
                        </a:spcBef>
                        <a:spcAft>
                          <a:spcPts val="0"/>
                        </a:spcAft>
                        <a:buNone/>
                      </a:pPr>
                      <a:r>
                        <a:rPr lang="en-US" altLang="zh-CN" sz="1800" b="0" i="0" u="none" strike="noStrike" kern="1200" cap="none" spc="0" baseline="0">
                          <a:solidFill>
                            <a:schemeClr val="tx1"/>
                          </a:solidFill>
                          <a:latin typeface="Arial" pitchFamily="0" charset="0"/>
                          <a:ea typeface="宋体" pitchFamily="0" charset="0"/>
                          <a:cs typeface="Times New Roman" pitchFamily="18" charset="0"/>
                        </a:rPr>
                        <a:t>Mode </a:t>
                      </a:r>
                      <a:endParaRPr lang="zh-CN" altLang="en-US" sz="1800" b="0" i="0" u="none" strike="noStrike" kern="1200" cap="none" spc="0" baseline="0">
                        <a:solidFill>
                          <a:schemeClr val="tx1"/>
                        </a:solidFill>
                        <a:latin typeface="Arial" pitchFamily="0" charset="0"/>
                        <a:ea typeface="宋体" pitchFamily="0" charset="0"/>
                        <a:cs typeface="Calibri" pitchFamily="0" charset="0"/>
                      </a:endParaRPr>
                    </a:p>
                  </a:txBody>
                  <a:tcPr marL="91440" marT="45681" marR="91440" marB="45681" vert="horz">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12700">
                      <a:solidFill>
                        <a:srgbClr val="000000"/>
                      </a:solidFill>
                      <a:prstDash val="solid"/>
                      <a:headEnd type="none" w="med" len="med"/>
                      <a:tailEnd type="none" w="med" len="med"/>
                    </a:lnB>
                  </a:tcPr>
                </a:tc>
                <a:tc>
                  <a:txBody>
                    <a:bodyPr/>
                    <a:lstStyle/>
                    <a:p>
                      <a:pPr marL="0" indent="0" algn="ctr" eaLnBrk="1" fontAlgn="base" latinLnBrk="0" hangingPunct="1">
                        <a:lnSpc>
                          <a:spcPct val="100000"/>
                        </a:lnSpc>
                        <a:spcBef>
                          <a:spcPts val="0"/>
                        </a:spcBef>
                        <a:spcAft>
                          <a:spcPts val="0"/>
                        </a:spcAft>
                        <a:buNone/>
                      </a:pPr>
                      <a:r>
                        <a:rPr lang="en-US" altLang="zh-CN" sz="1800" b="0" i="0" u="none" strike="noStrike" kern="1200" cap="none" spc="0" baseline="0">
                          <a:solidFill>
                            <a:schemeClr val="tx1"/>
                          </a:solidFill>
                          <a:latin typeface="Arial" pitchFamily="0" charset="0"/>
                          <a:ea typeface="宋体" pitchFamily="0" charset="0"/>
                          <a:cs typeface="Calibri" pitchFamily="0" charset="0"/>
                          <a:sym typeface="Symbol" pitchFamily="18" charset="2"/>
                        </a:rPr>
                        <a:t></a:t>
                      </a:r>
                      <a:endParaRPr lang="zh-CN" altLang="en-US" sz="1800" b="0" i="0" u="none" strike="noStrike" kern="1200" cap="none" spc="0" baseline="0">
                        <a:solidFill>
                          <a:schemeClr val="tx1"/>
                        </a:solidFill>
                        <a:latin typeface="Arial" pitchFamily="0" charset="0"/>
                        <a:ea typeface="宋体" pitchFamily="0" charset="0"/>
                        <a:cs typeface="Calibri" pitchFamily="0" charset="0"/>
                      </a:endParaRPr>
                    </a:p>
                  </a:txBody>
                  <a:tcPr marL="91440" marT="45681" marR="91440" marB="45681" vert="horz">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12700">
                      <a:solidFill>
                        <a:srgbClr val="000000"/>
                      </a:solidFill>
                      <a:prstDash val="solid"/>
                      <a:headEnd type="none" w="med" len="med"/>
                      <a:tailEnd type="none" w="med" len="med"/>
                    </a:lnB>
                  </a:tcPr>
                </a:tc>
              </a:tr>
              <a:tr h="639975">
                <a:tc>
                  <a:txBody>
                    <a:bodyPr/>
                    <a:lstStyle/>
                    <a:p>
                      <a:pPr marL="0" indent="0" algn="l" eaLnBrk="1" fontAlgn="base" latinLnBrk="0" hangingPunct="1">
                        <a:lnSpc>
                          <a:spcPct val="100000"/>
                        </a:lnSpc>
                        <a:spcBef>
                          <a:spcPts val="0"/>
                        </a:spcBef>
                        <a:spcAft>
                          <a:spcPts val="0"/>
                        </a:spcAft>
                        <a:buNone/>
                      </a:pPr>
                      <a:r>
                        <a:rPr lang="en-US" altLang="zh-CN" sz="1800" b="0" i="0" u="none" strike="noStrike" kern="1200" cap="none" spc="0" baseline="0">
                          <a:solidFill>
                            <a:schemeClr val="tx1"/>
                          </a:solidFill>
                          <a:latin typeface="Arial" pitchFamily="0" charset="0"/>
                          <a:ea typeface="宋体" pitchFamily="0" charset="0"/>
                          <a:cs typeface="Times New Roman" pitchFamily="18" charset="0"/>
                        </a:rPr>
                        <a:t>Range </a:t>
                      </a:r>
                      <a:endParaRPr lang="zh-CN" altLang="en-US" sz="1800" b="0" i="0" u="none" strike="noStrike" kern="1200" cap="none" spc="0" baseline="0">
                        <a:solidFill>
                          <a:schemeClr val="tx1"/>
                        </a:solidFill>
                        <a:latin typeface="Arial" pitchFamily="0" charset="0"/>
                        <a:ea typeface="宋体" pitchFamily="0" charset="0"/>
                        <a:cs typeface="Calibri" pitchFamily="0" charset="0"/>
                      </a:endParaRPr>
                    </a:p>
                  </a:txBody>
                  <a:tcPr marL="91440" marT="45681" marR="91440" marB="45681" vert="horz" anchor="ctr">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12700">
                      <a:solidFill>
                        <a:srgbClr val="000000"/>
                      </a:solidFill>
                      <a:prstDash val="solid"/>
                      <a:headEnd type="none" w="med" len="med"/>
                      <a:tailEnd type="none" w="med" len="med"/>
                    </a:lnB>
                  </a:tcPr>
                </a:tc>
                <a:tc>
                  <a:txBody>
                    <a:bodyPr/>
                    <a:lstStyle/>
                    <a:p>
                      <a:pPr marL="0" indent="0" algn="ctr" eaLnBrk="1" fontAlgn="base" latinLnBrk="0" hangingPunct="1">
                        <a:lnSpc>
                          <a:spcPct val="100000"/>
                        </a:lnSpc>
                        <a:spcBef>
                          <a:spcPts val="0"/>
                        </a:spcBef>
                        <a:spcAft>
                          <a:spcPts val="0"/>
                        </a:spcAft>
                        <a:buNone/>
                      </a:pPr>
                      <a:r>
                        <a:rPr lang="en-US" altLang="zh-CN" sz="1800" b="0" i="0" u="none" strike="noStrike" kern="1200" cap="none" spc="0" baseline="0">
                          <a:solidFill>
                            <a:schemeClr val="tx1"/>
                          </a:solidFill>
                          <a:latin typeface="Arial" pitchFamily="0" charset="0"/>
                          <a:ea typeface="宋体" pitchFamily="0" charset="0"/>
                          <a:cs typeface="Times New Roman" pitchFamily="18" charset="0"/>
                        </a:rPr>
                        <a:t>Infinity in both directions. </a:t>
                      </a:r>
                      <a:endParaRPr lang="zh-CN" altLang="en-US" sz="1800" b="0" i="0" u="none" strike="noStrike" kern="1200" cap="none" spc="0" baseline="0">
                        <a:solidFill>
                          <a:schemeClr val="tx1"/>
                        </a:solidFill>
                        <a:latin typeface="Arial" pitchFamily="0" charset="0"/>
                        <a:ea typeface="宋体" pitchFamily="0" charset="0"/>
                        <a:cs typeface="Calibri" pitchFamily="0" charset="0"/>
                      </a:endParaRPr>
                    </a:p>
                  </a:txBody>
                  <a:tcPr marL="91440" marT="45681" marR="91440" marB="45681" vert="horz">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12700">
                      <a:solidFill>
                        <a:srgbClr val="000000"/>
                      </a:solidFill>
                      <a:prstDash val="solid"/>
                      <a:headEnd type="none" w="med" len="med"/>
                      <a:tailEnd type="none" w="med" len="med"/>
                    </a:lnB>
                  </a:tcPr>
                </a:tc>
              </a:tr>
              <a:tr h="639975">
                <a:tc>
                  <a:txBody>
                    <a:bodyPr/>
                    <a:lstStyle/>
                    <a:p>
                      <a:pPr marL="0" indent="0" algn="l" eaLnBrk="1" fontAlgn="base" latinLnBrk="0" hangingPunct="1">
                        <a:lnSpc>
                          <a:spcPct val="100000"/>
                        </a:lnSpc>
                        <a:spcBef>
                          <a:spcPts val="0"/>
                        </a:spcBef>
                        <a:spcAft>
                          <a:spcPts val="0"/>
                        </a:spcAft>
                        <a:buNone/>
                      </a:pPr>
                      <a:r>
                        <a:rPr lang="en-US" altLang="zh-CN" sz="1800" b="0" i="0" u="none" strike="noStrike" kern="1200" cap="none" spc="0" baseline="0">
                          <a:solidFill>
                            <a:schemeClr val="tx1"/>
                          </a:solidFill>
                          <a:latin typeface="Arial" pitchFamily="0" charset="0"/>
                          <a:ea typeface="宋体" pitchFamily="0" charset="0"/>
                          <a:cs typeface="Times New Roman" pitchFamily="18" charset="0"/>
                        </a:rPr>
                        <a:t>Standard Deviation </a:t>
                      </a:r>
                      <a:endParaRPr lang="zh-CN" altLang="en-US" sz="1800" b="0" i="0" u="none" strike="noStrike" kern="1200" cap="none" spc="0" baseline="0">
                        <a:solidFill>
                          <a:schemeClr val="tx1"/>
                        </a:solidFill>
                        <a:latin typeface="Arial" pitchFamily="0" charset="0"/>
                        <a:ea typeface="宋体" pitchFamily="0" charset="0"/>
                        <a:cs typeface="Calibri" pitchFamily="0" charset="0"/>
                      </a:endParaRPr>
                    </a:p>
                  </a:txBody>
                  <a:tcPr marL="91440" marT="45681" marR="91440" marB="45681" vert="horz">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12700">
                      <a:solidFill>
                        <a:srgbClr val="000000"/>
                      </a:solidFill>
                      <a:prstDash val="solid"/>
                      <a:headEnd type="none" w="med" len="med"/>
                      <a:tailEnd type="none" w="med" len="med"/>
                    </a:lnB>
                  </a:tcPr>
                </a:tc>
                <a:tc>
                  <a:txBody>
                    <a:bodyPr/>
                    <a:lstStyle/>
                    <a:p>
                      <a:pPr marL="0" indent="0" algn="ctr" eaLnBrk="1" fontAlgn="base" latinLnBrk="0" hangingPunct="1">
                        <a:lnSpc>
                          <a:spcPct val="100000"/>
                        </a:lnSpc>
                        <a:spcBef>
                          <a:spcPts val="0"/>
                        </a:spcBef>
                        <a:spcAft>
                          <a:spcPts val="0"/>
                        </a:spcAft>
                        <a:buNone/>
                      </a:pPr>
                      <a:r>
                        <a:rPr lang="en-US" altLang="zh-CN" sz="1800" b="0" i="0" u="none" strike="noStrike" kern="1200" cap="none" spc="0" baseline="0">
                          <a:solidFill>
                            <a:schemeClr val="tx1"/>
                          </a:solidFill>
                          <a:latin typeface="Arial" pitchFamily="0" charset="0"/>
                          <a:ea typeface="宋体" pitchFamily="0" charset="0"/>
                          <a:cs typeface="Calibri" pitchFamily="0" charset="0"/>
                          <a:sym typeface="Symbol" pitchFamily="18" charset="2"/>
                        </a:rPr>
                        <a:t></a:t>
                      </a:r>
                      <a:endParaRPr lang="zh-CN" altLang="en-US" sz="1800" b="0" i="0" u="none" strike="noStrike" kern="1200" cap="none" spc="0" baseline="0">
                        <a:solidFill>
                          <a:schemeClr val="tx1"/>
                        </a:solidFill>
                        <a:latin typeface="Arial" pitchFamily="0" charset="0"/>
                        <a:ea typeface="宋体" pitchFamily="0" charset="0"/>
                        <a:cs typeface="Calibri" pitchFamily="0" charset="0"/>
                        <a:sym typeface="Symbol" pitchFamily="18" charset="2"/>
                      </a:endParaRPr>
                    </a:p>
                  </a:txBody>
                  <a:tcPr marL="91440" marT="45681" marR="91440" marB="45681" vert="horz">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12700">
                      <a:solidFill>
                        <a:srgbClr val="000000"/>
                      </a:solidFill>
                      <a:prstDash val="solid"/>
                      <a:headEnd type="none" w="med" len="med"/>
                      <a:tailEnd type="none" w="med" len="med"/>
                    </a:lnB>
                  </a:tcPr>
                </a:tc>
              </a:tr>
              <a:tr h="365668">
                <a:tc>
                  <a:txBody>
                    <a:bodyPr/>
                    <a:lstStyle/>
                    <a:p>
                      <a:pPr marL="0" indent="0" algn="l" eaLnBrk="1" fontAlgn="base" latinLnBrk="0" hangingPunct="1">
                        <a:lnSpc>
                          <a:spcPct val="100000"/>
                        </a:lnSpc>
                        <a:spcBef>
                          <a:spcPts val="0"/>
                        </a:spcBef>
                        <a:spcAft>
                          <a:spcPts val="0"/>
                        </a:spcAft>
                        <a:buNone/>
                      </a:pPr>
                      <a:r>
                        <a:rPr lang="en-US" altLang="zh-CN" sz="1800" b="0" i="0" u="none" strike="noStrike" kern="1200" cap="none" spc="0" baseline="0">
                          <a:solidFill>
                            <a:schemeClr val="tx1"/>
                          </a:solidFill>
                          <a:latin typeface="Arial" pitchFamily="0" charset="0"/>
                          <a:ea typeface="宋体" pitchFamily="0" charset="0"/>
                          <a:cs typeface="Times New Roman" pitchFamily="18" charset="0"/>
                        </a:rPr>
                        <a:t>Skewness </a:t>
                      </a:r>
                      <a:endParaRPr lang="zh-CN" altLang="en-US" sz="1800" b="0" i="0" u="none" strike="noStrike" kern="1200" cap="none" spc="0" baseline="0">
                        <a:solidFill>
                          <a:schemeClr val="tx1"/>
                        </a:solidFill>
                        <a:latin typeface="Arial" pitchFamily="0" charset="0"/>
                        <a:ea typeface="宋体" pitchFamily="0" charset="0"/>
                        <a:cs typeface="Calibri" pitchFamily="0" charset="0"/>
                      </a:endParaRPr>
                    </a:p>
                  </a:txBody>
                  <a:tcPr marL="91440" marT="45681" marR="91440" marB="45681" vert="horz">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12700">
                      <a:solidFill>
                        <a:srgbClr val="000000"/>
                      </a:solidFill>
                      <a:prstDash val="solid"/>
                      <a:headEnd type="none" w="med" len="med"/>
                      <a:tailEnd type="none" w="med" len="med"/>
                    </a:lnB>
                  </a:tcPr>
                </a:tc>
                <a:tc>
                  <a:txBody>
                    <a:bodyPr/>
                    <a:lstStyle/>
                    <a:p>
                      <a:pPr marL="0" indent="0" algn="ctr" eaLnBrk="1" fontAlgn="base" latinLnBrk="0" hangingPunct="1">
                        <a:lnSpc>
                          <a:spcPct val="100000"/>
                        </a:lnSpc>
                        <a:spcBef>
                          <a:spcPts val="0"/>
                        </a:spcBef>
                        <a:spcAft>
                          <a:spcPts val="0"/>
                        </a:spcAft>
                        <a:buNone/>
                      </a:pPr>
                      <a:r>
                        <a:rPr lang="en-US" altLang="zh-CN" sz="1800" b="0" i="0" u="none" strike="noStrike" kern="1200" cap="none" spc="0" baseline="0">
                          <a:solidFill>
                            <a:schemeClr val="tx1"/>
                          </a:solidFill>
                          <a:latin typeface="Arial" pitchFamily="0" charset="0"/>
                          <a:ea typeface="宋体" pitchFamily="0" charset="0"/>
                          <a:cs typeface="Times New Roman" pitchFamily="18" charset="0"/>
                        </a:rPr>
                        <a:t>0 </a:t>
                      </a:r>
                      <a:endParaRPr lang="zh-CN" altLang="en-US" sz="1800" b="0" i="0" u="none" strike="noStrike" kern="1200" cap="none" spc="0" baseline="0">
                        <a:solidFill>
                          <a:schemeClr val="tx1"/>
                        </a:solidFill>
                        <a:latin typeface="Arial" pitchFamily="0" charset="0"/>
                        <a:ea typeface="宋体" pitchFamily="0" charset="0"/>
                        <a:cs typeface="Calibri" pitchFamily="0" charset="0"/>
                      </a:endParaRPr>
                    </a:p>
                  </a:txBody>
                  <a:tcPr marL="91440" marT="45681" marR="91440" marB="45681" vert="horz">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12700">
                      <a:solidFill>
                        <a:srgbClr val="000000"/>
                      </a:solidFill>
                      <a:prstDash val="solid"/>
                      <a:headEnd type="none" w="med" len="med"/>
                      <a:tailEnd type="none" w="med" len="med"/>
                    </a:lnB>
                  </a:tcPr>
                </a:tc>
              </a:tr>
              <a:tr h="365668">
                <a:tc>
                  <a:txBody>
                    <a:bodyPr/>
                    <a:lstStyle/>
                    <a:p>
                      <a:pPr marL="0" indent="0" algn="l" eaLnBrk="1" fontAlgn="base" latinLnBrk="0" hangingPunct="1">
                        <a:lnSpc>
                          <a:spcPct val="100000"/>
                        </a:lnSpc>
                        <a:spcBef>
                          <a:spcPts val="0"/>
                        </a:spcBef>
                        <a:spcAft>
                          <a:spcPts val="0"/>
                        </a:spcAft>
                        <a:buNone/>
                      </a:pPr>
                      <a:r>
                        <a:rPr lang="en-US" altLang="zh-CN" sz="1800" b="0" i="0" u="none" strike="noStrike" kern="1200" cap="none" spc="0" baseline="0">
                          <a:solidFill>
                            <a:schemeClr val="tx1"/>
                          </a:solidFill>
                          <a:latin typeface="Arial" pitchFamily="0" charset="0"/>
                          <a:ea typeface="宋体" pitchFamily="0" charset="0"/>
                          <a:cs typeface="Times New Roman" pitchFamily="18" charset="0"/>
                        </a:rPr>
                        <a:t>Kurtosis </a:t>
                      </a:r>
                      <a:endParaRPr lang="zh-CN" altLang="en-US" sz="1800" b="0" i="0" u="none" strike="noStrike" kern="1200" cap="none" spc="0" baseline="0">
                        <a:solidFill>
                          <a:schemeClr val="tx1"/>
                        </a:solidFill>
                        <a:latin typeface="Arial" pitchFamily="0" charset="0"/>
                        <a:ea typeface="宋体" pitchFamily="0" charset="0"/>
                        <a:cs typeface="Calibri" pitchFamily="0" charset="0"/>
                      </a:endParaRPr>
                    </a:p>
                  </a:txBody>
                  <a:tcPr marL="91440" marT="45681" marR="91440" marB="45681" vert="horz">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12700">
                      <a:solidFill>
                        <a:srgbClr val="000000"/>
                      </a:solidFill>
                      <a:prstDash val="solid"/>
                      <a:headEnd type="none" w="med" len="med"/>
                      <a:tailEnd type="none" w="med" len="med"/>
                    </a:lnB>
                  </a:tcPr>
                </a:tc>
                <a:tc>
                  <a:txBody>
                    <a:bodyPr/>
                    <a:lstStyle/>
                    <a:p>
                      <a:pPr marL="0" indent="0" algn="ctr" eaLnBrk="1" fontAlgn="base" latinLnBrk="0" hangingPunct="1">
                        <a:lnSpc>
                          <a:spcPct val="100000"/>
                        </a:lnSpc>
                        <a:spcBef>
                          <a:spcPts val="0"/>
                        </a:spcBef>
                        <a:spcAft>
                          <a:spcPts val="0"/>
                        </a:spcAft>
                        <a:buNone/>
                      </a:pPr>
                      <a:r>
                        <a:rPr lang="en-US" altLang="zh-CN" sz="1800" b="0" i="0" u="none" strike="noStrike" kern="1200" cap="none" spc="0" baseline="0">
                          <a:solidFill>
                            <a:schemeClr val="tx1"/>
                          </a:solidFill>
                          <a:latin typeface="Arial" pitchFamily="0" charset="0"/>
                          <a:ea typeface="宋体" pitchFamily="0" charset="0"/>
                          <a:cs typeface="Times New Roman" pitchFamily="18" charset="0"/>
                        </a:rPr>
                        <a:t>3 </a:t>
                      </a:r>
                      <a:endParaRPr lang="zh-CN" altLang="en-US" sz="1800" b="0" i="0" u="none" strike="noStrike" kern="1200" cap="none" spc="0" baseline="0">
                        <a:solidFill>
                          <a:schemeClr val="tx1"/>
                        </a:solidFill>
                        <a:latin typeface="Arial" pitchFamily="0" charset="0"/>
                        <a:ea typeface="宋体" pitchFamily="0" charset="0"/>
                        <a:cs typeface="Calibri" pitchFamily="0" charset="0"/>
                      </a:endParaRPr>
                    </a:p>
                  </a:txBody>
                  <a:tcPr marL="91440" marT="45681" marR="91440" marB="45681" vert="horz">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12700">
                      <a:solidFill>
                        <a:srgbClr val="000000"/>
                      </a:solidFill>
                      <a:prstDash val="solid"/>
                      <a:headEnd type="none" w="med" len="med"/>
                      <a:tailEnd type="none" w="med" len="med"/>
                    </a:lnB>
                  </a:tcPr>
                </a:tc>
              </a:tr>
            </a:tbl>
          </a:graphicData>
        </a:graphic>
      </p:graphicFrame>
      <p:sp>
        <p:nvSpPr>
          <p:cNvPr id="123" name="Rectangles"/>
          <p:cNvSpPr>
            <a:spLocks/>
          </p:cNvSpPr>
          <p:nvPr/>
        </p:nvSpPr>
        <p:spPr>
          <a:xfrm rot="0">
            <a:off x="2438400" y="1828800"/>
            <a:ext cx="3386708" cy="453390"/>
          </a:xfrm>
          <a:prstGeom prst="rect"/>
          <a:noFill/>
          <a:ln w="12700" cmpd="sng" cap="flat">
            <a:noFill/>
            <a:prstDash val="solid"/>
            <a:round/>
          </a:ln>
        </p:spPr>
        <p:txBody>
          <a:bodyPr vert="horz" wrap="non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2400" b="0" i="0" u="none" strike="noStrike" kern="1200" cap="none" spc="0" baseline="0">
                <a:solidFill>
                  <a:schemeClr val="tx1"/>
                </a:solidFill>
                <a:latin typeface="Arial" pitchFamily="0" charset="0"/>
                <a:ea typeface="ＭＳ Ｐゴシック" pitchFamily="0" charset="-128"/>
                <a:cs typeface="Calibri" pitchFamily="0" charset="0"/>
              </a:rPr>
              <a:t>Parametric description</a:t>
            </a:r>
            <a:endParaRPr lang="zh-CN" altLang="en-US" sz="2400" b="0" i="0" u="none" strike="noStrike" kern="1200" cap="none" spc="0" baseline="0">
              <a:solidFill>
                <a:schemeClr val="tx1"/>
              </a:solidFill>
              <a:latin typeface="Arial"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889356013"/>
      </p:ext>
    </p:extLst>
  </p:cSld>
  <p:clrMapOvr>
    <a:masterClrMapping/>
  </p:clrMapOvr>
</p:sld>
</file>

<file path=ppt/slides/slide14.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4"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Example</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sp>
        <p:nvSpPr>
          <p:cNvPr id="125" name="Text box"/>
          <p:cNvSpPr>
            <a:spLocks noGrp="1"/>
          </p:cNvSpPr>
          <p:nvPr>
            <p:ph type="sldNum"/>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Lucida Sans"/>
              </a:rPr>
              <a:t>14</a:t>
            </a:fld>
            <a:endParaRPr lang="zh-CN" altLang="en-US" sz="1000" b="1" i="0" u="none" strike="noStrike" kern="1200" cap="none" spc="0" baseline="0">
              <a:solidFill>
                <a:schemeClr val="bg1"/>
              </a:solidFill>
              <a:latin typeface="Arial" pitchFamily="0" charset="0"/>
              <a:ea typeface="ＭＳ Ｐゴシック" pitchFamily="0" charset="-128"/>
              <a:cs typeface="Lucida Sans"/>
            </a:endParaRPr>
          </a:p>
        </p:txBody>
      </p:sp>
      <p:pic>
        <p:nvPicPr>
          <p:cNvPr id="126" name="Images" descr="http://www.mymarketresearchmethods.com/wp-content/uploads/2011/11/Descriptive-Statistics.jpg"/>
          <p:cNvPicPr>
            <a:picLocks noChangeAspect="1"/>
          </p:cNvPicPr>
          <p:nvPr/>
        </p:nvPicPr>
        <p:blipFill>
          <a:blip r:embed="rId1" cstate="print"/>
          <a:stretch>
            <a:fillRect/>
          </a:stretch>
        </p:blipFill>
        <p:spPr>
          <a:xfrm rot="0">
            <a:off x="2057400" y="1828800"/>
            <a:ext cx="8610600" cy="4038600"/>
          </a:xfrm>
          <a:prstGeom prst="rect"/>
          <a:noFill/>
          <a:ln w="12700" cmpd="sng" cap="flat">
            <a:noFill/>
            <a:prstDash val="solid"/>
            <a:round/>
          </a:ln>
        </p:spPr>
      </p:pic>
    </p:spTree>
    <p:extLst>
      <p:ext uri="{BB962C8B-B14F-4D97-AF65-F5344CB8AC3E}">
        <p14:creationId xmlns:p14="http://schemas.microsoft.com/office/powerpoint/2010/main" val="1353305168"/>
      </p:ext>
    </p:extLst>
  </p:cSld>
  <p:clrMapOvr>
    <a:masterClrMapping/>
  </p:clrMapOvr>
</p:sld>
</file>

<file path=ppt/slides/slide15.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27"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Example</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sp>
        <p:nvSpPr>
          <p:cNvPr id="128" name="Text box"/>
          <p:cNvSpPr>
            <a:spLocks noGrp="1"/>
          </p:cNvSpPr>
          <p:nvPr>
            <p:ph type="sldNum"/>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Lucida Sans"/>
              </a:rPr>
              <a:t>15</a:t>
            </a:fld>
            <a:endParaRPr lang="zh-CN" altLang="en-US" sz="1000" b="1" i="0" u="none" strike="noStrike" kern="1200" cap="none" spc="0" baseline="0">
              <a:solidFill>
                <a:schemeClr val="bg1"/>
              </a:solidFill>
              <a:latin typeface="Arial" pitchFamily="0" charset="0"/>
              <a:ea typeface="ＭＳ Ｐゴシック" pitchFamily="0" charset="-128"/>
              <a:cs typeface="Lucida Sans"/>
            </a:endParaRPr>
          </a:p>
        </p:txBody>
      </p:sp>
      <p:pic>
        <p:nvPicPr>
          <p:cNvPr id="129" name="Images" descr="http://31.media.tumblr.com/tumblr_m3ird0kUO71rng1o3.jpg"/>
          <p:cNvPicPr>
            <a:picLocks noChangeAspect="1"/>
          </p:cNvPicPr>
          <p:nvPr/>
        </p:nvPicPr>
        <p:blipFill>
          <a:blip r:embed="rId1" cstate="print"/>
          <a:stretch>
            <a:fillRect/>
          </a:stretch>
        </p:blipFill>
        <p:spPr>
          <a:xfrm rot="0">
            <a:off x="2514600" y="1752601"/>
            <a:ext cx="7581899" cy="4397375"/>
          </a:xfrm>
          <a:prstGeom prst="rect"/>
          <a:noFill/>
          <a:ln w="12700" cmpd="sng" cap="flat">
            <a:noFill/>
            <a:prstDash val="solid"/>
            <a:round/>
          </a:ln>
        </p:spPr>
      </p:pic>
    </p:spTree>
    <p:extLst>
      <p:ext uri="{BB962C8B-B14F-4D97-AF65-F5344CB8AC3E}">
        <p14:creationId xmlns:p14="http://schemas.microsoft.com/office/powerpoint/2010/main" val="302752175"/>
      </p:ext>
    </p:extLst>
  </p:cSld>
  <p:clrMapOvr>
    <a:masterClrMapping/>
  </p:clrMapOvr>
</p:sld>
</file>

<file path=ppt/slides/slide16.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30"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Example</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sp>
        <p:nvSpPr>
          <p:cNvPr id="131" name="Text box"/>
          <p:cNvSpPr>
            <a:spLocks noGrp="1"/>
          </p:cNvSpPr>
          <p:nvPr>
            <p:ph type="sldNum"/>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Lucida Sans"/>
              </a:rPr>
              <a:t>16</a:t>
            </a:fld>
            <a:endParaRPr lang="zh-CN" altLang="en-US" sz="1000" b="1" i="0" u="none" strike="noStrike" kern="1200" cap="none" spc="0" baseline="0">
              <a:solidFill>
                <a:schemeClr val="bg1"/>
              </a:solidFill>
              <a:latin typeface="Arial" pitchFamily="0" charset="0"/>
              <a:ea typeface="ＭＳ Ｐゴシック" pitchFamily="0" charset="-128"/>
              <a:cs typeface="Lucida Sans"/>
            </a:endParaRPr>
          </a:p>
        </p:txBody>
      </p:sp>
      <p:pic>
        <p:nvPicPr>
          <p:cNvPr id="132" name="Images" descr="http://media-2.web.britannica.com/eb-media/31/4431-004-B067AEDE.jpg"/>
          <p:cNvPicPr>
            <a:picLocks noChangeAspect="1"/>
          </p:cNvPicPr>
          <p:nvPr/>
        </p:nvPicPr>
        <p:blipFill>
          <a:blip r:embed="rId1" cstate="print"/>
          <a:stretch>
            <a:fillRect/>
          </a:stretch>
        </p:blipFill>
        <p:spPr>
          <a:xfrm rot="0">
            <a:off x="4343400" y="1371600"/>
            <a:ext cx="4914899" cy="4914900"/>
          </a:xfrm>
          <a:prstGeom prst="rect"/>
          <a:noFill/>
          <a:ln w="12700" cmpd="sng" cap="flat">
            <a:noFill/>
            <a:prstDash val="solid"/>
            <a:round/>
          </a:ln>
        </p:spPr>
      </p:pic>
    </p:spTree>
    <p:extLst>
      <p:ext uri="{BB962C8B-B14F-4D97-AF65-F5344CB8AC3E}">
        <p14:creationId xmlns:p14="http://schemas.microsoft.com/office/powerpoint/2010/main" val="427090154"/>
      </p:ext>
    </p:extLst>
  </p:cSld>
  <p:clrMapOvr>
    <a:masterClrMapping/>
  </p:clrMapOvr>
</p:sld>
</file>

<file path=ppt/slides/slide17.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33"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Example</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sp>
        <p:nvSpPr>
          <p:cNvPr id="134" name="Text box"/>
          <p:cNvSpPr>
            <a:spLocks noGrp="1"/>
          </p:cNvSpPr>
          <p:nvPr>
            <p:ph type="sldNum"/>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Lucida Sans"/>
              </a:rPr>
              <a:t>17</a:t>
            </a:fld>
            <a:endParaRPr lang="zh-CN" altLang="en-US" sz="1000" b="1" i="0" u="none" strike="noStrike" kern="1200" cap="none" spc="0" baseline="0">
              <a:solidFill>
                <a:schemeClr val="bg1"/>
              </a:solidFill>
              <a:latin typeface="Arial" pitchFamily="0" charset="0"/>
              <a:ea typeface="ＭＳ Ｐゴシック" pitchFamily="0" charset="-128"/>
              <a:cs typeface="Lucida Sans"/>
            </a:endParaRPr>
          </a:p>
        </p:txBody>
      </p:sp>
      <p:pic>
        <p:nvPicPr>
          <p:cNvPr id="135" name="Images" descr="http://1.bp.blogspot.com/-6xC7vLbVhHE/ULgsTqMQyaI/AAAAAAAAAdY/FLcHIj2lf2s/s1600/statistical+misconception.png"/>
          <p:cNvPicPr>
            <a:picLocks noChangeAspect="1"/>
          </p:cNvPicPr>
          <p:nvPr/>
        </p:nvPicPr>
        <p:blipFill>
          <a:blip r:embed="rId1" cstate="print"/>
          <a:stretch>
            <a:fillRect/>
          </a:stretch>
        </p:blipFill>
        <p:spPr>
          <a:xfrm rot="0">
            <a:off x="2819400" y="1828801"/>
            <a:ext cx="6781800" cy="4068763"/>
          </a:xfrm>
          <a:prstGeom prst="rect"/>
          <a:noFill/>
          <a:ln w="12700" cmpd="sng" cap="flat">
            <a:noFill/>
            <a:prstDash val="solid"/>
            <a:round/>
          </a:ln>
        </p:spPr>
      </p:pic>
    </p:spTree>
    <p:extLst>
      <p:ext uri="{BB962C8B-B14F-4D97-AF65-F5344CB8AC3E}">
        <p14:creationId xmlns:p14="http://schemas.microsoft.com/office/powerpoint/2010/main" val="611296961"/>
      </p:ext>
    </p:extLst>
  </p:cSld>
  <p:clrMapOvr>
    <a:masterClrMapping/>
  </p:clrMapOvr>
</p:sld>
</file>

<file path=ppt/slides/slide18.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36"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Example</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sp>
        <p:nvSpPr>
          <p:cNvPr id="137" name="Text box"/>
          <p:cNvSpPr>
            <a:spLocks noGrp="1"/>
          </p:cNvSpPr>
          <p:nvPr>
            <p:ph type="sldNum"/>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Lucida Sans"/>
              </a:rPr>
              <a:t>18</a:t>
            </a:fld>
            <a:endParaRPr lang="zh-CN" altLang="en-US" sz="1000" b="1" i="0" u="none" strike="noStrike" kern="1200" cap="none" spc="0" baseline="0">
              <a:solidFill>
                <a:schemeClr val="bg1"/>
              </a:solidFill>
              <a:latin typeface="Arial" pitchFamily="0" charset="0"/>
              <a:ea typeface="ＭＳ Ｐゴシック" pitchFamily="0" charset="-128"/>
              <a:cs typeface="Lucida Sans"/>
            </a:endParaRPr>
          </a:p>
        </p:txBody>
      </p:sp>
      <p:pic>
        <p:nvPicPr>
          <p:cNvPr id="138" name="Images" descr="http://www.statisticshowto.com/wp-content/uploads/2014/01/new-haven-ct.jpg"/>
          <p:cNvPicPr>
            <a:picLocks noChangeAspect="1"/>
          </p:cNvPicPr>
          <p:nvPr/>
        </p:nvPicPr>
        <p:blipFill>
          <a:blip r:embed="rId1" cstate="print"/>
          <a:stretch>
            <a:fillRect/>
          </a:stretch>
        </p:blipFill>
        <p:spPr>
          <a:xfrm rot="0">
            <a:off x="2438400" y="1981201"/>
            <a:ext cx="7708900" cy="3743325"/>
          </a:xfrm>
          <a:prstGeom prst="rect"/>
          <a:noFill/>
          <a:ln w="12700" cmpd="sng" cap="flat">
            <a:noFill/>
            <a:prstDash val="solid"/>
            <a:round/>
          </a:ln>
        </p:spPr>
      </p:pic>
    </p:spTree>
    <p:extLst>
      <p:ext uri="{BB962C8B-B14F-4D97-AF65-F5344CB8AC3E}">
        <p14:creationId xmlns:p14="http://schemas.microsoft.com/office/powerpoint/2010/main" val="668304709"/>
      </p:ext>
    </p:extLst>
  </p:cSld>
  <p:clrMapOvr>
    <a:masterClrMapping/>
  </p:clrMapOvr>
</p:sld>
</file>

<file path=ppt/slides/slide19.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39"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Example</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sp>
        <p:nvSpPr>
          <p:cNvPr id="140" name="Text box"/>
          <p:cNvSpPr>
            <a:spLocks noGrp="1"/>
          </p:cNvSpPr>
          <p:nvPr>
            <p:ph type="sldNum"/>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Lucida Sans"/>
              </a:rPr>
              <a:t>19</a:t>
            </a:fld>
            <a:endParaRPr lang="zh-CN" altLang="en-US" sz="1000" b="1" i="0" u="none" strike="noStrike" kern="1200" cap="none" spc="0" baseline="0">
              <a:solidFill>
                <a:schemeClr val="bg1"/>
              </a:solidFill>
              <a:latin typeface="Arial" pitchFamily="0" charset="0"/>
              <a:ea typeface="ＭＳ Ｐゴシック" pitchFamily="0" charset="-128"/>
              <a:cs typeface="Lucida Sans"/>
            </a:endParaRPr>
          </a:p>
        </p:txBody>
      </p:sp>
      <p:pic>
        <p:nvPicPr>
          <p:cNvPr id="141" name="Images" descr="http://i.huffpost.com/gen/1117147/original.jpg"/>
          <p:cNvPicPr>
            <a:picLocks noChangeAspect="1"/>
          </p:cNvPicPr>
          <p:nvPr/>
        </p:nvPicPr>
        <p:blipFill>
          <a:blip r:embed="rId1" cstate="print"/>
          <a:stretch>
            <a:fillRect/>
          </a:stretch>
        </p:blipFill>
        <p:spPr>
          <a:xfrm rot="0">
            <a:off x="2895600" y="1752601"/>
            <a:ext cx="6967538" cy="4124324"/>
          </a:xfrm>
          <a:prstGeom prst="rect"/>
          <a:noFill/>
          <a:ln w="12700" cmpd="sng" cap="flat">
            <a:noFill/>
            <a:prstDash val="solid"/>
            <a:round/>
          </a:ln>
        </p:spPr>
      </p:pic>
    </p:spTree>
    <p:extLst>
      <p:ext uri="{BB962C8B-B14F-4D97-AF65-F5344CB8AC3E}">
        <p14:creationId xmlns:p14="http://schemas.microsoft.com/office/powerpoint/2010/main" val="547564609"/>
      </p:ext>
    </p:extLst>
  </p:cSld>
  <p:clrMapOvr>
    <a:masterClrMapping/>
  </p:clrMapOvr>
</p:sld>
</file>

<file path=ppt/slides/slide20.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42"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Example</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sp>
        <p:nvSpPr>
          <p:cNvPr id="143" name="Text box"/>
          <p:cNvSpPr>
            <a:spLocks noGrp="1"/>
          </p:cNvSpPr>
          <p:nvPr>
            <p:ph type="sldNum"/>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Lucida Sans"/>
              </a:rPr>
              <a:t>20</a:t>
            </a:fld>
            <a:endParaRPr lang="zh-CN" altLang="en-US" sz="1000" b="1" i="0" u="none" strike="noStrike" kern="1200" cap="none" spc="0" baseline="0">
              <a:solidFill>
                <a:schemeClr val="bg1"/>
              </a:solidFill>
              <a:latin typeface="Arial" pitchFamily="0" charset="0"/>
              <a:ea typeface="ＭＳ Ｐゴシック" pitchFamily="0" charset="-128"/>
              <a:cs typeface="Lucida Sans"/>
            </a:endParaRPr>
          </a:p>
        </p:txBody>
      </p:sp>
      <p:pic>
        <p:nvPicPr>
          <p:cNvPr id="144" name="Images" descr="http://www.real-statistics.com/wp-content/uploads/2012/11/descriptive-statistics-tool-multiple.png"/>
          <p:cNvPicPr>
            <a:picLocks noChangeAspect="1"/>
          </p:cNvPicPr>
          <p:nvPr/>
        </p:nvPicPr>
        <p:blipFill>
          <a:blip r:embed="rId1" cstate="print"/>
          <a:stretch>
            <a:fillRect/>
          </a:stretch>
        </p:blipFill>
        <p:spPr>
          <a:xfrm rot="0">
            <a:off x="2057400" y="1752599"/>
            <a:ext cx="8375649" cy="4267199"/>
          </a:xfrm>
          <a:prstGeom prst="rect"/>
          <a:noFill/>
          <a:ln w="12700" cmpd="sng" cap="flat">
            <a:noFill/>
            <a:prstDash val="solid"/>
            <a:round/>
          </a:ln>
        </p:spPr>
      </p:pic>
    </p:spTree>
    <p:extLst>
      <p:ext uri="{BB962C8B-B14F-4D97-AF65-F5344CB8AC3E}">
        <p14:creationId xmlns:p14="http://schemas.microsoft.com/office/powerpoint/2010/main" val="871699926"/>
      </p:ext>
    </p:extLst>
  </p:cSld>
  <p:clrMapOvr>
    <a:masterClrMapping/>
  </p:clrMapOvr>
</p:sld>
</file>

<file path=ppt/slides/slide21.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45"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Example</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sp>
        <p:nvSpPr>
          <p:cNvPr id="146" name="Text box"/>
          <p:cNvSpPr>
            <a:spLocks noGrp="1"/>
          </p:cNvSpPr>
          <p:nvPr>
            <p:ph type="sldNum"/>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Lucida Sans"/>
              </a:rPr>
              <a:t>21</a:t>
            </a:fld>
            <a:endParaRPr lang="zh-CN" altLang="en-US" sz="1000" b="1" i="0" u="none" strike="noStrike" kern="1200" cap="none" spc="0" baseline="0">
              <a:solidFill>
                <a:schemeClr val="bg1"/>
              </a:solidFill>
              <a:latin typeface="Arial" pitchFamily="0" charset="0"/>
              <a:ea typeface="ＭＳ Ｐゴシック" pitchFamily="0" charset="-128"/>
              <a:cs typeface="Lucida Sans"/>
            </a:endParaRPr>
          </a:p>
        </p:txBody>
      </p:sp>
      <p:pic>
        <p:nvPicPr>
          <p:cNvPr id="147" name="Images" descr="http://www.scielo.br/img/revistas/rbcp/v27n1/en_a13tab02.jpg"/>
          <p:cNvPicPr>
            <a:picLocks noChangeAspect="1"/>
          </p:cNvPicPr>
          <p:nvPr/>
        </p:nvPicPr>
        <p:blipFill>
          <a:blip r:embed="rId1" cstate="print"/>
          <a:stretch>
            <a:fillRect/>
          </a:stretch>
        </p:blipFill>
        <p:spPr>
          <a:xfrm rot="0">
            <a:off x="1858964" y="2133600"/>
            <a:ext cx="8809037" cy="2590799"/>
          </a:xfrm>
          <a:prstGeom prst="rect"/>
          <a:noFill/>
          <a:ln w="12700" cmpd="sng" cap="flat">
            <a:noFill/>
            <a:prstDash val="solid"/>
            <a:round/>
          </a:ln>
        </p:spPr>
      </p:pic>
    </p:spTree>
    <p:extLst>
      <p:ext uri="{BB962C8B-B14F-4D97-AF65-F5344CB8AC3E}">
        <p14:creationId xmlns:p14="http://schemas.microsoft.com/office/powerpoint/2010/main" val="266441135"/>
      </p:ext>
    </p:extLst>
  </p:cSld>
  <p:clrMapOvr>
    <a:masterClrMapping/>
  </p:clrMapOvr>
</p:sld>
</file>

<file path=ppt/slides/slide22.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48"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Example</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sp>
        <p:nvSpPr>
          <p:cNvPr id="149" name="Text box"/>
          <p:cNvSpPr>
            <a:spLocks noGrp="1"/>
          </p:cNvSpPr>
          <p:nvPr>
            <p:ph type="sldNum"/>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Lucida Sans"/>
              </a:rPr>
              <a:t>22</a:t>
            </a:fld>
            <a:endParaRPr lang="zh-CN" altLang="en-US" sz="1000" b="1" i="0" u="none" strike="noStrike" kern="1200" cap="none" spc="0" baseline="0">
              <a:solidFill>
                <a:schemeClr val="bg1"/>
              </a:solidFill>
              <a:latin typeface="Arial" pitchFamily="0" charset="0"/>
              <a:ea typeface="ＭＳ Ｐゴシック" pitchFamily="0" charset="-128"/>
              <a:cs typeface="Lucida Sans"/>
            </a:endParaRPr>
          </a:p>
        </p:txBody>
      </p:sp>
      <p:pic>
        <p:nvPicPr>
          <p:cNvPr id="150" name="Images" descr="http://sajip.co.za/index.php/sajip/article/downloadSuppFile/843/394"/>
          <p:cNvPicPr>
            <a:picLocks noChangeAspect="1"/>
          </p:cNvPicPr>
          <p:nvPr/>
        </p:nvPicPr>
        <p:blipFill>
          <a:blip r:embed="rId1" cstate="print"/>
          <a:stretch>
            <a:fillRect/>
          </a:stretch>
        </p:blipFill>
        <p:spPr>
          <a:xfrm rot="0">
            <a:off x="2514600" y="1524000"/>
            <a:ext cx="7747001" cy="3810000"/>
          </a:xfrm>
          <a:prstGeom prst="rect"/>
          <a:noFill/>
          <a:ln w="12700" cmpd="sng" cap="flat">
            <a:noFill/>
            <a:prstDash val="solid"/>
            <a:round/>
          </a:ln>
        </p:spPr>
      </p:pic>
    </p:spTree>
    <p:extLst>
      <p:ext uri="{BB962C8B-B14F-4D97-AF65-F5344CB8AC3E}">
        <p14:creationId xmlns:p14="http://schemas.microsoft.com/office/powerpoint/2010/main" val="1868246062"/>
      </p:ext>
    </p:extLst>
  </p:cSld>
  <p:clrMapOvr>
    <a:masterClrMapping/>
  </p:clrMapOvr>
</p:sld>
</file>

<file path=ppt/slides/slide23.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51"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Example</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sp>
        <p:nvSpPr>
          <p:cNvPr id="152" name="Text box"/>
          <p:cNvSpPr>
            <a:spLocks noGrp="1"/>
          </p:cNvSpPr>
          <p:nvPr>
            <p:ph type="sldNum"/>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Lucida Sans"/>
              </a:rPr>
              <a:t>23</a:t>
            </a:fld>
            <a:endParaRPr lang="zh-CN" altLang="en-US" sz="1000" b="1" i="0" u="none" strike="noStrike" kern="1200" cap="none" spc="0" baseline="0">
              <a:solidFill>
                <a:schemeClr val="bg1"/>
              </a:solidFill>
              <a:latin typeface="Arial" pitchFamily="0" charset="0"/>
              <a:ea typeface="ＭＳ Ｐゴシック" pitchFamily="0" charset="-128"/>
              <a:cs typeface="Lucida Sans"/>
            </a:endParaRPr>
          </a:p>
        </p:txBody>
      </p:sp>
      <p:pic>
        <p:nvPicPr>
          <p:cNvPr id="153" name="Images" descr="http://file.scirp.org/Html/8-7200637%5C3a27cf6b-6d8f-4539-b5ef-82c0cc532bfb.jpg"/>
          <p:cNvPicPr>
            <a:picLocks noChangeAspect="1"/>
          </p:cNvPicPr>
          <p:nvPr/>
        </p:nvPicPr>
        <p:blipFill>
          <a:blip r:embed="rId1" cstate="print"/>
          <a:stretch>
            <a:fillRect/>
          </a:stretch>
        </p:blipFill>
        <p:spPr>
          <a:xfrm rot="0">
            <a:off x="2286000" y="2209801"/>
            <a:ext cx="7810499" cy="3114674"/>
          </a:xfrm>
          <a:prstGeom prst="rect"/>
          <a:noFill/>
          <a:ln w="12700" cmpd="sng" cap="flat">
            <a:noFill/>
            <a:prstDash val="solid"/>
            <a:round/>
          </a:ln>
        </p:spPr>
      </p:pic>
    </p:spTree>
    <p:extLst>
      <p:ext uri="{BB962C8B-B14F-4D97-AF65-F5344CB8AC3E}">
        <p14:creationId xmlns:p14="http://schemas.microsoft.com/office/powerpoint/2010/main" val="318033515"/>
      </p:ext>
    </p:extLst>
  </p:cSld>
  <p:clrMapOvr>
    <a:masterClrMapping/>
  </p:clrMapOvr>
</p:sld>
</file>

<file path=ppt/slides/slide24.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54" name="Text box"/>
          <p:cNvSpPr>
            <a:spLocks noGrp="1"/>
          </p:cNvSpPr>
          <p:nvPr>
            <p:ph type="sldNum"/>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Lucida Sans"/>
              </a:rPr>
              <a:t>24</a:t>
            </a:fld>
            <a:endParaRPr lang="zh-CN" altLang="en-US" sz="1000" b="1" i="0" u="none" strike="noStrike" kern="1200" cap="none" spc="0" baseline="0">
              <a:solidFill>
                <a:schemeClr val="bg1"/>
              </a:solidFill>
              <a:latin typeface="Arial" pitchFamily="0" charset="0"/>
              <a:ea typeface="ＭＳ Ｐゴシック" pitchFamily="0" charset="-128"/>
              <a:cs typeface="Lucida Sans"/>
            </a:endParaRPr>
          </a:p>
        </p:txBody>
      </p:sp>
      <p:sp>
        <p:nvSpPr>
          <p:cNvPr id="155"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Introduction to Statistics</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sp>
        <p:nvSpPr>
          <p:cNvPr id="156" name="Text box"/>
          <p:cNvSpPr>
            <a:spLocks noGrp="1"/>
          </p:cNvSpPr>
          <p:nvPr>
            <p:ph type="body" idx="1"/>
          </p:nvPr>
        </p:nvSpPr>
        <p:spPr>
          <a:xfrm rot="0">
            <a:off x="609600" y="1600201"/>
            <a:ext cx="10972800" cy="4525963"/>
          </a:xfrm>
          <a:prstGeom prst="rect"/>
          <a:noFill/>
          <a:ln w="12700" cmpd="sng" cap="flat">
            <a:noFill/>
            <a:prstDash val="solid"/>
            <a:round/>
          </a:ln>
        </p:spPr>
        <p:txBody>
          <a:bodyPr vert="horz" wrap="square" lIns="91440" tIns="45720" rIns="91440" bIns="45720" anchor="t" anchorCtr="0">
            <a:prstTxWarp prst="textNoShape"/>
          </a:bodyPr>
          <a:lstStyle/>
          <a:p>
            <a:pPr marL="342900" indent="-342900" algn="just" eaLnBrk="1" hangingPunct="1">
              <a:lnSpc>
                <a:spcPct val="100000"/>
              </a:lnSpc>
              <a:spcBef>
                <a:spcPct val="20000"/>
              </a:spcBef>
              <a:spcAft>
                <a:spcPts val="0"/>
              </a:spcAft>
              <a:buFont typeface="Arial" pitchFamily="0" charset="0"/>
              <a:buChar char="•"/>
            </a:pPr>
            <a:r>
              <a:rPr lang="en-US" altLang="zh-CN" sz="3200" b="1" i="0" u="none" strike="noStrike" kern="1200" cap="none" spc="0" baseline="0">
                <a:solidFill>
                  <a:schemeClr val="tx1"/>
                </a:solidFill>
                <a:latin typeface="Calibri" pitchFamily="0" charset="0"/>
                <a:ea typeface="ＭＳ Ｐゴシック" pitchFamily="0" charset="-128"/>
                <a:cs typeface="Lucida Sans"/>
              </a:rPr>
              <a:t>Inferential statistics</a:t>
            </a:r>
            <a:r>
              <a:rPr lang="en-US" altLang="zh-CN" sz="3200" b="0" i="0" u="none" strike="noStrike" kern="1200" cap="none" spc="0" baseline="0">
                <a:solidFill>
                  <a:schemeClr val="tx1"/>
                </a:solidFill>
                <a:latin typeface="Calibri" pitchFamily="0" charset="0"/>
                <a:ea typeface="ＭＳ Ｐゴシック" pitchFamily="0" charset="-128"/>
                <a:cs typeface="Lucida Sans"/>
              </a:rPr>
              <a:t> are used to draw inferences about a population from a sample. </a:t>
            </a:r>
            <a:endParaRPr lang="en-US" altLang="zh-CN" sz="32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r>
              <a:rPr lang="en-US" altLang="zh-CN" sz="3200" b="0" i="0" u="none" strike="noStrike" kern="1200" cap="none" spc="0" baseline="0">
                <a:solidFill>
                  <a:schemeClr val="tx1"/>
                </a:solidFill>
                <a:latin typeface="Calibri" pitchFamily="0" charset="0"/>
                <a:ea typeface="ＭＳ Ｐゴシック" pitchFamily="0" charset="-128"/>
                <a:cs typeface="Lucida Sans"/>
              </a:rPr>
              <a:t>It includes: </a:t>
            </a:r>
            <a:endParaRPr lang="en-US" altLang="zh-CN" sz="3200" b="0" i="0" u="none" strike="noStrike" kern="1200" cap="none" spc="0" baseline="0">
              <a:solidFill>
                <a:schemeClr val="tx1"/>
              </a:solidFill>
              <a:latin typeface="Calibri" pitchFamily="0" charset="0"/>
              <a:ea typeface="ＭＳ Ｐゴシック" pitchFamily="0" charset="-128"/>
              <a:cs typeface="Lucida Sans"/>
            </a:endParaRPr>
          </a:p>
          <a:p>
            <a:pPr lvl="1" marL="742950" indent="-28575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point estimation </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lvl="1" marL="742950" indent="-28575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interval estimation </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lvl="1" marL="742950" indent="-28575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hypothesis testing (or significance testing) </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lvl="1" marL="742950" indent="-28575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prediction</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None/>
            </a:pPr>
            <a:endParaRPr lang="zh-CN" altLang="en-US" sz="3200" b="0" i="0" u="none" strike="noStrike" kern="1200" cap="none" spc="0" baseline="0">
              <a:solidFill>
                <a:schemeClr val="tx1"/>
              </a:solidFill>
              <a:latin typeface="Calibri" pitchFamily="0" charset="0"/>
              <a:ea typeface="ＭＳ Ｐゴシック" pitchFamily="0" charset="-128"/>
              <a:cs typeface="Lucida Sans"/>
            </a:endParaRPr>
          </a:p>
        </p:txBody>
      </p:sp>
    </p:spTree>
    <p:extLst>
      <p:ext uri="{BB962C8B-B14F-4D97-AF65-F5344CB8AC3E}">
        <p14:creationId xmlns:p14="http://schemas.microsoft.com/office/powerpoint/2010/main" val="1582545658"/>
      </p:ext>
    </p:extLst>
  </p:cSld>
  <p:clrMapOvr>
    <a:masterClrMapping/>
  </p:clrMapOvr>
</p:sld>
</file>

<file path=ppt/slides/slide25.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57"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Inference Process</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sp>
        <p:nvSpPr>
          <p:cNvPr id="158" name="Text box"/>
          <p:cNvSpPr>
            <a:spLocks noGrp="1"/>
          </p:cNvSpPr>
          <p:nvPr>
            <p:ph type="sldNum"/>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Lucida Sans"/>
              </a:rPr>
              <a:t>25</a:t>
            </a:fld>
            <a:endParaRPr lang="zh-CN" altLang="en-US" sz="1000" b="1" i="0" u="none" strike="noStrike" kern="1200" cap="none" spc="0" baseline="0">
              <a:solidFill>
                <a:schemeClr val="bg1"/>
              </a:solidFill>
              <a:latin typeface="Arial" pitchFamily="0" charset="0"/>
              <a:ea typeface="ＭＳ Ｐゴシック" pitchFamily="0" charset="-128"/>
              <a:cs typeface="Lucida Sans"/>
            </a:endParaRPr>
          </a:p>
        </p:txBody>
      </p:sp>
      <p:pic>
        <p:nvPicPr>
          <p:cNvPr id="159" name="Images"/>
          <p:cNvPicPr>
            <a:picLocks noChangeAspect="1"/>
          </p:cNvPicPr>
          <p:nvPr/>
        </p:nvPicPr>
        <p:blipFill>
          <a:blip r:embed="rId1" cstate="print"/>
          <a:stretch>
            <a:fillRect/>
          </a:stretch>
        </p:blipFill>
        <p:spPr>
          <a:xfrm rot="0">
            <a:off x="2819401" y="1981200"/>
            <a:ext cx="6862763" cy="4152900"/>
          </a:xfrm>
          <a:prstGeom prst="rect"/>
          <a:noFill/>
          <a:ln w="12700" cmpd="sng" cap="flat">
            <a:noFill/>
            <a:prstDash val="solid"/>
            <a:round/>
          </a:ln>
        </p:spPr>
      </p:pic>
    </p:spTree>
    <p:extLst>
      <p:ext uri="{BB962C8B-B14F-4D97-AF65-F5344CB8AC3E}">
        <p14:creationId xmlns:p14="http://schemas.microsoft.com/office/powerpoint/2010/main" val="1768191666"/>
      </p:ext>
    </p:extLst>
  </p:cSld>
  <p:clrMapOvr>
    <a:masterClrMapping/>
  </p:clrMapOvr>
</p:sld>
</file>

<file path=ppt/slides/slide26.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60" name="Text box"/>
          <p:cNvSpPr>
            <a:spLocks noGrp="1"/>
          </p:cNvSpPr>
          <p:nvPr>
            <p:ph type="sldNum"/>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Lucida Sans"/>
              </a:rPr>
              <a:t>26</a:t>
            </a:fld>
            <a:endParaRPr lang="zh-CN" altLang="en-US" sz="1000" b="1" i="0" u="none" strike="noStrike" kern="1200" cap="none" spc="0" baseline="0">
              <a:solidFill>
                <a:schemeClr val="bg1"/>
              </a:solidFill>
              <a:latin typeface="Arial" pitchFamily="0" charset="0"/>
              <a:ea typeface="ＭＳ Ｐゴシック" pitchFamily="0" charset="-128"/>
              <a:cs typeface="Lucida Sans"/>
            </a:endParaRPr>
          </a:p>
        </p:txBody>
      </p:sp>
      <p:sp>
        <p:nvSpPr>
          <p:cNvPr id="161"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Introduction to Statistics</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pic>
        <p:nvPicPr>
          <p:cNvPr id="162" name="Images"/>
          <p:cNvPicPr>
            <a:picLocks noChangeAspect="1"/>
          </p:cNvPicPr>
          <p:nvPr/>
        </p:nvPicPr>
        <p:blipFill>
          <a:blip r:embed="rId1" cstate="print"/>
          <a:stretch>
            <a:fillRect/>
          </a:stretch>
        </p:blipFill>
        <p:spPr>
          <a:xfrm rot="0">
            <a:off x="1905000" y="1828800"/>
            <a:ext cx="6884988" cy="4191000"/>
          </a:xfrm>
          <a:prstGeom prst="rect"/>
          <a:noFill/>
          <a:ln w="12700" cmpd="sng" cap="flat">
            <a:noFill/>
            <a:prstDash val="solid"/>
            <a:round/>
          </a:ln>
        </p:spPr>
      </p:pic>
      <p:sp>
        <p:nvSpPr>
          <p:cNvPr id="163" name="Rectangles"/>
          <p:cNvSpPr>
            <a:spLocks/>
          </p:cNvSpPr>
          <p:nvPr/>
        </p:nvSpPr>
        <p:spPr>
          <a:xfrm rot="0">
            <a:off x="8763001" y="4572000"/>
            <a:ext cx="1265300" cy="453389"/>
          </a:xfrm>
          <a:prstGeom prst="rect"/>
          <a:noFill/>
          <a:ln w="12700" cmpd="sng" cap="flat">
            <a:noFill/>
            <a:prstDash val="solid"/>
            <a:round/>
          </a:ln>
        </p:spPr>
        <p:txBody>
          <a:bodyPr vert="horz" wrap="non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2400" b="1" i="0" u="none" strike="noStrike" kern="1200" cap="none" spc="0" baseline="0">
                <a:solidFill>
                  <a:srgbClr val="AE3221"/>
                </a:solidFill>
                <a:latin typeface="Arial" pitchFamily="0" charset="0"/>
                <a:ea typeface="ＭＳ Ｐゴシック" pitchFamily="0" charset="-128"/>
                <a:cs typeface="Calibri" pitchFamily="0" charset="0"/>
              </a:rPr>
              <a:t>Sample</a:t>
            </a:r>
            <a:endParaRPr lang="zh-CN" altLang="en-US" sz="2400" b="1" i="0" u="none" strike="noStrike" kern="1200" cap="none" spc="0" baseline="0">
              <a:solidFill>
                <a:srgbClr val="AE3221"/>
              </a:solidFill>
              <a:latin typeface="Arial" pitchFamily="0" charset="0"/>
              <a:ea typeface="ＭＳ Ｐゴシック" pitchFamily="0" charset="-128"/>
              <a:cs typeface="Calibri" pitchFamily="0" charset="0"/>
            </a:endParaRPr>
          </a:p>
        </p:txBody>
      </p:sp>
      <p:sp>
        <p:nvSpPr>
          <p:cNvPr id="164" name="Rectangles"/>
          <p:cNvSpPr>
            <a:spLocks/>
          </p:cNvSpPr>
          <p:nvPr/>
        </p:nvSpPr>
        <p:spPr>
          <a:xfrm rot="0">
            <a:off x="8763001" y="1981200"/>
            <a:ext cx="1734692" cy="453390"/>
          </a:xfrm>
          <a:prstGeom prst="rect"/>
          <a:noFill/>
          <a:ln w="12700" cmpd="sng" cap="flat">
            <a:noFill/>
            <a:prstDash val="solid"/>
            <a:round/>
          </a:ln>
        </p:spPr>
        <p:txBody>
          <a:bodyPr vert="horz" wrap="non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2400" b="1" i="0" u="none" strike="noStrike" kern="1200" cap="none" spc="0" baseline="0">
                <a:solidFill>
                  <a:srgbClr val="AE3221"/>
                </a:solidFill>
                <a:latin typeface="Arial" pitchFamily="0" charset="0"/>
                <a:ea typeface="ＭＳ Ｐゴシック" pitchFamily="0" charset="-128"/>
                <a:cs typeface="Calibri" pitchFamily="0" charset="0"/>
              </a:rPr>
              <a:t>Population</a:t>
            </a:r>
            <a:endParaRPr lang="zh-CN" altLang="en-US" sz="2400" b="1" i="0" u="none" strike="noStrike" kern="1200" cap="none" spc="0" baseline="0">
              <a:solidFill>
                <a:srgbClr val="AE3221"/>
              </a:solidFill>
              <a:latin typeface="Arial"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459015733"/>
      </p:ext>
    </p:extLst>
  </p:cSld>
  <p:clrMapOvr>
    <a:masterClrMapping/>
  </p:clrMapOvr>
</p:sld>
</file>

<file path=ppt/slides/slide27.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65" name="Text box"/>
          <p:cNvSpPr>
            <a:spLocks noGrp="1"/>
          </p:cNvSpPr>
          <p:nvPr>
            <p:ph type="sldNum"/>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Lucida Sans"/>
              </a:rPr>
              <a:t>27</a:t>
            </a:fld>
            <a:endParaRPr lang="zh-CN" altLang="en-US" sz="1000" b="1" i="0" u="none" strike="noStrike" kern="1200" cap="none" spc="0" baseline="0">
              <a:solidFill>
                <a:schemeClr val="bg1"/>
              </a:solidFill>
              <a:latin typeface="Arial" pitchFamily="0" charset="0"/>
              <a:ea typeface="ＭＳ Ｐゴシック" pitchFamily="0" charset="-128"/>
              <a:cs typeface="Lucida Sans"/>
            </a:endParaRPr>
          </a:p>
        </p:txBody>
      </p:sp>
      <p:sp>
        <p:nvSpPr>
          <p:cNvPr id="166"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Population &amp; Sample</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pic>
        <p:nvPicPr>
          <p:cNvPr id="167" name="Images"/>
          <p:cNvPicPr>
            <a:picLocks noChangeAspect="1"/>
          </p:cNvPicPr>
          <p:nvPr/>
        </p:nvPicPr>
        <p:blipFill>
          <a:blip r:embed="rId1" cstate="print"/>
          <a:stretch>
            <a:fillRect/>
          </a:stretch>
        </p:blipFill>
        <p:spPr>
          <a:xfrm rot="0">
            <a:off x="2133601" y="1828800"/>
            <a:ext cx="8158163" cy="4178300"/>
          </a:xfrm>
          <a:prstGeom prst="rect"/>
          <a:noFill/>
          <a:ln w="12700" cmpd="sng" cap="flat">
            <a:noFill/>
            <a:prstDash val="solid"/>
            <a:round/>
          </a:ln>
        </p:spPr>
      </p:pic>
    </p:spTree>
    <p:extLst>
      <p:ext uri="{BB962C8B-B14F-4D97-AF65-F5344CB8AC3E}">
        <p14:creationId xmlns:p14="http://schemas.microsoft.com/office/powerpoint/2010/main" val="402758225"/>
      </p:ext>
    </p:extLst>
  </p:cSld>
  <p:clrMapOvr>
    <a:masterClrMapping/>
  </p:clrMapOvr>
</p:sld>
</file>

<file path=ppt/slides/slide28.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68" name="Text box"/>
          <p:cNvSpPr>
            <a:spLocks noGrp="1"/>
          </p:cNvSpPr>
          <p:nvPr>
            <p:ph type="sldNum"/>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Lucida Sans"/>
              </a:rPr>
              <a:t>28</a:t>
            </a:fld>
            <a:endParaRPr lang="zh-CN" altLang="en-US" sz="1000" b="1" i="0" u="none" strike="noStrike" kern="1200" cap="none" spc="0" baseline="0">
              <a:solidFill>
                <a:schemeClr val="bg1"/>
              </a:solidFill>
              <a:latin typeface="Arial" pitchFamily="0" charset="0"/>
              <a:ea typeface="ＭＳ Ｐゴシック" pitchFamily="0" charset="-128"/>
              <a:cs typeface="Lucida Sans"/>
            </a:endParaRPr>
          </a:p>
        </p:txBody>
      </p:sp>
      <p:sp>
        <p:nvSpPr>
          <p:cNvPr id="169"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Population &amp; Sample</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sp>
        <p:nvSpPr>
          <p:cNvPr id="170" name="Text box"/>
          <p:cNvSpPr>
            <a:spLocks noGrp="1"/>
          </p:cNvSpPr>
          <p:nvPr>
            <p:ph type="body" idx="1"/>
          </p:nvPr>
        </p:nvSpPr>
        <p:spPr>
          <a:xfrm rot="0">
            <a:off x="1752599" y="1905000"/>
            <a:ext cx="4953000" cy="4191000"/>
          </a:xfrm>
          <a:prstGeom prst="rect"/>
          <a:noFill/>
          <a:ln w="12700" cmpd="sng" cap="flat">
            <a:noFill/>
            <a:prstDash val="solid"/>
            <a:round/>
          </a:ln>
        </p:spPr>
        <p:txBody>
          <a:bodyPr vert="horz" wrap="square" lIns="91440" tIns="45720" rIns="91440" bIns="45720" anchor="t" anchorCtr="0">
            <a:prstTxWarp prst="textNoShape"/>
          </a:bodyPr>
          <a:lstStyle/>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The entire collection of individuals or object about which information is desired is called the </a:t>
            </a:r>
            <a:r>
              <a:rPr lang="en-US" altLang="zh-CN" sz="2800" b="1" i="0" u="none" strike="noStrike" kern="1200" cap="none" spc="0" baseline="0">
                <a:solidFill>
                  <a:schemeClr val="tx1"/>
                </a:solidFill>
                <a:latin typeface="Calibri" pitchFamily="0" charset="0"/>
                <a:ea typeface="ＭＳ Ｐゴシック" pitchFamily="0" charset="-128"/>
                <a:cs typeface="Lucida Sans"/>
              </a:rPr>
              <a:t>population</a:t>
            </a:r>
            <a:r>
              <a:rPr lang="en-US" altLang="zh-CN" sz="2800" b="0" i="0" u="none" strike="noStrike" kern="1200" cap="none" spc="0" baseline="0">
                <a:solidFill>
                  <a:schemeClr val="tx1"/>
                </a:solidFill>
                <a:latin typeface="Calibri" pitchFamily="0" charset="0"/>
                <a:ea typeface="ＭＳ Ｐゴシック" pitchFamily="0" charset="-128"/>
                <a:cs typeface="Lucida Sans"/>
              </a:rPr>
              <a:t> of interest.</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A </a:t>
            </a:r>
            <a:r>
              <a:rPr lang="en-US" altLang="zh-CN" sz="2800" b="1" i="0" u="none" strike="noStrike" kern="1200" cap="none" spc="0" baseline="0">
                <a:solidFill>
                  <a:schemeClr val="tx1"/>
                </a:solidFill>
                <a:latin typeface="Calibri" pitchFamily="0" charset="0"/>
                <a:ea typeface="ＭＳ Ｐゴシック" pitchFamily="0" charset="-128"/>
                <a:cs typeface="Lucida Sans"/>
              </a:rPr>
              <a:t>sample</a:t>
            </a:r>
            <a:r>
              <a:rPr lang="en-US" altLang="zh-CN" sz="2800" b="0" i="0" u="none" strike="noStrike" kern="1200" cap="none" spc="0" baseline="0">
                <a:solidFill>
                  <a:schemeClr val="tx1"/>
                </a:solidFill>
                <a:latin typeface="Calibri" pitchFamily="0" charset="0"/>
                <a:ea typeface="ＭＳ Ｐゴシック" pitchFamily="0" charset="-128"/>
                <a:cs typeface="Lucida Sans"/>
              </a:rPr>
              <a:t> is a subset of the population, selected for study in some prescribed manner</a:t>
            </a:r>
            <a:endParaRPr lang="zh-CN" altLang="en-US" sz="2800" b="0" i="0" u="none" strike="noStrike" kern="1200" cap="none" spc="0" baseline="0">
              <a:solidFill>
                <a:schemeClr val="tx1"/>
              </a:solidFill>
              <a:latin typeface="Calibri" pitchFamily="0" charset="0"/>
              <a:ea typeface="ＭＳ Ｐゴシック" pitchFamily="0" charset="-128"/>
              <a:cs typeface="Lucida Sans"/>
            </a:endParaRPr>
          </a:p>
        </p:txBody>
      </p:sp>
      <p:pic>
        <p:nvPicPr>
          <p:cNvPr id="171" name="Images"/>
          <p:cNvPicPr>
            <a:picLocks noChangeAspect="1"/>
          </p:cNvPicPr>
          <p:nvPr/>
        </p:nvPicPr>
        <p:blipFill>
          <a:blip r:embed="rId1" cstate="print"/>
          <a:stretch>
            <a:fillRect/>
          </a:stretch>
        </p:blipFill>
        <p:spPr>
          <a:xfrm rot="0">
            <a:off x="6831360" y="1981200"/>
            <a:ext cx="3608039" cy="3608039"/>
          </a:xfrm>
          <a:prstGeom prst="rect"/>
          <a:noFill/>
          <a:ln w="12700" cmpd="sng" cap="flat">
            <a:noFill/>
            <a:prstDash val="solid"/>
            <a:round/>
          </a:ln>
        </p:spPr>
      </p:pic>
    </p:spTree>
    <p:extLst>
      <p:ext uri="{BB962C8B-B14F-4D97-AF65-F5344CB8AC3E}">
        <p14:creationId xmlns:p14="http://schemas.microsoft.com/office/powerpoint/2010/main" val="255804933"/>
      </p:ext>
    </p:extLst>
  </p:cSld>
  <p:clrMapOvr>
    <a:masterClrMapping/>
  </p:clrMapOvr>
</p:sld>
</file>

<file path=ppt/slides/slide29.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72" name="Text box"/>
          <p:cNvSpPr>
            <a:spLocks noGrp="1"/>
          </p:cNvSpPr>
          <p:nvPr>
            <p:ph type="sldNum"/>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Lucida Sans"/>
              </a:rPr>
              <a:t>29</a:t>
            </a:fld>
            <a:endParaRPr lang="zh-CN" altLang="en-US" sz="1000" b="1" i="0" u="none" strike="noStrike" kern="1200" cap="none" spc="0" baseline="0">
              <a:solidFill>
                <a:schemeClr val="bg1"/>
              </a:solidFill>
              <a:latin typeface="Arial" pitchFamily="0" charset="0"/>
              <a:ea typeface="ＭＳ Ｐゴシック" pitchFamily="0" charset="-128"/>
              <a:cs typeface="Lucida Sans"/>
            </a:endParaRPr>
          </a:p>
        </p:txBody>
      </p:sp>
      <p:sp>
        <p:nvSpPr>
          <p:cNvPr id="173"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Population &amp; Sample</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pic>
        <p:nvPicPr>
          <p:cNvPr id="174" name="Images"/>
          <p:cNvPicPr>
            <a:picLocks noChangeAspect="1"/>
          </p:cNvPicPr>
          <p:nvPr/>
        </p:nvPicPr>
        <p:blipFill>
          <a:blip r:embed="rId1" cstate="print"/>
          <a:stretch>
            <a:fillRect/>
          </a:stretch>
        </p:blipFill>
        <p:spPr>
          <a:xfrm rot="0">
            <a:off x="3057525" y="1828800"/>
            <a:ext cx="6076949" cy="4191000"/>
          </a:xfrm>
          <a:prstGeom prst="rect"/>
          <a:noFill/>
          <a:ln w="12700" cmpd="sng" cap="flat">
            <a:noFill/>
            <a:prstDash val="solid"/>
            <a:round/>
          </a:ln>
        </p:spPr>
      </p:pic>
    </p:spTree>
    <p:extLst>
      <p:ext uri="{BB962C8B-B14F-4D97-AF65-F5344CB8AC3E}">
        <p14:creationId xmlns:p14="http://schemas.microsoft.com/office/powerpoint/2010/main" val="1756014118"/>
      </p:ext>
    </p:extLst>
  </p:cSld>
  <p:clrMapOvr>
    <a:masterClrMapping/>
  </p:clrMapOvr>
</p:sld>
</file>

<file path=ppt/slides/slide30.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75" name="Text box"/>
          <p:cNvSpPr>
            <a:spLocks noGrp="1"/>
          </p:cNvSpPr>
          <p:nvPr>
            <p:ph type="sldNum"/>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Lucida Sans"/>
              </a:rPr>
              <a:t>30</a:t>
            </a:fld>
            <a:endParaRPr lang="zh-CN" altLang="en-US" sz="1000" b="1" i="0" u="none" strike="noStrike" kern="1200" cap="none" spc="0" baseline="0">
              <a:solidFill>
                <a:schemeClr val="bg1"/>
              </a:solidFill>
              <a:latin typeface="Arial" pitchFamily="0" charset="0"/>
              <a:ea typeface="ＭＳ Ｐゴシック" pitchFamily="0" charset="-128"/>
              <a:cs typeface="Lucida Sans"/>
            </a:endParaRPr>
          </a:p>
        </p:txBody>
      </p:sp>
      <p:sp>
        <p:nvSpPr>
          <p:cNvPr id="176"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Population &amp; Sample</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pic>
        <p:nvPicPr>
          <p:cNvPr id="177" name="Images" descr="image001"/>
          <p:cNvPicPr>
            <a:picLocks noChangeAspect="1"/>
          </p:cNvPicPr>
          <p:nvPr/>
        </p:nvPicPr>
        <p:blipFill>
          <a:blip r:embed="rId1" cstate="print"/>
          <a:stretch>
            <a:fillRect/>
          </a:stretch>
        </p:blipFill>
        <p:spPr>
          <a:xfrm rot="0">
            <a:off x="2119314" y="1752599"/>
            <a:ext cx="7818437" cy="4419599"/>
          </a:xfrm>
          <a:prstGeom prst="rect"/>
          <a:noFill/>
          <a:ln w="12700" cmpd="sng" cap="flat">
            <a:noFill/>
            <a:prstDash val="solid"/>
            <a:round/>
          </a:ln>
        </p:spPr>
      </p:pic>
    </p:spTree>
    <p:extLst>
      <p:ext uri="{BB962C8B-B14F-4D97-AF65-F5344CB8AC3E}">
        <p14:creationId xmlns:p14="http://schemas.microsoft.com/office/powerpoint/2010/main" val="1746462915"/>
      </p:ext>
    </p:extLst>
  </p:cSld>
  <p:clrMapOvr>
    <a:masterClrMapping/>
  </p:clrMapOvr>
</p:sld>
</file>

<file path=ppt/slides/slide31.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78" name="Text box"/>
          <p:cNvSpPr>
            <a:spLocks noGrp="1"/>
          </p:cNvSpPr>
          <p:nvPr>
            <p:ph type="sldNum"/>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Lucida Sans"/>
              </a:rPr>
              <a:t>31</a:t>
            </a:fld>
            <a:endParaRPr lang="zh-CN" altLang="en-US" sz="1000" b="1" i="0" u="none" strike="noStrike" kern="1200" cap="none" spc="0" baseline="0">
              <a:solidFill>
                <a:schemeClr val="bg1"/>
              </a:solidFill>
              <a:latin typeface="Arial" pitchFamily="0" charset="0"/>
              <a:ea typeface="ＭＳ Ｐゴシック" pitchFamily="0" charset="-128"/>
              <a:cs typeface="Lucida Sans"/>
            </a:endParaRPr>
          </a:p>
        </p:txBody>
      </p:sp>
      <p:sp>
        <p:nvSpPr>
          <p:cNvPr id="179"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Population &amp; Sample</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pic>
        <p:nvPicPr>
          <p:cNvPr id="180" name="Images" descr="pop"/>
          <p:cNvPicPr>
            <a:picLocks noChangeAspect="1"/>
          </p:cNvPicPr>
          <p:nvPr/>
        </p:nvPicPr>
        <p:blipFill>
          <a:blip r:embed="rId1" cstate="print"/>
          <a:stretch>
            <a:fillRect/>
          </a:stretch>
        </p:blipFill>
        <p:spPr>
          <a:xfrm rot="0">
            <a:off x="3733800" y="1752599"/>
            <a:ext cx="5257800" cy="4484687"/>
          </a:xfrm>
          <a:prstGeom prst="rect"/>
          <a:noFill/>
          <a:ln w="12700" cmpd="sng" cap="flat">
            <a:noFill/>
            <a:prstDash val="solid"/>
            <a:round/>
          </a:ln>
        </p:spPr>
      </p:pic>
    </p:spTree>
    <p:extLst>
      <p:ext uri="{BB962C8B-B14F-4D97-AF65-F5344CB8AC3E}">
        <p14:creationId xmlns:p14="http://schemas.microsoft.com/office/powerpoint/2010/main" val="383958517"/>
      </p:ext>
    </p:extLst>
  </p:cSld>
  <p:clrMapOvr>
    <a:masterClrMapping/>
  </p:clrMapOvr>
</p:sld>
</file>

<file path=ppt/slides/slide32.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81" name="Text box"/>
          <p:cNvSpPr>
            <a:spLocks noGrp="1"/>
          </p:cNvSpPr>
          <p:nvPr>
            <p:ph type="sldNum"/>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Lucida Sans"/>
              </a:rPr>
              <a:t>32</a:t>
            </a:fld>
            <a:endParaRPr lang="zh-CN" altLang="en-US" sz="1000" b="1" i="0" u="none" strike="noStrike" kern="1200" cap="none" spc="0" baseline="0">
              <a:solidFill>
                <a:schemeClr val="bg1"/>
              </a:solidFill>
              <a:latin typeface="Arial" pitchFamily="0" charset="0"/>
              <a:ea typeface="ＭＳ Ｐゴシック" pitchFamily="0" charset="-128"/>
              <a:cs typeface="Lucida Sans"/>
            </a:endParaRPr>
          </a:p>
        </p:txBody>
      </p:sp>
      <p:sp>
        <p:nvSpPr>
          <p:cNvPr id="182"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Population &amp; Sample</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pic>
        <p:nvPicPr>
          <p:cNvPr id="183" name="Images"/>
          <p:cNvPicPr>
            <a:picLocks noChangeAspect="1"/>
          </p:cNvPicPr>
          <p:nvPr/>
        </p:nvPicPr>
        <p:blipFill>
          <a:blip r:embed="rId1" cstate="print"/>
          <a:stretch>
            <a:fillRect/>
          </a:stretch>
        </p:blipFill>
        <p:spPr>
          <a:xfrm rot="0">
            <a:off x="2671764" y="1928814"/>
            <a:ext cx="7081837" cy="4090987"/>
          </a:xfrm>
          <a:prstGeom prst="rect"/>
          <a:noFill/>
          <a:ln w="12700" cmpd="sng" cap="flat">
            <a:noFill/>
            <a:prstDash val="solid"/>
            <a:round/>
          </a:ln>
        </p:spPr>
      </p:pic>
    </p:spTree>
    <p:extLst>
      <p:ext uri="{BB962C8B-B14F-4D97-AF65-F5344CB8AC3E}">
        <p14:creationId xmlns:p14="http://schemas.microsoft.com/office/powerpoint/2010/main" val="578554881"/>
      </p:ext>
    </p:extLst>
  </p:cSld>
  <p:clrMapOvr>
    <a:masterClrMapping/>
  </p:clrMapOvr>
</p:sld>
</file>

<file path=ppt/slides/slide33.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84"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Example</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sp>
        <p:nvSpPr>
          <p:cNvPr id="185" name="Text box"/>
          <p:cNvSpPr>
            <a:spLocks noGrp="1"/>
          </p:cNvSpPr>
          <p:nvPr>
            <p:ph type="sldNum"/>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Lucida Sans"/>
              </a:rPr>
              <a:t>33</a:t>
            </a:fld>
            <a:endParaRPr lang="zh-CN" altLang="en-US" sz="1000" b="1" i="0" u="none" strike="noStrike" kern="1200" cap="none" spc="0" baseline="0">
              <a:solidFill>
                <a:schemeClr val="bg1"/>
              </a:solidFill>
              <a:latin typeface="Arial" pitchFamily="0" charset="0"/>
              <a:ea typeface="ＭＳ Ｐゴシック" pitchFamily="0" charset="-128"/>
              <a:cs typeface="Lucida Sans"/>
            </a:endParaRPr>
          </a:p>
        </p:txBody>
      </p:sp>
      <p:pic>
        <p:nvPicPr>
          <p:cNvPr id="186" name="Images" descr="https://encrypted-tbn0.gstatic.com/images?q=tbn:ANd9GcSNdOb55DqpCCkwct-6HPIZYIddX2u4zkGGhypRWSG0i9vBcnBy"/>
          <p:cNvPicPr>
            <a:picLocks noChangeAspect="1"/>
          </p:cNvPicPr>
          <p:nvPr/>
        </p:nvPicPr>
        <p:blipFill>
          <a:blip r:embed="rId1" cstate="print"/>
          <a:stretch>
            <a:fillRect/>
          </a:stretch>
        </p:blipFill>
        <p:spPr>
          <a:xfrm rot="0">
            <a:off x="4191000" y="1752601"/>
            <a:ext cx="5010149" cy="4462463"/>
          </a:xfrm>
          <a:prstGeom prst="rect"/>
          <a:noFill/>
          <a:ln w="12700" cmpd="sng" cap="flat">
            <a:noFill/>
            <a:prstDash val="solid"/>
            <a:round/>
          </a:ln>
        </p:spPr>
      </p:pic>
    </p:spTree>
    <p:extLst>
      <p:ext uri="{BB962C8B-B14F-4D97-AF65-F5344CB8AC3E}">
        <p14:creationId xmlns:p14="http://schemas.microsoft.com/office/powerpoint/2010/main" val="966187930"/>
      </p:ext>
    </p:extLst>
  </p:cSld>
  <p:clrMapOvr>
    <a:masterClrMapping/>
  </p:clrMapOvr>
</p:sld>
</file>

<file path=ppt/slides/slide34.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87"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Example</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sp>
        <p:nvSpPr>
          <p:cNvPr id="188" name="Text box"/>
          <p:cNvSpPr>
            <a:spLocks noGrp="1"/>
          </p:cNvSpPr>
          <p:nvPr>
            <p:ph type="sldNum"/>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Lucida Sans"/>
              </a:rPr>
              <a:t>34</a:t>
            </a:fld>
            <a:endParaRPr lang="zh-CN" altLang="en-US" sz="1000" b="1" i="0" u="none" strike="noStrike" kern="1200" cap="none" spc="0" baseline="0">
              <a:solidFill>
                <a:schemeClr val="bg1"/>
              </a:solidFill>
              <a:latin typeface="Arial" pitchFamily="0" charset="0"/>
              <a:ea typeface="ＭＳ Ｐゴシック" pitchFamily="0" charset="-128"/>
              <a:cs typeface="Lucida Sans"/>
            </a:endParaRPr>
          </a:p>
        </p:txBody>
      </p:sp>
      <p:pic>
        <p:nvPicPr>
          <p:cNvPr id="189" name="Images"/>
          <p:cNvPicPr>
            <a:picLocks noChangeAspect="1"/>
          </p:cNvPicPr>
          <p:nvPr/>
        </p:nvPicPr>
        <p:blipFill>
          <a:blip r:embed="rId1" cstate="print"/>
          <a:stretch>
            <a:fillRect/>
          </a:stretch>
        </p:blipFill>
        <p:spPr>
          <a:xfrm rot="0">
            <a:off x="1758950" y="1676400"/>
            <a:ext cx="8680450" cy="4572000"/>
          </a:xfrm>
          <a:prstGeom prst="rect"/>
          <a:noFill/>
          <a:ln w="12700" cmpd="sng" cap="flat">
            <a:noFill/>
            <a:prstDash val="solid"/>
            <a:round/>
          </a:ln>
        </p:spPr>
      </p:pic>
    </p:spTree>
    <p:extLst>
      <p:ext uri="{BB962C8B-B14F-4D97-AF65-F5344CB8AC3E}">
        <p14:creationId xmlns:p14="http://schemas.microsoft.com/office/powerpoint/2010/main" val="1141343792"/>
      </p:ext>
    </p:extLst>
  </p:cSld>
  <p:clrMapOvr>
    <a:masterClrMapping/>
  </p:clrMapOvr>
</p:sld>
</file>

<file path=ppt/slides/slide35.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90"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Example</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sp>
        <p:nvSpPr>
          <p:cNvPr id="191" name="Text box"/>
          <p:cNvSpPr>
            <a:spLocks noGrp="1"/>
          </p:cNvSpPr>
          <p:nvPr>
            <p:ph type="sldNum"/>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Lucida Sans"/>
              </a:rPr>
              <a:t>35</a:t>
            </a:fld>
            <a:endParaRPr lang="zh-CN" altLang="en-US" sz="1000" b="1" i="0" u="none" strike="noStrike" kern="1200" cap="none" spc="0" baseline="0">
              <a:solidFill>
                <a:schemeClr val="bg1"/>
              </a:solidFill>
              <a:latin typeface="Arial" pitchFamily="0" charset="0"/>
              <a:ea typeface="ＭＳ Ｐゴシック" pitchFamily="0" charset="-128"/>
              <a:cs typeface="Lucida Sans"/>
            </a:endParaRPr>
          </a:p>
        </p:txBody>
      </p:sp>
      <p:pic>
        <p:nvPicPr>
          <p:cNvPr id="192" name="Images"/>
          <p:cNvPicPr>
            <a:picLocks noChangeAspect="1"/>
          </p:cNvPicPr>
          <p:nvPr/>
        </p:nvPicPr>
        <p:blipFill>
          <a:blip r:embed="rId1" cstate="print"/>
          <a:stretch>
            <a:fillRect/>
          </a:stretch>
        </p:blipFill>
        <p:spPr>
          <a:xfrm rot="0">
            <a:off x="2209801" y="1981200"/>
            <a:ext cx="7680325" cy="3829049"/>
          </a:xfrm>
          <a:prstGeom prst="rect"/>
          <a:noFill/>
          <a:ln w="12700" cmpd="sng" cap="flat">
            <a:noFill/>
            <a:prstDash val="solid"/>
            <a:round/>
          </a:ln>
        </p:spPr>
      </p:pic>
    </p:spTree>
    <p:extLst>
      <p:ext uri="{BB962C8B-B14F-4D97-AF65-F5344CB8AC3E}">
        <p14:creationId xmlns:p14="http://schemas.microsoft.com/office/powerpoint/2010/main" val="688320360"/>
      </p:ext>
    </p:extLst>
  </p:cSld>
  <p:clrMapOvr>
    <a:masterClrMapping/>
  </p:clrMapOvr>
</p:sld>
</file>

<file path=ppt/slides/slide36.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93" name="Text box"/>
          <p:cNvSpPr>
            <a:spLocks noGrp="1"/>
          </p:cNvSpPr>
          <p:nvPr>
            <p:ph type="sldNum"/>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Lucida Sans"/>
              </a:rPr>
              <a:t>36</a:t>
            </a:fld>
            <a:endParaRPr lang="zh-CN" altLang="en-US" sz="1000" b="1" i="0" u="none" strike="noStrike" kern="1200" cap="none" spc="0" baseline="0">
              <a:solidFill>
                <a:schemeClr val="bg1"/>
              </a:solidFill>
              <a:latin typeface="Arial" pitchFamily="0" charset="0"/>
              <a:ea typeface="ＭＳ Ｐゴシック" pitchFamily="0" charset="-128"/>
              <a:cs typeface="Lucida Sans"/>
            </a:endParaRPr>
          </a:p>
        </p:txBody>
      </p:sp>
      <p:sp>
        <p:nvSpPr>
          <p:cNvPr id="194"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Data Analysis Process</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pic>
        <p:nvPicPr>
          <p:cNvPr id="195" name="Images"/>
          <p:cNvPicPr>
            <a:picLocks noChangeAspect="1"/>
          </p:cNvPicPr>
          <p:nvPr/>
        </p:nvPicPr>
        <p:blipFill>
          <a:blip r:embed="rId1" cstate="print"/>
          <a:stretch>
            <a:fillRect/>
          </a:stretch>
        </p:blipFill>
        <p:spPr>
          <a:xfrm rot="0">
            <a:off x="3184525" y="2092326"/>
            <a:ext cx="5822950" cy="3662363"/>
          </a:xfrm>
          <a:prstGeom prst="rect"/>
          <a:noFill/>
          <a:ln w="12700" cmpd="sng" cap="flat">
            <a:noFill/>
            <a:prstDash val="solid"/>
            <a:round/>
          </a:ln>
        </p:spPr>
      </p:pic>
    </p:spTree>
    <p:extLst>
      <p:ext uri="{BB962C8B-B14F-4D97-AF65-F5344CB8AC3E}">
        <p14:creationId xmlns:p14="http://schemas.microsoft.com/office/powerpoint/2010/main" val="1198558239"/>
      </p:ext>
    </p:extLst>
  </p:cSld>
  <p:clrMapOvr>
    <a:masterClrMapping/>
  </p:clrMapOvr>
</p:sld>
</file>

<file path=ppt/slides/slide37.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96" name="Text box"/>
          <p:cNvSpPr>
            <a:spLocks noGrp="1"/>
          </p:cNvSpPr>
          <p:nvPr>
            <p:ph type="sldNum"/>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Lucida Sans"/>
              </a:rPr>
              <a:t>37</a:t>
            </a:fld>
            <a:endParaRPr lang="zh-CN" altLang="en-US" sz="1000" b="1" i="0" u="none" strike="noStrike" kern="1200" cap="none" spc="0" baseline="0">
              <a:solidFill>
                <a:schemeClr val="bg1"/>
              </a:solidFill>
              <a:latin typeface="Arial" pitchFamily="0" charset="0"/>
              <a:ea typeface="ＭＳ Ｐゴシック" pitchFamily="0" charset="-128"/>
              <a:cs typeface="Lucida Sans"/>
            </a:endParaRPr>
          </a:p>
        </p:txBody>
      </p:sp>
      <p:sp>
        <p:nvSpPr>
          <p:cNvPr id="197"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Data Analysis Process</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sp>
        <p:nvSpPr>
          <p:cNvPr id="198" name="Text box"/>
          <p:cNvSpPr>
            <a:spLocks noGrp="1"/>
          </p:cNvSpPr>
          <p:nvPr>
            <p:ph type="body" idx="1"/>
          </p:nvPr>
        </p:nvSpPr>
        <p:spPr>
          <a:xfrm rot="0">
            <a:off x="609600" y="1600201"/>
            <a:ext cx="10972800" cy="4525963"/>
          </a:xfrm>
          <a:prstGeom prst="rect"/>
          <a:noFill/>
          <a:ln w="12700" cmpd="sng" cap="flat">
            <a:noFill/>
            <a:prstDash val="solid"/>
            <a:round/>
          </a:ln>
        </p:spPr>
        <p:txBody>
          <a:bodyPr vert="horz" wrap="square" lIns="91440" tIns="45720" rIns="91440" bIns="45720" anchor="t" anchorCtr="0">
            <a:prstTxWarp prst="textNoShape"/>
          </a:bodyPr>
          <a:lstStyle/>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Statistics involves the </a:t>
            </a:r>
            <a:r>
              <a:rPr lang="en-US" altLang="zh-CN" sz="2800" b="1" i="0" u="none" strike="noStrike" kern="1200" cap="none" spc="0" baseline="0">
                <a:solidFill>
                  <a:schemeClr val="tx1"/>
                </a:solidFill>
                <a:latin typeface="Calibri" pitchFamily="0" charset="0"/>
                <a:ea typeface="ＭＳ Ｐゴシック" pitchFamily="0" charset="-128"/>
                <a:cs typeface="Lucida Sans"/>
              </a:rPr>
              <a:t>collection</a:t>
            </a:r>
            <a:r>
              <a:rPr lang="en-US" altLang="zh-CN" sz="2800" b="0" i="0" u="none" strike="noStrike" kern="1200" cap="none" spc="0" baseline="0">
                <a:solidFill>
                  <a:schemeClr val="tx1"/>
                </a:solidFill>
                <a:latin typeface="Calibri" pitchFamily="0" charset="0"/>
                <a:ea typeface="ＭＳ Ｐゴシック" pitchFamily="0" charset="-128"/>
                <a:cs typeface="Lucida Sans"/>
              </a:rPr>
              <a:t> and </a:t>
            </a:r>
            <a:r>
              <a:rPr lang="en-US" altLang="zh-CN" sz="2800" b="1" i="0" u="none" strike="noStrike" kern="1200" cap="none" spc="0" baseline="0">
                <a:solidFill>
                  <a:schemeClr val="tx1"/>
                </a:solidFill>
                <a:latin typeface="Calibri" pitchFamily="0" charset="0"/>
                <a:ea typeface="ＭＳ Ｐゴシック" pitchFamily="0" charset="-128"/>
                <a:cs typeface="Lucida Sans"/>
              </a:rPr>
              <a:t>analysis</a:t>
            </a:r>
            <a:r>
              <a:rPr lang="en-US" altLang="zh-CN" sz="2800" b="0" i="0" u="none" strike="noStrike" kern="1200" cap="none" spc="0" baseline="0">
                <a:solidFill>
                  <a:schemeClr val="tx1"/>
                </a:solidFill>
                <a:latin typeface="Calibri" pitchFamily="0" charset="0"/>
                <a:ea typeface="ＭＳ Ｐゴシック" pitchFamily="0" charset="-128"/>
                <a:cs typeface="Lucida Sans"/>
              </a:rPr>
              <a:t> of data.</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Both task are critical.</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Raw data without analysis are of little value, and even a sophisticated analysis cannot extract meaningful information from data that were not collected in a sensible way.</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The data analysis process can be viewed as a sequence of steps that lead from planning to data collection to informed conclusions based on the resulting data.</a:t>
            </a:r>
            <a:endParaRPr lang="zh-CN" altLang="en-US" sz="2800" b="0" i="0" u="none" strike="noStrike" kern="1200" cap="none" spc="0" baseline="0">
              <a:solidFill>
                <a:schemeClr val="tx1"/>
              </a:solidFill>
              <a:latin typeface="Calibri" pitchFamily="0" charset="0"/>
              <a:ea typeface="ＭＳ Ｐゴシック" pitchFamily="0" charset="-128"/>
              <a:cs typeface="Lucida Sans"/>
            </a:endParaRPr>
          </a:p>
        </p:txBody>
      </p:sp>
    </p:spTree>
    <p:extLst>
      <p:ext uri="{BB962C8B-B14F-4D97-AF65-F5344CB8AC3E}">
        <p14:creationId xmlns:p14="http://schemas.microsoft.com/office/powerpoint/2010/main" val="879535309"/>
      </p:ext>
    </p:extLst>
  </p:cSld>
  <p:clrMapOvr>
    <a:masterClrMapping/>
  </p:clrMapOvr>
</p:sld>
</file>

<file path=ppt/slides/slide38.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99" name="Text box"/>
          <p:cNvSpPr>
            <a:spLocks noGrp="1"/>
          </p:cNvSpPr>
          <p:nvPr>
            <p:ph type="sldNum"/>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Lucida Sans"/>
              </a:rPr>
              <a:t>38</a:t>
            </a:fld>
            <a:endParaRPr lang="zh-CN" altLang="en-US" sz="1000" b="1" i="0" u="none" strike="noStrike" kern="1200" cap="none" spc="0" baseline="0">
              <a:solidFill>
                <a:schemeClr val="bg1"/>
              </a:solidFill>
              <a:latin typeface="Arial" pitchFamily="0" charset="0"/>
              <a:ea typeface="ＭＳ Ｐゴシック" pitchFamily="0" charset="-128"/>
              <a:cs typeface="Lucida Sans"/>
            </a:endParaRPr>
          </a:p>
        </p:txBody>
      </p:sp>
      <p:sp>
        <p:nvSpPr>
          <p:cNvPr id="200"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Data Analysis Process</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sp>
        <p:nvSpPr>
          <p:cNvPr id="201" name="Text box"/>
          <p:cNvSpPr>
            <a:spLocks noGrp="1"/>
          </p:cNvSpPr>
          <p:nvPr>
            <p:ph type="body" idx="1"/>
          </p:nvPr>
        </p:nvSpPr>
        <p:spPr>
          <a:xfrm rot="0">
            <a:off x="609600" y="1600201"/>
            <a:ext cx="10972800" cy="4525963"/>
          </a:xfrm>
          <a:prstGeom prst="rect"/>
          <a:noFill/>
          <a:ln w="12700" cmpd="sng" cap="flat">
            <a:noFill/>
            <a:prstDash val="solid"/>
            <a:round/>
          </a:ln>
        </p:spPr>
        <p:txBody>
          <a:bodyPr vert="horz" wrap="square" lIns="91440" tIns="45720" rIns="91440" bIns="45720" anchor="t" anchorCtr="0">
            <a:prstTxWarp prst="textNoShape"/>
          </a:bodyPr>
          <a:lstStyle/>
          <a:p>
            <a:pPr marL="342900" indent="-342900" algn="l"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6 steps:</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lvl="1" marL="742950" indent="-285750" algn="l" eaLnBrk="1" hangingPunct="1">
              <a:lnSpc>
                <a:spcPct val="100000"/>
              </a:lnSpc>
              <a:spcBef>
                <a:spcPct val="20000"/>
              </a:spcBef>
              <a:spcAft>
                <a:spcPts val="0"/>
              </a:spcAft>
              <a:buFont typeface="Arial" pitchFamily="0" charset="0"/>
              <a:buChar char="–"/>
            </a:pPr>
            <a:r>
              <a:rPr lang="en-US" altLang="zh-CN" sz="2400" b="0" i="0" u="none" strike="noStrike" kern="1200" cap="none" spc="0" baseline="0">
                <a:solidFill>
                  <a:schemeClr val="tx1"/>
                </a:solidFill>
                <a:latin typeface="Calibri" pitchFamily="0" charset="0"/>
                <a:ea typeface="ＭＳ Ｐゴシック" pitchFamily="0" charset="-128"/>
                <a:cs typeface="Lucida Sans"/>
              </a:rPr>
              <a:t>Understanding the nature of the problem</a:t>
            </a:r>
            <a:endParaRPr lang="en-US" altLang="zh-CN" sz="2400" b="0" i="0" u="none" strike="noStrike" kern="1200" cap="none" spc="0" baseline="0">
              <a:solidFill>
                <a:schemeClr val="tx1"/>
              </a:solidFill>
              <a:latin typeface="Calibri" pitchFamily="0" charset="0"/>
              <a:ea typeface="ＭＳ Ｐゴシック" pitchFamily="0" charset="-128"/>
              <a:cs typeface="Lucida Sans"/>
            </a:endParaRPr>
          </a:p>
          <a:p>
            <a:pPr lvl="1" marL="742950" indent="-285750" algn="l" eaLnBrk="1" hangingPunct="1">
              <a:lnSpc>
                <a:spcPct val="100000"/>
              </a:lnSpc>
              <a:spcBef>
                <a:spcPct val="20000"/>
              </a:spcBef>
              <a:spcAft>
                <a:spcPts val="0"/>
              </a:spcAft>
              <a:buFont typeface="Arial" pitchFamily="0" charset="0"/>
              <a:buChar char="–"/>
            </a:pPr>
            <a:r>
              <a:rPr lang="en-US" altLang="zh-CN" sz="2400" b="0" i="0" u="none" strike="noStrike" kern="1200" cap="none" spc="0" baseline="0">
                <a:solidFill>
                  <a:schemeClr val="tx1"/>
                </a:solidFill>
                <a:latin typeface="Calibri" pitchFamily="0" charset="0"/>
                <a:ea typeface="ＭＳ Ｐゴシック" pitchFamily="0" charset="-128"/>
                <a:cs typeface="Lucida Sans"/>
              </a:rPr>
              <a:t>Deciding what to measure and how to measure it</a:t>
            </a:r>
            <a:endParaRPr lang="en-US" altLang="zh-CN" sz="2400" b="0" i="0" u="none" strike="noStrike" kern="1200" cap="none" spc="0" baseline="0">
              <a:solidFill>
                <a:schemeClr val="tx1"/>
              </a:solidFill>
              <a:latin typeface="Calibri" pitchFamily="0" charset="0"/>
              <a:ea typeface="ＭＳ Ｐゴシック" pitchFamily="0" charset="-128"/>
              <a:cs typeface="Lucida Sans"/>
            </a:endParaRPr>
          </a:p>
          <a:p>
            <a:pPr lvl="1" marL="742950" indent="-285750" algn="l" eaLnBrk="1" hangingPunct="1">
              <a:lnSpc>
                <a:spcPct val="100000"/>
              </a:lnSpc>
              <a:spcBef>
                <a:spcPct val="20000"/>
              </a:spcBef>
              <a:spcAft>
                <a:spcPts val="0"/>
              </a:spcAft>
              <a:buFont typeface="Arial" pitchFamily="0" charset="0"/>
              <a:buChar char="–"/>
            </a:pPr>
            <a:r>
              <a:rPr lang="en-US" altLang="zh-CN" sz="2400" b="0" i="0" u="none" strike="noStrike" kern="1200" cap="none" spc="0" baseline="0">
                <a:solidFill>
                  <a:schemeClr val="tx1"/>
                </a:solidFill>
                <a:latin typeface="Calibri" pitchFamily="0" charset="0"/>
                <a:ea typeface="ＭＳ Ｐゴシック" pitchFamily="0" charset="-128"/>
                <a:cs typeface="Lucida Sans"/>
              </a:rPr>
              <a:t>Data collection</a:t>
            </a:r>
            <a:endParaRPr lang="en-US" altLang="zh-CN" sz="2400" b="0" i="0" u="none" strike="noStrike" kern="1200" cap="none" spc="0" baseline="0">
              <a:solidFill>
                <a:schemeClr val="tx1"/>
              </a:solidFill>
              <a:latin typeface="Calibri" pitchFamily="0" charset="0"/>
              <a:ea typeface="ＭＳ Ｐゴシック" pitchFamily="0" charset="-128"/>
              <a:cs typeface="Lucida Sans"/>
            </a:endParaRPr>
          </a:p>
          <a:p>
            <a:pPr lvl="1" marL="742950" indent="-285750" algn="l" eaLnBrk="1" hangingPunct="1">
              <a:lnSpc>
                <a:spcPct val="100000"/>
              </a:lnSpc>
              <a:spcBef>
                <a:spcPct val="20000"/>
              </a:spcBef>
              <a:spcAft>
                <a:spcPts val="0"/>
              </a:spcAft>
              <a:buFont typeface="Arial" pitchFamily="0" charset="0"/>
              <a:buChar char="–"/>
            </a:pPr>
            <a:r>
              <a:rPr lang="en-US" altLang="zh-CN" sz="2400" b="0" i="0" u="none" strike="noStrike" kern="1200" cap="none" spc="0" baseline="0">
                <a:solidFill>
                  <a:schemeClr val="tx1"/>
                </a:solidFill>
                <a:latin typeface="Calibri" pitchFamily="0" charset="0"/>
                <a:ea typeface="ＭＳ Ｐゴシック" pitchFamily="0" charset="-128"/>
                <a:cs typeface="Lucida Sans"/>
              </a:rPr>
              <a:t>Data summarization and preliminary analysis</a:t>
            </a:r>
            <a:endParaRPr lang="en-US" altLang="zh-CN" sz="2400" b="0" i="0" u="none" strike="noStrike" kern="1200" cap="none" spc="0" baseline="0">
              <a:solidFill>
                <a:schemeClr val="tx1"/>
              </a:solidFill>
              <a:latin typeface="Calibri" pitchFamily="0" charset="0"/>
              <a:ea typeface="ＭＳ Ｐゴシック" pitchFamily="0" charset="-128"/>
              <a:cs typeface="Lucida Sans"/>
            </a:endParaRPr>
          </a:p>
          <a:p>
            <a:pPr lvl="1" marL="742950" indent="-285750" algn="l" eaLnBrk="1" hangingPunct="1">
              <a:lnSpc>
                <a:spcPct val="100000"/>
              </a:lnSpc>
              <a:spcBef>
                <a:spcPct val="20000"/>
              </a:spcBef>
              <a:spcAft>
                <a:spcPts val="0"/>
              </a:spcAft>
              <a:buFont typeface="Arial" pitchFamily="0" charset="0"/>
              <a:buChar char="–"/>
            </a:pPr>
            <a:r>
              <a:rPr lang="en-US" altLang="zh-CN" sz="2400" b="0" i="0" u="none" strike="noStrike" kern="1200" cap="none" spc="0" baseline="0">
                <a:solidFill>
                  <a:schemeClr val="tx1"/>
                </a:solidFill>
                <a:latin typeface="Calibri" pitchFamily="0" charset="0"/>
                <a:ea typeface="ＭＳ Ｐゴシック" pitchFamily="0" charset="-128"/>
                <a:cs typeface="Lucida Sans"/>
              </a:rPr>
              <a:t>Formal data analysis</a:t>
            </a:r>
            <a:endParaRPr lang="en-US" altLang="zh-CN" sz="2400" b="0" i="0" u="none" strike="noStrike" kern="1200" cap="none" spc="0" baseline="0">
              <a:solidFill>
                <a:schemeClr val="tx1"/>
              </a:solidFill>
              <a:latin typeface="Calibri" pitchFamily="0" charset="0"/>
              <a:ea typeface="ＭＳ Ｐゴシック" pitchFamily="0" charset="-128"/>
              <a:cs typeface="Lucida Sans"/>
            </a:endParaRPr>
          </a:p>
          <a:p>
            <a:pPr lvl="1" marL="742950" indent="-285750" algn="l" eaLnBrk="1" hangingPunct="1">
              <a:lnSpc>
                <a:spcPct val="100000"/>
              </a:lnSpc>
              <a:spcBef>
                <a:spcPct val="20000"/>
              </a:spcBef>
              <a:spcAft>
                <a:spcPts val="0"/>
              </a:spcAft>
              <a:buFont typeface="Arial" pitchFamily="0" charset="0"/>
              <a:buChar char="–"/>
            </a:pPr>
            <a:r>
              <a:rPr lang="en-US" altLang="zh-CN" sz="2400" b="0" i="0" u="none" strike="noStrike" kern="1200" cap="none" spc="0" baseline="0">
                <a:solidFill>
                  <a:schemeClr val="tx1"/>
                </a:solidFill>
                <a:latin typeface="Calibri" pitchFamily="0" charset="0"/>
                <a:ea typeface="ＭＳ Ｐゴシック" pitchFamily="0" charset="-128"/>
                <a:cs typeface="Lucida Sans"/>
              </a:rPr>
              <a:t>Interpretation of results</a:t>
            </a:r>
            <a:endParaRPr lang="zh-CN" altLang="en-US" sz="2400" b="0" i="0" u="none" strike="noStrike" kern="1200" cap="none" spc="0" baseline="0">
              <a:solidFill>
                <a:schemeClr val="tx1"/>
              </a:solidFill>
              <a:latin typeface="Calibri" pitchFamily="0" charset="0"/>
              <a:ea typeface="ＭＳ Ｐゴシック" pitchFamily="0" charset="-128"/>
              <a:cs typeface="Lucida Sans"/>
            </a:endParaRPr>
          </a:p>
        </p:txBody>
      </p:sp>
    </p:spTree>
    <p:extLst>
      <p:ext uri="{BB962C8B-B14F-4D97-AF65-F5344CB8AC3E}">
        <p14:creationId xmlns:p14="http://schemas.microsoft.com/office/powerpoint/2010/main" val="804255935"/>
      </p:ext>
    </p:extLst>
  </p:cSld>
  <p:clrMapOvr>
    <a:masterClrMapping/>
  </p:clrMapOvr>
</p:sld>
</file>

<file path=ppt/slides/slide39.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02"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Data Analysis Process</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sp>
        <p:nvSpPr>
          <p:cNvPr id="203" name="Text box"/>
          <p:cNvSpPr>
            <a:spLocks noGrp="1"/>
          </p:cNvSpPr>
          <p:nvPr>
            <p:ph type="sldNum"/>
          </p:nvPr>
        </p:nvSpPr>
        <p:spPr>
          <a:xfrm rot="0">
            <a:off x="8737600" y="6356351"/>
            <a:ext cx="2844799"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Calibri" pitchFamily="0" charset="0"/>
              </a:rPr>
              <a:t>39</a:t>
            </a:fld>
            <a:endParaRPr lang="zh-CN" altLang="en-US" sz="1000" b="1" i="0" u="none" strike="noStrike" kern="1200" cap="none" spc="0" baseline="0">
              <a:solidFill>
                <a:schemeClr val="bg1"/>
              </a:solidFill>
              <a:latin typeface="Arial" pitchFamily="0" charset="0"/>
              <a:ea typeface="ＭＳ Ｐゴシック" pitchFamily="0" charset="-128"/>
              <a:cs typeface="Calibri" pitchFamily="0" charset="0"/>
            </a:endParaRPr>
          </a:p>
        </p:txBody>
      </p:sp>
      <p:sp>
        <p:nvSpPr>
          <p:cNvPr id="204" name="Text box"/>
          <p:cNvSpPr>
            <a:spLocks noGrp="1"/>
          </p:cNvSpPr>
          <p:nvPr>
            <p:ph type="body" idx="4294967295"/>
          </p:nvPr>
        </p:nvSpPr>
        <p:spPr>
          <a:xfrm rot="0">
            <a:off x="1991544" y="1828800"/>
            <a:ext cx="8352927" cy="4191000"/>
          </a:xfrm>
          <a:prstGeom prst="rect"/>
          <a:noFill/>
          <a:ln w="12700" cmpd="sng" cap="flat">
            <a:noFill/>
            <a:prstDash val="solid"/>
            <a:miter/>
          </a:ln>
        </p:spPr>
        <p:txBody>
          <a:bodyPr vert="horz" wrap="square" lIns="91440" tIns="45720" rIns="91440" bIns="45720" anchor="t" anchorCtr="0">
            <a:prstTxWarp prst="textNoShape"/>
          </a:bodyPr>
          <a:lstStyle/>
          <a:p>
            <a:pPr marL="514350" indent="-514350" algn="just" eaLnBrk="1" hangingPunct="1">
              <a:lnSpc>
                <a:spcPct val="100000"/>
              </a:lnSpc>
              <a:spcBef>
                <a:spcPct val="20000"/>
              </a:spcBef>
              <a:spcAft>
                <a:spcPts val="0"/>
              </a:spcAft>
              <a:buFontTx/>
              <a:buAutoNum type="arabicPeriod"/>
            </a:pPr>
            <a:r>
              <a:rPr lang="en-US" altLang="zh-CN" sz="2800" b="0" i="0" u="none" strike="noStrike" kern="1200" cap="none" spc="0" baseline="0">
                <a:solidFill>
                  <a:schemeClr val="tx1"/>
                </a:solidFill>
                <a:latin typeface="Calibri" pitchFamily="0" charset="0"/>
                <a:ea typeface="ＭＳ Ｐゴシック" pitchFamily="0" charset="-128"/>
                <a:cs typeface="Lucida Sans"/>
              </a:rPr>
              <a:t>Understanding the nature of the problem</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lvl="1" marL="742950" indent="-285750" algn="just" eaLnBrk="1" hangingPunct="1">
              <a:lnSpc>
                <a:spcPct val="100000"/>
              </a:lnSpc>
              <a:spcBef>
                <a:spcPct val="20000"/>
              </a:spcBef>
              <a:spcAft>
                <a:spcPts val="0"/>
              </a:spcAft>
              <a:buFont typeface="Arial" pitchFamily="0" charset="0"/>
              <a:buChar char="–"/>
            </a:pPr>
            <a:r>
              <a:rPr lang="en-US" altLang="zh-CN" sz="2400" b="0" i="0" u="none" strike="noStrike" kern="1200" cap="none" spc="0" baseline="0">
                <a:solidFill>
                  <a:schemeClr val="tx1"/>
                </a:solidFill>
                <a:latin typeface="Calibri" pitchFamily="0" charset="0"/>
                <a:ea typeface="ＭＳ Ｐゴシック" pitchFamily="0" charset="-128"/>
                <a:cs typeface="Lucida Sans"/>
              </a:rPr>
              <a:t>An understanding of the research problem</a:t>
            </a:r>
            <a:endParaRPr lang="en-US" altLang="zh-CN" sz="2400" b="0" i="0" u="none" strike="noStrike" kern="1200" cap="none" spc="0" baseline="0">
              <a:solidFill>
                <a:schemeClr val="tx1"/>
              </a:solidFill>
              <a:latin typeface="Calibri" pitchFamily="0" charset="0"/>
              <a:ea typeface="ＭＳ Ｐゴシック" pitchFamily="0" charset="-128"/>
              <a:cs typeface="Lucida Sans"/>
            </a:endParaRPr>
          </a:p>
          <a:p>
            <a:pPr lvl="1" marL="742950" indent="-285750" algn="just" eaLnBrk="1" hangingPunct="1">
              <a:lnSpc>
                <a:spcPct val="100000"/>
              </a:lnSpc>
              <a:spcBef>
                <a:spcPct val="20000"/>
              </a:spcBef>
              <a:spcAft>
                <a:spcPts val="0"/>
              </a:spcAft>
              <a:buFont typeface="Arial" pitchFamily="0" charset="0"/>
              <a:buChar char="–"/>
            </a:pPr>
            <a:r>
              <a:rPr lang="en-US" altLang="zh-CN" sz="2400" b="0" i="0" u="none" strike="noStrike" kern="1200" cap="none" spc="0" baseline="0">
                <a:solidFill>
                  <a:schemeClr val="tx1"/>
                </a:solidFill>
                <a:latin typeface="Calibri" pitchFamily="0" charset="0"/>
                <a:ea typeface="ＭＳ Ｐゴシック" pitchFamily="0" charset="-128"/>
                <a:cs typeface="Lucida Sans"/>
              </a:rPr>
              <a:t>Know the goal of the research and what questions we hope to answer</a:t>
            </a:r>
            <a:endParaRPr lang="en-US" altLang="zh-CN" sz="2400" b="0" i="0" u="none" strike="noStrike" kern="1200" cap="none" spc="0" baseline="0">
              <a:solidFill>
                <a:schemeClr val="tx1"/>
              </a:solidFill>
              <a:latin typeface="Calibri" pitchFamily="0" charset="0"/>
              <a:ea typeface="ＭＳ Ｐゴシック" pitchFamily="0" charset="-128"/>
              <a:cs typeface="Lucida Sans"/>
            </a:endParaRPr>
          </a:p>
          <a:p>
            <a:pPr lvl="1" marL="742950" indent="-285750" algn="just" eaLnBrk="1" hangingPunct="1">
              <a:lnSpc>
                <a:spcPct val="100000"/>
              </a:lnSpc>
              <a:spcBef>
                <a:spcPct val="20000"/>
              </a:spcBef>
              <a:spcAft>
                <a:spcPts val="0"/>
              </a:spcAft>
              <a:buFont typeface="Arial" pitchFamily="0" charset="0"/>
              <a:buChar char="–"/>
            </a:pPr>
            <a:r>
              <a:rPr lang="en-US" altLang="zh-CN" sz="2400" b="0" i="0" u="none" strike="noStrike" kern="1200" cap="none" spc="0" baseline="0">
                <a:solidFill>
                  <a:schemeClr val="tx1"/>
                </a:solidFill>
                <a:latin typeface="Calibri" pitchFamily="0" charset="0"/>
                <a:ea typeface="ＭＳ Ｐゴシック" pitchFamily="0" charset="-128"/>
                <a:cs typeface="Lucida Sans"/>
              </a:rPr>
              <a:t>Have a clear direction before gathering data to lessen the chance of being unable to answer the questions of interest using the data collected.</a:t>
            </a:r>
            <a:endParaRPr lang="zh-CN" altLang="en-US" sz="2400" b="0" i="0" u="none" strike="noStrike" kern="1200" cap="none" spc="0" baseline="0">
              <a:solidFill>
                <a:schemeClr val="tx1"/>
              </a:solidFill>
              <a:latin typeface="Calibri" pitchFamily="0" charset="0"/>
              <a:ea typeface="ＭＳ Ｐゴシック" pitchFamily="0" charset="-128"/>
              <a:cs typeface="Lucida Sans"/>
            </a:endParaRPr>
          </a:p>
        </p:txBody>
      </p:sp>
    </p:spTree>
    <p:extLst>
      <p:ext uri="{BB962C8B-B14F-4D97-AF65-F5344CB8AC3E}">
        <p14:creationId xmlns:p14="http://schemas.microsoft.com/office/powerpoint/2010/main" val="1919283019"/>
      </p:ext>
    </p:extLst>
  </p:cSld>
  <p:clrMapOvr>
    <a:masterClrMapping/>
  </p:clrMapOvr>
</p:sld>
</file>

<file path=ppt/slides/slide40.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05"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Data Analysis Process</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pic>
        <p:nvPicPr>
          <p:cNvPr id="206" name="Images" descr="iran_v__uzbekistan1_gallery__468x400">
            <a:hlinkClick r:id="rId1"/>
          </p:cNvPr>
          <p:cNvPicPr>
            <a:picLocks noChangeAspect="1"/>
          </p:cNvPicPr>
          <p:nvPr/>
        </p:nvPicPr>
        <p:blipFill>
          <a:blip r:embed="rId2" cstate="print"/>
          <a:stretch>
            <a:fillRect/>
          </a:stretch>
        </p:blipFill>
        <p:spPr>
          <a:xfrm rot="0">
            <a:off x="7464153" y="4077073"/>
            <a:ext cx="2583038" cy="2199618"/>
          </a:xfrm>
          <a:prstGeom prst="rect"/>
          <a:noFill/>
          <a:ln w="12700" cmpd="sng" cap="flat">
            <a:noFill/>
            <a:prstDash val="solid"/>
            <a:round/>
          </a:ln>
        </p:spPr>
      </p:pic>
      <p:sp>
        <p:nvSpPr>
          <p:cNvPr id="207" name="Text box"/>
          <p:cNvSpPr>
            <a:spLocks noGrp="1"/>
          </p:cNvSpPr>
          <p:nvPr>
            <p:ph type="sldNum"/>
          </p:nvPr>
        </p:nvSpPr>
        <p:spPr>
          <a:xfrm rot="0">
            <a:off x="8737600" y="6356351"/>
            <a:ext cx="2844799"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Calibri" pitchFamily="0" charset="0"/>
              </a:rPr>
              <a:t>40</a:t>
            </a:fld>
            <a:endParaRPr lang="zh-CN" altLang="en-US" sz="1000" b="1" i="0" u="none" strike="noStrike" kern="1200" cap="none" spc="0" baseline="0">
              <a:solidFill>
                <a:schemeClr val="bg1"/>
              </a:solidFill>
              <a:latin typeface="Arial" pitchFamily="0" charset="0"/>
              <a:ea typeface="ＭＳ Ｐゴシック" pitchFamily="0" charset="-128"/>
              <a:cs typeface="Calibri" pitchFamily="0" charset="0"/>
            </a:endParaRPr>
          </a:p>
        </p:txBody>
      </p:sp>
      <p:sp>
        <p:nvSpPr>
          <p:cNvPr id="208" name="Text box"/>
          <p:cNvSpPr>
            <a:spLocks noGrp="1"/>
          </p:cNvSpPr>
          <p:nvPr>
            <p:ph type="body" idx="4294967295"/>
          </p:nvPr>
        </p:nvSpPr>
        <p:spPr>
          <a:xfrm rot="0">
            <a:off x="2207568" y="1828800"/>
            <a:ext cx="7704857" cy="4191000"/>
          </a:xfrm>
          <a:prstGeom prst="rect"/>
          <a:noFill/>
          <a:ln w="12700" cmpd="sng" cap="flat">
            <a:noFill/>
            <a:prstDash val="solid"/>
            <a:miter/>
          </a:ln>
        </p:spPr>
        <p:txBody>
          <a:bodyPr vert="horz" wrap="square" lIns="91440" tIns="45720" rIns="91440" bIns="45720" anchor="t" anchorCtr="0">
            <a:prstTxWarp prst="textNoShape"/>
          </a:bodyPr>
          <a:lstStyle/>
          <a:p>
            <a:pPr marL="514350" indent="-514350" algn="just" eaLnBrk="1" hangingPunct="1">
              <a:lnSpc>
                <a:spcPct val="100000"/>
              </a:lnSpc>
              <a:spcBef>
                <a:spcPct val="20000"/>
              </a:spcBef>
              <a:spcAft>
                <a:spcPts val="0"/>
              </a:spcAft>
              <a:buFontTx/>
              <a:buAutoNum type="arabicPeriod" startAt="2"/>
            </a:pPr>
            <a:r>
              <a:rPr lang="en-US" altLang="zh-CN" sz="2800" b="0" i="0" u="none" strike="noStrike" kern="1200" cap="none" spc="0" baseline="0">
                <a:solidFill>
                  <a:schemeClr val="tx1"/>
                </a:solidFill>
                <a:latin typeface="Calibri" pitchFamily="0" charset="0"/>
                <a:ea typeface="ＭＳ Ｐゴシック" pitchFamily="0" charset="-128"/>
                <a:cs typeface="Lucida Sans"/>
              </a:rPr>
              <a:t>Deciding what to measure and how to measure it</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lvl="1" marL="742950" indent="-285750" algn="just" eaLnBrk="1" hangingPunct="1">
              <a:lnSpc>
                <a:spcPct val="100000"/>
              </a:lnSpc>
              <a:spcBef>
                <a:spcPct val="20000"/>
              </a:spcBef>
              <a:spcAft>
                <a:spcPts val="0"/>
              </a:spcAft>
              <a:buFont typeface="Arial" pitchFamily="0" charset="0"/>
              <a:buChar char="–"/>
            </a:pPr>
            <a:r>
              <a:rPr lang="en-US" altLang="zh-CN" sz="2400" b="0" i="0" u="none" strike="noStrike" kern="1200" cap="none" spc="0" baseline="0">
                <a:solidFill>
                  <a:schemeClr val="tx1"/>
                </a:solidFill>
                <a:latin typeface="Calibri" pitchFamily="0" charset="0"/>
                <a:ea typeface="ＭＳ Ｐゴシック" pitchFamily="0" charset="-128"/>
                <a:cs typeface="Lucida Sans"/>
              </a:rPr>
              <a:t>In some cases, the choice is obvious, e.g. in a study of the relationship between the weight of a football player and position played, you would need to collect data on player weight and position.</a:t>
            </a:r>
            <a:endParaRPr lang="zh-CN" altLang="en-US" sz="2400" b="0" i="0" u="none" strike="noStrike" kern="1200" cap="none" spc="0" baseline="0">
              <a:solidFill>
                <a:schemeClr val="tx1"/>
              </a:solidFill>
              <a:latin typeface="Calibri" pitchFamily="0" charset="0"/>
              <a:ea typeface="ＭＳ Ｐゴシック" pitchFamily="0" charset="-128"/>
              <a:cs typeface="Lucida Sans"/>
            </a:endParaRPr>
          </a:p>
        </p:txBody>
      </p:sp>
    </p:spTree>
    <p:extLst>
      <p:ext uri="{BB962C8B-B14F-4D97-AF65-F5344CB8AC3E}">
        <p14:creationId xmlns:p14="http://schemas.microsoft.com/office/powerpoint/2010/main" val="228335557"/>
      </p:ext>
    </p:extLst>
  </p:cSld>
  <p:clrMapOvr>
    <a:masterClrMapping/>
  </p:clrMapOvr>
</p:sld>
</file>

<file path=ppt/slides/slide41.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09"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Data Analysis Process</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sp>
        <p:nvSpPr>
          <p:cNvPr id="210" name="Text box"/>
          <p:cNvSpPr>
            <a:spLocks noGrp="1"/>
          </p:cNvSpPr>
          <p:nvPr>
            <p:ph type="sldNum"/>
          </p:nvPr>
        </p:nvSpPr>
        <p:spPr>
          <a:xfrm rot="0">
            <a:off x="8737600" y="6356351"/>
            <a:ext cx="2844799"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Calibri" pitchFamily="0" charset="0"/>
              </a:rPr>
              <a:t>41</a:t>
            </a:fld>
            <a:endParaRPr lang="zh-CN" altLang="en-US" sz="1000" b="1" i="0" u="none" strike="noStrike" kern="1200" cap="none" spc="0" baseline="0">
              <a:solidFill>
                <a:schemeClr val="bg1"/>
              </a:solidFill>
              <a:latin typeface="Arial" pitchFamily="0" charset="0"/>
              <a:ea typeface="ＭＳ Ｐゴシック" pitchFamily="0" charset="-128"/>
              <a:cs typeface="Calibri" pitchFamily="0" charset="0"/>
            </a:endParaRPr>
          </a:p>
        </p:txBody>
      </p:sp>
      <p:sp>
        <p:nvSpPr>
          <p:cNvPr id="211" name="Text box"/>
          <p:cNvSpPr>
            <a:spLocks noGrp="1"/>
          </p:cNvSpPr>
          <p:nvPr>
            <p:ph type="body" idx="4294967295"/>
          </p:nvPr>
        </p:nvSpPr>
        <p:spPr>
          <a:xfrm rot="0">
            <a:off x="1991544" y="1828800"/>
            <a:ext cx="8136904" cy="4191000"/>
          </a:xfrm>
          <a:prstGeom prst="rect"/>
          <a:noFill/>
          <a:ln w="12700" cmpd="sng" cap="flat">
            <a:noFill/>
            <a:prstDash val="solid"/>
            <a:miter/>
          </a:ln>
        </p:spPr>
        <p:txBody>
          <a:bodyPr vert="horz" wrap="square" lIns="91440" tIns="45720" rIns="91440" bIns="45720" anchor="t" anchorCtr="0">
            <a:prstTxWarp prst="textNoShape"/>
          </a:bodyPr>
          <a:lstStyle/>
          <a:p>
            <a:pPr lvl="1" marL="742950" indent="-28575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but in other cases the choice of information is not as straightforward, e.g. in a study of the relationship between preferred learning style and intelligence, how would you define learning style and measure it and what measure of intelligence would you use?</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lvl="1" marL="742950" indent="-28575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It is important to carefully define the variables to be studied and to develop appropriate methods for determining their values.</a:t>
            </a:r>
            <a:endParaRPr lang="zh-CN" altLang="en-US" sz="2800" b="0" i="0" u="none" strike="noStrike" kern="1200" cap="none" spc="0" baseline="0">
              <a:solidFill>
                <a:schemeClr val="tx1"/>
              </a:solidFill>
              <a:latin typeface="Calibri" pitchFamily="0" charset="0"/>
              <a:ea typeface="ＭＳ Ｐゴシック" pitchFamily="0" charset="-128"/>
              <a:cs typeface="Lucida Sans"/>
            </a:endParaRPr>
          </a:p>
        </p:txBody>
      </p:sp>
    </p:spTree>
    <p:extLst>
      <p:ext uri="{BB962C8B-B14F-4D97-AF65-F5344CB8AC3E}">
        <p14:creationId xmlns:p14="http://schemas.microsoft.com/office/powerpoint/2010/main" val="1406087364"/>
      </p:ext>
    </p:extLst>
  </p:cSld>
  <p:clrMapOvr>
    <a:masterClrMapping/>
  </p:clrMapOvr>
</p:sld>
</file>

<file path=ppt/slides/slide42.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21"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Data Analysis Process</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sp>
        <p:nvSpPr>
          <p:cNvPr id="222" name="Text box"/>
          <p:cNvSpPr>
            <a:spLocks noGrp="1"/>
          </p:cNvSpPr>
          <p:nvPr>
            <p:ph type="sldNum"/>
          </p:nvPr>
        </p:nvSpPr>
        <p:spPr>
          <a:xfrm rot="0">
            <a:off x="8737600" y="6356351"/>
            <a:ext cx="2844799"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Calibri" pitchFamily="0" charset="0"/>
              </a:rPr>
              <a:t>42</a:t>
            </a:fld>
            <a:endParaRPr lang="zh-CN" altLang="en-US" sz="1000" b="1" i="0" u="none" strike="noStrike" kern="1200" cap="none" spc="0" baseline="0">
              <a:solidFill>
                <a:schemeClr val="bg1"/>
              </a:solidFill>
              <a:latin typeface="Arial" pitchFamily="0" charset="0"/>
              <a:ea typeface="ＭＳ Ｐゴシック" pitchFamily="0" charset="-128"/>
              <a:cs typeface="Calibri" pitchFamily="0" charset="0"/>
            </a:endParaRPr>
          </a:p>
        </p:txBody>
      </p:sp>
      <p:sp>
        <p:nvSpPr>
          <p:cNvPr id="223" name="Text box"/>
          <p:cNvSpPr>
            <a:spLocks noGrp="1"/>
          </p:cNvSpPr>
          <p:nvPr>
            <p:ph type="body" idx="4294967295"/>
          </p:nvPr>
        </p:nvSpPr>
        <p:spPr>
          <a:xfrm rot="0">
            <a:off x="2135560" y="1772816"/>
            <a:ext cx="7776864" cy="4536504"/>
          </a:xfrm>
          <a:prstGeom prst="rect"/>
          <a:noFill/>
          <a:ln w="12700" cmpd="sng" cap="flat">
            <a:noFill/>
            <a:prstDash val="solid"/>
            <a:miter/>
          </a:ln>
        </p:spPr>
        <p:txBody>
          <a:bodyPr vert="horz" wrap="square" lIns="91440" tIns="45720" rIns="91440" bIns="45720" anchor="t" anchorCtr="0">
            <a:prstTxWarp prst="textNoShape"/>
          </a:bodyPr>
          <a:lstStyle/>
          <a:p>
            <a:pPr marL="514350" indent="-514350" algn="just" eaLnBrk="1" hangingPunct="1">
              <a:lnSpc>
                <a:spcPct val="100000"/>
              </a:lnSpc>
              <a:spcBef>
                <a:spcPct val="20000"/>
              </a:spcBef>
              <a:spcAft>
                <a:spcPts val="0"/>
              </a:spcAft>
              <a:buFontTx/>
              <a:buAutoNum type="arabicPeriod" startAt="3"/>
            </a:pPr>
            <a:r>
              <a:rPr lang="en-US" altLang="zh-CN" sz="2800" b="0" i="0" u="none" strike="noStrike" kern="1200" cap="none" spc="0" baseline="0">
                <a:solidFill>
                  <a:schemeClr val="tx1"/>
                </a:solidFill>
                <a:latin typeface="Calibri" pitchFamily="0" charset="0"/>
                <a:ea typeface="ＭＳ Ｐゴシック" pitchFamily="0" charset="-128"/>
                <a:cs typeface="Lucida Sans"/>
              </a:rPr>
              <a:t>Data collection</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lvl="1" marL="742950" indent="-285750" algn="just" eaLnBrk="1" hangingPunct="1">
              <a:lnSpc>
                <a:spcPct val="100000"/>
              </a:lnSpc>
              <a:spcBef>
                <a:spcPct val="20000"/>
              </a:spcBef>
              <a:spcAft>
                <a:spcPts val="0"/>
              </a:spcAft>
              <a:buFont typeface="Arial" pitchFamily="0" charset="0"/>
              <a:buChar char="–"/>
            </a:pPr>
            <a:r>
              <a:rPr lang="en-US" altLang="zh-CN" sz="2400" b="0" i="0" u="none" strike="noStrike" kern="1200" cap="none" spc="0" baseline="0">
                <a:solidFill>
                  <a:schemeClr val="tx1"/>
                </a:solidFill>
                <a:latin typeface="Calibri" pitchFamily="0" charset="0"/>
                <a:ea typeface="ＭＳ Ｐゴシック" pitchFamily="0" charset="-128"/>
                <a:cs typeface="Lucida Sans"/>
              </a:rPr>
              <a:t>Decide whether an existing data source is adequate or whether new data must be collected.</a:t>
            </a:r>
            <a:endParaRPr lang="en-US" altLang="zh-CN" sz="2400" b="0" i="0" u="none" strike="noStrike" kern="1200" cap="none" spc="0" baseline="0">
              <a:solidFill>
                <a:schemeClr val="tx1"/>
              </a:solidFill>
              <a:latin typeface="Calibri" pitchFamily="0" charset="0"/>
              <a:ea typeface="ＭＳ Ｐゴシック" pitchFamily="0" charset="-128"/>
              <a:cs typeface="Lucida Sans"/>
            </a:endParaRPr>
          </a:p>
          <a:p>
            <a:pPr lvl="1" marL="742950" indent="-285750" algn="just" eaLnBrk="1" hangingPunct="1">
              <a:lnSpc>
                <a:spcPct val="100000"/>
              </a:lnSpc>
              <a:spcBef>
                <a:spcPct val="20000"/>
              </a:spcBef>
              <a:spcAft>
                <a:spcPts val="0"/>
              </a:spcAft>
              <a:buFont typeface="Arial" pitchFamily="0" charset="0"/>
              <a:buChar char="–"/>
            </a:pPr>
            <a:r>
              <a:rPr lang="en-US" altLang="zh-CN" sz="2400" b="0" i="0" u="none" strike="noStrike" kern="1200" cap="none" spc="0" baseline="0">
                <a:solidFill>
                  <a:schemeClr val="tx1"/>
                </a:solidFill>
                <a:latin typeface="Calibri" pitchFamily="0" charset="0"/>
                <a:ea typeface="ＭＳ Ｐゴシック" pitchFamily="0" charset="-128"/>
                <a:cs typeface="Lucida Sans"/>
              </a:rPr>
              <a:t>If a decision is made to use existing data (secondary data), it is important to understand how the data were collected and for what purpose.</a:t>
            </a:r>
            <a:endParaRPr lang="en-US" altLang="zh-CN" sz="2400" b="0" i="0" u="none" strike="noStrike" kern="1200" cap="none" spc="0" baseline="0">
              <a:solidFill>
                <a:schemeClr val="tx1"/>
              </a:solidFill>
              <a:latin typeface="Calibri" pitchFamily="0" charset="0"/>
              <a:ea typeface="ＭＳ Ｐゴシック" pitchFamily="0" charset="-128"/>
              <a:cs typeface="Lucida Sans"/>
            </a:endParaRPr>
          </a:p>
          <a:p>
            <a:pPr lvl="1" marL="742950" indent="-285750" algn="just" eaLnBrk="1" hangingPunct="1">
              <a:lnSpc>
                <a:spcPct val="100000"/>
              </a:lnSpc>
              <a:spcBef>
                <a:spcPct val="20000"/>
              </a:spcBef>
              <a:spcAft>
                <a:spcPts val="0"/>
              </a:spcAft>
              <a:buFont typeface="Arial" pitchFamily="0" charset="0"/>
              <a:buChar char="–"/>
            </a:pPr>
            <a:r>
              <a:rPr lang="en-US" altLang="zh-CN" sz="2400" b="0" i="0" u="none" strike="noStrike" kern="1200" cap="none" spc="0" baseline="0">
                <a:solidFill>
                  <a:schemeClr val="tx1"/>
                </a:solidFill>
                <a:latin typeface="Calibri" pitchFamily="0" charset="0"/>
                <a:ea typeface="ＭＳ Ｐゴシック" pitchFamily="0" charset="-128"/>
                <a:cs typeface="Lucida Sans"/>
              </a:rPr>
              <a:t>If new data are to be collected (primary data), a careful plan must be developed.</a:t>
            </a:r>
            <a:endParaRPr lang="en-US" altLang="zh-CN" sz="2400" b="0" i="0" u="none" strike="noStrike" kern="1200" cap="none" spc="0" baseline="0">
              <a:solidFill>
                <a:schemeClr val="tx1"/>
              </a:solidFill>
              <a:latin typeface="Calibri" pitchFamily="0" charset="0"/>
              <a:ea typeface="ＭＳ Ｐゴシック" pitchFamily="0" charset="-128"/>
              <a:cs typeface="Lucida Sans"/>
            </a:endParaRPr>
          </a:p>
          <a:p>
            <a:pPr lvl="1" marL="742950" indent="-285750" algn="just" eaLnBrk="1" hangingPunct="1">
              <a:lnSpc>
                <a:spcPct val="100000"/>
              </a:lnSpc>
              <a:spcBef>
                <a:spcPct val="20000"/>
              </a:spcBef>
              <a:spcAft>
                <a:spcPts val="0"/>
              </a:spcAft>
              <a:buFont typeface="Arial" pitchFamily="0" charset="0"/>
              <a:buChar char="–"/>
            </a:pPr>
            <a:r>
              <a:rPr lang="en-US" altLang="zh-CN" sz="2400" b="0" i="0" u="none" strike="noStrike" kern="1200" cap="none" spc="0" baseline="0">
                <a:solidFill>
                  <a:schemeClr val="tx1"/>
                </a:solidFill>
                <a:latin typeface="Calibri" pitchFamily="0" charset="0"/>
                <a:ea typeface="ＭＳ Ｐゴシック" pitchFamily="0" charset="-128"/>
                <a:cs typeface="Lucida Sans"/>
              </a:rPr>
              <a:t>The type of analysis that is appropriate and subsequent conclusions that can be drawn depend on how the data are collected.</a:t>
            </a:r>
            <a:endParaRPr lang="en-US" altLang="zh-CN" sz="2400" b="0" i="0" u="none" strike="noStrike" kern="1200" cap="none" spc="0" baseline="0">
              <a:solidFill>
                <a:schemeClr val="tx1"/>
              </a:solidFill>
              <a:latin typeface="Calibri" pitchFamily="0" charset="0"/>
              <a:ea typeface="ＭＳ Ｐゴシック" pitchFamily="0" charset="-128"/>
              <a:cs typeface="Lucida Sans"/>
            </a:endParaRPr>
          </a:p>
          <a:p>
            <a:pPr lvl="1" marL="742950" indent="-285750" algn="just" eaLnBrk="1" hangingPunct="1">
              <a:lnSpc>
                <a:spcPct val="100000"/>
              </a:lnSpc>
              <a:spcBef>
                <a:spcPct val="20000"/>
              </a:spcBef>
              <a:spcAft>
                <a:spcPts val="0"/>
              </a:spcAft>
              <a:buFont typeface="Arial" pitchFamily="0" charset="0"/>
              <a:buChar char="–"/>
            </a:pPr>
            <a:endParaRPr lang="zh-CN" altLang="en-US" sz="2400" b="0" i="0" u="none" strike="noStrike" kern="1200" cap="none" spc="0" baseline="0">
              <a:solidFill>
                <a:schemeClr val="tx1"/>
              </a:solidFill>
              <a:latin typeface="Calibri" pitchFamily="0" charset="0"/>
              <a:ea typeface="ＭＳ Ｐゴシック" pitchFamily="0" charset="-128"/>
              <a:cs typeface="Lucida Sans"/>
            </a:endParaRPr>
          </a:p>
        </p:txBody>
      </p:sp>
    </p:spTree>
    <p:extLst>
      <p:ext uri="{BB962C8B-B14F-4D97-AF65-F5344CB8AC3E}">
        <p14:creationId xmlns:p14="http://schemas.microsoft.com/office/powerpoint/2010/main" val="1059228485"/>
      </p:ext>
    </p:extLst>
  </p:cSld>
  <p:clrMapOvr>
    <a:masterClrMapping/>
  </p:clrMapOvr>
</p:sld>
</file>

<file path=ppt/slides/slide43.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24"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Data Analysis Process</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sp>
        <p:nvSpPr>
          <p:cNvPr id="225" name="Text box"/>
          <p:cNvSpPr>
            <a:spLocks noGrp="1"/>
          </p:cNvSpPr>
          <p:nvPr>
            <p:ph type="sldNum"/>
          </p:nvPr>
        </p:nvSpPr>
        <p:spPr>
          <a:xfrm rot="0">
            <a:off x="8737600" y="6356351"/>
            <a:ext cx="2844799"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Calibri" pitchFamily="0" charset="0"/>
              </a:rPr>
              <a:t>43</a:t>
            </a:fld>
            <a:endParaRPr lang="zh-CN" altLang="en-US" sz="1000" b="1" i="0" u="none" strike="noStrike" kern="1200" cap="none" spc="0" baseline="0">
              <a:solidFill>
                <a:schemeClr val="bg1"/>
              </a:solidFill>
              <a:latin typeface="Arial" pitchFamily="0" charset="0"/>
              <a:ea typeface="ＭＳ Ｐゴシック" pitchFamily="0" charset="-128"/>
              <a:cs typeface="Calibri" pitchFamily="0" charset="0"/>
            </a:endParaRPr>
          </a:p>
        </p:txBody>
      </p:sp>
      <p:sp>
        <p:nvSpPr>
          <p:cNvPr id="226" name="Text box"/>
          <p:cNvSpPr>
            <a:spLocks noGrp="1"/>
          </p:cNvSpPr>
          <p:nvPr>
            <p:ph type="body" idx="4294967295"/>
          </p:nvPr>
        </p:nvSpPr>
        <p:spPr>
          <a:xfrm rot="0">
            <a:off x="2207568" y="1828800"/>
            <a:ext cx="7704857" cy="4191000"/>
          </a:xfrm>
          <a:prstGeom prst="rect"/>
          <a:noFill/>
          <a:ln w="12700" cmpd="sng" cap="flat">
            <a:noFill/>
            <a:prstDash val="solid"/>
            <a:miter/>
          </a:ln>
        </p:spPr>
        <p:txBody>
          <a:bodyPr vert="horz" wrap="square" lIns="91440" tIns="45720" rIns="91440" bIns="45720" anchor="t" anchorCtr="0">
            <a:prstTxWarp prst="textNoShape"/>
          </a:bodyPr>
          <a:lstStyle/>
          <a:p>
            <a:pPr marL="514350" indent="-514350" algn="just" eaLnBrk="1" hangingPunct="1">
              <a:lnSpc>
                <a:spcPct val="100000"/>
              </a:lnSpc>
              <a:spcBef>
                <a:spcPct val="20000"/>
              </a:spcBef>
              <a:spcAft>
                <a:spcPts val="0"/>
              </a:spcAft>
              <a:buFontTx/>
              <a:buAutoNum type="arabicPeriod" startAt="4"/>
            </a:pPr>
            <a:r>
              <a:rPr lang="en-US" altLang="zh-CN" sz="2800" b="0" i="0" u="none" strike="noStrike" kern="1200" cap="none" spc="0" baseline="0">
                <a:solidFill>
                  <a:schemeClr val="tx1"/>
                </a:solidFill>
                <a:latin typeface="Calibri" pitchFamily="0" charset="0"/>
                <a:ea typeface="ＭＳ Ｐゴシック" pitchFamily="0" charset="-128"/>
                <a:cs typeface="Lucida Sans"/>
              </a:rPr>
              <a:t>Data summarization and preliminary analysis</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lvl="1" marL="742950" indent="-285750" algn="just" eaLnBrk="1" hangingPunct="1">
              <a:lnSpc>
                <a:spcPct val="100000"/>
              </a:lnSpc>
              <a:spcBef>
                <a:spcPct val="20000"/>
              </a:spcBef>
              <a:spcAft>
                <a:spcPts val="0"/>
              </a:spcAft>
              <a:buFont typeface="Arial" pitchFamily="0" charset="0"/>
              <a:buChar char="–"/>
            </a:pPr>
            <a:r>
              <a:rPr lang="en-US" altLang="zh-CN" sz="2400" b="0" i="0" u="none" strike="noStrike" kern="1200" cap="none" spc="0" baseline="0">
                <a:solidFill>
                  <a:schemeClr val="tx1"/>
                </a:solidFill>
                <a:latin typeface="Calibri" pitchFamily="0" charset="0"/>
                <a:ea typeface="ＭＳ Ｐゴシック" pitchFamily="0" charset="-128"/>
                <a:cs typeface="Lucida Sans"/>
              </a:rPr>
              <a:t>Summarizing the data graphically and numerically</a:t>
            </a:r>
            <a:endParaRPr lang="en-US" altLang="zh-CN" sz="2400" b="0" i="0" u="none" strike="noStrike" kern="1200" cap="none" spc="0" baseline="0">
              <a:solidFill>
                <a:schemeClr val="tx1"/>
              </a:solidFill>
              <a:latin typeface="Calibri" pitchFamily="0" charset="0"/>
              <a:ea typeface="ＭＳ Ｐゴシック" pitchFamily="0" charset="-128"/>
              <a:cs typeface="Lucida Sans"/>
            </a:endParaRPr>
          </a:p>
          <a:p>
            <a:pPr lvl="1" marL="742950" indent="-285750" algn="just" eaLnBrk="1" hangingPunct="1">
              <a:lnSpc>
                <a:spcPct val="100000"/>
              </a:lnSpc>
              <a:spcBef>
                <a:spcPct val="20000"/>
              </a:spcBef>
              <a:spcAft>
                <a:spcPts val="0"/>
              </a:spcAft>
              <a:buFont typeface="Arial" pitchFamily="0" charset="0"/>
              <a:buChar char="–"/>
            </a:pPr>
            <a:r>
              <a:rPr lang="en-US" altLang="zh-CN" sz="2400" b="0" i="0" u="none" strike="noStrike" kern="1200" cap="none" spc="0" baseline="0">
                <a:solidFill>
                  <a:schemeClr val="tx1"/>
                </a:solidFill>
                <a:latin typeface="Calibri" pitchFamily="0" charset="0"/>
                <a:ea typeface="ＭＳ Ｐゴシック" pitchFamily="0" charset="-128"/>
                <a:cs typeface="Lucida Sans"/>
              </a:rPr>
              <a:t>This initial analysis provides insight into important characteristics of the data and can provide guidance in selecting appropriate methods for further analysis.</a:t>
            </a:r>
            <a:endParaRPr lang="en-US" altLang="zh-CN" sz="2400" b="0" i="0" u="none" strike="noStrike" kern="1200" cap="none" spc="0" baseline="0">
              <a:solidFill>
                <a:schemeClr val="tx1"/>
              </a:solidFill>
              <a:latin typeface="Calibri" pitchFamily="0" charset="0"/>
              <a:ea typeface="ＭＳ Ｐゴシック" pitchFamily="0" charset="-128"/>
              <a:cs typeface="Lucida Sans"/>
            </a:endParaRPr>
          </a:p>
          <a:p>
            <a:pPr lvl="1" marL="742950" indent="-285750" algn="just" eaLnBrk="1" hangingPunct="1">
              <a:lnSpc>
                <a:spcPct val="100000"/>
              </a:lnSpc>
              <a:spcBef>
                <a:spcPct val="20000"/>
              </a:spcBef>
              <a:spcAft>
                <a:spcPts val="0"/>
              </a:spcAft>
              <a:buNone/>
            </a:pPr>
            <a:endParaRPr lang="zh-CN" altLang="en-US" sz="2400" b="0" i="0" u="none" strike="noStrike" kern="1200" cap="none" spc="0" baseline="0">
              <a:solidFill>
                <a:schemeClr val="tx1"/>
              </a:solidFill>
              <a:latin typeface="Calibri" pitchFamily="0" charset="0"/>
              <a:ea typeface="ＭＳ Ｐゴシック" pitchFamily="0" charset="-128"/>
              <a:cs typeface="Lucida Sans"/>
            </a:endParaRPr>
          </a:p>
        </p:txBody>
      </p:sp>
    </p:spTree>
    <p:extLst>
      <p:ext uri="{BB962C8B-B14F-4D97-AF65-F5344CB8AC3E}">
        <p14:creationId xmlns:p14="http://schemas.microsoft.com/office/powerpoint/2010/main" val="666672508"/>
      </p:ext>
    </p:extLst>
  </p:cSld>
  <p:clrMapOvr>
    <a:masterClrMapping/>
  </p:clrMapOvr>
</p:sld>
</file>

<file path=ppt/slides/slide44.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27"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Data Analysis Process</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sp>
        <p:nvSpPr>
          <p:cNvPr id="228" name="Text box"/>
          <p:cNvSpPr>
            <a:spLocks noGrp="1"/>
          </p:cNvSpPr>
          <p:nvPr>
            <p:ph type="sldNum"/>
          </p:nvPr>
        </p:nvSpPr>
        <p:spPr>
          <a:xfrm rot="0">
            <a:off x="8737600" y="6356351"/>
            <a:ext cx="2844799"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Calibri" pitchFamily="0" charset="0"/>
              </a:rPr>
              <a:t>44</a:t>
            </a:fld>
            <a:endParaRPr lang="zh-CN" altLang="en-US" sz="1000" b="1" i="0" u="none" strike="noStrike" kern="1200" cap="none" spc="0" baseline="0">
              <a:solidFill>
                <a:schemeClr val="bg1"/>
              </a:solidFill>
              <a:latin typeface="Arial" pitchFamily="0" charset="0"/>
              <a:ea typeface="ＭＳ Ｐゴシック" pitchFamily="0" charset="-128"/>
              <a:cs typeface="Calibri" pitchFamily="0" charset="0"/>
            </a:endParaRPr>
          </a:p>
        </p:txBody>
      </p:sp>
      <p:sp>
        <p:nvSpPr>
          <p:cNvPr id="229" name="Text box"/>
          <p:cNvSpPr>
            <a:spLocks noGrp="1"/>
          </p:cNvSpPr>
          <p:nvPr>
            <p:ph type="body" idx="4294967295"/>
          </p:nvPr>
        </p:nvSpPr>
        <p:spPr>
          <a:xfrm rot="0">
            <a:off x="2351585" y="1844824"/>
            <a:ext cx="7489824" cy="4191000"/>
          </a:xfrm>
          <a:prstGeom prst="rect"/>
          <a:noFill/>
          <a:ln w="12700" cmpd="sng" cap="flat">
            <a:noFill/>
            <a:prstDash val="solid"/>
            <a:miter/>
          </a:ln>
        </p:spPr>
        <p:txBody>
          <a:bodyPr vert="horz" wrap="square" lIns="91440" tIns="45720" rIns="91440" bIns="45720" anchor="t" anchorCtr="0">
            <a:prstTxWarp prst="textNoShape"/>
          </a:bodyPr>
          <a:lstStyle/>
          <a:p>
            <a:pPr marL="514350" indent="-514350" algn="l" eaLnBrk="1" hangingPunct="1">
              <a:lnSpc>
                <a:spcPct val="100000"/>
              </a:lnSpc>
              <a:spcBef>
                <a:spcPct val="20000"/>
              </a:spcBef>
              <a:spcAft>
                <a:spcPts val="0"/>
              </a:spcAft>
              <a:buFontTx/>
              <a:buAutoNum type="arabicPeriod" startAt="5"/>
            </a:pPr>
            <a:r>
              <a:rPr lang="en-US" altLang="zh-CN" sz="2800" b="0" i="0" u="none" strike="noStrike" kern="1200" cap="none" spc="0" baseline="0">
                <a:solidFill>
                  <a:schemeClr val="tx1"/>
                </a:solidFill>
                <a:latin typeface="Calibri" pitchFamily="0" charset="0"/>
                <a:ea typeface="ＭＳ Ｐゴシック" pitchFamily="0" charset="-128"/>
                <a:cs typeface="Lucida Sans"/>
              </a:rPr>
              <a:t>Formal data analysis</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lvl="1" marL="742950" indent="-285750" algn="just" eaLnBrk="1" hangingPunct="1">
              <a:lnSpc>
                <a:spcPct val="100000"/>
              </a:lnSpc>
              <a:spcBef>
                <a:spcPct val="20000"/>
              </a:spcBef>
              <a:spcAft>
                <a:spcPts val="0"/>
              </a:spcAft>
              <a:buClrTx/>
              <a:buChar char="-"/>
            </a:pPr>
            <a:r>
              <a:rPr lang="en-US" altLang="zh-CN" sz="2400" b="0" i="0" u="none" strike="noStrike" kern="1200" cap="none" spc="0" baseline="0">
                <a:solidFill>
                  <a:schemeClr val="tx1"/>
                </a:solidFill>
                <a:latin typeface="Calibri" pitchFamily="0" charset="0"/>
                <a:ea typeface="ＭＳ Ｐゴシック" pitchFamily="0" charset="-128"/>
                <a:cs typeface="Lucida Sans"/>
              </a:rPr>
              <a:t>Select and apply the appropriate inferential statistical methods.</a:t>
            </a:r>
            <a:endParaRPr lang="en-US" altLang="zh-CN" sz="2400" b="0" i="0" u="none" strike="noStrike" kern="1200" cap="none" spc="0" baseline="0">
              <a:solidFill>
                <a:schemeClr val="tx1"/>
              </a:solidFill>
              <a:latin typeface="Calibri" pitchFamily="0" charset="0"/>
              <a:ea typeface="ＭＳ Ｐゴシック" pitchFamily="0" charset="-128"/>
              <a:cs typeface="Lucida Sans"/>
            </a:endParaRPr>
          </a:p>
          <a:p>
            <a:pPr lvl="1" marL="971550" indent="-514350" algn="l" eaLnBrk="1" hangingPunct="1">
              <a:lnSpc>
                <a:spcPct val="100000"/>
              </a:lnSpc>
              <a:spcBef>
                <a:spcPct val="20000"/>
              </a:spcBef>
              <a:spcAft>
                <a:spcPts val="0"/>
              </a:spcAft>
              <a:buClrTx/>
              <a:buAutoNum type="arabicPeriod"/>
            </a:pPr>
            <a:endParaRPr lang="en-US" altLang="zh-CN" sz="2400" b="0" i="0" u="none" strike="noStrike" kern="1200" cap="none" spc="0" baseline="0">
              <a:solidFill>
                <a:schemeClr val="tx1"/>
              </a:solidFill>
              <a:latin typeface="Calibri" pitchFamily="0" charset="0"/>
              <a:ea typeface="ＭＳ Ｐゴシック" pitchFamily="0" charset="-128"/>
              <a:cs typeface="Lucida Sans"/>
            </a:endParaRPr>
          </a:p>
          <a:p>
            <a:pPr marL="514350" indent="-514350" algn="l" eaLnBrk="1" hangingPunct="1">
              <a:lnSpc>
                <a:spcPct val="100000"/>
              </a:lnSpc>
              <a:spcBef>
                <a:spcPct val="20000"/>
              </a:spcBef>
              <a:spcAft>
                <a:spcPts val="0"/>
              </a:spcAft>
              <a:buFontTx/>
              <a:buAutoNum type="arabicPeriod" startAt="5"/>
            </a:pPr>
            <a:r>
              <a:rPr lang="en-US" altLang="zh-CN" sz="2800" b="0" i="0" u="none" strike="noStrike" kern="1200" cap="none" spc="0" baseline="0">
                <a:solidFill>
                  <a:schemeClr val="tx1"/>
                </a:solidFill>
                <a:latin typeface="Calibri" pitchFamily="0" charset="0"/>
                <a:ea typeface="ＭＳ Ｐゴシック" pitchFamily="0" charset="-128"/>
                <a:cs typeface="Lucida Sans"/>
              </a:rPr>
              <a:t>Interpretation of results</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lvl="1" marL="742950" indent="-285750" algn="just" eaLnBrk="1" hangingPunct="1">
              <a:lnSpc>
                <a:spcPct val="100000"/>
              </a:lnSpc>
              <a:spcBef>
                <a:spcPct val="20000"/>
              </a:spcBef>
              <a:spcAft>
                <a:spcPts val="0"/>
              </a:spcAft>
              <a:buClrTx/>
              <a:buChar char="-"/>
            </a:pPr>
            <a:r>
              <a:rPr lang="en-US" altLang="zh-CN" sz="2400" b="0" i="0" u="none" strike="noStrike" kern="1200" cap="none" spc="0" baseline="0">
                <a:solidFill>
                  <a:schemeClr val="tx1"/>
                </a:solidFill>
                <a:latin typeface="Calibri" pitchFamily="0" charset="0"/>
                <a:ea typeface="ＭＳ Ｐゴシック" pitchFamily="0" charset="-128"/>
                <a:cs typeface="Lucida Sans"/>
              </a:rPr>
              <a:t>What conclusions can be drawn from the analysis?</a:t>
            </a:r>
            <a:endParaRPr lang="en-US" altLang="zh-CN" sz="2400" b="0" i="0" u="none" strike="noStrike" kern="1200" cap="none" spc="0" baseline="0">
              <a:solidFill>
                <a:schemeClr val="tx1"/>
              </a:solidFill>
              <a:latin typeface="Calibri" pitchFamily="0" charset="0"/>
              <a:ea typeface="ＭＳ Ｐゴシック" pitchFamily="0" charset="-128"/>
              <a:cs typeface="Lucida Sans"/>
            </a:endParaRPr>
          </a:p>
          <a:p>
            <a:pPr lvl="1" marL="742950" indent="-285750" algn="just" eaLnBrk="1" hangingPunct="1">
              <a:lnSpc>
                <a:spcPct val="100000"/>
              </a:lnSpc>
              <a:spcBef>
                <a:spcPct val="20000"/>
              </a:spcBef>
              <a:spcAft>
                <a:spcPts val="0"/>
              </a:spcAft>
              <a:buClrTx/>
              <a:buChar char="-"/>
            </a:pPr>
            <a:r>
              <a:rPr lang="en-US" altLang="zh-CN" sz="2400" b="0" i="0" u="none" strike="noStrike" kern="1200" cap="none" spc="0" baseline="0">
                <a:solidFill>
                  <a:schemeClr val="tx1"/>
                </a:solidFill>
                <a:latin typeface="Calibri" pitchFamily="0" charset="0"/>
                <a:ea typeface="ＭＳ Ｐゴシック" pitchFamily="0" charset="-128"/>
                <a:cs typeface="Lucida Sans"/>
              </a:rPr>
              <a:t>How do the result of the analysis inform us about the stated research problem or question?</a:t>
            </a:r>
            <a:endParaRPr lang="en-US" altLang="zh-CN" sz="2400" b="0" i="0" u="none" strike="noStrike" kern="1200" cap="none" spc="0" baseline="0">
              <a:solidFill>
                <a:schemeClr val="tx1"/>
              </a:solidFill>
              <a:latin typeface="Calibri" pitchFamily="0" charset="0"/>
              <a:ea typeface="ＭＳ Ｐゴシック" pitchFamily="0" charset="-128"/>
              <a:cs typeface="Lucida Sans"/>
            </a:endParaRPr>
          </a:p>
          <a:p>
            <a:pPr lvl="1" marL="742950" indent="-285750" algn="just" eaLnBrk="1" hangingPunct="1">
              <a:lnSpc>
                <a:spcPct val="100000"/>
              </a:lnSpc>
              <a:spcBef>
                <a:spcPct val="20000"/>
              </a:spcBef>
              <a:spcAft>
                <a:spcPts val="0"/>
              </a:spcAft>
              <a:buClrTx/>
              <a:buChar char="-"/>
            </a:pPr>
            <a:r>
              <a:rPr lang="en-US" altLang="zh-CN" sz="2400" b="0" i="0" u="none" strike="noStrike" kern="1200" cap="none" spc="0" baseline="0">
                <a:solidFill>
                  <a:schemeClr val="tx1"/>
                </a:solidFill>
                <a:latin typeface="Calibri" pitchFamily="0" charset="0"/>
                <a:ea typeface="ＭＳ Ｐゴシック" pitchFamily="0" charset="-128"/>
                <a:cs typeface="Lucida Sans"/>
              </a:rPr>
              <a:t>How can our results guide future research?</a:t>
            </a:r>
            <a:endParaRPr lang="en-US" altLang="zh-CN" sz="2400" b="0" i="0" u="none" strike="noStrike" kern="1200" cap="none" spc="0" baseline="0">
              <a:solidFill>
                <a:schemeClr val="tx1"/>
              </a:solidFill>
              <a:latin typeface="Calibri" pitchFamily="0" charset="0"/>
              <a:ea typeface="ＭＳ Ｐゴシック" pitchFamily="0" charset="-128"/>
              <a:cs typeface="Lucida Sans"/>
            </a:endParaRPr>
          </a:p>
          <a:p>
            <a:pPr lvl="1" marL="971550" indent="-514350" algn="l" eaLnBrk="1" hangingPunct="1">
              <a:lnSpc>
                <a:spcPct val="100000"/>
              </a:lnSpc>
              <a:spcBef>
                <a:spcPct val="20000"/>
              </a:spcBef>
              <a:spcAft>
                <a:spcPts val="0"/>
              </a:spcAft>
              <a:buClrTx/>
              <a:buAutoNum type="arabicPeriod"/>
            </a:pPr>
            <a:endParaRPr lang="zh-CN" altLang="en-US" sz="2400" b="0" i="0" u="none" strike="noStrike" kern="1200" cap="none" spc="0" baseline="0">
              <a:solidFill>
                <a:schemeClr val="tx1"/>
              </a:solidFill>
              <a:latin typeface="Calibri" pitchFamily="0" charset="0"/>
              <a:ea typeface="ＭＳ Ｐゴシック" pitchFamily="0" charset="-128"/>
              <a:cs typeface="Lucida Sans"/>
            </a:endParaRPr>
          </a:p>
        </p:txBody>
      </p:sp>
    </p:spTree>
    <p:extLst>
      <p:ext uri="{BB962C8B-B14F-4D97-AF65-F5344CB8AC3E}">
        <p14:creationId xmlns:p14="http://schemas.microsoft.com/office/powerpoint/2010/main" val="182632349"/>
      </p:ext>
    </p:extLst>
  </p:cSld>
  <p:clrMapOvr>
    <a:masterClrMapping/>
  </p:clrMapOvr>
</p:sld>
</file>

<file path=ppt/slides/slide45.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30"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Primary &amp; Secondary Data</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sp>
        <p:nvSpPr>
          <p:cNvPr id="231" name="Text box"/>
          <p:cNvSpPr>
            <a:spLocks noGrp="1"/>
          </p:cNvSpPr>
          <p:nvPr>
            <p:ph type="body" idx="1"/>
          </p:nvPr>
        </p:nvSpPr>
        <p:spPr>
          <a:xfrm rot="0">
            <a:off x="1981200" y="1600200"/>
            <a:ext cx="8229600" cy="4781128"/>
          </a:xfrm>
          <a:prstGeom prst="rect"/>
          <a:noFill/>
          <a:ln w="12700" cmpd="sng" cap="flat">
            <a:noFill/>
            <a:prstDash val="solid"/>
            <a:round/>
          </a:ln>
        </p:spPr>
        <p:txBody>
          <a:bodyPr vert="horz" wrap="square" lIns="91440" tIns="45720" rIns="91440" bIns="45720" anchor="t" anchorCtr="0">
            <a:prstTxWarp prst="textNoShape"/>
          </a:bodyPr>
          <a:lstStyle/>
          <a:p>
            <a:pPr marL="342900" indent="-342900" algn="just" eaLnBrk="1" hangingPunct="1">
              <a:lnSpc>
                <a:spcPct val="100000"/>
              </a:lnSpc>
              <a:spcBef>
                <a:spcPct val="20000"/>
              </a:spcBef>
              <a:spcAft>
                <a:spcPts val="0"/>
              </a:spcAft>
              <a:buFont typeface="Arial" pitchFamily="0" charset="0"/>
              <a:buChar char="•"/>
            </a:pPr>
            <a:r>
              <a:rPr lang="en-US" altLang="zh-CN" sz="2800" b="1" i="0" u="none" strike="noStrike" kern="1200" cap="none" spc="0" baseline="0">
                <a:solidFill>
                  <a:schemeClr val="tx1"/>
                </a:solidFill>
                <a:latin typeface="Calibri" pitchFamily="0" charset="0"/>
                <a:ea typeface="ＭＳ Ｐゴシック" pitchFamily="0" charset="-128"/>
                <a:cs typeface="Lucida Sans"/>
              </a:rPr>
              <a:t>Secondary data</a:t>
            </a:r>
            <a:r>
              <a:rPr lang="en-US" altLang="zh-CN" sz="2800" b="0" i="0" u="none" strike="noStrike" kern="1200" cap="none" spc="0" baseline="0">
                <a:solidFill>
                  <a:schemeClr val="tx1"/>
                </a:solidFill>
                <a:latin typeface="Calibri" pitchFamily="0" charset="0"/>
                <a:ea typeface="ＭＳ Ｐゴシック" pitchFamily="0" charset="-128"/>
                <a:cs typeface="Lucida Sans"/>
              </a:rPr>
              <a:t> is data which has been collected by individuals or agencies for purposes other than those of our particular research study. </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lvl="1" marL="742950" indent="-285750" algn="just" eaLnBrk="1" hangingPunct="1">
              <a:lnSpc>
                <a:spcPct val="100000"/>
              </a:lnSpc>
              <a:spcBef>
                <a:spcPct val="20000"/>
              </a:spcBef>
              <a:spcAft>
                <a:spcPts val="0"/>
              </a:spcAft>
              <a:buFont typeface="Arial" pitchFamily="0" charset="0"/>
              <a:buChar char="–"/>
            </a:pPr>
            <a:r>
              <a:rPr lang="en-US" altLang="zh-CN" sz="2400" b="0" i="0" u="none" strike="noStrike" kern="1200" cap="none" spc="0" baseline="0">
                <a:solidFill>
                  <a:schemeClr val="tx1"/>
                </a:solidFill>
                <a:latin typeface="Calibri" pitchFamily="0" charset="0"/>
                <a:ea typeface="ＭＳ Ｐゴシック" pitchFamily="0" charset="-128"/>
                <a:cs typeface="Lucida Sans"/>
              </a:rPr>
              <a:t>For example, if a government department has conducted a survey of, say, family food expenditures, then a food manufacturer might use this data in the organization's evaluations of the total potential market for a new product. </a:t>
            </a:r>
            <a:endParaRPr lang="en-US" altLang="zh-CN" sz="24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r>
              <a:rPr lang="en-US" altLang="zh-CN" sz="2800" b="1" i="0" u="none" strike="noStrike" kern="1200" cap="none" spc="0" baseline="0">
                <a:solidFill>
                  <a:schemeClr val="tx1"/>
                </a:solidFill>
                <a:latin typeface="Calibri" pitchFamily="0" charset="0"/>
                <a:ea typeface="ＭＳ Ｐゴシック" pitchFamily="0" charset="-128"/>
                <a:cs typeface="Lucida Sans"/>
              </a:rPr>
              <a:t>Primary data</a:t>
            </a:r>
            <a:r>
              <a:rPr lang="en-US" altLang="zh-CN" sz="2800" b="0" i="0" u="none" strike="noStrike" kern="1200" cap="none" spc="0" baseline="0">
                <a:solidFill>
                  <a:schemeClr val="tx1"/>
                </a:solidFill>
                <a:latin typeface="Calibri" pitchFamily="0" charset="0"/>
                <a:ea typeface="ＭＳ Ｐゴシック" pitchFamily="0" charset="-128"/>
                <a:cs typeface="Lucida Sans"/>
              </a:rPr>
              <a:t>, by contrast, are collected by the investigator conducting the research.</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endParaRPr lang="zh-CN" altLang="en-US" sz="2800" b="0" i="0" u="none" strike="noStrike" kern="1200" cap="none" spc="0" baseline="0">
              <a:solidFill>
                <a:schemeClr val="tx1"/>
              </a:solidFill>
              <a:latin typeface="Calibri" pitchFamily="0" charset="0"/>
              <a:ea typeface="ＭＳ Ｐゴシック" pitchFamily="0" charset="-128"/>
              <a:cs typeface="Lucida Sans"/>
            </a:endParaRPr>
          </a:p>
        </p:txBody>
      </p:sp>
      <p:sp>
        <p:nvSpPr>
          <p:cNvPr id="232" name="Text box"/>
          <p:cNvSpPr>
            <a:spLocks noGrp="1"/>
          </p:cNvSpPr>
          <p:nvPr>
            <p:ph type="sldNum"/>
          </p:nvPr>
        </p:nvSpPr>
        <p:spPr>
          <a:xfrm rot="0">
            <a:off x="8737600" y="6356351"/>
            <a:ext cx="2844799"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Calibri" pitchFamily="0" charset="0"/>
              </a:rPr>
              <a:t>45</a:t>
            </a:fld>
            <a:endParaRPr lang="zh-CN" altLang="en-US" sz="1000" b="1" i="0" u="none" strike="noStrike" kern="1200" cap="none" spc="0" baseline="0">
              <a:solidFill>
                <a:schemeClr val="bg1"/>
              </a:solidFill>
              <a:latin typeface="Arial"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556396529"/>
      </p:ext>
    </p:extLst>
  </p:cSld>
  <p:clrMapOvr>
    <a:masterClrMapping/>
  </p:clrMapOvr>
</p:sld>
</file>

<file path=ppt/slides/slide46.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33" name="Text box"/>
          <p:cNvSpPr>
            <a:spLocks noGrp="1"/>
          </p:cNvSpPr>
          <p:nvPr>
            <p:ph type="sldNum"/>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Lucida Sans"/>
              </a:rPr>
              <a:t>46</a:t>
            </a:fld>
            <a:endParaRPr lang="zh-CN" altLang="en-US" sz="1000" b="1" i="0" u="none" strike="noStrike" kern="1200" cap="none" spc="0" baseline="0">
              <a:solidFill>
                <a:schemeClr val="bg1"/>
              </a:solidFill>
              <a:latin typeface="Arial" pitchFamily="0" charset="0"/>
              <a:ea typeface="ＭＳ Ｐゴシック" pitchFamily="0" charset="-128"/>
              <a:cs typeface="Lucida Sans"/>
            </a:endParaRPr>
          </a:p>
        </p:txBody>
      </p:sp>
      <p:sp>
        <p:nvSpPr>
          <p:cNvPr id="234"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Primary &amp; Secondary Data</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pic>
        <p:nvPicPr>
          <p:cNvPr id="235" name="Images"/>
          <p:cNvPicPr>
            <a:picLocks noChangeAspect="1"/>
          </p:cNvPicPr>
          <p:nvPr/>
        </p:nvPicPr>
        <p:blipFill>
          <a:blip r:embed="rId1" cstate="print"/>
          <a:stretch>
            <a:fillRect/>
          </a:stretch>
        </p:blipFill>
        <p:spPr>
          <a:xfrm rot="0">
            <a:off x="2568576" y="1752599"/>
            <a:ext cx="7426324" cy="4572000"/>
          </a:xfrm>
          <a:prstGeom prst="rect"/>
          <a:noFill/>
          <a:ln w="12700" cmpd="sng" cap="flat">
            <a:noFill/>
            <a:prstDash val="solid"/>
            <a:round/>
          </a:ln>
        </p:spPr>
      </p:pic>
    </p:spTree>
    <p:extLst>
      <p:ext uri="{BB962C8B-B14F-4D97-AF65-F5344CB8AC3E}">
        <p14:creationId xmlns:p14="http://schemas.microsoft.com/office/powerpoint/2010/main" val="313345191"/>
      </p:ext>
    </p:extLst>
  </p:cSld>
  <p:clrMapOvr>
    <a:masterClrMapping/>
  </p:clrMapOvr>
</p:sld>
</file>

<file path=ppt/slides/slide47.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36"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Data Sources</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sp>
        <p:nvSpPr>
          <p:cNvPr id="237" name="Text box"/>
          <p:cNvSpPr>
            <a:spLocks noGrp="1"/>
          </p:cNvSpPr>
          <p:nvPr>
            <p:ph type="sldNum"/>
          </p:nvPr>
        </p:nvSpPr>
        <p:spPr>
          <a:xfrm rot="0">
            <a:off x="8737600" y="6356351"/>
            <a:ext cx="2844799"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Calibri" pitchFamily="0" charset="0"/>
              </a:rPr>
              <a:t>47</a:t>
            </a:fld>
            <a:endParaRPr lang="zh-CN" altLang="en-US" sz="1000" b="1" i="0" u="none" strike="noStrike" kern="1200" cap="none" spc="0" baseline="0">
              <a:solidFill>
                <a:schemeClr val="bg1"/>
              </a:solidFill>
              <a:latin typeface="Arial" pitchFamily="0" charset="0"/>
              <a:ea typeface="ＭＳ Ｐゴシック" pitchFamily="0" charset="-128"/>
              <a:cs typeface="Calibri" pitchFamily="0" charset="0"/>
            </a:endParaRPr>
          </a:p>
        </p:txBody>
      </p:sp>
      <p:sp>
        <p:nvSpPr>
          <p:cNvPr id="238" name="Rectangles"/>
          <p:cNvSpPr>
            <a:spLocks/>
          </p:cNvSpPr>
          <p:nvPr/>
        </p:nvSpPr>
        <p:spPr>
          <a:xfrm rot="0">
            <a:off x="2135832" y="1484784"/>
            <a:ext cx="4495164" cy="520065"/>
          </a:xfrm>
          <a:prstGeom prst="rect"/>
          <a:noFill/>
          <a:ln w="12700" cmpd="sng" cap="flat">
            <a:noFill/>
            <a:prstDash val="solid"/>
            <a:round/>
          </a:ln>
        </p:spPr>
        <p:txBody>
          <a:bodyPr vert="horz" wrap="non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2800" b="0" i="0" u="none" strike="noStrike" kern="1200" cap="none" spc="0" baseline="0">
                <a:solidFill>
                  <a:schemeClr val="tx1"/>
                </a:solidFill>
                <a:latin typeface="Calibri" pitchFamily="0" charset="0"/>
                <a:ea typeface="ＭＳ Ｐゴシック" pitchFamily="0" charset="-128"/>
                <a:cs typeface="Calibri" pitchFamily="0" charset="0"/>
              </a:rPr>
              <a:t>Primary data:  Experiment</a:t>
            </a:r>
            <a:endParaRPr lang="zh-CN" altLang="en-US" sz="2800" b="0" i="0" u="none" strike="noStrike" kern="1200" cap="none" spc="0" baseline="0">
              <a:solidFill>
                <a:schemeClr val="tx1"/>
              </a:solidFill>
              <a:latin typeface="Calibri" pitchFamily="0" charset="0"/>
              <a:ea typeface="ＭＳ Ｐゴシック" pitchFamily="0" charset="-128"/>
              <a:cs typeface="Calibri" pitchFamily="0" charset="0"/>
            </a:endParaRPr>
          </a:p>
        </p:txBody>
      </p:sp>
      <p:pic>
        <p:nvPicPr>
          <p:cNvPr id="239" name="Images" descr="Image result for experiments"/>
          <p:cNvPicPr>
            <a:picLocks noChangeAspect="1"/>
          </p:cNvPicPr>
          <p:nvPr/>
        </p:nvPicPr>
        <p:blipFill>
          <a:blip r:embed="rId1" cstate="print"/>
          <a:stretch>
            <a:fillRect/>
          </a:stretch>
        </p:blipFill>
        <p:spPr>
          <a:xfrm rot="0">
            <a:off x="3748425" y="2008733"/>
            <a:ext cx="4782969" cy="1852315"/>
          </a:xfrm>
          <a:prstGeom prst="rect"/>
          <a:noFill/>
          <a:ln w="12700" cmpd="sng" cap="flat">
            <a:noFill/>
            <a:prstDash val="solid"/>
            <a:miter/>
          </a:ln>
        </p:spPr>
      </p:pic>
      <p:sp>
        <p:nvSpPr>
          <p:cNvPr id="240" name="Rectangles"/>
          <p:cNvSpPr>
            <a:spLocks/>
          </p:cNvSpPr>
          <p:nvPr/>
        </p:nvSpPr>
        <p:spPr>
          <a:xfrm rot="0">
            <a:off x="2135832" y="3933056"/>
            <a:ext cx="7848599" cy="948689"/>
          </a:xfrm>
          <a:prstGeom prst="rect"/>
          <a:noFill/>
          <a:ln w="12700" cmpd="sng" cap="flat">
            <a:noFill/>
            <a:prstDash val="solid"/>
            <a:round/>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2800" b="0" i="0" u="none" strike="noStrike" kern="1200" cap="none" spc="0" baseline="0">
                <a:solidFill>
                  <a:schemeClr val="tx1"/>
                </a:solidFill>
                <a:latin typeface="Calibri" pitchFamily="0" charset="0"/>
                <a:ea typeface="ＭＳ Ｐゴシック" pitchFamily="0" charset="-128"/>
                <a:cs typeface="Calibri" pitchFamily="0" charset="0"/>
              </a:rPr>
              <a:t>Primary data:  Survey (Questionnaire, Interview)</a:t>
            </a:r>
            <a:endParaRPr lang="zh-CN" altLang="en-US" sz="2800" b="0" i="0" u="none" strike="noStrike" kern="1200" cap="none" spc="0" baseline="0">
              <a:solidFill>
                <a:schemeClr val="tx1"/>
              </a:solidFill>
              <a:latin typeface="Calibri" pitchFamily="0" charset="0"/>
              <a:ea typeface="ＭＳ Ｐゴシック" pitchFamily="0" charset="-128"/>
              <a:cs typeface="Calibri" pitchFamily="0" charset="0"/>
            </a:endParaRPr>
          </a:p>
        </p:txBody>
      </p:sp>
      <p:pic>
        <p:nvPicPr>
          <p:cNvPr id="241" name="Images" descr="Image result for questionnaire"/>
          <p:cNvPicPr>
            <a:picLocks noChangeAspect="1"/>
          </p:cNvPicPr>
          <p:nvPr/>
        </p:nvPicPr>
        <p:blipFill>
          <a:blip r:embed="rId2" cstate="print"/>
          <a:srcRect b="15940"/>
          <a:stretch>
            <a:fillRect/>
          </a:stretch>
        </p:blipFill>
        <p:spPr>
          <a:xfrm rot="0">
            <a:off x="2187592" y="4456276"/>
            <a:ext cx="3871257" cy="1947837"/>
          </a:xfrm>
          <a:prstGeom prst="rect"/>
          <a:noFill/>
          <a:ln w="12700" cmpd="sng" cap="flat">
            <a:noFill/>
            <a:prstDash val="solid"/>
            <a:miter/>
          </a:ln>
        </p:spPr>
      </p:pic>
      <p:pic>
        <p:nvPicPr>
          <p:cNvPr id="242" name="Images" descr="Image result for interview"/>
          <p:cNvPicPr>
            <a:picLocks noChangeAspect="1"/>
          </p:cNvPicPr>
          <p:nvPr/>
        </p:nvPicPr>
        <p:blipFill>
          <a:blip r:embed="rId3" cstate="print"/>
          <a:stretch>
            <a:fillRect/>
          </a:stretch>
        </p:blipFill>
        <p:spPr>
          <a:xfrm rot="0">
            <a:off x="6888088" y="4511706"/>
            <a:ext cx="2276974" cy="1836979"/>
          </a:xfrm>
          <a:prstGeom prst="rect"/>
          <a:noFill/>
          <a:ln w="12700" cmpd="sng" cap="flat">
            <a:noFill/>
            <a:prstDash val="solid"/>
            <a:miter/>
          </a:ln>
        </p:spPr>
      </p:pic>
    </p:spTree>
    <p:extLst>
      <p:ext uri="{BB962C8B-B14F-4D97-AF65-F5344CB8AC3E}">
        <p14:creationId xmlns:p14="http://schemas.microsoft.com/office/powerpoint/2010/main" val="392794290"/>
      </p:ext>
    </p:extLst>
  </p:cSld>
  <p:clrMapOvr>
    <a:masterClrMapping/>
  </p:clrMapOvr>
</p:sld>
</file>

<file path=ppt/slides/slide48.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43"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Data Sources</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pic>
        <p:nvPicPr>
          <p:cNvPr id="244" name="Images" descr="33-books">
            <a:hlinkClick r:id="rId1"/>
          </p:cNvPr>
          <p:cNvPicPr>
            <a:picLocks noChangeAspect="1"/>
          </p:cNvPicPr>
          <p:nvPr/>
        </p:nvPicPr>
        <p:blipFill>
          <a:blip r:embed="rId2" cstate="print"/>
          <a:stretch>
            <a:fillRect/>
          </a:stretch>
        </p:blipFill>
        <p:spPr>
          <a:xfrm rot="0">
            <a:off x="3287689" y="2204865"/>
            <a:ext cx="1825624" cy="1825625"/>
          </a:xfrm>
          <a:prstGeom prst="rect"/>
          <a:noFill/>
          <a:ln w="12700" cmpd="sng" cap="flat">
            <a:noFill/>
            <a:prstDash val="solid"/>
            <a:miter/>
          </a:ln>
        </p:spPr>
      </p:pic>
      <p:pic>
        <p:nvPicPr>
          <p:cNvPr id="245" name="Images" descr="Document_Easy_Case">
            <a:hlinkClick r:id="rId3"/>
          </p:cNvPr>
          <p:cNvPicPr>
            <a:picLocks noChangeAspect="1"/>
          </p:cNvPicPr>
          <p:nvPr/>
        </p:nvPicPr>
        <p:blipFill>
          <a:blip r:embed="rId4" cstate="print"/>
          <a:stretch>
            <a:fillRect/>
          </a:stretch>
        </p:blipFill>
        <p:spPr>
          <a:xfrm rot="0">
            <a:off x="2639615" y="4077072"/>
            <a:ext cx="1905000" cy="1905000"/>
          </a:xfrm>
          <a:prstGeom prst="rect"/>
          <a:noFill/>
          <a:ln w="12700" cmpd="sng" cap="flat">
            <a:noFill/>
            <a:prstDash val="solid"/>
            <a:miter/>
          </a:ln>
        </p:spPr>
      </p:pic>
      <p:pic>
        <p:nvPicPr>
          <p:cNvPr id="246" name="Images" descr="documents">
            <a:hlinkClick r:id="rId5"/>
          </p:cNvPr>
          <p:cNvPicPr>
            <a:picLocks noChangeAspect="1"/>
          </p:cNvPicPr>
          <p:nvPr/>
        </p:nvPicPr>
        <p:blipFill>
          <a:blip r:embed="rId6" cstate="print"/>
          <a:stretch>
            <a:fillRect/>
          </a:stretch>
        </p:blipFill>
        <p:spPr>
          <a:xfrm rot="0">
            <a:off x="5519936" y="4293096"/>
            <a:ext cx="1568450" cy="1436688"/>
          </a:xfrm>
          <a:prstGeom prst="rect"/>
          <a:noFill/>
          <a:ln w="12700" cmpd="sng" cap="flat">
            <a:noFill/>
            <a:prstDash val="solid"/>
            <a:miter/>
          </a:ln>
        </p:spPr>
      </p:pic>
      <p:pic>
        <p:nvPicPr>
          <p:cNvPr id="247" name="Images" descr="document_scr">
            <a:hlinkClick r:id="rId7"/>
          </p:cNvPr>
          <p:cNvPicPr>
            <a:picLocks noChangeAspect="1"/>
          </p:cNvPicPr>
          <p:nvPr/>
        </p:nvPicPr>
        <p:blipFill>
          <a:blip r:embed="rId8" cstate="print"/>
          <a:stretch>
            <a:fillRect/>
          </a:stretch>
        </p:blipFill>
        <p:spPr>
          <a:xfrm rot="0">
            <a:off x="7825358" y="4077073"/>
            <a:ext cx="2000250" cy="1338263"/>
          </a:xfrm>
          <a:prstGeom prst="rect"/>
          <a:noFill/>
          <a:ln w="12700" cmpd="sng" cap="flat">
            <a:noFill/>
            <a:prstDash val="solid"/>
            <a:miter/>
          </a:ln>
        </p:spPr>
      </p:pic>
      <p:sp>
        <p:nvSpPr>
          <p:cNvPr id="248" name="Rectangles"/>
          <p:cNvSpPr>
            <a:spLocks/>
          </p:cNvSpPr>
          <p:nvPr/>
        </p:nvSpPr>
        <p:spPr>
          <a:xfrm rot="0">
            <a:off x="1990740" y="1567190"/>
            <a:ext cx="7924800" cy="948690"/>
          </a:xfrm>
          <a:prstGeom prst="rect"/>
          <a:noFill/>
          <a:ln w="12700" cmpd="sng" cap="flat">
            <a:noFill/>
            <a:prstDash val="solid"/>
            <a:round/>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2800" b="0" i="0" u="none" strike="noStrike" kern="1200" cap="none" spc="0" baseline="0">
                <a:solidFill>
                  <a:schemeClr val="tx1"/>
                </a:solidFill>
                <a:latin typeface="Calibri" pitchFamily="0" charset="0"/>
                <a:ea typeface="ＭＳ Ｐゴシック" pitchFamily="0" charset="-128"/>
                <a:cs typeface="Calibri" pitchFamily="0" charset="0"/>
              </a:rPr>
              <a:t>Secondary data: existing databases, record review</a:t>
            </a:r>
            <a:endParaRPr lang="zh-CN" altLang="en-US" sz="2800" b="0" i="0" u="none" strike="noStrike" kern="1200" cap="none" spc="0" baseline="0">
              <a:solidFill>
                <a:schemeClr val="tx1"/>
              </a:solidFill>
              <a:latin typeface="Calibri" pitchFamily="0" charset="0"/>
              <a:ea typeface="ＭＳ Ｐゴシック" pitchFamily="0" charset="-128"/>
              <a:cs typeface="Calibri" pitchFamily="0" charset="0"/>
            </a:endParaRPr>
          </a:p>
        </p:txBody>
      </p:sp>
      <p:pic>
        <p:nvPicPr>
          <p:cNvPr id="249" name="Images" descr="computer">
            <a:hlinkClick r:id="rId9"/>
          </p:cNvPr>
          <p:cNvPicPr>
            <a:picLocks noChangeAspect="1"/>
          </p:cNvPicPr>
          <p:nvPr/>
        </p:nvPicPr>
        <p:blipFill>
          <a:blip r:embed="rId10" cstate="print"/>
          <a:stretch>
            <a:fillRect/>
          </a:stretch>
        </p:blipFill>
        <p:spPr>
          <a:xfrm rot="0">
            <a:off x="6168008" y="2115175"/>
            <a:ext cx="1657349" cy="1657350"/>
          </a:xfrm>
          <a:prstGeom prst="rect"/>
          <a:noFill/>
          <a:ln w="12700" cmpd="sng" cap="flat">
            <a:noFill/>
            <a:prstDash val="solid"/>
            <a:round/>
          </a:ln>
        </p:spPr>
      </p:pic>
      <p:sp>
        <p:nvSpPr>
          <p:cNvPr id="250" name="Text box"/>
          <p:cNvSpPr>
            <a:spLocks noGrp="1"/>
          </p:cNvSpPr>
          <p:nvPr>
            <p:ph type="sldNum"/>
          </p:nvPr>
        </p:nvSpPr>
        <p:spPr>
          <a:xfrm rot="0">
            <a:off x="8737600" y="6356351"/>
            <a:ext cx="2844799"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200" b="0" i="0" u="none" strike="noStrike" kern="1200" cap="none" spc="0" baseline="0">
                <a:solidFill>
                  <a:srgbClr val="898989"/>
                </a:solidFill>
                <a:latin typeface="Calibri" pitchFamily="0" charset="0"/>
                <a:ea typeface="ＭＳ Ｐゴシック" pitchFamily="0" charset="-128"/>
                <a:cs typeface="Calibri" pitchFamily="0" charset="0"/>
              </a:rPr>
              <a:t>48</a:t>
            </a:fld>
            <a:endParaRPr lang="zh-CN" altLang="en-US" sz="1200" b="0" i="0" u="none" strike="noStrike" kern="1200" cap="none" spc="0" baseline="0">
              <a:solidFill>
                <a:srgbClr val="898989"/>
              </a:solidFill>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2003060426"/>
      </p:ext>
    </p:extLst>
  </p:cSld>
  <p:clrMapOvr>
    <a:masterClrMapping/>
  </p:clrMapOvr>
</p:sld>
</file>

<file path=ppt/slides/slide49.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51"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Qualitative &amp; Quantitative Data</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sp>
        <p:nvSpPr>
          <p:cNvPr id="252" name="Rectangles"/>
          <p:cNvSpPr>
            <a:spLocks/>
          </p:cNvSpPr>
          <p:nvPr/>
        </p:nvSpPr>
        <p:spPr>
          <a:xfrm rot="0">
            <a:off x="2160589" y="2237732"/>
            <a:ext cx="184730" cy="461665"/>
          </a:xfrm>
          <a:prstGeom prst="rect"/>
          <a:solidFill>
            <a:srgbClr val="FFFFFF"/>
          </a:solidFill>
          <a:ln w="12700" cmpd="sng" cap="flat">
            <a:noFill/>
            <a:prstDash val="solid"/>
            <a:round/>
          </a:ln>
        </p:spPr>
      </p:sp>
      <p:graphicFrame>
        <p:nvGraphicFramePr>
          <p:cNvPr id="253" name="Sheet"/>
          <p:cNvGraphicFramePr>
            <a:graphicFrameLocks noGrp="1"/>
          </p:cNvGraphicFramePr>
          <p:nvPr>
            <p:extLst>
              <p:ext uri="{D42A27DB-BD31-4B8C-83A1-F6EECF244321}"/>
            </p:extLst>
          </p:nvPr>
        </p:nvGraphicFramePr>
        <p:xfrm>
          <a:off x="1919536" y="1484784"/>
          <a:ext cx="8424935" cy="4267780"/>
        </p:xfrm>
        <a:graphic>
          <a:graphicData uri="http://schemas.openxmlformats.org/drawingml/2006/table">
            <a:tbl>
              <a:tblPr bandRow="1">
                <a:noFill/>
              </a:tblPr>
              <a:tblGrid>
                <a:gridCol w="4176458"/>
                <a:gridCol w="4248454"/>
              </a:tblGrid>
              <a:tr h="457259">
                <a:tc>
                  <a:txBody>
                    <a:bodyPr/>
                    <a:lstStyle/>
                    <a:p>
                      <a:pPr marL="0" indent="0" algn="ctr" eaLnBrk="0" fontAlgn="base" latinLnBrk="0" hangingPunct="0">
                        <a:lnSpc>
                          <a:spcPct val="100000"/>
                        </a:lnSpc>
                        <a:spcBef>
                          <a:spcPts val="0"/>
                        </a:spcBef>
                        <a:spcAft>
                          <a:spcPts val="0"/>
                        </a:spcAft>
                        <a:buNone/>
                      </a:pPr>
                      <a:r>
                        <a:rPr lang="en-US" altLang="zh-CN" sz="2800" b="1" i="0" u="none" strike="noStrike" kern="1200" cap="none" spc="0" baseline="0">
                          <a:solidFill>
                            <a:schemeClr val="tx1"/>
                          </a:solidFill>
                          <a:latin typeface="Calibri" pitchFamily="0" charset="0"/>
                          <a:ea typeface="Times New Roman" pitchFamily="18" charset="0"/>
                          <a:cs typeface="Arial" pitchFamily="0" charset="0"/>
                        </a:rPr>
                        <a:t>Qualitative Data</a:t>
                      </a:r>
                      <a:endParaRPr lang="zh-CN" altLang="en-US" sz="2800" b="1" i="0" u="none" strike="noStrike" kern="1200" cap="none" spc="0" baseline="0">
                        <a:solidFill>
                          <a:schemeClr val="tx1"/>
                        </a:solidFill>
                        <a:latin typeface="Calibri" pitchFamily="0" charset="0"/>
                        <a:ea typeface="ＭＳ Ｐゴシック" pitchFamily="0" charset="-128"/>
                        <a:cs typeface="Arial" pitchFamily="0" charset="0"/>
                      </a:endParaRPr>
                    </a:p>
                  </a:txBody>
                  <a:tcPr marL="91440" marT="45720" marR="91440" marB="45720" vert="horz">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12700">
                      <a:solidFill>
                        <a:srgbClr val="000000"/>
                      </a:solidFill>
                      <a:prstDash val="solid"/>
                      <a:headEnd type="none" w="med" len="med"/>
                      <a:tailEnd type="none" w="med" len="med"/>
                    </a:lnB>
                    <a:solidFill>
                      <a:srgbClr val="FFCC66"/>
                    </a:solidFill>
                  </a:tcPr>
                </a:tc>
                <a:tc>
                  <a:txBody>
                    <a:bodyPr/>
                    <a:lstStyle/>
                    <a:p>
                      <a:pPr marL="0" indent="0" algn="ctr" eaLnBrk="0" fontAlgn="base" latinLnBrk="0" hangingPunct="0">
                        <a:lnSpc>
                          <a:spcPct val="100000"/>
                        </a:lnSpc>
                        <a:spcBef>
                          <a:spcPts val="0"/>
                        </a:spcBef>
                        <a:spcAft>
                          <a:spcPts val="0"/>
                        </a:spcAft>
                        <a:buNone/>
                      </a:pPr>
                      <a:r>
                        <a:rPr lang="en-US" altLang="zh-CN" sz="2800" b="1" i="0" u="none" strike="noStrike" kern="1200" cap="none" spc="0" baseline="0">
                          <a:solidFill>
                            <a:schemeClr val="tx1"/>
                          </a:solidFill>
                          <a:latin typeface="Calibri" pitchFamily="0" charset="0"/>
                          <a:ea typeface="Times New Roman" pitchFamily="18" charset="0"/>
                          <a:cs typeface="Arial" pitchFamily="0" charset="0"/>
                        </a:rPr>
                        <a:t>Quantitative Data</a:t>
                      </a:r>
                      <a:endParaRPr lang="zh-CN" altLang="en-US" sz="2800" b="1" i="0" u="none" strike="noStrike" kern="1200" cap="none" spc="0" baseline="0">
                        <a:solidFill>
                          <a:schemeClr val="tx1"/>
                        </a:solidFill>
                        <a:latin typeface="Calibri" pitchFamily="0" charset="0"/>
                        <a:ea typeface="ＭＳ Ｐゴシック" pitchFamily="0" charset="-128"/>
                        <a:cs typeface="Arial" pitchFamily="0" charset="0"/>
                      </a:endParaRPr>
                    </a:p>
                  </a:txBody>
                  <a:tcPr marL="91440" marT="45720" marR="91440" marB="45720" vert="horz">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12700">
                      <a:solidFill>
                        <a:srgbClr val="000000"/>
                      </a:solidFill>
                      <a:prstDash val="solid"/>
                      <a:headEnd type="none" w="med" len="med"/>
                      <a:tailEnd type="none" w="med" len="med"/>
                    </a:lnB>
                    <a:solidFill>
                      <a:srgbClr val="FFCC66"/>
                    </a:solidFill>
                  </a:tcPr>
                </a:tc>
              </a:tr>
              <a:tr h="3749592">
                <a:tc>
                  <a:txBody>
                    <a:bodyPr/>
                    <a:lstStyle/>
                    <a:p>
                      <a:pPr marL="0" indent="0" algn="l" eaLnBrk="0" fontAlgn="base" latinLnBrk="0" hangingPunct="0">
                        <a:lnSpc>
                          <a:spcPct val="100000"/>
                        </a:lnSpc>
                        <a:spcBef>
                          <a:spcPts val="0"/>
                        </a:spcBef>
                        <a:spcAft>
                          <a:spcPts val="0"/>
                        </a:spcAft>
                        <a:buNone/>
                      </a:pPr>
                      <a:r>
                        <a:rPr lang="en-US" altLang="zh-CN" sz="2800" b="1" i="0" u="none" strike="noStrike" kern="1200" cap="none" spc="0" baseline="0">
                          <a:solidFill>
                            <a:schemeClr val="tx1"/>
                          </a:solidFill>
                          <a:latin typeface="Calibri" pitchFamily="0" charset="0"/>
                          <a:ea typeface="ＭＳ Ｐゴシック" pitchFamily="0" charset="-128"/>
                          <a:cs typeface="Times New Roman" pitchFamily="18" charset="0"/>
                        </a:rPr>
                        <a:t>Overview: </a:t>
                      </a:r>
                      <a:endParaRPr lang="en-US" altLang="zh-CN" sz="2800" b="1" i="0" u="none" strike="noStrike" kern="1200" cap="none" spc="0" baseline="0">
                        <a:solidFill>
                          <a:schemeClr val="tx1"/>
                        </a:solidFill>
                        <a:latin typeface="Calibri" pitchFamily="0" charset="0"/>
                        <a:ea typeface="ＭＳ Ｐゴシック" pitchFamily="0" charset="-128"/>
                        <a:cs typeface="Times New Roman" pitchFamily="18" charset="0"/>
                      </a:endParaRPr>
                    </a:p>
                    <a:p>
                      <a:pPr marL="263525" indent="-263525" algn="l" eaLnBrk="0" fontAlgn="base" latinLnBrk="0" hangingPunct="0">
                        <a:lnSpc>
                          <a:spcPct val="100000"/>
                        </a:lnSpc>
                        <a:spcBef>
                          <a:spcPts val="0"/>
                        </a:spcBef>
                        <a:spcAft>
                          <a:spcPts val="0"/>
                        </a:spcAft>
                        <a:buSzPct val="100000"/>
                        <a:buFont typeface="Symbol" pitchFamily="18" charset="2"/>
                        <a:buBlip>
                          <a:blip r:embed="rId1"/>
                        </a:buBlip>
                      </a:pPr>
                      <a:r>
                        <a:rPr lang="en-US" altLang="zh-CN" sz="2400" b="0" i="0" u="none" strike="noStrike" kern="1200" cap="none" spc="0" baseline="0">
                          <a:solidFill>
                            <a:schemeClr val="tx1"/>
                          </a:solidFill>
                          <a:latin typeface="Calibri" pitchFamily="0" charset="0"/>
                          <a:ea typeface="ＭＳ Ｐゴシック" pitchFamily="0" charset="-128"/>
                          <a:cs typeface="Times New Roman" pitchFamily="18" charset="0"/>
                        </a:rPr>
                        <a:t>Deals with descriptions. </a:t>
                      </a:r>
                      <a:endParaRPr lang="en-US" altLang="zh-CN" sz="2400" b="0" i="0" u="none" strike="noStrike" kern="1200" cap="none" spc="0" baseline="0">
                        <a:solidFill>
                          <a:schemeClr val="tx1"/>
                        </a:solidFill>
                        <a:latin typeface="Calibri" pitchFamily="0" charset="0"/>
                        <a:ea typeface="ＭＳ Ｐゴシック" pitchFamily="0" charset="-128"/>
                        <a:cs typeface="Times New Roman" pitchFamily="18" charset="0"/>
                      </a:endParaRPr>
                    </a:p>
                    <a:p>
                      <a:pPr marL="263525" indent="-263525" algn="l" eaLnBrk="0" fontAlgn="base" latinLnBrk="0" hangingPunct="0">
                        <a:lnSpc>
                          <a:spcPct val="100000"/>
                        </a:lnSpc>
                        <a:spcBef>
                          <a:spcPts val="0"/>
                        </a:spcBef>
                        <a:spcAft>
                          <a:spcPts val="0"/>
                        </a:spcAft>
                        <a:buSzPct val="100000"/>
                        <a:buFont typeface="Symbol" pitchFamily="18" charset="2"/>
                        <a:buBlip>
                          <a:blip r:embed="rId2"/>
                        </a:buBlip>
                      </a:pPr>
                      <a:r>
                        <a:rPr lang="en-US" altLang="zh-CN" sz="2400" b="0" i="0" u="none" strike="noStrike" kern="1200" cap="none" spc="0" baseline="0">
                          <a:solidFill>
                            <a:schemeClr val="tx1"/>
                          </a:solidFill>
                          <a:latin typeface="Calibri" pitchFamily="0" charset="0"/>
                          <a:ea typeface="ＭＳ Ｐゴシック" pitchFamily="0" charset="-128"/>
                          <a:cs typeface="Times New Roman" pitchFamily="18" charset="0"/>
                        </a:rPr>
                        <a:t>Data can be observed but not measured. </a:t>
                      </a:r>
                      <a:endParaRPr lang="en-US" altLang="zh-CN" sz="2400" b="0" i="0" u="none" strike="noStrike" kern="1200" cap="none" spc="0" baseline="0">
                        <a:solidFill>
                          <a:schemeClr val="tx1"/>
                        </a:solidFill>
                        <a:latin typeface="Calibri" pitchFamily="0" charset="0"/>
                        <a:ea typeface="ＭＳ Ｐゴシック" pitchFamily="0" charset="-128"/>
                        <a:cs typeface="Times New Roman" pitchFamily="18" charset="0"/>
                      </a:endParaRPr>
                    </a:p>
                    <a:p>
                      <a:pPr marL="263525" indent="-263525" algn="l" eaLnBrk="0" fontAlgn="base" latinLnBrk="0" hangingPunct="0">
                        <a:lnSpc>
                          <a:spcPct val="100000"/>
                        </a:lnSpc>
                        <a:spcBef>
                          <a:spcPts val="0"/>
                        </a:spcBef>
                        <a:spcAft>
                          <a:spcPts val="0"/>
                        </a:spcAft>
                        <a:buSzPct val="100000"/>
                        <a:buFont typeface="Symbol" pitchFamily="18" charset="2"/>
                        <a:buBlip>
                          <a:blip r:embed="rId3"/>
                        </a:buBlip>
                      </a:pPr>
                      <a:r>
                        <a:rPr lang="en-US" altLang="zh-CN" sz="2400" b="0" i="0" u="none" strike="noStrike" kern="1200" cap="none" spc="0" baseline="0">
                          <a:solidFill>
                            <a:schemeClr val="tx1"/>
                          </a:solidFill>
                          <a:latin typeface="Calibri" pitchFamily="0" charset="0"/>
                          <a:ea typeface="ＭＳ Ｐゴシック" pitchFamily="0" charset="-128"/>
                          <a:cs typeface="Times New Roman" pitchFamily="18" charset="0"/>
                        </a:rPr>
                        <a:t>Colors, textures, smells, tastes, appearance, beauty, etc. </a:t>
                      </a:r>
                      <a:endParaRPr lang="en-US" altLang="zh-CN" sz="2400" b="0" i="0" u="none" strike="noStrike" kern="1200" cap="none" spc="0" baseline="0">
                        <a:solidFill>
                          <a:schemeClr val="tx1"/>
                        </a:solidFill>
                        <a:latin typeface="Calibri" pitchFamily="0" charset="0"/>
                        <a:ea typeface="ＭＳ Ｐゴシック" pitchFamily="0" charset="-128"/>
                        <a:cs typeface="Times New Roman" pitchFamily="18" charset="0"/>
                      </a:endParaRPr>
                    </a:p>
                    <a:p>
                      <a:pPr marL="263525" indent="-263525" algn="l" eaLnBrk="0" fontAlgn="base" latinLnBrk="0" hangingPunct="0">
                        <a:lnSpc>
                          <a:spcPct val="100000"/>
                        </a:lnSpc>
                        <a:spcBef>
                          <a:spcPts val="0"/>
                        </a:spcBef>
                        <a:spcAft>
                          <a:spcPts val="0"/>
                        </a:spcAft>
                        <a:buSzPct val="100000"/>
                        <a:buFont typeface="Symbol" pitchFamily="18" charset="2"/>
                        <a:buBlip>
                          <a:blip r:embed="rId4"/>
                        </a:buBlip>
                      </a:pPr>
                      <a:r>
                        <a:rPr lang="en-US" altLang="zh-CN" sz="2400" b="0" i="0" u="none" strike="noStrike" kern="1200" cap="none" spc="0" baseline="0">
                          <a:solidFill>
                            <a:schemeClr val="tx1"/>
                          </a:solidFill>
                          <a:latin typeface="Calibri" pitchFamily="0" charset="0"/>
                          <a:ea typeface="ＭＳ Ｐゴシック" pitchFamily="0" charset="-128"/>
                          <a:cs typeface="Times New Roman" pitchFamily="18" charset="0"/>
                        </a:rPr>
                        <a:t>Qualitative → Quality </a:t>
                      </a:r>
                      <a:endParaRPr lang="zh-CN" altLang="en-US" sz="2400" b="0" i="0" u="none" strike="noStrike" kern="1200" cap="none" spc="0" baseline="0">
                        <a:solidFill>
                          <a:schemeClr val="tx1"/>
                        </a:solidFill>
                        <a:latin typeface="Calibri" pitchFamily="0" charset="0"/>
                        <a:ea typeface="ＭＳ Ｐゴシック" pitchFamily="0" charset="-128"/>
                        <a:cs typeface="Times New Roman" pitchFamily="18" charset="0"/>
                      </a:endParaRPr>
                    </a:p>
                  </a:txBody>
                  <a:tcPr marL="91440" marT="45720" marR="91440" marB="45720" vert="horz">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12700">
                      <a:solidFill>
                        <a:srgbClr val="000000"/>
                      </a:solidFill>
                      <a:prstDash val="solid"/>
                      <a:headEnd type="none" w="med" len="med"/>
                      <a:tailEnd type="none" w="med" len="med"/>
                    </a:lnB>
                    <a:solidFill>
                      <a:srgbClr val="FFFFFF"/>
                    </a:solidFill>
                  </a:tcPr>
                </a:tc>
                <a:tc>
                  <a:txBody>
                    <a:bodyPr/>
                    <a:lstStyle/>
                    <a:p>
                      <a:pPr marL="0" indent="0" algn="l" eaLnBrk="0" fontAlgn="base" latinLnBrk="0" hangingPunct="0">
                        <a:lnSpc>
                          <a:spcPct val="100000"/>
                        </a:lnSpc>
                        <a:spcBef>
                          <a:spcPts val="0"/>
                        </a:spcBef>
                        <a:spcAft>
                          <a:spcPts val="0"/>
                        </a:spcAft>
                        <a:buNone/>
                      </a:pPr>
                      <a:r>
                        <a:rPr lang="en-US" altLang="zh-CN" sz="2800" b="1" i="0" u="none" strike="noStrike" kern="1200" cap="none" spc="0" baseline="0">
                          <a:solidFill>
                            <a:schemeClr val="tx1"/>
                          </a:solidFill>
                          <a:latin typeface="Calibri" pitchFamily="0" charset="0"/>
                          <a:ea typeface="ＭＳ Ｐゴシック" pitchFamily="0" charset="-128"/>
                          <a:cs typeface="Times New Roman" pitchFamily="18" charset="0"/>
                        </a:rPr>
                        <a:t>Overview: </a:t>
                      </a:r>
                      <a:endParaRPr lang="en-US" altLang="zh-CN" sz="2800" b="1" i="0" u="none" strike="noStrike" kern="1200" cap="none" spc="0" baseline="0">
                        <a:solidFill>
                          <a:schemeClr val="tx1"/>
                        </a:solidFill>
                        <a:latin typeface="Calibri" pitchFamily="0" charset="0"/>
                        <a:ea typeface="ＭＳ Ｐゴシック" pitchFamily="0" charset="-128"/>
                        <a:cs typeface="Times New Roman" pitchFamily="18" charset="0"/>
                      </a:endParaRPr>
                    </a:p>
                    <a:p>
                      <a:pPr marL="263525" indent="-263525" algn="l" eaLnBrk="0" fontAlgn="base" latinLnBrk="0" hangingPunct="0">
                        <a:lnSpc>
                          <a:spcPct val="100000"/>
                        </a:lnSpc>
                        <a:spcBef>
                          <a:spcPts val="0"/>
                        </a:spcBef>
                        <a:spcAft>
                          <a:spcPts val="0"/>
                        </a:spcAft>
                        <a:buSzPct val="100000"/>
                        <a:buFont typeface="Symbol" pitchFamily="18" charset="2"/>
                        <a:buBlip>
                          <a:blip r:embed="rId5"/>
                        </a:buBlip>
                      </a:pPr>
                      <a:r>
                        <a:rPr lang="en-US" altLang="zh-CN" sz="2400" b="0" i="0" u="none" strike="noStrike" kern="1200" cap="none" spc="0" baseline="0">
                          <a:solidFill>
                            <a:schemeClr val="tx1"/>
                          </a:solidFill>
                          <a:latin typeface="Calibri" pitchFamily="0" charset="0"/>
                          <a:ea typeface="ＭＳ Ｐゴシック" pitchFamily="0" charset="-128"/>
                          <a:cs typeface="Times New Roman" pitchFamily="18" charset="0"/>
                        </a:rPr>
                        <a:t>Deals with numbers. </a:t>
                      </a:r>
                      <a:endParaRPr lang="en-US" altLang="zh-CN" sz="2400" b="0" i="0" u="none" strike="noStrike" kern="1200" cap="none" spc="0" baseline="0">
                        <a:solidFill>
                          <a:schemeClr val="tx1"/>
                        </a:solidFill>
                        <a:latin typeface="Calibri" pitchFamily="0" charset="0"/>
                        <a:ea typeface="ＭＳ Ｐゴシック" pitchFamily="0" charset="-128"/>
                        <a:cs typeface="Times New Roman" pitchFamily="18" charset="0"/>
                      </a:endParaRPr>
                    </a:p>
                    <a:p>
                      <a:pPr marL="263525" indent="-263525" algn="l" eaLnBrk="0" fontAlgn="base" latinLnBrk="0" hangingPunct="0">
                        <a:lnSpc>
                          <a:spcPct val="100000"/>
                        </a:lnSpc>
                        <a:spcBef>
                          <a:spcPts val="0"/>
                        </a:spcBef>
                        <a:spcAft>
                          <a:spcPts val="0"/>
                        </a:spcAft>
                        <a:buSzPct val="100000"/>
                        <a:buFont typeface="Symbol" pitchFamily="18" charset="2"/>
                        <a:buBlip>
                          <a:blip r:embed="rId6"/>
                        </a:buBlip>
                      </a:pPr>
                      <a:r>
                        <a:rPr lang="en-US" altLang="zh-CN" sz="2400" b="0" i="0" u="none" strike="noStrike" kern="1200" cap="none" spc="0" baseline="0">
                          <a:solidFill>
                            <a:schemeClr val="tx1"/>
                          </a:solidFill>
                          <a:latin typeface="Calibri" pitchFamily="0" charset="0"/>
                          <a:ea typeface="ＭＳ Ｐゴシック" pitchFamily="0" charset="-128"/>
                          <a:cs typeface="Times New Roman" pitchFamily="18" charset="0"/>
                        </a:rPr>
                        <a:t>Data which can be measured. </a:t>
                      </a:r>
                      <a:endParaRPr lang="en-US" altLang="zh-CN" sz="2400" b="0" i="0" u="none" strike="noStrike" kern="1200" cap="none" spc="0" baseline="0">
                        <a:solidFill>
                          <a:schemeClr val="tx1"/>
                        </a:solidFill>
                        <a:latin typeface="Calibri" pitchFamily="0" charset="0"/>
                        <a:ea typeface="ＭＳ Ｐゴシック" pitchFamily="0" charset="-128"/>
                        <a:cs typeface="Times New Roman" pitchFamily="18" charset="0"/>
                      </a:endParaRPr>
                    </a:p>
                    <a:p>
                      <a:pPr marL="263525" indent="-263525" algn="l" eaLnBrk="0" fontAlgn="base" latinLnBrk="0" hangingPunct="0">
                        <a:lnSpc>
                          <a:spcPct val="100000"/>
                        </a:lnSpc>
                        <a:spcBef>
                          <a:spcPts val="0"/>
                        </a:spcBef>
                        <a:spcAft>
                          <a:spcPts val="0"/>
                        </a:spcAft>
                        <a:buSzPct val="100000"/>
                        <a:buFont typeface="Symbol" pitchFamily="18" charset="2"/>
                        <a:buBlip>
                          <a:blip r:embed="rId7"/>
                        </a:buBlip>
                      </a:pPr>
                      <a:r>
                        <a:rPr lang="en-US" altLang="zh-CN" sz="2400" b="0" i="0" u="none" strike="noStrike" kern="1200" cap="none" spc="0" baseline="0">
                          <a:solidFill>
                            <a:schemeClr val="tx1"/>
                          </a:solidFill>
                          <a:latin typeface="Calibri" pitchFamily="0" charset="0"/>
                          <a:ea typeface="ＭＳ Ｐゴシック" pitchFamily="0" charset="-128"/>
                          <a:cs typeface="Times New Roman" pitchFamily="18" charset="0"/>
                        </a:rPr>
                        <a:t>Length, height, area, volume, weight, speed, time, temperature, humidity, sound levels, cost, members, ages, etc. </a:t>
                      </a:r>
                      <a:endParaRPr lang="en-US" altLang="zh-CN" sz="2400" b="0" i="0" u="none" strike="noStrike" kern="1200" cap="none" spc="0" baseline="0">
                        <a:solidFill>
                          <a:schemeClr val="tx1"/>
                        </a:solidFill>
                        <a:latin typeface="Calibri" pitchFamily="0" charset="0"/>
                        <a:ea typeface="ＭＳ Ｐゴシック" pitchFamily="0" charset="-128"/>
                        <a:cs typeface="Times New Roman" pitchFamily="18" charset="0"/>
                      </a:endParaRPr>
                    </a:p>
                    <a:p>
                      <a:pPr marL="263525" indent="-263525" algn="l" eaLnBrk="0" fontAlgn="base" latinLnBrk="0" hangingPunct="0">
                        <a:lnSpc>
                          <a:spcPct val="100000"/>
                        </a:lnSpc>
                        <a:spcBef>
                          <a:spcPts val="0"/>
                        </a:spcBef>
                        <a:spcAft>
                          <a:spcPts val="0"/>
                        </a:spcAft>
                        <a:buSzPct val="100000"/>
                        <a:buFont typeface="Symbol" pitchFamily="18" charset="2"/>
                        <a:buBlip>
                          <a:blip r:embed="rId8"/>
                        </a:buBlip>
                      </a:pPr>
                      <a:r>
                        <a:rPr lang="en-US" altLang="zh-CN" sz="2400" b="0" i="0" u="none" strike="noStrike" kern="1200" cap="none" spc="0" baseline="0">
                          <a:solidFill>
                            <a:schemeClr val="tx1"/>
                          </a:solidFill>
                          <a:latin typeface="Calibri" pitchFamily="0" charset="0"/>
                          <a:ea typeface="ＭＳ Ｐゴシック" pitchFamily="0" charset="-128"/>
                          <a:cs typeface="Times New Roman" pitchFamily="18" charset="0"/>
                        </a:rPr>
                        <a:t>Quantitative → Quantity </a:t>
                      </a:r>
                      <a:r>
                        <a:rPr lang="en-US" altLang="zh-CN" sz="2400" b="1" i="0" u="none" strike="noStrike" kern="1200" cap="none" spc="0" baseline="0">
                          <a:solidFill>
                            <a:schemeClr val="tx1"/>
                          </a:solidFill>
                          <a:latin typeface="Calibri" pitchFamily="0" charset="0"/>
                          <a:ea typeface="ＭＳ Ｐゴシック" pitchFamily="0" charset="-128"/>
                          <a:cs typeface="Times New Roman" pitchFamily="18" charset="0"/>
                        </a:rPr>
                        <a:t> </a:t>
                      </a:r>
                      <a:endParaRPr lang="zh-CN" altLang="en-US" sz="2400" b="1" i="0" u="none" strike="noStrike" kern="1200" cap="none" spc="0" baseline="0">
                        <a:solidFill>
                          <a:schemeClr val="tx1"/>
                        </a:solidFill>
                        <a:latin typeface="Calibri" pitchFamily="0" charset="0"/>
                        <a:ea typeface="ＭＳ Ｐゴシック" pitchFamily="0" charset="-128"/>
                        <a:cs typeface="Times New Roman" pitchFamily="18" charset="0"/>
                      </a:endParaRPr>
                    </a:p>
                  </a:txBody>
                  <a:tcPr marL="91440" marT="45720" marR="91440" marB="45720" vert="horz">
                    <a:lnL w="12700">
                      <a:solidFill>
                        <a:srgbClr val="000000"/>
                      </a:solidFill>
                      <a:prstDash val="solid"/>
                      <a:headEnd type="none" w="med" len="med"/>
                      <a:tailEnd type="none" w="med" len="med"/>
                    </a:lnL>
                    <a:lnR w="12700">
                      <a:solidFill>
                        <a:srgbClr val="000000"/>
                      </a:solidFill>
                      <a:prstDash val="solid"/>
                      <a:headEnd type="none" w="med" len="med"/>
                      <a:tailEnd type="none" w="med" len="med"/>
                    </a:lnR>
                    <a:lnT w="12700">
                      <a:solidFill>
                        <a:srgbClr val="000000"/>
                      </a:solidFill>
                      <a:prstDash val="solid"/>
                      <a:headEnd type="none" w="med" len="med"/>
                      <a:tailEnd type="none" w="med" len="med"/>
                    </a:lnT>
                    <a:lnB w="12700">
                      <a:solidFill>
                        <a:srgbClr val="000000"/>
                      </a:solidFill>
                      <a:prstDash val="solid"/>
                      <a:headEnd type="none" w="med" len="med"/>
                      <a:tailEnd type="none" w="med" len="med"/>
                    </a:lnB>
                    <a:solidFill>
                      <a:srgbClr val="FFFFFF"/>
                    </a:solidFill>
                  </a:tcPr>
                </a:tc>
              </a:tr>
            </a:tbl>
          </a:graphicData>
        </a:graphic>
      </p:graphicFrame>
      <p:sp>
        <p:nvSpPr>
          <p:cNvPr id="254" name="Text box"/>
          <p:cNvSpPr>
            <a:spLocks noGrp="1"/>
          </p:cNvSpPr>
          <p:nvPr>
            <p:ph type="sldNum"/>
          </p:nvPr>
        </p:nvSpPr>
        <p:spPr>
          <a:xfrm rot="0">
            <a:off x="8737600" y="6356351"/>
            <a:ext cx="2844799"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200" b="0" i="0" u="none" strike="noStrike" kern="1200" cap="none" spc="0" baseline="0">
                <a:solidFill>
                  <a:srgbClr val="898989"/>
                </a:solidFill>
                <a:latin typeface="Calibri" pitchFamily="0" charset="0"/>
                <a:ea typeface="ＭＳ Ｐゴシック" pitchFamily="0" charset="-128"/>
                <a:cs typeface="Calibri" pitchFamily="0" charset="0"/>
              </a:rPr>
              <a:t>49</a:t>
            </a:fld>
            <a:endParaRPr lang="zh-CN" altLang="en-US" sz="1200" b="0" i="0" u="none" strike="noStrike" kern="1200" cap="none" spc="0" baseline="0">
              <a:solidFill>
                <a:srgbClr val="898989"/>
              </a:solidFill>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322298187"/>
      </p:ext>
    </p:extLst>
  </p:cSld>
  <p:clrMapOvr>
    <a:masterClrMapping/>
  </p:clrMapOvr>
</p:sld>
</file>

<file path=ppt/slides/slide50.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55" name="Text box"/>
          <p:cNvSpPr>
            <a:spLocks noGrp="1"/>
          </p:cNvSpPr>
          <p:nvPr>
            <p:ph type="sldNum"/>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Lucida Sans"/>
              </a:rPr>
              <a:t>50</a:t>
            </a:fld>
            <a:endParaRPr lang="zh-CN" altLang="en-US" sz="1000" b="1" i="0" u="none" strike="noStrike" kern="1200" cap="none" spc="0" baseline="0">
              <a:solidFill>
                <a:schemeClr val="bg1"/>
              </a:solidFill>
              <a:latin typeface="Arial" pitchFamily="0" charset="0"/>
              <a:ea typeface="ＭＳ Ｐゴシック" pitchFamily="0" charset="-128"/>
              <a:cs typeface="Lucida Sans"/>
            </a:endParaRPr>
          </a:p>
        </p:txBody>
      </p:sp>
      <p:sp>
        <p:nvSpPr>
          <p:cNvPr id="256"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Qualitative &amp; Quantitative Data</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sp>
        <p:nvSpPr>
          <p:cNvPr id="257" name="Text box"/>
          <p:cNvSpPr>
            <a:spLocks noGrp="1"/>
          </p:cNvSpPr>
          <p:nvPr>
            <p:ph type="body" idx="1"/>
          </p:nvPr>
        </p:nvSpPr>
        <p:spPr>
          <a:xfrm rot="0">
            <a:off x="609600" y="1600201"/>
            <a:ext cx="10972800" cy="4525963"/>
          </a:xfrm>
          <a:prstGeom prst="rect"/>
          <a:noFill/>
          <a:ln w="12700" cmpd="sng" cap="flat">
            <a:noFill/>
            <a:prstDash val="solid"/>
            <a:round/>
          </a:ln>
        </p:spPr>
        <p:txBody>
          <a:bodyPr vert="horz" wrap="square" lIns="91440" tIns="45720" rIns="91440" bIns="45720" anchor="t" anchorCtr="0">
            <a:prstTxWarp prst="textNoShape"/>
          </a:bodyPr>
          <a:lstStyle/>
          <a:p>
            <a:pPr marL="342900" indent="-342900" algn="l" eaLnBrk="1" hangingPunct="1">
              <a:lnSpc>
                <a:spcPct val="100000"/>
              </a:lnSpc>
              <a:spcBef>
                <a:spcPct val="20000"/>
              </a:spcBef>
              <a:spcAft>
                <a:spcPts val="0"/>
              </a:spcAft>
              <a:buNone/>
            </a:pPr>
            <a:r>
              <a:rPr lang="en-US" altLang="zh-CN" sz="3200" b="0" i="0" u="none" strike="noStrike" kern="1200" cap="none" spc="0" baseline="0">
                <a:solidFill>
                  <a:schemeClr val="tx1"/>
                </a:solidFill>
                <a:latin typeface="Calibri" pitchFamily="0" charset="0"/>
                <a:ea typeface="ＭＳ Ｐゴシック" pitchFamily="0" charset="-128"/>
                <a:cs typeface="Lucida Sans"/>
              </a:rPr>
              <a:t>Example 1: </a:t>
            </a:r>
            <a:endParaRPr lang="en-US" altLang="zh-CN" sz="32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l" eaLnBrk="1" hangingPunct="1">
              <a:lnSpc>
                <a:spcPct val="100000"/>
              </a:lnSpc>
              <a:spcBef>
                <a:spcPct val="20000"/>
              </a:spcBef>
              <a:spcAft>
                <a:spcPts val="0"/>
              </a:spcAft>
              <a:buFont typeface="Arial" pitchFamily="0" charset="0"/>
              <a:buChar char="•"/>
            </a:pPr>
            <a:r>
              <a:rPr lang="en-US" altLang="zh-CN" sz="3200" b="0" i="1" u="none" strike="noStrike" kern="1200" cap="none" spc="0" baseline="0">
                <a:solidFill>
                  <a:schemeClr val="tx1"/>
                </a:solidFill>
                <a:latin typeface="Calibri" pitchFamily="0" charset="0"/>
                <a:ea typeface="ＭＳ Ｐゴシック" pitchFamily="0" charset="-128"/>
                <a:cs typeface="Lucida Sans"/>
              </a:rPr>
              <a:t>Oil Painting</a:t>
            </a:r>
            <a:endParaRPr lang="zh-CN" altLang="en-US" sz="3200" b="0" i="1" u="none" strike="noStrike" kern="1200" cap="none" spc="0" baseline="0">
              <a:solidFill>
                <a:schemeClr val="tx1"/>
              </a:solidFill>
              <a:latin typeface="Calibri" pitchFamily="0" charset="0"/>
              <a:ea typeface="ＭＳ Ｐゴシック" pitchFamily="0" charset="-128"/>
              <a:cs typeface="Lucida Sans"/>
            </a:endParaRPr>
          </a:p>
        </p:txBody>
      </p:sp>
      <p:sp>
        <p:nvSpPr>
          <p:cNvPr id="258" name="Rectangles"/>
          <p:cNvSpPr>
            <a:spLocks/>
          </p:cNvSpPr>
          <p:nvPr/>
        </p:nvSpPr>
        <p:spPr>
          <a:xfrm rot="0">
            <a:off x="1739901" y="2556818"/>
            <a:ext cx="184730" cy="461665"/>
          </a:xfrm>
          <a:prstGeom prst="rect"/>
          <a:solidFill>
            <a:srgbClr val="FFFFFF"/>
          </a:solidFill>
          <a:ln w="12700" cmpd="sng" cap="flat">
            <a:noFill/>
            <a:prstDash val="solid"/>
            <a:round/>
          </a:ln>
        </p:spPr>
      </p:sp>
      <p:sp>
        <p:nvSpPr>
          <p:cNvPr id="259" name="Rectangles"/>
          <p:cNvSpPr>
            <a:spLocks/>
          </p:cNvSpPr>
          <p:nvPr/>
        </p:nvSpPr>
        <p:spPr>
          <a:xfrm rot="0">
            <a:off x="1739901" y="2556818"/>
            <a:ext cx="184730" cy="461665"/>
          </a:xfrm>
          <a:prstGeom prst="rect"/>
          <a:solidFill>
            <a:srgbClr val="FFFFFF"/>
          </a:solidFill>
          <a:ln w="12700" cmpd="sng" cap="flat">
            <a:noFill/>
            <a:prstDash val="solid"/>
            <a:round/>
          </a:ln>
        </p:spPr>
      </p:sp>
      <p:sp>
        <p:nvSpPr>
          <p:cNvPr id="260" name="Rectangles"/>
          <p:cNvSpPr>
            <a:spLocks/>
          </p:cNvSpPr>
          <p:nvPr/>
        </p:nvSpPr>
        <p:spPr>
          <a:xfrm rot="0">
            <a:off x="1739901" y="2556818"/>
            <a:ext cx="184730" cy="461665"/>
          </a:xfrm>
          <a:prstGeom prst="rect"/>
          <a:solidFill>
            <a:srgbClr val="FFFFFF"/>
          </a:solidFill>
          <a:ln w="12700" cmpd="sng" cap="flat">
            <a:noFill/>
            <a:prstDash val="solid"/>
            <a:round/>
          </a:ln>
        </p:spPr>
      </p:sp>
      <p:pic>
        <p:nvPicPr>
          <p:cNvPr id="261" name="Images" descr="http://www.regentsprep.org/Regents/math/ALGEBRA/AD1/oilpainting.gif"/>
          <p:cNvPicPr>
            <a:picLocks noChangeAspect="1"/>
          </p:cNvPicPr>
          <p:nvPr/>
        </p:nvPicPr>
        <p:blipFill>
          <a:blip r:embed="rId1" cstate="print"/>
          <a:stretch>
            <a:fillRect/>
          </a:stretch>
        </p:blipFill>
        <p:spPr>
          <a:xfrm rot="0">
            <a:off x="5791200" y="1447801"/>
            <a:ext cx="1752600" cy="1560513"/>
          </a:xfrm>
          <a:prstGeom prst="rect"/>
          <a:noFill/>
          <a:ln w="12700" cmpd="sng" cap="flat">
            <a:noFill/>
            <a:prstDash val="solid"/>
            <a:round/>
          </a:ln>
        </p:spPr>
      </p:pic>
      <p:sp>
        <p:nvSpPr>
          <p:cNvPr id="262" name="Rectangles"/>
          <p:cNvSpPr>
            <a:spLocks/>
          </p:cNvSpPr>
          <p:nvPr/>
        </p:nvSpPr>
        <p:spPr>
          <a:xfrm rot="0">
            <a:off x="1739901" y="2556818"/>
            <a:ext cx="184730" cy="461665"/>
          </a:xfrm>
          <a:prstGeom prst="rect"/>
          <a:solidFill>
            <a:srgbClr val="FFFFFF"/>
          </a:solidFill>
          <a:ln w="12700" cmpd="sng" cap="flat">
            <a:noFill/>
            <a:prstDash val="solid"/>
            <a:round/>
          </a:ln>
        </p:spPr>
      </p:sp>
      <p:sp>
        <p:nvSpPr>
          <p:cNvPr id="263" name="Rectangles"/>
          <p:cNvSpPr>
            <a:spLocks/>
          </p:cNvSpPr>
          <p:nvPr/>
        </p:nvSpPr>
        <p:spPr>
          <a:xfrm rot="0">
            <a:off x="1739901" y="2556818"/>
            <a:ext cx="184730" cy="461665"/>
          </a:xfrm>
          <a:prstGeom prst="rect"/>
          <a:solidFill>
            <a:srgbClr val="FFFFFF"/>
          </a:solidFill>
          <a:ln w="12700" cmpd="sng" cap="flat">
            <a:noFill/>
            <a:prstDash val="solid"/>
            <a:round/>
          </a:ln>
        </p:spPr>
      </p:sp>
      <p:graphicFrame>
        <p:nvGraphicFramePr>
          <p:cNvPr id="264" name="Sheet"/>
          <p:cNvGraphicFramePr>
            <a:graphicFrameLocks noGrp="1"/>
          </p:cNvGraphicFramePr>
          <p:nvPr>
            <p:extLst>
              <p:ext uri="{D42A27DB-BD31-4B8C-83A1-F6EECF244321}"/>
            </p:extLst>
          </p:nvPr>
        </p:nvGraphicFramePr>
        <p:xfrm>
          <a:off x="1828801" y="3200400"/>
          <a:ext cx="4240212" cy="3078480"/>
        </p:xfrm>
        <a:graphic>
          <a:graphicData uri="http://schemas.openxmlformats.org/drawingml/2006/table">
            <a:tbl>
              <a:tblPr bandRow="1">
                <a:noFill/>
              </a:tblPr>
              <a:tblGrid>
                <a:gridCol w="208241"/>
                <a:gridCol w="4031932"/>
              </a:tblGrid>
              <a:tr h="2305043">
                <a:tc>
                  <a:txBody>
                    <a:bodyPr/>
                    <a:lstStyle/>
                    <a:p>
                      <a:pPr marL="0" indent="0" algn="ctr" eaLnBrk="0" fontAlgn="base" latinLnBrk="0" hangingPunct="0">
                        <a:lnSpc>
                          <a:spcPct val="100000"/>
                        </a:lnSpc>
                        <a:spcBef>
                          <a:spcPts val="0"/>
                        </a:spcBef>
                        <a:spcAft>
                          <a:spcPts val="0"/>
                        </a:spcAft>
                        <a:buNone/>
                      </a:pPr>
                      <a:endParaRPr lang="zh-CN" altLang="en-US" sz="2800" b="0" i="0" u="none" strike="noStrike" kern="1200" cap="none" spc="0" baseline="0">
                        <a:solidFill>
                          <a:schemeClr val="tx1"/>
                        </a:solidFill>
                        <a:latin typeface="Calibri" pitchFamily="0" charset="0"/>
                        <a:ea typeface="ＭＳ Ｐゴシック" pitchFamily="0" charset="-128"/>
                        <a:cs typeface="Calibri" pitchFamily="0" charset="0"/>
                      </a:endParaRPr>
                    </a:p>
                  </a:txBody>
                  <a:tcPr marL="91427" marT="45720" marR="91427" marB="45720" vert="horz">
                    <a:lnL w="9525">
                      <a:solidFill>
                        <a:srgbClr val="000000"/>
                      </a:solidFill>
                      <a:prstDash val="solid"/>
                      <a:headEnd type="none" w="med" len="med"/>
                      <a:tailEnd type="none" w="med" len="med"/>
                    </a:lnL>
                    <a:lnR w="9525">
                      <a:solidFill>
                        <a:srgbClr val="000000"/>
                      </a:solidFill>
                      <a:prstDash val="solid"/>
                      <a:headEnd type="none" w="med" len="med"/>
                      <a:tailEnd type="none" w="med" len="med"/>
                    </a:lnR>
                    <a:lnT w="9525">
                      <a:solidFill>
                        <a:srgbClr val="000000"/>
                      </a:solidFill>
                      <a:prstDash val="solid"/>
                      <a:headEnd type="none" w="med" len="med"/>
                      <a:tailEnd type="none" w="med" len="med"/>
                    </a:lnT>
                    <a:lnB w="9525">
                      <a:solidFill>
                        <a:srgbClr val="000000"/>
                      </a:solidFill>
                      <a:prstDash val="solid"/>
                      <a:headEnd type="none" w="med" len="med"/>
                      <a:tailEnd type="none" w="med" len="med"/>
                    </a:lnB>
                    <a:solidFill>
                      <a:srgbClr val="FFFFFF"/>
                    </a:solidFill>
                  </a:tcPr>
                </a:tc>
                <a:tc>
                  <a:txBody>
                    <a:bodyPr/>
                    <a:lstStyle/>
                    <a:p>
                      <a:pPr marL="0" indent="0" algn="l" eaLnBrk="0" fontAlgn="base" latinLnBrk="0" hangingPunct="0">
                        <a:lnSpc>
                          <a:spcPct val="100000"/>
                        </a:lnSpc>
                        <a:spcBef>
                          <a:spcPts val="0"/>
                        </a:spcBef>
                        <a:spcAft>
                          <a:spcPts val="0"/>
                        </a:spcAft>
                        <a:buNone/>
                        <a:tabLst>
                          <a:tab pos="457200" algn="l"/>
                        </a:tabLst>
                      </a:pPr>
                      <a:r>
                        <a:rPr lang="en-US" altLang="zh-CN" sz="2800" b="0" i="0" u="none" strike="noStrike" kern="1200" cap="none" spc="0" baseline="0">
                          <a:solidFill>
                            <a:srgbClr val="AE3221"/>
                          </a:solidFill>
                          <a:latin typeface="Calibri" pitchFamily="0" charset="0"/>
                          <a:ea typeface="ＭＳ Ｐゴシック" pitchFamily="0" charset="-128"/>
                          <a:cs typeface="Times New Roman" pitchFamily="18" charset="0"/>
                        </a:rPr>
                        <a:t>Qualitative data:</a:t>
                      </a:r>
                      <a:endParaRPr lang="en-US" altLang="zh-CN" sz="2800" b="0" i="0" u="none" strike="noStrike" kern="1200" cap="none" spc="0" baseline="0">
                        <a:solidFill>
                          <a:srgbClr val="AE3221"/>
                        </a:solidFill>
                        <a:latin typeface="Calibri" pitchFamily="0" charset="0"/>
                        <a:ea typeface="ＭＳ Ｐゴシック" pitchFamily="0" charset="-128"/>
                        <a:cs typeface="Times New Roman" pitchFamily="18" charset="0"/>
                      </a:endParaRPr>
                    </a:p>
                    <a:p>
                      <a:pPr marL="182499" indent="-182499" algn="l" eaLnBrk="0" fontAlgn="base" latinLnBrk="0" hangingPunct="0">
                        <a:lnSpc>
                          <a:spcPct val="100000"/>
                        </a:lnSpc>
                        <a:spcBef>
                          <a:spcPts val="0"/>
                        </a:spcBef>
                        <a:spcAft>
                          <a:spcPts val="0"/>
                        </a:spcAft>
                        <a:buSzPct val="100000"/>
                        <a:buFont typeface="Symbol" pitchFamily="18" charset="2"/>
                        <a:buChar char=""/>
                        <a:tabLst>
                          <a:tab pos="457200" algn="l"/>
                        </a:tabLst>
                      </a:pPr>
                      <a:r>
                        <a:rPr lang="en-US" altLang="zh-CN" sz="2400" b="0" i="0" u="none" strike="noStrike" kern="1200" cap="none" spc="0" baseline="0">
                          <a:solidFill>
                            <a:schemeClr val="tx1"/>
                          </a:solidFill>
                          <a:latin typeface="Calibri" pitchFamily="0" charset="0"/>
                          <a:ea typeface="ＭＳ Ｐゴシック" pitchFamily="0" charset="-128"/>
                          <a:cs typeface="Times New Roman" pitchFamily="18" charset="0"/>
                        </a:rPr>
                        <a:t>blue/green color, gold frame </a:t>
                      </a:r>
                      <a:endParaRPr lang="en-US" altLang="zh-CN" sz="2400" b="0" i="0" u="none" strike="noStrike" kern="1200" cap="none" spc="0" baseline="0">
                        <a:solidFill>
                          <a:schemeClr val="tx1"/>
                        </a:solidFill>
                        <a:latin typeface="Calibri" pitchFamily="0" charset="0"/>
                        <a:ea typeface="ＭＳ Ｐゴシック" pitchFamily="0" charset="-128"/>
                        <a:cs typeface="Times New Roman" pitchFamily="18" charset="0"/>
                      </a:endParaRPr>
                    </a:p>
                    <a:p>
                      <a:pPr marL="182499" indent="-182499" algn="l" eaLnBrk="0" fontAlgn="base" latinLnBrk="0" hangingPunct="0">
                        <a:lnSpc>
                          <a:spcPct val="100000"/>
                        </a:lnSpc>
                        <a:spcBef>
                          <a:spcPts val="0"/>
                        </a:spcBef>
                        <a:spcAft>
                          <a:spcPts val="0"/>
                        </a:spcAft>
                        <a:buSzPct val="100000"/>
                        <a:buFont typeface="Symbol" pitchFamily="18" charset="2"/>
                        <a:buChar char=""/>
                        <a:tabLst>
                          <a:tab pos="457200" algn="l"/>
                        </a:tabLst>
                      </a:pPr>
                      <a:r>
                        <a:rPr lang="en-US" altLang="zh-CN" sz="2400" b="0" i="0" u="none" strike="noStrike" kern="1200" cap="none" spc="0" baseline="0">
                          <a:solidFill>
                            <a:schemeClr val="tx1"/>
                          </a:solidFill>
                          <a:latin typeface="Calibri" pitchFamily="0" charset="0"/>
                          <a:ea typeface="ＭＳ Ｐゴシック" pitchFamily="0" charset="-128"/>
                          <a:cs typeface="Times New Roman" pitchFamily="18" charset="0"/>
                        </a:rPr>
                        <a:t>smells old and musty </a:t>
                      </a:r>
                      <a:endParaRPr lang="en-US" altLang="zh-CN" sz="2400" b="0" i="0" u="none" strike="noStrike" kern="1200" cap="none" spc="0" baseline="0">
                        <a:solidFill>
                          <a:schemeClr val="tx1"/>
                        </a:solidFill>
                        <a:latin typeface="Calibri" pitchFamily="0" charset="0"/>
                        <a:ea typeface="ＭＳ Ｐゴシック" pitchFamily="0" charset="-128"/>
                        <a:cs typeface="Times New Roman" pitchFamily="18" charset="0"/>
                      </a:endParaRPr>
                    </a:p>
                    <a:p>
                      <a:pPr marL="182499" indent="-182499" algn="l" eaLnBrk="0" fontAlgn="base" latinLnBrk="0" hangingPunct="0">
                        <a:lnSpc>
                          <a:spcPct val="100000"/>
                        </a:lnSpc>
                        <a:spcBef>
                          <a:spcPts val="0"/>
                        </a:spcBef>
                        <a:spcAft>
                          <a:spcPts val="0"/>
                        </a:spcAft>
                        <a:buSzPct val="100000"/>
                        <a:buFont typeface="Symbol" pitchFamily="18" charset="2"/>
                        <a:buChar char=""/>
                        <a:tabLst>
                          <a:tab pos="457200" algn="l"/>
                        </a:tabLst>
                      </a:pPr>
                      <a:r>
                        <a:rPr lang="en-US" altLang="zh-CN" sz="2400" b="0" i="0" u="none" strike="noStrike" kern="1200" cap="none" spc="0" baseline="0">
                          <a:solidFill>
                            <a:schemeClr val="tx1"/>
                          </a:solidFill>
                          <a:latin typeface="Calibri" pitchFamily="0" charset="0"/>
                          <a:ea typeface="ＭＳ Ｐゴシック" pitchFamily="0" charset="-128"/>
                          <a:cs typeface="Times New Roman" pitchFamily="18" charset="0"/>
                        </a:rPr>
                        <a:t>texture shows brush strokes of oil paint </a:t>
                      </a:r>
                      <a:endParaRPr lang="en-US" altLang="zh-CN" sz="2400" b="0" i="0" u="none" strike="noStrike" kern="1200" cap="none" spc="0" baseline="0">
                        <a:solidFill>
                          <a:schemeClr val="tx1"/>
                        </a:solidFill>
                        <a:latin typeface="Calibri" pitchFamily="0" charset="0"/>
                        <a:ea typeface="ＭＳ Ｐゴシック" pitchFamily="0" charset="-128"/>
                        <a:cs typeface="Times New Roman" pitchFamily="18" charset="0"/>
                      </a:endParaRPr>
                    </a:p>
                    <a:p>
                      <a:pPr marL="182499" indent="-182499" algn="l" eaLnBrk="0" fontAlgn="base" latinLnBrk="0" hangingPunct="0">
                        <a:lnSpc>
                          <a:spcPct val="100000"/>
                        </a:lnSpc>
                        <a:spcBef>
                          <a:spcPts val="0"/>
                        </a:spcBef>
                        <a:spcAft>
                          <a:spcPts val="0"/>
                        </a:spcAft>
                        <a:buSzPct val="100000"/>
                        <a:buFont typeface="Symbol" pitchFamily="18" charset="2"/>
                        <a:buChar char=""/>
                        <a:tabLst>
                          <a:tab pos="457200" algn="l"/>
                        </a:tabLst>
                      </a:pPr>
                      <a:r>
                        <a:rPr lang="en-US" altLang="zh-CN" sz="2400" b="0" i="0" u="none" strike="noStrike" kern="1200" cap="none" spc="0" baseline="0">
                          <a:solidFill>
                            <a:schemeClr val="tx1"/>
                          </a:solidFill>
                          <a:latin typeface="Calibri" pitchFamily="0" charset="0"/>
                          <a:ea typeface="ＭＳ Ｐゴシック" pitchFamily="0" charset="-128"/>
                          <a:cs typeface="Times New Roman" pitchFamily="18" charset="0"/>
                        </a:rPr>
                        <a:t>peaceful scene of the country </a:t>
                      </a:r>
                      <a:endParaRPr lang="en-US" altLang="zh-CN" sz="2400" b="0" i="0" u="none" strike="noStrike" kern="1200" cap="none" spc="0" baseline="0">
                        <a:solidFill>
                          <a:schemeClr val="tx1"/>
                        </a:solidFill>
                        <a:latin typeface="Calibri" pitchFamily="0" charset="0"/>
                        <a:ea typeface="ＭＳ Ｐゴシック" pitchFamily="0" charset="-128"/>
                        <a:cs typeface="Times New Roman" pitchFamily="18" charset="0"/>
                      </a:endParaRPr>
                    </a:p>
                    <a:p>
                      <a:pPr marL="182499" indent="-182499" algn="l" eaLnBrk="0" fontAlgn="base" latinLnBrk="0" hangingPunct="0">
                        <a:lnSpc>
                          <a:spcPct val="100000"/>
                        </a:lnSpc>
                        <a:spcBef>
                          <a:spcPts val="0"/>
                        </a:spcBef>
                        <a:spcAft>
                          <a:spcPts val="0"/>
                        </a:spcAft>
                        <a:buSzPct val="100000"/>
                        <a:buFont typeface="Symbol" pitchFamily="18" charset="2"/>
                        <a:buChar char=""/>
                        <a:tabLst>
                          <a:tab pos="457200" algn="l"/>
                        </a:tabLst>
                      </a:pPr>
                      <a:r>
                        <a:rPr lang="en-US" altLang="zh-CN" sz="2400" b="0" i="0" u="none" strike="noStrike" kern="1200" cap="none" spc="0" baseline="0">
                          <a:solidFill>
                            <a:schemeClr val="tx1"/>
                          </a:solidFill>
                          <a:latin typeface="Calibri" pitchFamily="0" charset="0"/>
                          <a:ea typeface="ＭＳ Ｐゴシック" pitchFamily="0" charset="-128"/>
                          <a:cs typeface="Times New Roman" pitchFamily="18" charset="0"/>
                        </a:rPr>
                        <a:t>masterful brush strokes </a:t>
                      </a:r>
                      <a:endParaRPr lang="zh-CN" altLang="en-US" sz="2400" b="0" i="0" u="none" strike="noStrike" kern="1200" cap="none" spc="0" baseline="0">
                        <a:solidFill>
                          <a:schemeClr val="tx1"/>
                        </a:solidFill>
                        <a:latin typeface="Calibri" pitchFamily="0" charset="0"/>
                        <a:ea typeface="ＭＳ Ｐゴシック" pitchFamily="0" charset="-128"/>
                        <a:cs typeface="Times New Roman" pitchFamily="18" charset="0"/>
                      </a:endParaRPr>
                    </a:p>
                  </a:txBody>
                  <a:tcPr marL="91427" marT="45720" marR="91427" marB="45720" vert="horz" anchor="ctr">
                    <a:lnL w="9525">
                      <a:solidFill>
                        <a:srgbClr val="000000"/>
                      </a:solidFill>
                      <a:prstDash val="solid"/>
                      <a:headEnd type="none" w="med" len="med"/>
                      <a:tailEnd type="none" w="med" len="med"/>
                    </a:lnL>
                    <a:lnR w="9525">
                      <a:solidFill>
                        <a:srgbClr val="000000"/>
                      </a:solidFill>
                      <a:prstDash val="solid"/>
                      <a:headEnd type="none" w="med" len="med"/>
                      <a:tailEnd type="none" w="med" len="med"/>
                    </a:lnR>
                    <a:lnT w="9525">
                      <a:solidFill>
                        <a:srgbClr val="000000"/>
                      </a:solidFill>
                      <a:prstDash val="solid"/>
                      <a:headEnd type="none" w="med" len="med"/>
                      <a:tailEnd type="none" w="med" len="med"/>
                    </a:lnT>
                    <a:lnB w="9525">
                      <a:solidFill>
                        <a:srgbClr val="000000"/>
                      </a:solidFill>
                      <a:prstDash val="solid"/>
                      <a:headEnd type="none" w="med" len="med"/>
                      <a:tailEnd type="none" w="med" len="med"/>
                    </a:lnB>
                    <a:solidFill>
                      <a:srgbClr val="FFFFFF"/>
                    </a:solidFill>
                  </a:tcPr>
                </a:tc>
              </a:tr>
            </a:tbl>
          </a:graphicData>
        </a:graphic>
      </p:graphicFrame>
      <p:graphicFrame>
        <p:nvGraphicFramePr>
          <p:cNvPr id="265" name="Sheet"/>
          <p:cNvGraphicFramePr>
            <a:graphicFrameLocks noGrp="1"/>
          </p:cNvGraphicFramePr>
          <p:nvPr>
            <p:extLst>
              <p:ext uri="{D42A27DB-BD31-4B8C-83A1-F6EECF244321}"/>
            </p:extLst>
          </p:nvPr>
        </p:nvGraphicFramePr>
        <p:xfrm>
          <a:off x="6248401" y="3200400"/>
          <a:ext cx="4043363" cy="2712720"/>
        </p:xfrm>
        <a:graphic>
          <a:graphicData uri="http://schemas.openxmlformats.org/drawingml/2006/table">
            <a:tbl>
              <a:tblPr bandRow="1">
                <a:noFill/>
              </a:tblPr>
              <a:tblGrid>
                <a:gridCol w="208241"/>
                <a:gridCol w="3835082"/>
              </a:tblGrid>
              <a:tr h="2285993">
                <a:tc>
                  <a:txBody>
                    <a:bodyPr/>
                    <a:lstStyle/>
                    <a:p>
                      <a:pPr marL="0" indent="0" algn="ctr" eaLnBrk="0" fontAlgn="base" latinLnBrk="0" hangingPunct="0">
                        <a:lnSpc>
                          <a:spcPct val="100000"/>
                        </a:lnSpc>
                        <a:spcBef>
                          <a:spcPts val="0"/>
                        </a:spcBef>
                        <a:spcAft>
                          <a:spcPts val="0"/>
                        </a:spcAft>
                        <a:buNone/>
                      </a:pPr>
                      <a:endParaRPr lang="zh-CN" altLang="en-US" sz="2800" b="0" i="0" u="none" strike="noStrike" kern="1200" cap="none" spc="0" baseline="0">
                        <a:solidFill>
                          <a:schemeClr val="tx1"/>
                        </a:solidFill>
                        <a:latin typeface="Calibri" pitchFamily="0" charset="0"/>
                        <a:ea typeface="ＭＳ Ｐゴシック" pitchFamily="0" charset="-128"/>
                        <a:cs typeface="Calibri" pitchFamily="0" charset="0"/>
                      </a:endParaRPr>
                    </a:p>
                  </a:txBody>
                  <a:tcPr marL="91427" marT="45720" marR="91427" marB="45720" vert="horz">
                    <a:lnL w="9525">
                      <a:solidFill>
                        <a:srgbClr val="000000"/>
                      </a:solidFill>
                      <a:prstDash val="solid"/>
                      <a:headEnd type="none" w="med" len="med"/>
                      <a:tailEnd type="none" w="med" len="med"/>
                    </a:lnL>
                    <a:lnR w="9525">
                      <a:solidFill>
                        <a:srgbClr val="000000"/>
                      </a:solidFill>
                      <a:prstDash val="solid"/>
                      <a:headEnd type="none" w="med" len="med"/>
                      <a:tailEnd type="none" w="med" len="med"/>
                    </a:lnR>
                    <a:lnT w="9525">
                      <a:solidFill>
                        <a:srgbClr val="000000"/>
                      </a:solidFill>
                      <a:prstDash val="solid"/>
                      <a:headEnd type="none" w="med" len="med"/>
                      <a:tailEnd type="none" w="med" len="med"/>
                    </a:lnT>
                    <a:lnB w="9525">
                      <a:solidFill>
                        <a:srgbClr val="000000"/>
                      </a:solidFill>
                      <a:prstDash val="solid"/>
                      <a:headEnd type="none" w="med" len="med"/>
                      <a:tailEnd type="none" w="med" len="med"/>
                    </a:lnB>
                    <a:solidFill>
                      <a:srgbClr val="FFFFFF"/>
                    </a:solidFill>
                  </a:tcPr>
                </a:tc>
                <a:tc>
                  <a:txBody>
                    <a:bodyPr/>
                    <a:lstStyle/>
                    <a:p>
                      <a:pPr marL="0" indent="0" algn="l" eaLnBrk="0" fontAlgn="base" latinLnBrk="0" hangingPunct="0">
                        <a:lnSpc>
                          <a:spcPct val="100000"/>
                        </a:lnSpc>
                        <a:spcBef>
                          <a:spcPts val="0"/>
                        </a:spcBef>
                        <a:spcAft>
                          <a:spcPts val="0"/>
                        </a:spcAft>
                        <a:buNone/>
                        <a:tabLst>
                          <a:tab pos="457200" algn="l"/>
                        </a:tabLst>
                      </a:pPr>
                      <a:r>
                        <a:rPr lang="en-US" altLang="zh-CN" sz="2800" b="0" i="0" u="none" strike="noStrike" kern="1200" cap="none" spc="0" baseline="0">
                          <a:solidFill>
                            <a:srgbClr val="AE3221"/>
                          </a:solidFill>
                          <a:latin typeface="Calibri" pitchFamily="0" charset="0"/>
                          <a:ea typeface="ＭＳ Ｐゴシック" pitchFamily="0" charset="-128"/>
                          <a:cs typeface="Times New Roman" pitchFamily="18" charset="0"/>
                        </a:rPr>
                        <a:t>Quantitative data:</a:t>
                      </a:r>
                      <a:endParaRPr lang="en-US" altLang="zh-CN" sz="2800" b="0" i="0" u="none" strike="noStrike" kern="1200" cap="none" spc="0" baseline="0">
                        <a:solidFill>
                          <a:srgbClr val="AE3221"/>
                        </a:solidFill>
                        <a:latin typeface="Calibri" pitchFamily="0" charset="0"/>
                        <a:ea typeface="ＭＳ Ｐゴシック" pitchFamily="0" charset="-128"/>
                        <a:cs typeface="Times New Roman" pitchFamily="18" charset="0"/>
                      </a:endParaRPr>
                    </a:p>
                    <a:p>
                      <a:pPr marL="182499" indent="-182499" algn="l" eaLnBrk="0" fontAlgn="base" latinLnBrk="0" hangingPunct="0">
                        <a:lnSpc>
                          <a:spcPct val="100000"/>
                        </a:lnSpc>
                        <a:spcBef>
                          <a:spcPts val="0"/>
                        </a:spcBef>
                        <a:spcAft>
                          <a:spcPts val="0"/>
                        </a:spcAft>
                        <a:buSzPct val="100000"/>
                        <a:buFont typeface="Symbol" pitchFamily="18" charset="2"/>
                        <a:buChar char=""/>
                        <a:tabLst>
                          <a:tab pos="457200" algn="l"/>
                        </a:tabLst>
                      </a:pPr>
                      <a:r>
                        <a:rPr lang="en-US" altLang="zh-CN" sz="2400" b="0" i="0" u="none" strike="noStrike" kern="1200" cap="none" spc="0" baseline="0">
                          <a:solidFill>
                            <a:schemeClr val="tx1"/>
                          </a:solidFill>
                          <a:latin typeface="Calibri" pitchFamily="0" charset="0"/>
                          <a:ea typeface="ＭＳ Ｐゴシック" pitchFamily="0" charset="-128"/>
                          <a:cs typeface="Times New Roman" pitchFamily="18" charset="0"/>
                        </a:rPr>
                        <a:t>picture is 10" by 14" </a:t>
                      </a:r>
                      <a:endParaRPr lang="en-US" altLang="zh-CN" sz="2400" b="0" i="0" u="none" strike="noStrike" kern="1200" cap="none" spc="0" baseline="0">
                        <a:solidFill>
                          <a:schemeClr val="tx1"/>
                        </a:solidFill>
                        <a:latin typeface="Calibri" pitchFamily="0" charset="0"/>
                        <a:ea typeface="ＭＳ Ｐゴシック" pitchFamily="0" charset="-128"/>
                        <a:cs typeface="Times New Roman" pitchFamily="18" charset="0"/>
                      </a:endParaRPr>
                    </a:p>
                    <a:p>
                      <a:pPr marL="182499" indent="-182499" algn="l" eaLnBrk="0" fontAlgn="base" latinLnBrk="0" hangingPunct="0">
                        <a:lnSpc>
                          <a:spcPct val="100000"/>
                        </a:lnSpc>
                        <a:spcBef>
                          <a:spcPts val="0"/>
                        </a:spcBef>
                        <a:spcAft>
                          <a:spcPts val="0"/>
                        </a:spcAft>
                        <a:buSzPct val="100000"/>
                        <a:buFont typeface="Symbol" pitchFamily="18" charset="2"/>
                        <a:buChar char=""/>
                        <a:tabLst>
                          <a:tab pos="457200" algn="l"/>
                        </a:tabLst>
                      </a:pPr>
                      <a:r>
                        <a:rPr lang="en-US" altLang="zh-CN" sz="2400" b="0" i="0" u="none" strike="noStrike" kern="1200" cap="none" spc="0" baseline="0">
                          <a:solidFill>
                            <a:schemeClr val="tx1"/>
                          </a:solidFill>
                          <a:latin typeface="Calibri" pitchFamily="0" charset="0"/>
                          <a:ea typeface="ＭＳ Ｐゴシック" pitchFamily="0" charset="-128"/>
                          <a:cs typeface="Times New Roman" pitchFamily="18" charset="0"/>
                        </a:rPr>
                        <a:t>with frame 14" by 18" </a:t>
                      </a:r>
                      <a:endParaRPr lang="en-US" altLang="zh-CN" sz="2400" b="0" i="0" u="none" strike="noStrike" kern="1200" cap="none" spc="0" baseline="0">
                        <a:solidFill>
                          <a:schemeClr val="tx1"/>
                        </a:solidFill>
                        <a:latin typeface="Calibri" pitchFamily="0" charset="0"/>
                        <a:ea typeface="ＭＳ Ｐゴシック" pitchFamily="0" charset="-128"/>
                        <a:cs typeface="Times New Roman" pitchFamily="18" charset="0"/>
                      </a:endParaRPr>
                    </a:p>
                    <a:p>
                      <a:pPr marL="182499" indent="-182499" algn="l" eaLnBrk="0" fontAlgn="base" latinLnBrk="0" hangingPunct="0">
                        <a:lnSpc>
                          <a:spcPct val="100000"/>
                        </a:lnSpc>
                        <a:spcBef>
                          <a:spcPts val="0"/>
                        </a:spcBef>
                        <a:spcAft>
                          <a:spcPts val="0"/>
                        </a:spcAft>
                        <a:buSzPct val="100000"/>
                        <a:buFont typeface="Symbol" pitchFamily="18" charset="2"/>
                        <a:buChar char=""/>
                        <a:tabLst>
                          <a:tab pos="457200" algn="l"/>
                        </a:tabLst>
                      </a:pPr>
                      <a:r>
                        <a:rPr lang="en-US" altLang="zh-CN" sz="2400" b="0" i="0" u="none" strike="noStrike" kern="1200" cap="none" spc="0" baseline="0">
                          <a:solidFill>
                            <a:schemeClr val="tx1"/>
                          </a:solidFill>
                          <a:latin typeface="Calibri" pitchFamily="0" charset="0"/>
                          <a:ea typeface="ＭＳ Ｐゴシック" pitchFamily="0" charset="-128"/>
                          <a:cs typeface="Times New Roman" pitchFamily="18" charset="0"/>
                        </a:rPr>
                        <a:t>weighs 8.5 pounds </a:t>
                      </a:r>
                      <a:endParaRPr lang="en-US" altLang="zh-CN" sz="2400" b="0" i="0" u="none" strike="noStrike" kern="1200" cap="none" spc="0" baseline="0">
                        <a:solidFill>
                          <a:schemeClr val="tx1"/>
                        </a:solidFill>
                        <a:latin typeface="Calibri" pitchFamily="0" charset="0"/>
                        <a:ea typeface="ＭＳ Ｐゴシック" pitchFamily="0" charset="-128"/>
                        <a:cs typeface="Times New Roman" pitchFamily="18" charset="0"/>
                      </a:endParaRPr>
                    </a:p>
                    <a:p>
                      <a:pPr marL="182499" indent="-182499" algn="l" eaLnBrk="0" fontAlgn="base" latinLnBrk="0" hangingPunct="0">
                        <a:lnSpc>
                          <a:spcPct val="100000"/>
                        </a:lnSpc>
                        <a:spcBef>
                          <a:spcPts val="0"/>
                        </a:spcBef>
                        <a:spcAft>
                          <a:spcPts val="0"/>
                        </a:spcAft>
                        <a:buSzPct val="100000"/>
                        <a:buFont typeface="Symbol" pitchFamily="18" charset="2"/>
                        <a:buChar char=""/>
                        <a:tabLst>
                          <a:tab pos="457200" algn="l"/>
                        </a:tabLst>
                      </a:pPr>
                      <a:r>
                        <a:rPr lang="en-US" altLang="zh-CN" sz="2400" b="0" i="0" u="none" strike="noStrike" kern="1200" cap="none" spc="0" baseline="0">
                          <a:solidFill>
                            <a:schemeClr val="tx1"/>
                          </a:solidFill>
                          <a:latin typeface="Calibri" pitchFamily="0" charset="0"/>
                          <a:ea typeface="ＭＳ Ｐゴシック" pitchFamily="0" charset="-128"/>
                          <a:cs typeface="Times New Roman" pitchFamily="18" charset="0"/>
                        </a:rPr>
                        <a:t>surface area of painting is 140 sq. in. </a:t>
                      </a:r>
                      <a:endParaRPr lang="en-US" altLang="zh-CN" sz="2400" b="0" i="0" u="none" strike="noStrike" kern="1200" cap="none" spc="0" baseline="0">
                        <a:solidFill>
                          <a:schemeClr val="tx1"/>
                        </a:solidFill>
                        <a:latin typeface="Calibri" pitchFamily="0" charset="0"/>
                        <a:ea typeface="ＭＳ Ｐゴシック" pitchFamily="0" charset="-128"/>
                        <a:cs typeface="Times New Roman" pitchFamily="18" charset="0"/>
                      </a:endParaRPr>
                    </a:p>
                    <a:p>
                      <a:pPr marL="182499" indent="-182499" algn="l" eaLnBrk="0" fontAlgn="base" latinLnBrk="0" hangingPunct="0">
                        <a:lnSpc>
                          <a:spcPct val="100000"/>
                        </a:lnSpc>
                        <a:spcBef>
                          <a:spcPts val="0"/>
                        </a:spcBef>
                        <a:spcAft>
                          <a:spcPts val="0"/>
                        </a:spcAft>
                        <a:buSzPct val="100000"/>
                        <a:buFont typeface="Symbol" pitchFamily="18" charset="2"/>
                        <a:buChar char=""/>
                        <a:tabLst>
                          <a:tab pos="457200" algn="l"/>
                        </a:tabLst>
                      </a:pPr>
                      <a:r>
                        <a:rPr lang="en-US" altLang="zh-CN" sz="2400" b="0" i="0" u="none" strike="noStrike" kern="1200" cap="none" spc="0" baseline="0">
                          <a:solidFill>
                            <a:schemeClr val="tx1"/>
                          </a:solidFill>
                          <a:latin typeface="Calibri" pitchFamily="0" charset="0"/>
                          <a:ea typeface="ＭＳ Ｐゴシック" pitchFamily="0" charset="-128"/>
                          <a:cs typeface="Times New Roman" pitchFamily="18" charset="0"/>
                        </a:rPr>
                        <a:t>cost $300 </a:t>
                      </a:r>
                      <a:endParaRPr lang="zh-CN" altLang="en-US" sz="2400" b="0" i="0" u="none" strike="noStrike" kern="1200" cap="none" spc="0" baseline="0">
                        <a:solidFill>
                          <a:schemeClr val="tx1"/>
                        </a:solidFill>
                        <a:latin typeface="Calibri" pitchFamily="0" charset="0"/>
                        <a:ea typeface="ＭＳ Ｐゴシック" pitchFamily="0" charset="-128"/>
                        <a:cs typeface="Times New Roman" pitchFamily="18" charset="0"/>
                      </a:endParaRPr>
                    </a:p>
                  </a:txBody>
                  <a:tcPr marL="91427" marT="45720" marR="91427" marB="45720" vert="horz" anchor="ctr">
                    <a:lnL w="9525">
                      <a:solidFill>
                        <a:srgbClr val="000000"/>
                      </a:solidFill>
                      <a:prstDash val="solid"/>
                      <a:headEnd type="none" w="med" len="med"/>
                      <a:tailEnd type="none" w="med" len="med"/>
                    </a:lnL>
                    <a:lnR w="9525">
                      <a:solidFill>
                        <a:srgbClr val="000000"/>
                      </a:solidFill>
                      <a:prstDash val="solid"/>
                      <a:headEnd type="none" w="med" len="med"/>
                      <a:tailEnd type="none" w="med" len="med"/>
                    </a:lnR>
                    <a:lnT w="9525">
                      <a:solidFill>
                        <a:srgbClr val="000000"/>
                      </a:solidFill>
                      <a:prstDash val="solid"/>
                      <a:headEnd type="none" w="med" len="med"/>
                      <a:tailEnd type="none" w="med" len="med"/>
                    </a:lnT>
                    <a:lnB w="9525">
                      <a:solidFill>
                        <a:srgbClr val="000000"/>
                      </a:solidFill>
                      <a:prstDash val="soli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949295167"/>
      </p:ext>
    </p:extLst>
  </p:cSld>
  <p:clrMapOvr>
    <a:masterClrMapping/>
  </p:clrMapOvr>
</p:sld>
</file>

<file path=ppt/slides/slide51.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pic>
        <p:nvPicPr>
          <p:cNvPr id="266" name="Images" descr="Image result for latte"/>
          <p:cNvPicPr>
            <a:picLocks noChangeAspect="1"/>
          </p:cNvPicPr>
          <p:nvPr/>
        </p:nvPicPr>
        <p:blipFill>
          <a:blip r:embed="rId1" cstate="print"/>
          <a:stretch>
            <a:fillRect/>
          </a:stretch>
        </p:blipFill>
        <p:spPr>
          <a:xfrm rot="0">
            <a:off x="5159897" y="1482726"/>
            <a:ext cx="1699047" cy="1699047"/>
          </a:xfrm>
          <a:prstGeom prst="rect"/>
          <a:noFill/>
          <a:ln w="12700" cmpd="sng" cap="flat">
            <a:noFill/>
            <a:prstDash val="solid"/>
            <a:miter/>
          </a:ln>
        </p:spPr>
      </p:pic>
      <p:sp>
        <p:nvSpPr>
          <p:cNvPr id="267"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Qualitative &amp; Quantitative Data</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sp>
        <p:nvSpPr>
          <p:cNvPr id="268" name="Text box"/>
          <p:cNvSpPr>
            <a:spLocks noGrp="1"/>
          </p:cNvSpPr>
          <p:nvPr>
            <p:ph type="sldNum"/>
          </p:nvPr>
        </p:nvSpPr>
        <p:spPr>
          <a:xfrm rot="0">
            <a:off x="8737600" y="6356351"/>
            <a:ext cx="2844799"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Calibri" pitchFamily="0" charset="0"/>
              </a:rPr>
              <a:t>51</a:t>
            </a:fld>
            <a:endParaRPr lang="zh-CN" altLang="en-US" sz="1000" b="1" i="0" u="none" strike="noStrike" kern="1200" cap="none" spc="0" baseline="0">
              <a:solidFill>
                <a:schemeClr val="bg1"/>
              </a:solidFill>
              <a:latin typeface="Arial" pitchFamily="0" charset="0"/>
              <a:ea typeface="ＭＳ Ｐゴシック" pitchFamily="0" charset="-128"/>
              <a:cs typeface="Calibri" pitchFamily="0" charset="0"/>
            </a:endParaRPr>
          </a:p>
        </p:txBody>
      </p:sp>
      <p:sp>
        <p:nvSpPr>
          <p:cNvPr id="269" name="Text box"/>
          <p:cNvSpPr>
            <a:spLocks noGrp="1"/>
          </p:cNvSpPr>
          <p:nvPr>
            <p:ph type="body" idx="4294967295"/>
          </p:nvPr>
        </p:nvSpPr>
        <p:spPr>
          <a:xfrm rot="0">
            <a:off x="2063552" y="1628800"/>
            <a:ext cx="4038600" cy="4190999"/>
          </a:xfrm>
          <a:prstGeom prst="rect"/>
          <a:noFill/>
          <a:ln w="12700" cmpd="sng" cap="flat">
            <a:noFill/>
            <a:prstDash val="solid"/>
            <a:miter/>
          </a:ln>
        </p:spPr>
        <p:txBody>
          <a:bodyPr vert="horz" wrap="square" lIns="91440" tIns="45720" rIns="91440" bIns="45720" anchor="t" anchorCtr="0">
            <a:prstTxWarp prst="textNoShape"/>
          </a:bodyPr>
          <a:lstStyle/>
          <a:p>
            <a:pPr marL="342900" indent="-342900" algn="l" eaLnBrk="1" hangingPunct="1">
              <a:lnSpc>
                <a:spcPct val="100000"/>
              </a:lnSpc>
              <a:spcBef>
                <a:spcPct val="20000"/>
              </a:spcBef>
              <a:spcAft>
                <a:spcPts val="0"/>
              </a:spcAft>
              <a:buNone/>
            </a:pPr>
            <a:r>
              <a:rPr lang="en-US" altLang="zh-CN" sz="2800" b="0" i="0" u="none" strike="noStrike" kern="1200" cap="none" spc="0" baseline="0">
                <a:solidFill>
                  <a:schemeClr val="tx1"/>
                </a:solidFill>
                <a:latin typeface="Calibri" pitchFamily="0" charset="0"/>
                <a:ea typeface="ＭＳ Ｐゴシック" pitchFamily="0" charset="-128"/>
                <a:cs typeface="Lucida Sans"/>
              </a:rPr>
              <a:t>Example 2: </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l" eaLnBrk="1" hangingPunct="1">
              <a:lnSpc>
                <a:spcPct val="100000"/>
              </a:lnSpc>
              <a:spcBef>
                <a:spcPct val="20000"/>
              </a:spcBef>
              <a:spcAft>
                <a:spcPts val="0"/>
              </a:spcAft>
              <a:buFont typeface="Arial" pitchFamily="0" charset="0"/>
              <a:buChar char="•"/>
            </a:pPr>
            <a:r>
              <a:rPr lang="en-US" altLang="zh-CN" sz="2800" b="1" i="1" u="none" strike="noStrike" kern="1200" cap="none" spc="0" baseline="0">
                <a:solidFill>
                  <a:schemeClr val="tx1"/>
                </a:solidFill>
                <a:latin typeface="Calibri" pitchFamily="0" charset="0"/>
                <a:ea typeface="ＭＳ Ｐゴシック" pitchFamily="0" charset="-128"/>
                <a:cs typeface="Lucida Sans"/>
              </a:rPr>
              <a:t>Latte</a:t>
            </a:r>
            <a:r>
              <a:rPr lang="en-US" altLang="zh-CN" sz="2800" b="0" i="0" u="none" strike="noStrike" kern="1200" cap="none" spc="0" baseline="0">
                <a:solidFill>
                  <a:schemeClr val="tx1"/>
                </a:solidFill>
                <a:latin typeface="Calibri" pitchFamily="0" charset="0"/>
                <a:ea typeface="ＭＳ Ｐゴシック" pitchFamily="0" charset="-128"/>
                <a:cs typeface="Lucida Sans"/>
              </a:rPr>
              <a:t> </a:t>
            </a:r>
            <a:endParaRPr lang="zh-CN" altLang="en-US" sz="2800" b="0" i="0" u="none" strike="noStrike" kern="1200" cap="none" spc="0" baseline="0">
              <a:solidFill>
                <a:schemeClr val="tx1"/>
              </a:solidFill>
              <a:latin typeface="Calibri" pitchFamily="0" charset="0"/>
              <a:ea typeface="ＭＳ Ｐゴシック" pitchFamily="0" charset="-128"/>
              <a:cs typeface="Lucida Sans"/>
            </a:endParaRPr>
          </a:p>
        </p:txBody>
      </p:sp>
      <p:sp>
        <p:nvSpPr>
          <p:cNvPr id="270" name="Rectangles"/>
          <p:cNvSpPr>
            <a:spLocks/>
          </p:cNvSpPr>
          <p:nvPr/>
        </p:nvSpPr>
        <p:spPr>
          <a:xfrm rot="0">
            <a:off x="1739901" y="2556818"/>
            <a:ext cx="184730" cy="461665"/>
          </a:xfrm>
          <a:prstGeom prst="rect"/>
          <a:solidFill>
            <a:srgbClr val="FFFFFF"/>
          </a:solidFill>
          <a:ln w="12700" cmpd="sng" cap="flat">
            <a:noFill/>
            <a:prstDash val="solid"/>
            <a:round/>
          </a:ln>
        </p:spPr>
      </p:sp>
      <p:sp>
        <p:nvSpPr>
          <p:cNvPr id="271" name="Rectangles"/>
          <p:cNvSpPr>
            <a:spLocks/>
          </p:cNvSpPr>
          <p:nvPr/>
        </p:nvSpPr>
        <p:spPr>
          <a:xfrm rot="0">
            <a:off x="1739901" y="2556818"/>
            <a:ext cx="184730" cy="461665"/>
          </a:xfrm>
          <a:prstGeom prst="rect"/>
          <a:solidFill>
            <a:srgbClr val="FFFFFF"/>
          </a:solidFill>
          <a:ln w="12700" cmpd="sng" cap="flat">
            <a:noFill/>
            <a:prstDash val="solid"/>
            <a:round/>
          </a:ln>
        </p:spPr>
      </p:sp>
      <p:sp>
        <p:nvSpPr>
          <p:cNvPr id="272" name="Rectangles"/>
          <p:cNvSpPr>
            <a:spLocks/>
          </p:cNvSpPr>
          <p:nvPr/>
        </p:nvSpPr>
        <p:spPr>
          <a:xfrm rot="0">
            <a:off x="1739901" y="2556818"/>
            <a:ext cx="184730" cy="461665"/>
          </a:xfrm>
          <a:prstGeom prst="rect"/>
          <a:solidFill>
            <a:srgbClr val="FFFFFF"/>
          </a:solidFill>
          <a:ln w="12700" cmpd="sng" cap="flat">
            <a:noFill/>
            <a:prstDash val="solid"/>
            <a:round/>
          </a:ln>
        </p:spPr>
      </p:sp>
      <p:sp>
        <p:nvSpPr>
          <p:cNvPr id="273" name="Rectangles"/>
          <p:cNvSpPr>
            <a:spLocks/>
          </p:cNvSpPr>
          <p:nvPr/>
        </p:nvSpPr>
        <p:spPr>
          <a:xfrm rot="0">
            <a:off x="1739901" y="2556818"/>
            <a:ext cx="184730" cy="461665"/>
          </a:xfrm>
          <a:prstGeom prst="rect"/>
          <a:solidFill>
            <a:srgbClr val="FFFFFF"/>
          </a:solidFill>
          <a:ln w="12700" cmpd="sng" cap="flat">
            <a:noFill/>
            <a:prstDash val="solid"/>
            <a:round/>
          </a:ln>
        </p:spPr>
      </p:sp>
      <p:graphicFrame>
        <p:nvGraphicFramePr>
          <p:cNvPr id="274" name="Sheet"/>
          <p:cNvGraphicFramePr>
            <a:graphicFrameLocks noGrp="1"/>
          </p:cNvGraphicFramePr>
          <p:nvPr>
            <p:extLst>
              <p:ext uri="{D42A27DB-BD31-4B8C-83A1-F6EECF244321}"/>
            </p:extLst>
          </p:nvPr>
        </p:nvGraphicFramePr>
        <p:xfrm>
          <a:off x="1828801" y="3200400"/>
          <a:ext cx="3991989" cy="2305049"/>
        </p:xfrm>
        <a:graphic>
          <a:graphicData uri="http://schemas.openxmlformats.org/drawingml/2006/table">
            <a:tbl>
              <a:tblPr bandRow="1">
                <a:noFill/>
              </a:tblPr>
              <a:tblGrid>
                <a:gridCol w="208241"/>
                <a:gridCol w="3783711"/>
              </a:tblGrid>
              <a:tr h="2305043">
                <a:tc>
                  <a:txBody>
                    <a:bodyPr/>
                    <a:lstStyle/>
                    <a:p>
                      <a:pPr marL="342900" indent="-342900" algn="ctr" eaLnBrk="0" fontAlgn="base" latinLnBrk="0" hangingPunct="0">
                        <a:lnSpc>
                          <a:spcPct val="100000"/>
                        </a:lnSpc>
                        <a:spcBef>
                          <a:spcPts val="0"/>
                        </a:spcBef>
                        <a:spcAft>
                          <a:spcPts val="0"/>
                        </a:spcAft>
                        <a:buNone/>
                      </a:pPr>
                      <a:endParaRPr lang="zh-CN" altLang="en-US" sz="2800" b="0" i="0" u="none" strike="noStrike" kern="1200" cap="none" spc="0" baseline="0">
                        <a:solidFill>
                          <a:schemeClr val="tx1"/>
                        </a:solidFill>
                        <a:latin typeface="Calibri" pitchFamily="0" charset="0"/>
                        <a:ea typeface="ＭＳ Ｐゴシック" pitchFamily="0" charset="-128"/>
                        <a:cs typeface="Calibri" pitchFamily="0" charset="0"/>
                      </a:endParaRPr>
                    </a:p>
                  </a:txBody>
                  <a:tcPr marL="91427" marT="45720" marR="91427" marB="45720" vert="horz">
                    <a:lnL w="9525">
                      <a:solidFill>
                        <a:srgbClr val="000000"/>
                      </a:solidFill>
                      <a:prstDash val="solid"/>
                      <a:headEnd type="none" w="med" len="med"/>
                      <a:tailEnd type="none" w="med" len="med"/>
                    </a:lnL>
                    <a:lnR w="9525">
                      <a:solidFill>
                        <a:srgbClr val="000000"/>
                      </a:solidFill>
                      <a:prstDash val="solid"/>
                      <a:headEnd type="none" w="med" len="med"/>
                      <a:tailEnd type="none" w="med" len="med"/>
                    </a:lnR>
                    <a:lnT w="9525">
                      <a:solidFill>
                        <a:srgbClr val="000000"/>
                      </a:solidFill>
                      <a:prstDash val="solid"/>
                      <a:headEnd type="none" w="med" len="med"/>
                      <a:tailEnd type="none" w="med" len="med"/>
                    </a:lnT>
                    <a:lnB w="9525">
                      <a:solidFill>
                        <a:srgbClr val="000000"/>
                      </a:solidFill>
                      <a:prstDash val="solid"/>
                      <a:headEnd type="none" w="med" len="med"/>
                      <a:tailEnd type="none" w="med" len="med"/>
                    </a:lnB>
                    <a:solidFill>
                      <a:srgbClr val="FFFFFF"/>
                    </a:solidFill>
                  </a:tcPr>
                </a:tc>
                <a:tc>
                  <a:txBody>
                    <a:bodyPr/>
                    <a:lstStyle/>
                    <a:p>
                      <a:pPr marL="342900" indent="-342900" algn="l" eaLnBrk="0" fontAlgn="base" latinLnBrk="0" hangingPunct="0">
                        <a:lnSpc>
                          <a:spcPct val="100000"/>
                        </a:lnSpc>
                        <a:spcBef>
                          <a:spcPts val="0"/>
                        </a:spcBef>
                        <a:spcAft>
                          <a:spcPts val="0"/>
                        </a:spcAft>
                        <a:buNone/>
                        <a:tabLst>
                          <a:tab pos="457200" algn="l"/>
                        </a:tabLst>
                      </a:pPr>
                      <a:r>
                        <a:rPr lang="en-US" altLang="zh-CN" sz="2800" b="0" i="0" u="none" strike="noStrike" kern="1200" cap="none" spc="0" baseline="0">
                          <a:solidFill>
                            <a:srgbClr val="AE3221"/>
                          </a:solidFill>
                          <a:latin typeface="Calibri" pitchFamily="0" charset="0"/>
                          <a:ea typeface="宋体" pitchFamily="0" charset="0"/>
                          <a:cs typeface="Times New Roman" pitchFamily="18" charset="0"/>
                        </a:rPr>
                        <a:t>Qualitative data:</a:t>
                      </a:r>
                      <a:endParaRPr lang="en-US" altLang="zh-CN" sz="2800" b="0" i="0" u="none" strike="noStrike" kern="1200" cap="none" spc="0" baseline="0">
                        <a:solidFill>
                          <a:srgbClr val="AE3221"/>
                        </a:solidFill>
                        <a:latin typeface="Calibri" pitchFamily="0" charset="0"/>
                        <a:ea typeface="宋体" pitchFamily="0" charset="0"/>
                        <a:cs typeface="Times New Roman" pitchFamily="18" charset="0"/>
                      </a:endParaRPr>
                    </a:p>
                    <a:p>
                      <a:pPr marL="182499" indent="-182499" algn="l" eaLnBrk="0" fontAlgn="base" latinLnBrk="0" hangingPunct="0">
                        <a:lnSpc>
                          <a:spcPct val="100000"/>
                        </a:lnSpc>
                        <a:spcBef>
                          <a:spcPts val="0"/>
                        </a:spcBef>
                        <a:spcAft>
                          <a:spcPts val="0"/>
                        </a:spcAft>
                        <a:buSzPct val="100000"/>
                        <a:buFont typeface="Arial" pitchFamily="0" charset="0"/>
                        <a:buChar char="•"/>
                        <a:tabLst>
                          <a:tab pos="457200" algn="l"/>
                        </a:tabLst>
                      </a:pPr>
                      <a:r>
                        <a:rPr lang="en-US" altLang="zh-CN" sz="2400" b="0" i="0" u="none" strike="noStrike" kern="1200" cap="none" spc="0" baseline="0">
                          <a:solidFill>
                            <a:schemeClr val="tx1"/>
                          </a:solidFill>
                          <a:latin typeface="Calibri" pitchFamily="0" charset="0"/>
                          <a:ea typeface="ＭＳ Ｐゴシック" pitchFamily="0" charset="-128"/>
                          <a:cs typeface="Calibri" pitchFamily="0" charset="0"/>
                        </a:rPr>
                        <a:t>robust aroma </a:t>
                      </a:r>
                      <a:endParaRPr lang="en-US" altLang="zh-CN" sz="2400" b="0" i="0" u="none" strike="noStrike" kern="1200" cap="none" spc="0" baseline="0">
                        <a:solidFill>
                          <a:schemeClr val="tx1"/>
                        </a:solidFill>
                        <a:latin typeface="Calibri" pitchFamily="0" charset="0"/>
                        <a:ea typeface="ＭＳ Ｐゴシック" pitchFamily="0" charset="-128"/>
                        <a:cs typeface="Calibri" pitchFamily="0" charset="0"/>
                      </a:endParaRPr>
                    </a:p>
                    <a:p>
                      <a:pPr marL="182499" indent="-182499" algn="l" eaLnBrk="0" fontAlgn="base" latinLnBrk="0" hangingPunct="0">
                        <a:lnSpc>
                          <a:spcPct val="100000"/>
                        </a:lnSpc>
                        <a:spcBef>
                          <a:spcPts val="0"/>
                        </a:spcBef>
                        <a:spcAft>
                          <a:spcPts val="0"/>
                        </a:spcAft>
                        <a:buSzPct val="100000"/>
                        <a:buFont typeface="Arial" pitchFamily="0" charset="0"/>
                        <a:buChar char="•"/>
                        <a:tabLst>
                          <a:tab pos="457200" algn="l"/>
                        </a:tabLst>
                      </a:pPr>
                      <a:r>
                        <a:rPr lang="en-US" altLang="zh-CN" sz="2400" b="0" i="0" u="none" strike="noStrike" kern="1200" cap="none" spc="0" baseline="0">
                          <a:solidFill>
                            <a:schemeClr val="tx1"/>
                          </a:solidFill>
                          <a:latin typeface="Calibri" pitchFamily="0" charset="0"/>
                          <a:ea typeface="ＭＳ Ｐゴシック" pitchFamily="0" charset="-128"/>
                          <a:cs typeface="Calibri" pitchFamily="0" charset="0"/>
                        </a:rPr>
                        <a:t>frothy appearance </a:t>
                      </a:r>
                      <a:endParaRPr lang="en-US" altLang="zh-CN" sz="2400" b="0" i="0" u="none" strike="noStrike" kern="1200" cap="none" spc="0" baseline="0">
                        <a:solidFill>
                          <a:schemeClr val="tx1"/>
                        </a:solidFill>
                        <a:latin typeface="Calibri" pitchFamily="0" charset="0"/>
                        <a:ea typeface="ＭＳ Ｐゴシック" pitchFamily="0" charset="-128"/>
                        <a:cs typeface="Calibri" pitchFamily="0" charset="0"/>
                      </a:endParaRPr>
                    </a:p>
                    <a:p>
                      <a:pPr marL="182499" indent="-182499" algn="l" eaLnBrk="0" fontAlgn="base" latinLnBrk="0" hangingPunct="0">
                        <a:lnSpc>
                          <a:spcPct val="100000"/>
                        </a:lnSpc>
                        <a:spcBef>
                          <a:spcPts val="0"/>
                        </a:spcBef>
                        <a:spcAft>
                          <a:spcPts val="0"/>
                        </a:spcAft>
                        <a:buSzPct val="100000"/>
                        <a:buFont typeface="Arial" pitchFamily="0" charset="0"/>
                        <a:buChar char="•"/>
                        <a:tabLst>
                          <a:tab pos="457200" algn="l"/>
                        </a:tabLst>
                      </a:pPr>
                      <a:r>
                        <a:rPr lang="en-US" altLang="zh-CN" sz="2400" b="0" i="0" u="none" strike="noStrike" kern="1200" cap="none" spc="0" baseline="0">
                          <a:solidFill>
                            <a:schemeClr val="tx1"/>
                          </a:solidFill>
                          <a:latin typeface="Calibri" pitchFamily="0" charset="0"/>
                          <a:ea typeface="ＭＳ Ｐゴシック" pitchFamily="0" charset="-128"/>
                          <a:cs typeface="Calibri" pitchFamily="0" charset="0"/>
                        </a:rPr>
                        <a:t>strong taste </a:t>
                      </a:r>
                      <a:endParaRPr lang="en-US" altLang="zh-CN" sz="2400" b="0" i="0" u="none" strike="noStrike" kern="1200" cap="none" spc="0" baseline="0">
                        <a:solidFill>
                          <a:schemeClr val="tx1"/>
                        </a:solidFill>
                        <a:latin typeface="Calibri" pitchFamily="0" charset="0"/>
                        <a:ea typeface="ＭＳ Ｐゴシック" pitchFamily="0" charset="-128"/>
                        <a:cs typeface="Calibri" pitchFamily="0" charset="0"/>
                      </a:endParaRPr>
                    </a:p>
                    <a:p>
                      <a:pPr marL="182499" indent="-182499" algn="l" eaLnBrk="0" fontAlgn="base" latinLnBrk="0" hangingPunct="0">
                        <a:lnSpc>
                          <a:spcPct val="100000"/>
                        </a:lnSpc>
                        <a:spcBef>
                          <a:spcPts val="0"/>
                        </a:spcBef>
                        <a:spcAft>
                          <a:spcPts val="0"/>
                        </a:spcAft>
                        <a:buSzPct val="100000"/>
                        <a:buFont typeface="Arial" pitchFamily="0" charset="0"/>
                        <a:buChar char="•"/>
                        <a:tabLst>
                          <a:tab pos="457200" algn="l"/>
                        </a:tabLst>
                      </a:pPr>
                      <a:r>
                        <a:rPr lang="en-US" altLang="zh-CN" sz="2400" b="0" i="0" u="none" strike="noStrike" kern="1200" cap="none" spc="0" baseline="0">
                          <a:solidFill>
                            <a:schemeClr val="tx1"/>
                          </a:solidFill>
                          <a:latin typeface="Calibri" pitchFamily="0" charset="0"/>
                          <a:ea typeface="ＭＳ Ｐゴシック" pitchFamily="0" charset="-128"/>
                          <a:cs typeface="Calibri" pitchFamily="0" charset="0"/>
                        </a:rPr>
                        <a:t>burgundy cup</a:t>
                      </a:r>
                      <a:r>
                        <a:rPr lang="en-US" altLang="zh-CN" sz="2800" b="1" i="0" u="none" strike="noStrike" kern="1200" cap="none" spc="0" baseline="0">
                          <a:solidFill>
                            <a:schemeClr val="tx1"/>
                          </a:solidFill>
                          <a:latin typeface="Calibri" pitchFamily="0" charset="0"/>
                          <a:ea typeface="ＭＳ Ｐゴシック" pitchFamily="0" charset="-128"/>
                          <a:cs typeface="Calibri" pitchFamily="0" charset="0"/>
                        </a:rPr>
                        <a:t> </a:t>
                      </a:r>
                      <a:endParaRPr lang="zh-CN" altLang="en-US" sz="2800" b="1" i="0" u="none" strike="noStrike" kern="1200" cap="none" spc="0" baseline="0">
                        <a:solidFill>
                          <a:schemeClr val="tx1"/>
                        </a:solidFill>
                        <a:latin typeface="Calibri" pitchFamily="0" charset="0"/>
                        <a:ea typeface="ＭＳ Ｐゴシック" pitchFamily="0" charset="-128"/>
                        <a:cs typeface="Calibri" pitchFamily="0" charset="0"/>
                      </a:endParaRPr>
                    </a:p>
                  </a:txBody>
                  <a:tcPr marL="91427" marT="45720" marR="91427" marB="45720" vert="horz" anchor="ctr">
                    <a:lnL w="9525">
                      <a:solidFill>
                        <a:srgbClr val="000000"/>
                      </a:solidFill>
                      <a:prstDash val="solid"/>
                      <a:headEnd type="none" w="med" len="med"/>
                      <a:tailEnd type="none" w="med" len="med"/>
                    </a:lnL>
                    <a:lnR w="9525">
                      <a:solidFill>
                        <a:srgbClr val="000000"/>
                      </a:solidFill>
                      <a:prstDash val="solid"/>
                      <a:headEnd type="none" w="med" len="med"/>
                      <a:tailEnd type="none" w="med" len="med"/>
                    </a:lnR>
                    <a:lnT w="9525">
                      <a:solidFill>
                        <a:srgbClr val="000000"/>
                      </a:solidFill>
                      <a:prstDash val="solid"/>
                      <a:headEnd type="none" w="med" len="med"/>
                      <a:tailEnd type="none" w="med" len="med"/>
                    </a:lnT>
                    <a:lnB w="9525">
                      <a:solidFill>
                        <a:srgbClr val="000000"/>
                      </a:solidFill>
                      <a:prstDash val="solid"/>
                      <a:headEnd type="none" w="med" len="med"/>
                      <a:tailEnd type="none" w="med" len="med"/>
                    </a:lnB>
                    <a:solidFill>
                      <a:srgbClr val="FFFFFF"/>
                    </a:solidFill>
                  </a:tcPr>
                </a:tc>
              </a:tr>
            </a:tbl>
          </a:graphicData>
        </a:graphic>
      </p:graphicFrame>
      <p:graphicFrame>
        <p:nvGraphicFramePr>
          <p:cNvPr id="275" name="Sheet"/>
          <p:cNvGraphicFramePr>
            <a:graphicFrameLocks noGrp="1"/>
          </p:cNvGraphicFramePr>
          <p:nvPr>
            <p:extLst>
              <p:ext uri="{D42A27DB-BD31-4B8C-83A1-F6EECF244321}"/>
            </p:extLst>
          </p:nvPr>
        </p:nvGraphicFramePr>
        <p:xfrm>
          <a:off x="5951985" y="3212975"/>
          <a:ext cx="4658581" cy="2273424"/>
        </p:xfrm>
        <a:graphic>
          <a:graphicData uri="http://schemas.openxmlformats.org/drawingml/2006/table">
            <a:tbl>
              <a:tblPr bandRow="1">
                <a:noFill/>
              </a:tblPr>
              <a:tblGrid>
                <a:gridCol w="239941"/>
                <a:gridCol w="4418609"/>
              </a:tblGrid>
              <a:tr h="2273411">
                <a:tc>
                  <a:txBody>
                    <a:bodyPr/>
                    <a:lstStyle/>
                    <a:p>
                      <a:pPr marL="342900" indent="-342900" algn="ctr" eaLnBrk="0" fontAlgn="base" latinLnBrk="0" hangingPunct="0">
                        <a:lnSpc>
                          <a:spcPct val="100000"/>
                        </a:lnSpc>
                        <a:spcBef>
                          <a:spcPts val="0"/>
                        </a:spcBef>
                        <a:spcAft>
                          <a:spcPts val="0"/>
                        </a:spcAft>
                        <a:buNone/>
                      </a:pPr>
                      <a:endParaRPr lang="zh-CN" altLang="en-US" sz="2800" b="0" i="0" u="none" strike="noStrike" kern="1200" cap="none" spc="0" baseline="0">
                        <a:solidFill>
                          <a:schemeClr val="tx1"/>
                        </a:solidFill>
                        <a:latin typeface="Calibri" pitchFamily="0" charset="0"/>
                        <a:ea typeface="ＭＳ Ｐゴシック" pitchFamily="0" charset="-128"/>
                        <a:cs typeface="Calibri" pitchFamily="0" charset="0"/>
                      </a:endParaRPr>
                    </a:p>
                  </a:txBody>
                  <a:tcPr marL="91427" marT="45720" marR="91427" marB="45720" vert="horz">
                    <a:lnL w="9525">
                      <a:solidFill>
                        <a:srgbClr val="000000"/>
                      </a:solidFill>
                      <a:prstDash val="solid"/>
                      <a:headEnd type="none" w="med" len="med"/>
                      <a:tailEnd type="none" w="med" len="med"/>
                    </a:lnL>
                    <a:lnR w="9525">
                      <a:solidFill>
                        <a:srgbClr val="000000"/>
                      </a:solidFill>
                      <a:prstDash val="solid"/>
                      <a:headEnd type="none" w="med" len="med"/>
                      <a:tailEnd type="none" w="med" len="med"/>
                    </a:lnR>
                    <a:lnT w="9525">
                      <a:solidFill>
                        <a:srgbClr val="000000"/>
                      </a:solidFill>
                      <a:prstDash val="solid"/>
                      <a:headEnd type="none" w="med" len="med"/>
                      <a:tailEnd type="none" w="med" len="med"/>
                    </a:lnT>
                    <a:lnB w="9525">
                      <a:solidFill>
                        <a:srgbClr val="000000"/>
                      </a:solidFill>
                      <a:prstDash val="solid"/>
                      <a:headEnd type="none" w="med" len="med"/>
                      <a:tailEnd type="none" w="med" len="med"/>
                    </a:lnB>
                    <a:solidFill>
                      <a:srgbClr val="FFFFFF"/>
                    </a:solidFill>
                  </a:tcPr>
                </a:tc>
                <a:tc>
                  <a:txBody>
                    <a:bodyPr/>
                    <a:lstStyle/>
                    <a:p>
                      <a:pPr marL="342900" indent="-342900" algn="l" eaLnBrk="0" fontAlgn="base" latinLnBrk="0" hangingPunct="0">
                        <a:lnSpc>
                          <a:spcPct val="100000"/>
                        </a:lnSpc>
                        <a:spcBef>
                          <a:spcPts val="0"/>
                        </a:spcBef>
                        <a:spcAft>
                          <a:spcPts val="0"/>
                        </a:spcAft>
                        <a:buNone/>
                        <a:tabLst>
                          <a:tab pos="457200" algn="l"/>
                        </a:tabLst>
                      </a:pPr>
                      <a:r>
                        <a:rPr lang="en-US" altLang="zh-CN" sz="2800" b="0" i="0" u="none" strike="noStrike" kern="1200" cap="none" spc="0" baseline="0">
                          <a:solidFill>
                            <a:srgbClr val="AE3221"/>
                          </a:solidFill>
                          <a:latin typeface="Calibri" pitchFamily="0" charset="0"/>
                          <a:ea typeface="宋体" pitchFamily="0" charset="0"/>
                          <a:cs typeface="Times New Roman" pitchFamily="18" charset="0"/>
                        </a:rPr>
                        <a:t>Quantitative data:</a:t>
                      </a:r>
                      <a:endParaRPr lang="en-US" altLang="zh-CN" sz="2800" b="0" i="0" u="none" strike="noStrike" kern="1200" cap="none" spc="0" baseline="0">
                        <a:solidFill>
                          <a:srgbClr val="AE3221"/>
                        </a:solidFill>
                        <a:latin typeface="Calibri" pitchFamily="0" charset="0"/>
                        <a:ea typeface="宋体" pitchFamily="0" charset="0"/>
                        <a:cs typeface="Times New Roman" pitchFamily="18" charset="0"/>
                      </a:endParaRPr>
                    </a:p>
                    <a:p>
                      <a:pPr marL="182499" indent="-182499" algn="l" eaLnBrk="0" fontAlgn="base" latinLnBrk="0" hangingPunct="0">
                        <a:lnSpc>
                          <a:spcPct val="100000"/>
                        </a:lnSpc>
                        <a:spcBef>
                          <a:spcPts val="0"/>
                        </a:spcBef>
                        <a:spcAft>
                          <a:spcPts val="0"/>
                        </a:spcAft>
                        <a:buSzPct val="100000"/>
                        <a:buFont typeface="Arial" pitchFamily="0" charset="0"/>
                        <a:buChar char="•"/>
                        <a:tabLst>
                          <a:tab pos="457200" algn="l"/>
                        </a:tabLst>
                      </a:pPr>
                      <a:r>
                        <a:rPr lang="en-US" altLang="zh-CN" sz="2400" b="0" i="0" u="none" strike="noStrike" kern="1200" cap="none" spc="0" baseline="0">
                          <a:solidFill>
                            <a:schemeClr val="tx1"/>
                          </a:solidFill>
                          <a:latin typeface="Calibri" pitchFamily="0" charset="0"/>
                          <a:ea typeface="ＭＳ Ｐゴシック" pitchFamily="0" charset="-128"/>
                          <a:cs typeface="Calibri" pitchFamily="0" charset="0"/>
                        </a:rPr>
                        <a:t>12 ounces of latte </a:t>
                      </a:r>
                      <a:endParaRPr lang="en-US" altLang="zh-CN" sz="2400" b="0" i="0" u="none" strike="noStrike" kern="1200" cap="none" spc="0" baseline="0">
                        <a:solidFill>
                          <a:schemeClr val="tx1"/>
                        </a:solidFill>
                        <a:latin typeface="Calibri" pitchFamily="0" charset="0"/>
                        <a:ea typeface="ＭＳ Ｐゴシック" pitchFamily="0" charset="-128"/>
                        <a:cs typeface="Calibri" pitchFamily="0" charset="0"/>
                      </a:endParaRPr>
                    </a:p>
                    <a:p>
                      <a:pPr marL="182499" indent="-182499" algn="l" eaLnBrk="0" fontAlgn="base" latinLnBrk="0" hangingPunct="0">
                        <a:lnSpc>
                          <a:spcPct val="100000"/>
                        </a:lnSpc>
                        <a:spcBef>
                          <a:spcPts val="0"/>
                        </a:spcBef>
                        <a:spcAft>
                          <a:spcPts val="0"/>
                        </a:spcAft>
                        <a:buSzPct val="100000"/>
                        <a:buFont typeface="Arial" pitchFamily="0" charset="0"/>
                        <a:buChar char="•"/>
                        <a:tabLst>
                          <a:tab pos="457200" algn="l"/>
                        </a:tabLst>
                      </a:pPr>
                      <a:r>
                        <a:rPr lang="en-US" altLang="zh-CN" sz="2400" b="0" i="0" u="none" strike="noStrike" kern="1200" cap="none" spc="0" baseline="0">
                          <a:solidFill>
                            <a:schemeClr val="tx1"/>
                          </a:solidFill>
                          <a:latin typeface="Calibri" pitchFamily="0" charset="0"/>
                          <a:ea typeface="ＭＳ Ｐゴシック" pitchFamily="0" charset="-128"/>
                          <a:cs typeface="Calibri" pitchFamily="0" charset="0"/>
                        </a:rPr>
                        <a:t>serving temperature 150º F. </a:t>
                      </a:r>
                      <a:endParaRPr lang="en-US" altLang="zh-CN" sz="2400" b="0" i="0" u="none" strike="noStrike" kern="1200" cap="none" spc="0" baseline="0">
                        <a:solidFill>
                          <a:schemeClr val="tx1"/>
                        </a:solidFill>
                        <a:latin typeface="Calibri" pitchFamily="0" charset="0"/>
                        <a:ea typeface="ＭＳ Ｐゴシック" pitchFamily="0" charset="-128"/>
                        <a:cs typeface="Calibri" pitchFamily="0" charset="0"/>
                      </a:endParaRPr>
                    </a:p>
                    <a:p>
                      <a:pPr marL="182499" indent="-182499" algn="l" eaLnBrk="0" fontAlgn="base" latinLnBrk="0" hangingPunct="0">
                        <a:lnSpc>
                          <a:spcPct val="100000"/>
                        </a:lnSpc>
                        <a:spcBef>
                          <a:spcPts val="0"/>
                        </a:spcBef>
                        <a:spcAft>
                          <a:spcPts val="0"/>
                        </a:spcAft>
                        <a:buSzPct val="100000"/>
                        <a:buFont typeface="Arial" pitchFamily="0" charset="0"/>
                        <a:buChar char="•"/>
                        <a:tabLst>
                          <a:tab pos="457200" algn="l"/>
                        </a:tabLst>
                      </a:pPr>
                      <a:r>
                        <a:rPr lang="en-US" altLang="zh-CN" sz="2400" b="0" i="0" u="none" strike="noStrike" kern="1200" cap="none" spc="0" baseline="0">
                          <a:solidFill>
                            <a:schemeClr val="tx1"/>
                          </a:solidFill>
                          <a:latin typeface="Calibri" pitchFamily="0" charset="0"/>
                          <a:ea typeface="ＭＳ Ｐゴシック" pitchFamily="0" charset="-128"/>
                          <a:cs typeface="Calibri" pitchFamily="0" charset="0"/>
                        </a:rPr>
                        <a:t>serving cup 7 inches in height </a:t>
                      </a:r>
                      <a:endParaRPr lang="en-US" altLang="zh-CN" sz="2400" b="0" i="0" u="none" strike="noStrike" kern="1200" cap="none" spc="0" baseline="0">
                        <a:solidFill>
                          <a:schemeClr val="tx1"/>
                        </a:solidFill>
                        <a:latin typeface="Calibri" pitchFamily="0" charset="0"/>
                        <a:ea typeface="ＭＳ Ｐゴシック" pitchFamily="0" charset="-128"/>
                        <a:cs typeface="Calibri" pitchFamily="0" charset="0"/>
                      </a:endParaRPr>
                    </a:p>
                    <a:p>
                      <a:pPr marL="182499" indent="-182499" algn="l" eaLnBrk="0" fontAlgn="base" latinLnBrk="0" hangingPunct="0">
                        <a:lnSpc>
                          <a:spcPct val="100000"/>
                        </a:lnSpc>
                        <a:spcBef>
                          <a:spcPts val="0"/>
                        </a:spcBef>
                        <a:spcAft>
                          <a:spcPts val="0"/>
                        </a:spcAft>
                        <a:buSzPct val="100000"/>
                        <a:buFont typeface="Arial" pitchFamily="0" charset="0"/>
                        <a:buChar char="•"/>
                        <a:tabLst>
                          <a:tab pos="457200" algn="l"/>
                        </a:tabLst>
                      </a:pPr>
                      <a:r>
                        <a:rPr lang="en-US" altLang="zh-CN" sz="2400" b="0" i="0" u="none" strike="noStrike" kern="1200" cap="none" spc="0" baseline="0">
                          <a:solidFill>
                            <a:schemeClr val="tx1"/>
                          </a:solidFill>
                          <a:latin typeface="Calibri" pitchFamily="0" charset="0"/>
                          <a:ea typeface="ＭＳ Ｐゴシック" pitchFamily="0" charset="-128"/>
                          <a:cs typeface="Calibri" pitchFamily="0" charset="0"/>
                        </a:rPr>
                        <a:t>cost $4.95</a:t>
                      </a:r>
                      <a:r>
                        <a:rPr lang="en-US" altLang="zh-CN" sz="2400" b="1" i="0" u="none" strike="noStrike" kern="1200" cap="none" spc="0" baseline="0">
                          <a:solidFill>
                            <a:schemeClr val="tx1"/>
                          </a:solidFill>
                          <a:latin typeface="Calibri" pitchFamily="0" charset="0"/>
                          <a:ea typeface="ＭＳ Ｐゴシック" pitchFamily="0" charset="-128"/>
                          <a:cs typeface="Calibri" pitchFamily="0" charset="0"/>
                        </a:rPr>
                        <a:t> </a:t>
                      </a:r>
                      <a:endParaRPr lang="zh-CN" altLang="en-US" sz="2400" b="1" i="0" u="none" strike="noStrike" kern="1200" cap="none" spc="0" baseline="0">
                        <a:solidFill>
                          <a:schemeClr val="tx1"/>
                        </a:solidFill>
                        <a:latin typeface="Calibri" pitchFamily="0" charset="0"/>
                        <a:ea typeface="ＭＳ Ｐゴシック" pitchFamily="0" charset="-128"/>
                        <a:cs typeface="Calibri" pitchFamily="0" charset="0"/>
                      </a:endParaRPr>
                    </a:p>
                  </a:txBody>
                  <a:tcPr marL="91427" marT="45720" marR="91427" marB="45720" vert="horz" anchor="ctr">
                    <a:lnL w="9525">
                      <a:solidFill>
                        <a:srgbClr val="000000"/>
                      </a:solidFill>
                      <a:prstDash val="solid"/>
                      <a:headEnd type="none" w="med" len="med"/>
                      <a:tailEnd type="none" w="med" len="med"/>
                    </a:lnL>
                    <a:lnR w="9525">
                      <a:solidFill>
                        <a:srgbClr val="000000"/>
                      </a:solidFill>
                      <a:prstDash val="solid"/>
                      <a:headEnd type="none" w="med" len="med"/>
                      <a:tailEnd type="none" w="med" len="med"/>
                    </a:lnR>
                    <a:lnT w="9525">
                      <a:solidFill>
                        <a:srgbClr val="000000"/>
                      </a:solidFill>
                      <a:prstDash val="solid"/>
                      <a:headEnd type="none" w="med" len="med"/>
                      <a:tailEnd type="none" w="med" len="med"/>
                    </a:lnT>
                    <a:lnB w="9525">
                      <a:solidFill>
                        <a:srgbClr val="000000"/>
                      </a:solidFill>
                      <a:prstDash val="solid"/>
                      <a:headEnd type="none" w="med" len="med"/>
                      <a:tailEnd type="none" w="med" len="med"/>
                    </a:lnB>
                    <a:solidFill>
                      <a:srgbClr val="FFFFFF"/>
                    </a:solidFill>
                  </a:tcPr>
                </a:tc>
              </a:tr>
            </a:tbl>
          </a:graphicData>
        </a:graphic>
      </p:graphicFrame>
      <p:sp>
        <p:nvSpPr>
          <p:cNvPr id="276" name="Rectangles" descr="Image result for latte"/>
          <p:cNvSpPr>
            <a:spLocks noChangeAspect="1"/>
          </p:cNvSpPr>
          <p:nvPr/>
        </p:nvSpPr>
        <p:spPr>
          <a:xfrm rot="0">
            <a:off x="1679576" y="-1355724"/>
            <a:ext cx="1609724" cy="2838450"/>
          </a:xfrm>
          <a:prstGeom prst="rect"/>
          <a:noFill/>
          <a:ln w="12700" cmpd="sng" cap="flat">
            <a:noFill/>
            <a:prstDash val="solid"/>
            <a:miter/>
          </a:ln>
        </p:spPr>
      </p:sp>
      <p:sp>
        <p:nvSpPr>
          <p:cNvPr id="277" name="Rectangles" descr="Image result for latte"/>
          <p:cNvSpPr>
            <a:spLocks noChangeAspect="1"/>
          </p:cNvSpPr>
          <p:nvPr/>
        </p:nvSpPr>
        <p:spPr>
          <a:xfrm rot="0">
            <a:off x="1831975" y="-1203325"/>
            <a:ext cx="1609724" cy="2838450"/>
          </a:xfrm>
          <a:prstGeom prst="rect"/>
          <a:noFill/>
          <a:ln w="12700" cmpd="sng" cap="flat">
            <a:noFill/>
            <a:prstDash val="solid"/>
            <a:miter/>
          </a:ln>
        </p:spPr>
      </p:sp>
      <p:sp>
        <p:nvSpPr>
          <p:cNvPr id="278" name="Rectangles" descr="Image result for latte"/>
          <p:cNvSpPr>
            <a:spLocks noChangeAspect="1"/>
          </p:cNvSpPr>
          <p:nvPr/>
        </p:nvSpPr>
        <p:spPr>
          <a:xfrm rot="0">
            <a:off x="1984376" y="-1050925"/>
            <a:ext cx="1609724" cy="2838450"/>
          </a:xfrm>
          <a:prstGeom prst="rect"/>
          <a:noFill/>
          <a:ln w="12700" cmpd="sng" cap="flat">
            <a:noFill/>
            <a:prstDash val="solid"/>
            <a:miter/>
          </a:ln>
        </p:spPr>
      </p:sp>
    </p:spTree>
    <p:extLst>
      <p:ext uri="{BB962C8B-B14F-4D97-AF65-F5344CB8AC3E}">
        <p14:creationId xmlns:p14="http://schemas.microsoft.com/office/powerpoint/2010/main" val="770723542"/>
      </p:ext>
    </p:extLst>
  </p:cSld>
  <p:clrMapOvr>
    <a:masterClrMapping/>
  </p:clrMapOvr>
</p:sld>
</file>

<file path=ppt/slides/slide52.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79"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Qualitative &amp; Quantitative Data</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sp>
        <p:nvSpPr>
          <p:cNvPr id="280" name="Text box"/>
          <p:cNvSpPr>
            <a:spLocks noGrp="1"/>
          </p:cNvSpPr>
          <p:nvPr>
            <p:ph type="sldNum"/>
          </p:nvPr>
        </p:nvSpPr>
        <p:spPr>
          <a:xfrm rot="0">
            <a:off x="8737600" y="6356351"/>
            <a:ext cx="2844799"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Calibri" pitchFamily="0" charset="0"/>
              </a:rPr>
              <a:t>52</a:t>
            </a:fld>
            <a:endParaRPr lang="zh-CN" altLang="en-US" sz="1000" b="1" i="0" u="none" strike="noStrike" kern="1200" cap="none" spc="0" baseline="0">
              <a:solidFill>
                <a:schemeClr val="bg1"/>
              </a:solidFill>
              <a:latin typeface="Arial" pitchFamily="0" charset="0"/>
              <a:ea typeface="ＭＳ Ｐゴシック" pitchFamily="0" charset="-128"/>
              <a:cs typeface="Calibri" pitchFamily="0" charset="0"/>
            </a:endParaRPr>
          </a:p>
        </p:txBody>
      </p:sp>
      <p:sp>
        <p:nvSpPr>
          <p:cNvPr id="281" name="Rectangles"/>
          <p:cNvSpPr>
            <a:spLocks/>
          </p:cNvSpPr>
          <p:nvPr/>
        </p:nvSpPr>
        <p:spPr>
          <a:xfrm rot="0">
            <a:off x="1739901" y="2556818"/>
            <a:ext cx="184730" cy="461665"/>
          </a:xfrm>
          <a:prstGeom prst="rect"/>
          <a:solidFill>
            <a:srgbClr val="FFFFFF"/>
          </a:solidFill>
          <a:ln w="12700" cmpd="sng" cap="flat">
            <a:noFill/>
            <a:prstDash val="solid"/>
            <a:round/>
          </a:ln>
        </p:spPr>
      </p:sp>
      <p:sp>
        <p:nvSpPr>
          <p:cNvPr id="282" name="Rectangles"/>
          <p:cNvSpPr>
            <a:spLocks/>
          </p:cNvSpPr>
          <p:nvPr/>
        </p:nvSpPr>
        <p:spPr>
          <a:xfrm rot="0">
            <a:off x="1739901" y="2556818"/>
            <a:ext cx="184730" cy="461665"/>
          </a:xfrm>
          <a:prstGeom prst="rect"/>
          <a:solidFill>
            <a:srgbClr val="FFFFFF"/>
          </a:solidFill>
          <a:ln w="12700" cmpd="sng" cap="flat">
            <a:noFill/>
            <a:prstDash val="solid"/>
            <a:round/>
          </a:ln>
        </p:spPr>
      </p:sp>
      <p:sp>
        <p:nvSpPr>
          <p:cNvPr id="283" name="Rectangles"/>
          <p:cNvSpPr>
            <a:spLocks/>
          </p:cNvSpPr>
          <p:nvPr/>
        </p:nvSpPr>
        <p:spPr>
          <a:xfrm rot="0">
            <a:off x="1739901" y="2556818"/>
            <a:ext cx="184730" cy="461665"/>
          </a:xfrm>
          <a:prstGeom prst="rect"/>
          <a:solidFill>
            <a:srgbClr val="FFFFFF"/>
          </a:solidFill>
          <a:ln w="12700" cmpd="sng" cap="flat">
            <a:noFill/>
            <a:prstDash val="solid"/>
            <a:round/>
          </a:ln>
        </p:spPr>
      </p:sp>
      <p:sp>
        <p:nvSpPr>
          <p:cNvPr id="284" name="Rectangles"/>
          <p:cNvSpPr>
            <a:spLocks/>
          </p:cNvSpPr>
          <p:nvPr/>
        </p:nvSpPr>
        <p:spPr>
          <a:xfrm rot="0">
            <a:off x="1739901" y="2556818"/>
            <a:ext cx="184730" cy="461665"/>
          </a:xfrm>
          <a:prstGeom prst="rect"/>
          <a:solidFill>
            <a:srgbClr val="FFFFFF"/>
          </a:solidFill>
          <a:ln w="12700" cmpd="sng" cap="flat">
            <a:noFill/>
            <a:prstDash val="solid"/>
            <a:round/>
          </a:ln>
        </p:spPr>
      </p:sp>
      <p:sp>
        <p:nvSpPr>
          <p:cNvPr id="285" name="Rectangles"/>
          <p:cNvSpPr>
            <a:spLocks/>
          </p:cNvSpPr>
          <p:nvPr/>
        </p:nvSpPr>
        <p:spPr>
          <a:xfrm rot="0">
            <a:off x="1739901" y="2556818"/>
            <a:ext cx="184730" cy="461665"/>
          </a:xfrm>
          <a:prstGeom prst="rect"/>
          <a:solidFill>
            <a:srgbClr val="FFFFFF"/>
          </a:solidFill>
          <a:ln w="12700" cmpd="sng" cap="flat">
            <a:noFill/>
            <a:prstDash val="solid"/>
            <a:round/>
          </a:ln>
        </p:spPr>
      </p:sp>
      <p:pic>
        <p:nvPicPr>
          <p:cNvPr id="286" name="Images"/>
          <p:cNvPicPr>
            <a:picLocks noChangeAspect="1"/>
          </p:cNvPicPr>
          <p:nvPr/>
        </p:nvPicPr>
        <p:blipFill>
          <a:blip r:embed="rId1" cstate="print"/>
          <a:stretch>
            <a:fillRect/>
          </a:stretch>
        </p:blipFill>
        <p:spPr>
          <a:xfrm rot="0">
            <a:off x="2999656" y="1203691"/>
            <a:ext cx="6840760" cy="5275728"/>
          </a:xfrm>
          <a:prstGeom prst="rect"/>
          <a:noFill/>
          <a:ln w="12700" cmpd="sng" cap="flat">
            <a:noFill/>
            <a:prstDash val="solid"/>
            <a:round/>
          </a:ln>
        </p:spPr>
      </p:pic>
    </p:spTree>
    <p:extLst>
      <p:ext uri="{BB962C8B-B14F-4D97-AF65-F5344CB8AC3E}">
        <p14:creationId xmlns:p14="http://schemas.microsoft.com/office/powerpoint/2010/main" val="671668502"/>
      </p:ext>
    </p:extLst>
  </p:cSld>
  <p:clrMapOvr>
    <a:masterClrMapping/>
  </p:clrMapOvr>
</p:sld>
</file>

<file path=ppt/slides/slide53.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87" name="Text box"/>
          <p:cNvSpPr>
            <a:spLocks noGrp="1"/>
          </p:cNvSpPr>
          <p:nvPr>
            <p:ph type="sldNum"/>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Lucida Sans"/>
              </a:rPr>
              <a:t>53</a:t>
            </a:fld>
            <a:endParaRPr lang="zh-CN" altLang="en-US" sz="1000" b="1" i="0" u="none" strike="noStrike" kern="1200" cap="none" spc="0" baseline="0">
              <a:solidFill>
                <a:schemeClr val="bg1"/>
              </a:solidFill>
              <a:latin typeface="Arial" pitchFamily="0" charset="0"/>
              <a:ea typeface="ＭＳ Ｐゴシック" pitchFamily="0" charset="-128"/>
              <a:cs typeface="Lucida Sans"/>
            </a:endParaRPr>
          </a:p>
        </p:txBody>
      </p:sp>
      <p:sp>
        <p:nvSpPr>
          <p:cNvPr id="288"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Discrete &amp; Continuous Data </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pic>
        <p:nvPicPr>
          <p:cNvPr id="289" name="Images"/>
          <p:cNvPicPr>
            <a:picLocks noChangeAspect="1"/>
          </p:cNvPicPr>
          <p:nvPr/>
        </p:nvPicPr>
        <p:blipFill>
          <a:blip r:embed="rId1" cstate="print"/>
          <a:stretch>
            <a:fillRect/>
          </a:stretch>
        </p:blipFill>
        <p:spPr>
          <a:xfrm rot="0">
            <a:off x="6248400" y="1828801"/>
            <a:ext cx="4038600" cy="1108075"/>
          </a:xfrm>
          <a:prstGeom prst="rect"/>
          <a:noFill/>
          <a:ln w="12700" cmpd="sng" cap="flat">
            <a:noFill/>
            <a:prstDash val="solid"/>
            <a:round/>
          </a:ln>
        </p:spPr>
      </p:pic>
      <p:sp>
        <p:nvSpPr>
          <p:cNvPr id="290" name="Rectangles"/>
          <p:cNvSpPr>
            <a:spLocks/>
          </p:cNvSpPr>
          <p:nvPr/>
        </p:nvSpPr>
        <p:spPr>
          <a:xfrm rot="0">
            <a:off x="2286000" y="2057400"/>
            <a:ext cx="3657600" cy="1377315"/>
          </a:xfrm>
          <a:prstGeom prst="rect"/>
          <a:noFill/>
          <a:ln w="12700" cmpd="sng" cap="flat">
            <a:noFill/>
            <a:prstDash val="solid"/>
            <a:round/>
          </a:ln>
        </p:spPr>
        <p:txBody>
          <a:bodyPr vert="horz" wrap="square" lIns="91440" tIns="45720" rIns="91440" bIns="45720" anchor="t" anchorCtr="0">
            <a:prstTxWarp prst="textNoShape"/>
            <a:spAutoFit/>
          </a:bodyPr>
          <a:lstStyle/>
          <a:p>
            <a:pPr marL="0" indent="0" algn="l" eaLnBrk="1" hangingPunct="1">
              <a:lnSpc>
                <a:spcPct val="100000"/>
              </a:lnSpc>
              <a:spcBef>
                <a:spcPct val="50000"/>
              </a:spcBef>
              <a:spcAft>
                <a:spcPts val="0"/>
              </a:spcAft>
              <a:buNone/>
            </a:pPr>
            <a:r>
              <a:rPr lang="en-US" altLang="zh-CN" sz="2800" b="1" i="0" u="none" strike="noStrike" kern="1200" cap="none" spc="0" baseline="0">
                <a:solidFill>
                  <a:schemeClr val="accent2"/>
                </a:solidFill>
                <a:latin typeface="Calibri" pitchFamily="0" charset="0"/>
                <a:ea typeface="ＭＳ Ｐゴシック" pitchFamily="0" charset="-128"/>
                <a:cs typeface="Calibri" pitchFamily="0" charset="0"/>
              </a:rPr>
              <a:t>Discrete</a:t>
            </a:r>
            <a:r>
              <a:rPr lang="en-US" altLang="zh-CN" sz="2800" b="0" i="0" u="none" strike="noStrike" kern="1200" cap="none" spc="0" baseline="0">
                <a:solidFill>
                  <a:schemeClr val="accent2"/>
                </a:solidFill>
                <a:latin typeface="Calibri" pitchFamily="0" charset="0"/>
                <a:ea typeface="ＭＳ Ｐゴシック" pitchFamily="0" charset="-128"/>
                <a:cs typeface="Calibri" pitchFamily="0" charset="0"/>
              </a:rPr>
              <a:t> </a:t>
            </a:r>
            <a:r>
              <a:rPr lang="en-US" altLang="zh-CN" sz="2800" b="0" i="0" u="none" strike="noStrike" kern="1200" cap="none" spc="0" baseline="0">
                <a:solidFill>
                  <a:schemeClr val="tx1"/>
                </a:solidFill>
                <a:latin typeface="Calibri" pitchFamily="0" charset="0"/>
                <a:ea typeface="ＭＳ Ｐゴシック" pitchFamily="0" charset="-128"/>
                <a:cs typeface="Calibri" pitchFamily="0" charset="0"/>
              </a:rPr>
              <a:t>data can only take on certain individual values.</a:t>
            </a:r>
            <a:endParaRPr lang="zh-CN" altLang="en-US" sz="2800" b="0" i="0" u="none" strike="noStrike" kern="1200" cap="none" spc="0" baseline="0">
              <a:solidFill>
                <a:schemeClr val="tx1"/>
              </a:solidFill>
              <a:latin typeface="Calibri" pitchFamily="0" charset="0"/>
              <a:ea typeface="ＭＳ Ｐゴシック" pitchFamily="0" charset="-128"/>
              <a:cs typeface="Calibri" pitchFamily="0" charset="0"/>
            </a:endParaRPr>
          </a:p>
        </p:txBody>
      </p:sp>
      <p:pic>
        <p:nvPicPr>
          <p:cNvPr id="291" name="Images"/>
          <p:cNvPicPr>
            <a:picLocks noChangeAspect="1"/>
          </p:cNvPicPr>
          <p:nvPr/>
        </p:nvPicPr>
        <p:blipFill>
          <a:blip r:embed="rId2" cstate="print"/>
          <a:stretch>
            <a:fillRect/>
          </a:stretch>
        </p:blipFill>
        <p:spPr>
          <a:xfrm rot="0">
            <a:off x="6172200" y="4038601"/>
            <a:ext cx="4038600" cy="1050924"/>
          </a:xfrm>
          <a:prstGeom prst="rect"/>
          <a:noFill/>
          <a:ln w="12700" cmpd="sng" cap="flat">
            <a:noFill/>
            <a:prstDash val="solid"/>
            <a:round/>
          </a:ln>
        </p:spPr>
      </p:pic>
      <p:sp>
        <p:nvSpPr>
          <p:cNvPr id="292" name="Rectangles"/>
          <p:cNvSpPr>
            <a:spLocks/>
          </p:cNvSpPr>
          <p:nvPr/>
        </p:nvSpPr>
        <p:spPr>
          <a:xfrm rot="0">
            <a:off x="2286000" y="4114801"/>
            <a:ext cx="3733800" cy="1377315"/>
          </a:xfrm>
          <a:prstGeom prst="rect"/>
          <a:noFill/>
          <a:ln w="12700" cmpd="sng" cap="flat">
            <a:noFill/>
            <a:prstDash val="solid"/>
            <a:round/>
          </a:ln>
        </p:spPr>
        <p:txBody>
          <a:bodyPr vert="horz" wrap="square" lIns="91440" tIns="45720" rIns="91440" bIns="45720" anchor="t" anchorCtr="0">
            <a:prstTxWarp prst="textNoShape"/>
            <a:spAutoFit/>
          </a:bodyPr>
          <a:lstStyle/>
          <a:p>
            <a:pPr marL="0" indent="0" algn="l" eaLnBrk="1" hangingPunct="1">
              <a:lnSpc>
                <a:spcPct val="100000"/>
              </a:lnSpc>
              <a:spcBef>
                <a:spcPct val="50000"/>
              </a:spcBef>
              <a:spcAft>
                <a:spcPts val="0"/>
              </a:spcAft>
              <a:buNone/>
            </a:pPr>
            <a:r>
              <a:rPr lang="en-US" altLang="zh-CN" sz="2800" b="1" i="0" u="none" strike="noStrike" kern="1200" cap="none" spc="0" baseline="0">
                <a:solidFill>
                  <a:schemeClr val="accent2"/>
                </a:solidFill>
                <a:latin typeface="Calibri" pitchFamily="0" charset="0"/>
                <a:ea typeface="ＭＳ Ｐゴシック" pitchFamily="0" charset="-128"/>
                <a:cs typeface="Calibri" pitchFamily="0" charset="0"/>
              </a:rPr>
              <a:t>Continuous</a:t>
            </a:r>
            <a:r>
              <a:rPr lang="en-US" altLang="zh-CN" sz="2800" b="0" i="0" u="none" strike="noStrike" kern="1200" cap="none" spc="0" baseline="0">
                <a:solidFill>
                  <a:schemeClr val="tx1"/>
                </a:solidFill>
                <a:latin typeface="Calibri" pitchFamily="0" charset="0"/>
                <a:ea typeface="ＭＳ Ｐゴシック" pitchFamily="0" charset="-128"/>
                <a:cs typeface="Calibri" pitchFamily="0" charset="0"/>
              </a:rPr>
              <a:t> data can take on any value in a certain range.</a:t>
            </a:r>
            <a:endParaRPr lang="zh-CN" altLang="en-US" sz="2800" b="0" i="0" u="none" strike="noStrike" kern="1200" cap="none" spc="0" baseline="0">
              <a:solidFill>
                <a:schemeClr val="tx1"/>
              </a:solidFill>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714556876"/>
      </p:ext>
    </p:extLst>
  </p:cSld>
  <p:clrMapOvr>
    <a:masterClrMapping/>
  </p:clrMapOvr>
</p:sld>
</file>

<file path=ppt/slides/slide54.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93" name="Text box"/>
          <p:cNvSpPr>
            <a:spLocks noGrp="1"/>
          </p:cNvSpPr>
          <p:nvPr>
            <p:ph type="sldNum"/>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Lucida Sans"/>
              </a:rPr>
              <a:t>54</a:t>
            </a:fld>
            <a:endParaRPr lang="zh-CN" altLang="en-US" sz="1000" b="1" i="0" u="none" strike="noStrike" kern="1200" cap="none" spc="0" baseline="0">
              <a:solidFill>
                <a:schemeClr val="bg1"/>
              </a:solidFill>
              <a:latin typeface="Arial" pitchFamily="0" charset="0"/>
              <a:ea typeface="ＭＳ Ｐゴシック" pitchFamily="0" charset="-128"/>
              <a:cs typeface="Lucida Sans"/>
            </a:endParaRPr>
          </a:p>
        </p:txBody>
      </p:sp>
      <p:sp>
        <p:nvSpPr>
          <p:cNvPr id="294"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Discrete &amp; Continuous Data </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grpSp>
        <p:nvGrpSpPr>
          <p:cNvPr id="297" name="Combination"/>
          <p:cNvGrpSpPr>
            <a:grpSpLocks/>
          </p:cNvGrpSpPr>
          <p:nvPr/>
        </p:nvGrpSpPr>
        <p:grpSpPr>
          <a:xfrm>
            <a:off x="6324600" y="3200401"/>
            <a:ext cx="4114799" cy="1939290"/>
            <a:chOff x="6324600" y="3200401"/>
            <a:chExt cx="4114799" cy="1939290"/>
          </a:xfrm>
        </p:grpSpPr>
        <p:sp>
          <p:nvSpPr>
            <p:cNvPr id="295" name="Rectangles"/>
            <p:cNvSpPr>
              <a:spLocks/>
            </p:cNvSpPr>
            <p:nvPr/>
          </p:nvSpPr>
          <p:spPr>
            <a:xfrm rot="0">
              <a:off x="6324600" y="3352801"/>
              <a:ext cx="2971800" cy="1786890"/>
            </a:xfrm>
            <a:prstGeom prst="rect"/>
            <a:noFill/>
            <a:ln w="12700" cmpd="sng" cap="flat">
              <a:noFill/>
              <a:prstDash val="solid"/>
              <a:round/>
            </a:ln>
          </p:spPr>
          <p:txBody>
            <a:bodyPr vert="horz" wrap="square" lIns="91440" tIns="45720" rIns="91440" bIns="45720" anchor="t" anchorCtr="0">
              <a:prstTxWarp prst="textNoShape"/>
              <a:spAutoFit/>
            </a:bodyPr>
            <a:lstStyle/>
            <a:p>
              <a:pPr marL="0" indent="0" algn="l" eaLnBrk="1" hangingPunct="1">
                <a:lnSpc>
                  <a:spcPct val="100000"/>
                </a:lnSpc>
                <a:spcBef>
                  <a:spcPct val="50000"/>
                </a:spcBef>
                <a:spcAft>
                  <a:spcPts val="0"/>
                </a:spcAft>
                <a:buNone/>
              </a:pPr>
              <a:r>
                <a:rPr lang="en-US" altLang="zh-CN" sz="2800" b="1" i="0" u="none" strike="noStrike" kern="1200" cap="none" spc="0" baseline="0">
                  <a:solidFill>
                    <a:srgbClr val="012CB5"/>
                  </a:solidFill>
                  <a:latin typeface="Calibri" pitchFamily="0" charset="0"/>
                  <a:ea typeface="ＭＳ Ｐゴシック" pitchFamily="0" charset="-128"/>
                  <a:cs typeface="Calibri" pitchFamily="0" charset="0"/>
                </a:rPr>
                <a:t>Example 2</a:t>
              </a:r>
              <a:endParaRPr lang="en-US" altLang="zh-CN" sz="2800" b="1" i="0" u="none" strike="noStrike" kern="1200" cap="none" spc="0" baseline="0">
                <a:solidFill>
                  <a:srgbClr val="012CB5"/>
                </a:solidFill>
                <a:latin typeface="Calibri" pitchFamily="0" charset="0"/>
                <a:ea typeface="ＭＳ Ｐゴシック" pitchFamily="0" charset="-128"/>
                <a:cs typeface="Calibri" pitchFamily="0" charset="0"/>
              </a:endParaRPr>
            </a:p>
            <a:p>
              <a:pPr marL="0" indent="0" algn="l" eaLnBrk="1" hangingPunct="1">
                <a:lnSpc>
                  <a:spcPct val="100000"/>
                </a:lnSpc>
                <a:spcBef>
                  <a:spcPct val="50000"/>
                </a:spcBef>
                <a:spcAft>
                  <a:spcPts val="0"/>
                </a:spcAft>
                <a:buNone/>
              </a:pPr>
              <a:r>
                <a:rPr lang="en-US" altLang="zh-CN" sz="2400" b="0" i="0" u="none" strike="noStrike" kern="1200" cap="none" spc="0" baseline="0">
                  <a:solidFill>
                    <a:schemeClr val="tx1"/>
                  </a:solidFill>
                  <a:latin typeface="Calibri" pitchFamily="0" charset="0"/>
                  <a:ea typeface="ＭＳ Ｐゴシック" pitchFamily="0" charset="-128"/>
                  <a:cs typeface="Calibri" pitchFamily="0" charset="0"/>
                </a:rPr>
                <a:t>Length of a film is a </a:t>
              </a:r>
              <a:r>
                <a:rPr lang="en-US" altLang="zh-CN" sz="2400" b="1" i="0" u="none" strike="noStrike" kern="1200" cap="none" spc="0" baseline="0">
                  <a:solidFill>
                    <a:schemeClr val="tx1"/>
                  </a:solidFill>
                  <a:latin typeface="Calibri" pitchFamily="0" charset="0"/>
                  <a:ea typeface="ＭＳ Ｐゴシック" pitchFamily="0" charset="-128"/>
                  <a:cs typeface="Calibri" pitchFamily="0" charset="0"/>
                </a:rPr>
                <a:t>continuous variable.</a:t>
              </a:r>
              <a:endParaRPr lang="zh-CN" altLang="en-US" sz="2400" b="1" i="0" u="none" strike="noStrike" kern="1200" cap="none" spc="0" baseline="0">
                <a:solidFill>
                  <a:schemeClr val="tx1"/>
                </a:solidFill>
                <a:latin typeface="Calibri" pitchFamily="0" charset="0"/>
                <a:ea typeface="ＭＳ Ｐゴシック" pitchFamily="0" charset="-128"/>
                <a:cs typeface="Calibri" pitchFamily="0" charset="0"/>
              </a:endParaRPr>
            </a:p>
          </p:txBody>
        </p:sp>
        <p:pic>
          <p:nvPicPr>
            <p:cNvPr id="296" name="Images" descr="g0411577"/>
            <p:cNvPicPr>
              <a:picLocks noChangeAspect="1"/>
            </p:cNvPicPr>
            <p:nvPr/>
          </p:nvPicPr>
          <p:blipFill>
            <a:blip r:embed="rId1" cstate="print"/>
            <a:stretch>
              <a:fillRect/>
            </a:stretch>
          </p:blipFill>
          <p:spPr>
            <a:xfrm rot="0">
              <a:off x="8978900" y="3200401"/>
              <a:ext cx="1460500" cy="1598613"/>
            </a:xfrm>
            <a:prstGeom prst="rect"/>
            <a:noFill/>
            <a:ln w="12700" cmpd="sng" cap="flat">
              <a:noFill/>
              <a:prstDash val="solid"/>
              <a:round/>
            </a:ln>
          </p:spPr>
        </p:pic>
      </p:grpSp>
      <p:grpSp>
        <p:nvGrpSpPr>
          <p:cNvPr id="300" name="Combination"/>
          <p:cNvGrpSpPr>
            <a:grpSpLocks/>
          </p:cNvGrpSpPr>
          <p:nvPr/>
        </p:nvGrpSpPr>
        <p:grpSpPr>
          <a:xfrm>
            <a:off x="1981200" y="1981201"/>
            <a:ext cx="5338937" cy="1424940"/>
            <a:chOff x="1981200" y="1981201"/>
            <a:chExt cx="5338937" cy="1424940"/>
          </a:xfrm>
        </p:grpSpPr>
        <p:sp>
          <p:nvSpPr>
            <p:cNvPr id="298" name="Rectangles"/>
            <p:cNvSpPr>
              <a:spLocks/>
            </p:cNvSpPr>
            <p:nvPr/>
          </p:nvSpPr>
          <p:spPr>
            <a:xfrm rot="0">
              <a:off x="1981200" y="1981201"/>
              <a:ext cx="4290930" cy="1424940"/>
            </a:xfrm>
            <a:prstGeom prst="rect"/>
            <a:noFill/>
            <a:ln w="12700" cmpd="sng" cap="flat">
              <a:noFill/>
              <a:prstDash val="solid"/>
              <a:round/>
            </a:ln>
          </p:spPr>
          <p:txBody>
            <a:bodyPr vert="horz" wrap="square" lIns="91440" tIns="45720" rIns="91440" bIns="45720" anchor="t" anchorCtr="0">
              <a:prstTxWarp prst="textNoShape"/>
              <a:spAutoFit/>
            </a:bodyPr>
            <a:lstStyle/>
            <a:p>
              <a:pPr marL="0" indent="0" algn="l" eaLnBrk="1" hangingPunct="1">
                <a:lnSpc>
                  <a:spcPct val="100000"/>
                </a:lnSpc>
                <a:spcBef>
                  <a:spcPct val="50000"/>
                </a:spcBef>
                <a:spcAft>
                  <a:spcPts val="0"/>
                </a:spcAft>
                <a:buNone/>
              </a:pPr>
              <a:r>
                <a:rPr lang="en-US" altLang="zh-CN" sz="2800" b="1" i="0" u="none" strike="noStrike" kern="1200" cap="none" spc="0" baseline="0">
                  <a:solidFill>
                    <a:srgbClr val="012CB5"/>
                  </a:solidFill>
                  <a:latin typeface="Calibri" pitchFamily="0" charset="0"/>
                  <a:ea typeface="ＭＳ Ｐゴシック" pitchFamily="0" charset="-128"/>
                  <a:cs typeface="Calibri" pitchFamily="0" charset="0"/>
                </a:rPr>
                <a:t>Example 1</a:t>
              </a:r>
              <a:endParaRPr lang="en-US" altLang="zh-CN" sz="2800" b="1" i="0" u="none" strike="noStrike" kern="1200" cap="none" spc="0" baseline="0">
                <a:solidFill>
                  <a:srgbClr val="012CB5"/>
                </a:solidFill>
                <a:latin typeface="Calibri" pitchFamily="0" charset="0"/>
                <a:ea typeface="ＭＳ Ｐゴシック" pitchFamily="0" charset="-128"/>
                <a:cs typeface="Calibri" pitchFamily="0" charset="0"/>
              </a:endParaRPr>
            </a:p>
            <a:p>
              <a:pPr marL="0" indent="0" algn="l" eaLnBrk="1" hangingPunct="1">
                <a:lnSpc>
                  <a:spcPct val="100000"/>
                </a:lnSpc>
                <a:spcBef>
                  <a:spcPct val="50000"/>
                </a:spcBef>
                <a:spcAft>
                  <a:spcPts val="0"/>
                </a:spcAft>
                <a:buNone/>
              </a:pPr>
              <a:r>
                <a:rPr lang="en-US" altLang="zh-CN" sz="2400" b="0" i="0" u="none" strike="noStrike" kern="1200" cap="none" spc="0" baseline="0">
                  <a:solidFill>
                    <a:schemeClr val="tx1"/>
                  </a:solidFill>
                  <a:latin typeface="Calibri" pitchFamily="0" charset="0"/>
                  <a:ea typeface="ＭＳ Ｐゴシック" pitchFamily="0" charset="-128"/>
                  <a:cs typeface="Calibri" pitchFamily="0" charset="0"/>
                </a:rPr>
                <a:t>Number of pages in a book is a </a:t>
              </a:r>
              <a:r>
                <a:rPr lang="en-US" altLang="zh-CN" sz="2400" b="1" i="0" u="none" strike="noStrike" kern="1200" cap="none" spc="0" baseline="0">
                  <a:solidFill>
                    <a:schemeClr val="tx1"/>
                  </a:solidFill>
                  <a:latin typeface="Calibri" pitchFamily="0" charset="0"/>
                  <a:ea typeface="ＭＳ Ｐゴシック" pitchFamily="0" charset="-128"/>
                  <a:cs typeface="Calibri" pitchFamily="0" charset="0"/>
                </a:rPr>
                <a:t>discrete</a:t>
              </a:r>
              <a:r>
                <a:rPr lang="en-US" altLang="zh-CN" sz="2400" b="0" i="0" u="none" strike="noStrike" kern="1200" cap="none" spc="0" baseline="0">
                  <a:solidFill>
                    <a:schemeClr val="tx1"/>
                  </a:solidFill>
                  <a:latin typeface="Calibri" pitchFamily="0" charset="0"/>
                  <a:ea typeface="ＭＳ Ｐゴシック" pitchFamily="0" charset="-128"/>
                  <a:cs typeface="Calibri" pitchFamily="0" charset="0"/>
                </a:rPr>
                <a:t> </a:t>
              </a:r>
              <a:r>
                <a:rPr lang="en-US" altLang="zh-CN" sz="2400" b="1" i="0" u="none" strike="noStrike" kern="1200" cap="none" spc="0" baseline="0">
                  <a:solidFill>
                    <a:schemeClr val="tx1"/>
                  </a:solidFill>
                  <a:latin typeface="Calibri" pitchFamily="0" charset="0"/>
                  <a:ea typeface="ＭＳ Ｐゴシック" pitchFamily="0" charset="-128"/>
                  <a:cs typeface="Calibri" pitchFamily="0" charset="0"/>
                </a:rPr>
                <a:t>variable.</a:t>
              </a:r>
              <a:endParaRPr lang="zh-CN" altLang="en-US" sz="2400" b="1" i="0" u="none" strike="noStrike" kern="1200" cap="none" spc="0" baseline="0">
                <a:solidFill>
                  <a:schemeClr val="tx1"/>
                </a:solidFill>
                <a:latin typeface="Calibri" pitchFamily="0" charset="0"/>
                <a:ea typeface="ＭＳ Ｐゴシック" pitchFamily="0" charset="-128"/>
                <a:cs typeface="Calibri" pitchFamily="0" charset="0"/>
              </a:endParaRPr>
            </a:p>
          </p:txBody>
        </p:sp>
        <p:pic>
          <p:nvPicPr>
            <p:cNvPr id="299" name="Images" descr="g0174171"/>
            <p:cNvPicPr>
              <a:picLocks noChangeAspect="1"/>
            </p:cNvPicPr>
            <p:nvPr/>
          </p:nvPicPr>
          <p:blipFill>
            <a:blip r:embed="rId2" cstate="print"/>
            <a:stretch>
              <a:fillRect/>
            </a:stretch>
          </p:blipFill>
          <p:spPr>
            <a:xfrm rot="0">
              <a:off x="5998240" y="2133602"/>
              <a:ext cx="1321896" cy="1093789"/>
            </a:xfrm>
            <a:prstGeom prst="rect"/>
            <a:noFill/>
            <a:ln w="12700" cmpd="sng" cap="flat">
              <a:noFill/>
              <a:prstDash val="solid"/>
              <a:round/>
            </a:ln>
          </p:spPr>
        </p:pic>
      </p:grpSp>
      <p:grpSp>
        <p:nvGrpSpPr>
          <p:cNvPr id="303" name="Combination"/>
          <p:cNvGrpSpPr>
            <a:grpSpLocks/>
          </p:cNvGrpSpPr>
          <p:nvPr/>
        </p:nvGrpSpPr>
        <p:grpSpPr>
          <a:xfrm>
            <a:off x="2057400" y="4495803"/>
            <a:ext cx="5694784" cy="1786889"/>
            <a:chOff x="2057400" y="4495803"/>
            <a:chExt cx="5694784" cy="1786889"/>
          </a:xfrm>
        </p:grpSpPr>
        <p:sp>
          <p:nvSpPr>
            <p:cNvPr id="301" name="Rectangles"/>
            <p:cNvSpPr>
              <a:spLocks/>
            </p:cNvSpPr>
            <p:nvPr/>
          </p:nvSpPr>
          <p:spPr>
            <a:xfrm rot="0">
              <a:off x="2057400" y="4495803"/>
              <a:ext cx="4408865" cy="1786889"/>
            </a:xfrm>
            <a:prstGeom prst="rect"/>
            <a:noFill/>
            <a:ln w="12700" cmpd="sng" cap="flat">
              <a:noFill/>
              <a:prstDash val="solid"/>
              <a:round/>
            </a:ln>
          </p:spPr>
          <p:txBody>
            <a:bodyPr vert="horz" wrap="square" lIns="91440" tIns="45720" rIns="91440" bIns="45720" anchor="t" anchorCtr="0">
              <a:prstTxWarp prst="textNoShape"/>
              <a:spAutoFit/>
            </a:bodyPr>
            <a:lstStyle/>
            <a:p>
              <a:pPr marL="0" indent="0" algn="l" eaLnBrk="1" hangingPunct="1">
                <a:lnSpc>
                  <a:spcPct val="100000"/>
                </a:lnSpc>
                <a:spcBef>
                  <a:spcPct val="50000"/>
                </a:spcBef>
                <a:spcAft>
                  <a:spcPts val="0"/>
                </a:spcAft>
                <a:buNone/>
              </a:pPr>
              <a:r>
                <a:rPr lang="en-US" altLang="zh-CN" sz="2800" b="1" i="0" u="none" strike="noStrike" kern="1200" cap="none" spc="0" baseline="0">
                  <a:solidFill>
                    <a:srgbClr val="012CB5"/>
                  </a:solidFill>
                  <a:latin typeface="Calibri" pitchFamily="0" charset="0"/>
                  <a:ea typeface="ＭＳ Ｐゴシック" pitchFamily="0" charset="-128"/>
                  <a:cs typeface="Calibri" pitchFamily="0" charset="0"/>
                </a:rPr>
                <a:t>Example 3</a:t>
              </a:r>
              <a:endParaRPr lang="en-US" altLang="zh-CN" sz="2800" b="1" i="0" u="none" strike="noStrike" kern="1200" cap="none" spc="0" baseline="0">
                <a:solidFill>
                  <a:srgbClr val="012CB5"/>
                </a:solidFill>
                <a:latin typeface="Calibri" pitchFamily="0" charset="0"/>
                <a:ea typeface="ＭＳ Ｐゴシック" pitchFamily="0" charset="-128"/>
                <a:cs typeface="Calibri" pitchFamily="0" charset="0"/>
              </a:endParaRPr>
            </a:p>
            <a:p>
              <a:pPr marL="0" indent="0" algn="l" eaLnBrk="1" hangingPunct="1">
                <a:lnSpc>
                  <a:spcPct val="100000"/>
                </a:lnSpc>
                <a:spcBef>
                  <a:spcPct val="50000"/>
                </a:spcBef>
                <a:spcAft>
                  <a:spcPts val="0"/>
                </a:spcAft>
                <a:buNone/>
              </a:pPr>
              <a:r>
                <a:rPr lang="en-US" altLang="zh-CN" sz="2400" b="0" i="0" u="none" strike="noStrike" kern="1200" cap="none" spc="0" baseline="0">
                  <a:solidFill>
                    <a:schemeClr val="tx1"/>
                  </a:solidFill>
                  <a:latin typeface="Calibri" pitchFamily="0" charset="0"/>
                  <a:ea typeface="ＭＳ Ｐゴシック" pitchFamily="0" charset="-128"/>
                  <a:cs typeface="Calibri" pitchFamily="0" charset="0"/>
                </a:rPr>
                <a:t>Shoe size is a </a:t>
              </a:r>
              <a:r>
                <a:rPr lang="en-US" altLang="zh-CN" sz="2400" b="1" i="0" u="none" strike="noStrike" kern="1200" cap="none" spc="0" baseline="0">
                  <a:solidFill>
                    <a:schemeClr val="tx1"/>
                  </a:solidFill>
                  <a:latin typeface="Calibri" pitchFamily="0" charset="0"/>
                  <a:ea typeface="ＭＳ Ｐゴシック" pitchFamily="0" charset="-128"/>
                  <a:cs typeface="Calibri" pitchFamily="0" charset="0"/>
                </a:rPr>
                <a:t>Discrete variable.</a:t>
              </a:r>
              <a:r>
                <a:rPr lang="en-US" altLang="zh-CN" sz="2400" b="0" i="0" u="none" strike="noStrike" kern="1200" cap="none" spc="0" baseline="0">
                  <a:solidFill>
                    <a:schemeClr val="tx1"/>
                  </a:solidFill>
                  <a:latin typeface="Calibri" pitchFamily="0" charset="0"/>
                  <a:ea typeface="ＭＳ Ｐゴシック" pitchFamily="0" charset="-128"/>
                  <a:cs typeface="Calibri" pitchFamily="0" charset="0"/>
                </a:rPr>
                <a:t>  E.g.  5, 5</a:t>
              </a:r>
              <a:r>
                <a:rPr lang="en-US" altLang="zh-CN" sz="2400" b="0" i="0" u="none" strike="noStrike" kern="1200" cap="none" spc="0" baseline="0">
                  <a:solidFill>
                    <a:schemeClr val="tx1"/>
                  </a:solidFill>
                  <a:latin typeface="Calibri" pitchFamily="0" charset="0"/>
                  <a:ea typeface="ＭＳ Ｐゴシック" pitchFamily="0" charset="-128"/>
                  <a:cs typeface="Times New Roman" pitchFamily="18" charset="0"/>
                </a:rPr>
                <a:t>½, 6, 6½ etc.  </a:t>
              </a:r>
              <a:r>
                <a:rPr lang="en-US" altLang="zh-CN" sz="2400" b="0" i="0" u="sng" strike="noStrike" kern="1200" cap="none" spc="0" baseline="0">
                  <a:solidFill>
                    <a:schemeClr val="tx1"/>
                  </a:solidFill>
                  <a:latin typeface="Calibri" pitchFamily="0" charset="0"/>
                  <a:ea typeface="ＭＳ Ｐゴシック" pitchFamily="0" charset="-128"/>
                  <a:cs typeface="Times New Roman" pitchFamily="18" charset="0"/>
                </a:rPr>
                <a:t>Not</a:t>
              </a:r>
              <a:r>
                <a:rPr lang="en-US" altLang="zh-CN" sz="2400" b="0" i="0" u="none" strike="noStrike" kern="1200" cap="none" spc="0" baseline="0">
                  <a:solidFill>
                    <a:schemeClr val="tx1"/>
                  </a:solidFill>
                  <a:latin typeface="Calibri" pitchFamily="0" charset="0"/>
                  <a:ea typeface="ＭＳ Ｐゴシック" pitchFamily="0" charset="-128"/>
                  <a:cs typeface="Times New Roman" pitchFamily="18" charset="0"/>
                </a:rPr>
                <a:t> in between.</a:t>
              </a:r>
              <a:endParaRPr lang="zh-CN" altLang="en-US" sz="2400" b="0" i="0" u="none" strike="noStrike" kern="1200" cap="none" spc="0" baseline="0">
                <a:solidFill>
                  <a:schemeClr val="tx1"/>
                </a:solidFill>
                <a:latin typeface="Calibri" pitchFamily="0" charset="0"/>
                <a:ea typeface="ＭＳ Ｐゴシック" pitchFamily="0" charset="-128"/>
                <a:cs typeface="Times New Roman" pitchFamily="18" charset="0"/>
              </a:endParaRPr>
            </a:p>
          </p:txBody>
        </p:sp>
        <p:pic>
          <p:nvPicPr>
            <p:cNvPr id="302" name="Images" descr="g0209930"/>
            <p:cNvPicPr>
              <a:picLocks noChangeAspect="1"/>
            </p:cNvPicPr>
            <p:nvPr/>
          </p:nvPicPr>
          <p:blipFill>
            <a:blip r:embed="rId3" cstate="print"/>
            <a:stretch>
              <a:fillRect/>
            </a:stretch>
          </p:blipFill>
          <p:spPr>
            <a:xfrm rot="0">
              <a:off x="5915157" y="5105403"/>
              <a:ext cx="1837027" cy="773113"/>
            </a:xfrm>
            <a:prstGeom prst="rect"/>
            <a:noFill/>
            <a:ln w="12700" cmpd="sng" cap="flat">
              <a:noFill/>
              <a:prstDash val="solid"/>
              <a:round/>
            </a:ln>
          </p:spPr>
        </p:pic>
      </p:grpSp>
    </p:spTree>
    <p:extLst>
      <p:ext uri="{BB962C8B-B14F-4D97-AF65-F5344CB8AC3E}">
        <p14:creationId xmlns:p14="http://schemas.microsoft.com/office/powerpoint/2010/main" val="3812407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00"/>
                                        </p:tgtEl>
                                        <p:attrNameLst>
                                          <p:attrName>style.visibility</p:attrName>
                                        </p:attrNameLst>
                                      </p:cBhvr>
                                      <p:to>
                                        <p:strVal val="visible"/>
                                      </p:to>
                                    </p:set>
                                    <p:animEffect transition="in" filter="dissolve">
                                      <p:cBhvr>
                                        <p:cTn id="7" dur="500"/>
                                        <p:tgtEl>
                                          <p:spTgt spid="30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97"/>
                                        </p:tgtEl>
                                        <p:attrNameLst>
                                          <p:attrName>style.visibility</p:attrName>
                                        </p:attrNameLst>
                                      </p:cBhvr>
                                      <p:to>
                                        <p:strVal val="visible"/>
                                      </p:to>
                                    </p:set>
                                    <p:animEffect transition="in" filter="dissolve">
                                      <p:cBhvr>
                                        <p:cTn id="12" dur="500"/>
                                        <p:tgtEl>
                                          <p:spTgt spid="29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03"/>
                                        </p:tgtEl>
                                        <p:attrNameLst>
                                          <p:attrName>style.visibility</p:attrName>
                                        </p:attrNameLst>
                                      </p:cBhvr>
                                      <p:to>
                                        <p:strVal val="visible"/>
                                      </p:to>
                                    </p:set>
                                    <p:animEffect transition="in" filter="dissolve">
                                      <p:cBhvr>
                                        <p:cTn id="17" dur="500"/>
                                        <p:tgtEl>
                                          <p:spTgt spid="3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0" grpId="0" animBg="1"/>
      <p:bldP spid="297" grpId="0" animBg="1"/>
      <p:bldP spid="303" grpId="0" animBg="1"/>
    </p:bldLst>
  </p:timing>
</p:sld>
</file>

<file path=ppt/slides/slide55.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04" name="Text box"/>
          <p:cNvSpPr>
            <a:spLocks noGrp="1"/>
          </p:cNvSpPr>
          <p:nvPr>
            <p:ph type="sldNum"/>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Lucida Sans"/>
              </a:rPr>
              <a:t>55</a:t>
            </a:fld>
            <a:endParaRPr lang="zh-CN" altLang="en-US" sz="1000" b="1" i="0" u="none" strike="noStrike" kern="1200" cap="none" spc="0" baseline="0">
              <a:solidFill>
                <a:schemeClr val="bg1"/>
              </a:solidFill>
              <a:latin typeface="Arial" pitchFamily="0" charset="0"/>
              <a:ea typeface="ＭＳ Ｐゴシック" pitchFamily="0" charset="-128"/>
              <a:cs typeface="Lucida Sans"/>
            </a:endParaRPr>
          </a:p>
        </p:txBody>
      </p:sp>
      <p:sp>
        <p:nvSpPr>
          <p:cNvPr id="305"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Discrete &amp; Continuous Data </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grpSp>
        <p:nvGrpSpPr>
          <p:cNvPr id="308" name="Combination"/>
          <p:cNvGrpSpPr>
            <a:grpSpLocks/>
          </p:cNvGrpSpPr>
          <p:nvPr/>
        </p:nvGrpSpPr>
        <p:grpSpPr>
          <a:xfrm>
            <a:off x="2057400" y="1828802"/>
            <a:ext cx="4038601" cy="1786890"/>
            <a:chOff x="2057400" y="1828802"/>
            <a:chExt cx="4038601" cy="1786890"/>
          </a:xfrm>
        </p:grpSpPr>
        <p:sp>
          <p:nvSpPr>
            <p:cNvPr id="306" name="Rectangles"/>
            <p:cNvSpPr>
              <a:spLocks/>
            </p:cNvSpPr>
            <p:nvPr/>
          </p:nvSpPr>
          <p:spPr>
            <a:xfrm rot="0">
              <a:off x="2057400" y="1828802"/>
              <a:ext cx="2971800" cy="1786890"/>
            </a:xfrm>
            <a:prstGeom prst="rect"/>
            <a:noFill/>
            <a:ln w="12700" cmpd="sng" cap="flat">
              <a:noFill/>
              <a:prstDash val="solid"/>
              <a:round/>
            </a:ln>
          </p:spPr>
          <p:txBody>
            <a:bodyPr vert="horz" wrap="square" lIns="91440" tIns="45720" rIns="91440" bIns="45720" anchor="t" anchorCtr="0">
              <a:prstTxWarp prst="textNoShape"/>
              <a:spAutoFit/>
            </a:bodyPr>
            <a:lstStyle/>
            <a:p>
              <a:pPr marL="0" indent="0" algn="l" eaLnBrk="1" hangingPunct="1">
                <a:lnSpc>
                  <a:spcPct val="100000"/>
                </a:lnSpc>
                <a:spcBef>
                  <a:spcPct val="50000"/>
                </a:spcBef>
                <a:spcAft>
                  <a:spcPts val="0"/>
                </a:spcAft>
                <a:buNone/>
              </a:pPr>
              <a:r>
                <a:rPr lang="en-US" altLang="zh-CN" sz="2800" b="1" i="0" u="none" strike="noStrike" kern="1200" cap="none" spc="0" baseline="0">
                  <a:solidFill>
                    <a:srgbClr val="012CB5"/>
                  </a:solidFill>
                  <a:latin typeface="Calibri" pitchFamily="0" charset="0"/>
                  <a:ea typeface="ＭＳ Ｐゴシック" pitchFamily="0" charset="-128"/>
                  <a:cs typeface="Calibri" pitchFamily="0" charset="0"/>
                </a:rPr>
                <a:t>Example 4</a:t>
              </a:r>
              <a:endParaRPr lang="en-US" altLang="zh-CN" sz="2800" b="1" i="0" u="none" strike="noStrike" kern="1200" cap="none" spc="0" baseline="0">
                <a:solidFill>
                  <a:srgbClr val="012CB5"/>
                </a:solidFill>
                <a:latin typeface="Calibri" pitchFamily="0" charset="0"/>
                <a:ea typeface="ＭＳ Ｐゴシック" pitchFamily="0" charset="-128"/>
                <a:cs typeface="Calibri" pitchFamily="0" charset="0"/>
              </a:endParaRPr>
            </a:p>
            <a:p>
              <a:pPr marL="0" indent="0" algn="l" eaLnBrk="1" hangingPunct="1">
                <a:lnSpc>
                  <a:spcPct val="100000"/>
                </a:lnSpc>
                <a:spcBef>
                  <a:spcPct val="50000"/>
                </a:spcBef>
                <a:spcAft>
                  <a:spcPts val="0"/>
                </a:spcAft>
                <a:buNone/>
              </a:pPr>
              <a:r>
                <a:rPr lang="en-US" altLang="zh-CN" sz="2400" b="0" i="0" u="none" strike="noStrike" kern="1200" cap="none" spc="0" baseline="0">
                  <a:solidFill>
                    <a:schemeClr val="tx1"/>
                  </a:solidFill>
                  <a:latin typeface="Calibri" pitchFamily="0" charset="0"/>
                  <a:ea typeface="ＭＳ Ｐゴシック" pitchFamily="0" charset="-128"/>
                  <a:cs typeface="Calibri" pitchFamily="0" charset="0"/>
                </a:rPr>
                <a:t>Temperature is a </a:t>
              </a:r>
              <a:r>
                <a:rPr lang="en-US" altLang="zh-CN" sz="2400" b="1" i="0" u="none" strike="noStrike" kern="1200" cap="none" spc="0" baseline="0">
                  <a:solidFill>
                    <a:schemeClr val="tx1"/>
                  </a:solidFill>
                  <a:latin typeface="Calibri" pitchFamily="0" charset="0"/>
                  <a:ea typeface="ＭＳ Ｐゴシック" pitchFamily="0" charset="-128"/>
                  <a:cs typeface="Calibri" pitchFamily="0" charset="0"/>
                </a:rPr>
                <a:t>continuous variable.</a:t>
              </a:r>
              <a:endParaRPr lang="zh-CN" altLang="en-US" sz="2400" b="1" i="0" u="none" strike="noStrike" kern="1200" cap="none" spc="0" baseline="0">
                <a:solidFill>
                  <a:schemeClr val="tx1"/>
                </a:solidFill>
                <a:latin typeface="Calibri" pitchFamily="0" charset="0"/>
                <a:ea typeface="ＭＳ Ｐゴシック" pitchFamily="0" charset="-128"/>
                <a:cs typeface="Calibri" pitchFamily="0" charset="0"/>
              </a:endParaRPr>
            </a:p>
          </p:txBody>
        </p:sp>
        <p:pic>
          <p:nvPicPr>
            <p:cNvPr id="307" name="Images"/>
            <p:cNvPicPr>
              <a:picLocks noChangeAspect="1"/>
            </p:cNvPicPr>
            <p:nvPr/>
          </p:nvPicPr>
          <p:blipFill>
            <a:blip r:embed="rId1" cstate="print"/>
            <a:stretch>
              <a:fillRect/>
            </a:stretch>
          </p:blipFill>
          <p:spPr>
            <a:xfrm rot="0">
              <a:off x="4876801" y="2133602"/>
              <a:ext cx="1219200" cy="1077913"/>
            </a:xfrm>
            <a:prstGeom prst="rect"/>
            <a:noFill/>
            <a:ln w="12700" cmpd="sng" cap="flat">
              <a:noFill/>
              <a:prstDash val="solid"/>
              <a:round/>
            </a:ln>
          </p:spPr>
        </p:pic>
      </p:grpSp>
      <p:grpSp>
        <p:nvGrpSpPr>
          <p:cNvPr id="311" name="Combination"/>
          <p:cNvGrpSpPr>
            <a:grpSpLocks/>
          </p:cNvGrpSpPr>
          <p:nvPr/>
        </p:nvGrpSpPr>
        <p:grpSpPr>
          <a:xfrm>
            <a:off x="5064323" y="3053060"/>
            <a:ext cx="5064127" cy="1786890"/>
            <a:chOff x="5064323" y="3053060"/>
            <a:chExt cx="5064127" cy="1786890"/>
          </a:xfrm>
        </p:grpSpPr>
        <p:sp>
          <p:nvSpPr>
            <p:cNvPr id="309" name="Rectangles"/>
            <p:cNvSpPr>
              <a:spLocks/>
            </p:cNvSpPr>
            <p:nvPr/>
          </p:nvSpPr>
          <p:spPr>
            <a:xfrm rot="0">
              <a:off x="5064323" y="3053060"/>
              <a:ext cx="3048001" cy="1786890"/>
            </a:xfrm>
            <a:prstGeom prst="rect"/>
            <a:noFill/>
            <a:ln w="12700" cmpd="sng" cap="flat">
              <a:noFill/>
              <a:prstDash val="solid"/>
              <a:round/>
            </a:ln>
          </p:spPr>
          <p:txBody>
            <a:bodyPr vert="horz" wrap="square" lIns="91440" tIns="45720" rIns="91440" bIns="45720" anchor="t" anchorCtr="0">
              <a:prstTxWarp prst="textNoShape"/>
              <a:spAutoFit/>
            </a:bodyPr>
            <a:lstStyle/>
            <a:p>
              <a:pPr marL="0" indent="0" algn="l" eaLnBrk="1" hangingPunct="1">
                <a:lnSpc>
                  <a:spcPct val="100000"/>
                </a:lnSpc>
                <a:spcBef>
                  <a:spcPct val="50000"/>
                </a:spcBef>
                <a:spcAft>
                  <a:spcPts val="0"/>
                </a:spcAft>
                <a:buNone/>
              </a:pPr>
              <a:r>
                <a:rPr lang="en-US" altLang="zh-CN" sz="2800" b="1" i="0" u="none" strike="noStrike" kern="1200" cap="none" spc="0" baseline="0">
                  <a:solidFill>
                    <a:srgbClr val="012CB5"/>
                  </a:solidFill>
                  <a:latin typeface="Calibri" pitchFamily="0" charset="0"/>
                  <a:ea typeface="ＭＳ Ｐゴシック" pitchFamily="0" charset="-128"/>
                  <a:cs typeface="Calibri" pitchFamily="0" charset="0"/>
                </a:rPr>
                <a:t>Example 5</a:t>
              </a:r>
              <a:endParaRPr lang="en-US" altLang="zh-CN" sz="2800" b="1" i="0" u="none" strike="noStrike" kern="1200" cap="none" spc="0" baseline="0">
                <a:solidFill>
                  <a:srgbClr val="012CB5"/>
                </a:solidFill>
                <a:latin typeface="Calibri" pitchFamily="0" charset="0"/>
                <a:ea typeface="ＭＳ Ｐゴシック" pitchFamily="0" charset="-128"/>
                <a:cs typeface="Calibri" pitchFamily="0" charset="0"/>
              </a:endParaRPr>
            </a:p>
            <a:p>
              <a:pPr marL="0" indent="0" algn="l" eaLnBrk="1" hangingPunct="1">
                <a:lnSpc>
                  <a:spcPct val="100000"/>
                </a:lnSpc>
                <a:spcBef>
                  <a:spcPct val="50000"/>
                </a:spcBef>
                <a:spcAft>
                  <a:spcPts val="0"/>
                </a:spcAft>
                <a:buNone/>
              </a:pPr>
              <a:r>
                <a:rPr lang="en-US" altLang="zh-CN" sz="2400" b="0" i="0" u="none" strike="noStrike" kern="1200" cap="none" spc="0" baseline="0">
                  <a:solidFill>
                    <a:schemeClr val="tx1"/>
                  </a:solidFill>
                  <a:latin typeface="Calibri" pitchFamily="0" charset="0"/>
                  <a:ea typeface="ＭＳ Ｐゴシック" pitchFamily="0" charset="-128"/>
                  <a:cs typeface="Calibri" pitchFamily="0" charset="0"/>
                </a:rPr>
                <a:t>Number of people in a gathering is a </a:t>
              </a:r>
              <a:r>
                <a:rPr lang="en-US" altLang="zh-CN" sz="2400" b="1" i="0" u="none" strike="noStrike" kern="1200" cap="none" spc="0" baseline="0">
                  <a:solidFill>
                    <a:schemeClr val="tx1"/>
                  </a:solidFill>
                  <a:latin typeface="Calibri" pitchFamily="0" charset="0"/>
                  <a:ea typeface="ＭＳ Ｐゴシック" pitchFamily="0" charset="-128"/>
                  <a:cs typeface="Calibri" pitchFamily="0" charset="0"/>
                </a:rPr>
                <a:t>discrete variable.</a:t>
              </a:r>
              <a:endParaRPr lang="zh-CN" altLang="en-US" sz="2400" b="1" i="0" u="none" strike="noStrike" kern="1200" cap="none" spc="0" baseline="0">
                <a:solidFill>
                  <a:schemeClr val="tx1"/>
                </a:solidFill>
                <a:latin typeface="Calibri" pitchFamily="0" charset="0"/>
                <a:ea typeface="ＭＳ Ｐゴシック" pitchFamily="0" charset="-128"/>
                <a:cs typeface="Calibri" pitchFamily="0" charset="0"/>
              </a:endParaRPr>
            </a:p>
          </p:txBody>
        </p:sp>
        <p:pic>
          <p:nvPicPr>
            <p:cNvPr id="310" name="Images"/>
            <p:cNvPicPr>
              <a:picLocks noChangeAspect="1"/>
            </p:cNvPicPr>
            <p:nvPr/>
          </p:nvPicPr>
          <p:blipFill>
            <a:blip r:embed="rId2" cstate="print"/>
            <a:stretch>
              <a:fillRect/>
            </a:stretch>
          </p:blipFill>
          <p:spPr>
            <a:xfrm rot="0">
              <a:off x="8604450" y="3053060"/>
              <a:ext cx="1524000" cy="1176338"/>
            </a:xfrm>
            <a:prstGeom prst="rect"/>
            <a:noFill/>
            <a:ln w="12700" cmpd="sng" cap="flat">
              <a:noFill/>
              <a:prstDash val="solid"/>
              <a:round/>
            </a:ln>
          </p:spPr>
        </p:pic>
      </p:grpSp>
      <p:grpSp>
        <p:nvGrpSpPr>
          <p:cNvPr id="314" name="Combination"/>
          <p:cNvGrpSpPr>
            <a:grpSpLocks/>
          </p:cNvGrpSpPr>
          <p:nvPr/>
        </p:nvGrpSpPr>
        <p:grpSpPr>
          <a:xfrm>
            <a:off x="2057400" y="4719090"/>
            <a:ext cx="5262737" cy="1424940"/>
            <a:chOff x="2057400" y="4719090"/>
            <a:chExt cx="5262737" cy="1424940"/>
          </a:xfrm>
        </p:grpSpPr>
        <p:sp>
          <p:nvSpPr>
            <p:cNvPr id="312" name="Rectangles"/>
            <p:cNvSpPr>
              <a:spLocks/>
            </p:cNvSpPr>
            <p:nvPr/>
          </p:nvSpPr>
          <p:spPr>
            <a:xfrm rot="0">
              <a:off x="2057400" y="4719090"/>
              <a:ext cx="4453084" cy="1424940"/>
            </a:xfrm>
            <a:prstGeom prst="rect"/>
            <a:noFill/>
            <a:ln w="12700" cmpd="sng" cap="flat">
              <a:noFill/>
              <a:prstDash val="solid"/>
              <a:round/>
            </a:ln>
          </p:spPr>
          <p:txBody>
            <a:bodyPr vert="horz" wrap="square" lIns="91440" tIns="45720" rIns="91440" bIns="45720" anchor="t" anchorCtr="0">
              <a:prstTxWarp prst="textNoShape"/>
              <a:spAutoFit/>
            </a:bodyPr>
            <a:lstStyle/>
            <a:p>
              <a:pPr marL="0" indent="0" algn="l" eaLnBrk="1" hangingPunct="1">
                <a:lnSpc>
                  <a:spcPct val="100000"/>
                </a:lnSpc>
                <a:spcBef>
                  <a:spcPct val="50000"/>
                </a:spcBef>
                <a:spcAft>
                  <a:spcPts val="0"/>
                </a:spcAft>
                <a:buNone/>
              </a:pPr>
              <a:r>
                <a:rPr lang="en-US" altLang="zh-CN" sz="2800" b="1" i="0" u="none" strike="noStrike" kern="1200" cap="none" spc="0" baseline="0">
                  <a:solidFill>
                    <a:srgbClr val="012CB5"/>
                  </a:solidFill>
                  <a:latin typeface="Calibri" pitchFamily="0" charset="0"/>
                  <a:ea typeface="ＭＳ Ｐゴシック" pitchFamily="0" charset="-128"/>
                  <a:cs typeface="Calibri" pitchFamily="0" charset="0"/>
                </a:rPr>
                <a:t>Example 6</a:t>
              </a:r>
              <a:endParaRPr lang="en-US" altLang="zh-CN" sz="2800" b="1" i="0" u="none" strike="noStrike" kern="1200" cap="none" spc="0" baseline="0">
                <a:solidFill>
                  <a:srgbClr val="012CB5"/>
                </a:solidFill>
                <a:latin typeface="Calibri" pitchFamily="0" charset="0"/>
                <a:ea typeface="ＭＳ Ｐゴシック" pitchFamily="0" charset="-128"/>
                <a:cs typeface="Calibri" pitchFamily="0" charset="0"/>
              </a:endParaRPr>
            </a:p>
            <a:p>
              <a:pPr marL="0" indent="0" algn="l" eaLnBrk="1" hangingPunct="1">
                <a:lnSpc>
                  <a:spcPct val="100000"/>
                </a:lnSpc>
                <a:spcBef>
                  <a:spcPct val="50000"/>
                </a:spcBef>
                <a:spcAft>
                  <a:spcPts val="0"/>
                </a:spcAft>
                <a:buNone/>
              </a:pPr>
              <a:r>
                <a:rPr lang="en-US" altLang="zh-CN" sz="2400" b="0" i="0" u="none" strike="noStrike" kern="1200" cap="none" spc="0" baseline="0">
                  <a:solidFill>
                    <a:schemeClr val="tx1"/>
                  </a:solidFill>
                  <a:latin typeface="Calibri" pitchFamily="0" charset="0"/>
                  <a:ea typeface="ＭＳ Ｐゴシック" pitchFamily="0" charset="-128"/>
                  <a:cs typeface="Calibri" pitchFamily="0" charset="0"/>
                </a:rPr>
                <a:t>Time taken to run a race is a </a:t>
              </a:r>
              <a:r>
                <a:rPr lang="en-US" altLang="zh-CN" sz="2400" b="1" i="0" u="none" strike="noStrike" kern="1200" cap="none" spc="0" baseline="0">
                  <a:solidFill>
                    <a:schemeClr val="tx1"/>
                  </a:solidFill>
                  <a:latin typeface="Calibri" pitchFamily="0" charset="0"/>
                  <a:ea typeface="ＭＳ Ｐゴシック" pitchFamily="0" charset="-128"/>
                  <a:cs typeface="Calibri" pitchFamily="0" charset="0"/>
                </a:rPr>
                <a:t>continuous variable.</a:t>
              </a:r>
              <a:endParaRPr lang="zh-CN" altLang="en-US" sz="2400" b="1" i="0" u="none" strike="noStrike" kern="1200" cap="none" spc="0" baseline="0">
                <a:solidFill>
                  <a:schemeClr val="tx1"/>
                </a:solidFill>
                <a:latin typeface="Calibri" pitchFamily="0" charset="0"/>
                <a:ea typeface="ＭＳ Ｐゴシック" pitchFamily="0" charset="-128"/>
                <a:cs typeface="Calibri" pitchFamily="0" charset="0"/>
              </a:endParaRPr>
            </a:p>
          </p:txBody>
        </p:sp>
        <p:pic>
          <p:nvPicPr>
            <p:cNvPr id="313" name="Images"/>
            <p:cNvPicPr>
              <a:picLocks noChangeAspect="1"/>
            </p:cNvPicPr>
            <p:nvPr/>
          </p:nvPicPr>
          <p:blipFill>
            <a:blip r:embed="rId3" cstate="print"/>
            <a:stretch>
              <a:fillRect/>
            </a:stretch>
          </p:blipFill>
          <p:spPr>
            <a:xfrm rot="0">
              <a:off x="5903246" y="4947690"/>
              <a:ext cx="1416890" cy="1008063"/>
            </a:xfrm>
            <a:prstGeom prst="rect"/>
            <a:noFill/>
            <a:ln w="12700" cmpd="sng" cap="flat">
              <a:noFill/>
              <a:prstDash val="solid"/>
              <a:round/>
            </a:ln>
          </p:spPr>
        </p:pic>
      </p:grpSp>
      <p:pic>
        <p:nvPicPr>
          <p:cNvPr id="315" name="Images" descr="Related image"/>
          <p:cNvPicPr>
            <a:picLocks noChangeAspect="1"/>
          </p:cNvPicPr>
          <p:nvPr/>
        </p:nvPicPr>
        <p:blipFill>
          <a:blip r:embed="rId4" cstate="print"/>
          <a:srcRect t="23092" b="20272"/>
          <a:stretch>
            <a:fillRect/>
          </a:stretch>
        </p:blipFill>
        <p:spPr>
          <a:xfrm rot="0">
            <a:off x="7968208" y="3275017"/>
            <a:ext cx="2549745" cy="1444074"/>
          </a:xfrm>
          <a:prstGeom prst="rect"/>
          <a:noFill/>
          <a:ln w="12700" cmpd="sng" cap="flat">
            <a:noFill/>
            <a:prstDash val="solid"/>
            <a:miter/>
          </a:ln>
        </p:spPr>
      </p:pic>
      <p:pic>
        <p:nvPicPr>
          <p:cNvPr id="316" name="Images" descr="Image result for temperature"/>
          <p:cNvPicPr>
            <a:picLocks noChangeAspect="1"/>
          </p:cNvPicPr>
          <p:nvPr/>
        </p:nvPicPr>
        <p:blipFill>
          <a:blip r:embed="rId5" cstate="print"/>
          <a:srcRect b="9281"/>
          <a:stretch>
            <a:fillRect/>
          </a:stretch>
        </p:blipFill>
        <p:spPr>
          <a:xfrm rot="0">
            <a:off x="4973606" y="1720263"/>
            <a:ext cx="1363578" cy="1332797"/>
          </a:xfrm>
          <a:prstGeom prst="rect"/>
          <a:noFill/>
          <a:ln w="12700" cmpd="sng" cap="flat">
            <a:noFill/>
            <a:prstDash val="solid"/>
            <a:miter/>
          </a:ln>
        </p:spPr>
      </p:pic>
    </p:spTree>
    <p:extLst>
      <p:ext uri="{BB962C8B-B14F-4D97-AF65-F5344CB8AC3E}">
        <p14:creationId xmlns:p14="http://schemas.microsoft.com/office/powerpoint/2010/main" val="7424456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08"/>
                                        </p:tgtEl>
                                        <p:attrNameLst>
                                          <p:attrName>style.visibility</p:attrName>
                                        </p:attrNameLst>
                                      </p:cBhvr>
                                      <p:to>
                                        <p:strVal val="visible"/>
                                      </p:to>
                                    </p:set>
                                    <p:animEffect transition="in" filter="dissolve">
                                      <p:cBhvr>
                                        <p:cTn id="7" dur="500"/>
                                        <p:tgtEl>
                                          <p:spTgt spid="30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11"/>
                                        </p:tgtEl>
                                        <p:attrNameLst>
                                          <p:attrName>style.visibility</p:attrName>
                                        </p:attrNameLst>
                                      </p:cBhvr>
                                      <p:to>
                                        <p:strVal val="visible"/>
                                      </p:to>
                                    </p:set>
                                    <p:animEffect transition="in" filter="dissolve">
                                      <p:cBhvr>
                                        <p:cTn id="12" dur="500"/>
                                        <p:tgtEl>
                                          <p:spTgt spid="31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14"/>
                                        </p:tgtEl>
                                        <p:attrNameLst>
                                          <p:attrName>style.visibility</p:attrName>
                                        </p:attrNameLst>
                                      </p:cBhvr>
                                      <p:to>
                                        <p:strVal val="visible"/>
                                      </p:to>
                                    </p:set>
                                    <p:animEffect transition="in" filter="dissolve">
                                      <p:cBhvr>
                                        <p:cTn id="17" dur="500"/>
                                        <p:tgtEl>
                                          <p:spTgt spid="3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8" grpId="0" animBg="1"/>
      <p:bldP spid="311" grpId="0" animBg="1"/>
      <p:bldP spid="314" grpId="0" animBg="1"/>
    </p:bldLst>
  </p:timing>
</p:sld>
</file>

<file path=ppt/slides/slide56.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pic>
        <p:nvPicPr>
          <p:cNvPr id="317" name="Images"/>
          <p:cNvPicPr>
            <a:picLocks noChangeAspect="1"/>
          </p:cNvPicPr>
          <p:nvPr/>
        </p:nvPicPr>
        <p:blipFill>
          <a:blip r:embed="rId1" cstate="print"/>
          <a:srcRect t="24982" b="9180" l="2778"/>
          <a:stretch>
            <a:fillRect/>
          </a:stretch>
        </p:blipFill>
        <p:spPr>
          <a:xfrm rot="0">
            <a:off x="1104900" y="1248330"/>
            <a:ext cx="9982200" cy="5205004"/>
          </a:xfrm>
          <a:prstGeom prst="rect"/>
          <a:solidFill>
            <a:srgbClr val="FFFFFF"/>
          </a:solidFill>
          <a:ln w="12700" cmpd="sng" cap="flat">
            <a:noFill/>
            <a:prstDash val="solid"/>
            <a:round/>
          </a:ln>
        </p:spPr>
      </p:pic>
      <p:sp>
        <p:nvSpPr>
          <p:cNvPr id="318"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Discrete &amp; Continuous Data </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sp>
        <p:nvSpPr>
          <p:cNvPr id="319" name="Text box"/>
          <p:cNvSpPr>
            <a:spLocks noGrp="1"/>
          </p:cNvSpPr>
          <p:nvPr>
            <p:ph type="sldNum"/>
          </p:nvPr>
        </p:nvSpPr>
        <p:spPr>
          <a:xfrm rot="0">
            <a:off x="8737600" y="6356351"/>
            <a:ext cx="2844799"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600"/>
              </a:spcAft>
              <a:buNone/>
            </a:pPr>
            <a:fld id="{CAD2D6BD-DE1B-4B5F-8B41-2702339687B9}" type="slidenum">
              <a:rPr lang="en-US" altLang="zh-CN" sz="1200" b="1" i="0" u="none" strike="noStrike" kern="1200" cap="none" spc="0" baseline="0">
                <a:solidFill>
                  <a:srgbClr val="898989"/>
                </a:solidFill>
                <a:latin typeface="Arial" pitchFamily="0" charset="0"/>
                <a:ea typeface="ＭＳ Ｐゴシック" pitchFamily="0" charset="-128"/>
                <a:cs typeface="Calibri" pitchFamily="0" charset="0"/>
              </a:rPr>
              <a:t>56</a:t>
            </a:fld>
            <a:endParaRPr lang="zh-CN" altLang="en-US" sz="1200" b="1" i="0" u="none" strike="noStrike" kern="1200" cap="none" spc="0" baseline="0">
              <a:solidFill>
                <a:srgbClr val="898989"/>
              </a:solidFill>
              <a:latin typeface="Arial"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621843101"/>
      </p:ext>
    </p:extLst>
  </p:cSld>
  <p:clrMapOvr>
    <a:masterClrMapping/>
  </p:clrMapOvr>
</p:sld>
</file>

<file path=ppt/slides/slide57.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20" name="Text box"/>
          <p:cNvSpPr>
            <a:spLocks noGrp="1"/>
          </p:cNvSpPr>
          <p:nvPr>
            <p:ph type="sldNum"/>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Lucida Sans"/>
              </a:rPr>
              <a:t>57</a:t>
            </a:fld>
            <a:endParaRPr lang="zh-CN" altLang="en-US" sz="1000" b="1" i="0" u="none" strike="noStrike" kern="1200" cap="none" spc="0" baseline="0">
              <a:solidFill>
                <a:schemeClr val="bg1"/>
              </a:solidFill>
              <a:latin typeface="Arial" pitchFamily="0" charset="0"/>
              <a:ea typeface="ＭＳ Ｐゴシック" pitchFamily="0" charset="-128"/>
              <a:cs typeface="Lucida Sans"/>
            </a:endParaRPr>
          </a:p>
        </p:txBody>
      </p:sp>
      <p:grpSp>
        <p:nvGrpSpPr>
          <p:cNvPr id="333" name="Combination"/>
          <p:cNvGrpSpPr>
            <a:grpSpLocks/>
          </p:cNvGrpSpPr>
          <p:nvPr/>
        </p:nvGrpSpPr>
        <p:grpSpPr>
          <a:xfrm>
            <a:off x="2438400" y="1340768"/>
            <a:ext cx="7185992" cy="5136232"/>
            <a:chOff x="2438400" y="1340768"/>
            <a:chExt cx="7185992" cy="5136232"/>
          </a:xfrm>
        </p:grpSpPr>
        <p:sp>
          <p:nvSpPr>
            <p:cNvPr id="321" name="Rectangles"/>
            <p:cNvSpPr>
              <a:spLocks/>
            </p:cNvSpPr>
            <p:nvPr/>
          </p:nvSpPr>
          <p:spPr>
            <a:xfrm rot="0">
              <a:off x="2622656" y="1767147"/>
              <a:ext cx="7001736" cy="4446528"/>
            </a:xfrm>
            <a:prstGeom prst="rect"/>
            <a:solidFill>
              <a:srgbClr val="FEEFD4"/>
            </a:solidFill>
            <a:ln w="9525" cmpd="sng" cap="flat">
              <a:solidFill>
                <a:srgbClr val="000000"/>
              </a:solidFill>
              <a:prstDash val="solid"/>
              <a:miter/>
            </a:ln>
          </p:spPr>
        </p:sp>
        <p:sp>
          <p:nvSpPr>
            <p:cNvPr id="322" name="Cloud callout"/>
            <p:cNvSpPr>
              <a:spLocks/>
            </p:cNvSpPr>
            <p:nvPr/>
          </p:nvSpPr>
          <p:spPr>
            <a:xfrm rot="0">
              <a:off x="2770498" y="2132614"/>
              <a:ext cx="2063231" cy="974582"/>
            </a:xfrm>
            <a:prstGeom prst="cloudCallout">
              <a:avLst>
                <a:gd name="adj1" fmla="val 56250"/>
                <a:gd name="adj2" fmla="val 90625"/>
              </a:avLst>
            </a:prstGeom>
            <a:solidFill>
              <a:schemeClr val="bg1"/>
            </a:solidFill>
            <a:ln w="9525" cmpd="sng" cap="flat">
              <a:solidFill>
                <a:srgbClr val="000000"/>
              </a:solidFill>
              <a:prstDash val="solid"/>
              <a:round/>
            </a:ln>
          </p:spPr>
          <p:txBody>
            <a:bodyPr vert="horz" wrap="square" lIns="91440" tIns="45720" rIns="91440" bIns="45720" anchor="t" anchorCtr="0">
              <a:prstTxWarp prst="textNoShape"/>
            </a:bodyPr>
            <a:lstStyle/>
            <a:p>
              <a:pPr marL="0" indent="0" algn="ctr" eaLnBrk="1" hangingPunct="1">
                <a:lnSpc>
                  <a:spcPct val="100000"/>
                </a:lnSpc>
                <a:spcBef>
                  <a:spcPts val="0"/>
                </a:spcBef>
                <a:spcAft>
                  <a:spcPts val="0"/>
                </a:spcAft>
                <a:buNone/>
              </a:pPr>
              <a:r>
                <a:rPr lang="en-US" altLang="zh-CN" sz="1600" b="0" i="0" u="none" strike="noStrike" kern="1200" cap="none" spc="0" baseline="0">
                  <a:solidFill>
                    <a:schemeClr val="tx1"/>
                  </a:solidFill>
                  <a:latin typeface="Calibri" pitchFamily="0" charset="0"/>
                  <a:ea typeface="ＭＳ Ｐゴシック" pitchFamily="0" charset="-128"/>
                  <a:cs typeface="Calibri" pitchFamily="0" charset="0"/>
                </a:rPr>
                <a:t>Volume of a cereal box</a:t>
              </a:r>
              <a:endParaRPr lang="zh-CN" altLang="en-US" sz="1600" b="0" i="0" u="none" strike="noStrike" kern="1200" cap="none" spc="0" baseline="0">
                <a:solidFill>
                  <a:schemeClr val="tx1"/>
                </a:solidFill>
                <a:latin typeface="Calibri" pitchFamily="0" charset="0"/>
                <a:ea typeface="ＭＳ Ｐゴシック" pitchFamily="0" charset="-128"/>
                <a:cs typeface="Calibri" pitchFamily="0" charset="0"/>
              </a:endParaRPr>
            </a:p>
          </p:txBody>
        </p:sp>
        <p:sp>
          <p:nvSpPr>
            <p:cNvPr id="323" name="Cloud callout"/>
            <p:cNvSpPr>
              <a:spLocks/>
            </p:cNvSpPr>
            <p:nvPr/>
          </p:nvSpPr>
          <p:spPr>
            <a:xfrm rot="0">
              <a:off x="6983387" y="2071704"/>
              <a:ext cx="2026818" cy="974581"/>
            </a:xfrm>
            <a:prstGeom prst="cloudCallout">
              <a:avLst>
                <a:gd name="adj1" fmla="val -43750"/>
                <a:gd name="adj2" fmla="val 70050"/>
              </a:avLst>
            </a:prstGeom>
            <a:solidFill>
              <a:schemeClr val="bg1"/>
            </a:solidFill>
            <a:ln w="9525" cmpd="sng" cap="flat">
              <a:solidFill>
                <a:srgbClr val="000000"/>
              </a:solidFill>
              <a:prstDash val="solid"/>
              <a:round/>
            </a:ln>
          </p:spPr>
          <p:txBody>
            <a:bodyPr vert="horz" wrap="square" lIns="91440" tIns="45720" rIns="91440" bIns="45720" anchor="t" anchorCtr="0">
              <a:prstTxWarp prst="textNoShape"/>
            </a:bodyPr>
            <a:lstStyle/>
            <a:p>
              <a:pPr marL="0" indent="0" algn="ctr" eaLnBrk="1" hangingPunct="1">
                <a:lnSpc>
                  <a:spcPct val="100000"/>
                </a:lnSpc>
                <a:spcBef>
                  <a:spcPts val="0"/>
                </a:spcBef>
                <a:spcAft>
                  <a:spcPts val="0"/>
                </a:spcAft>
                <a:buNone/>
              </a:pPr>
              <a:r>
                <a:rPr lang="en-US" altLang="zh-CN" sz="1600" b="0" i="0" u="none" strike="noStrike" kern="1200" cap="none" spc="0" baseline="0">
                  <a:solidFill>
                    <a:schemeClr val="tx1"/>
                  </a:solidFill>
                  <a:latin typeface="Calibri" pitchFamily="0" charset="0"/>
                  <a:ea typeface="ＭＳ Ｐゴシック" pitchFamily="0" charset="-128"/>
                  <a:cs typeface="Calibri" pitchFamily="0" charset="0"/>
                </a:rPr>
                <a:t>Population of a town</a:t>
              </a:r>
              <a:endParaRPr lang="zh-CN" altLang="en-US" sz="1600" b="0" i="0" u="none" strike="noStrike" kern="1200" cap="none" spc="0" baseline="0">
                <a:solidFill>
                  <a:schemeClr val="tx1"/>
                </a:solidFill>
                <a:latin typeface="Calibri" pitchFamily="0" charset="0"/>
                <a:ea typeface="ＭＳ Ｐゴシック" pitchFamily="0" charset="-128"/>
                <a:cs typeface="Calibri" pitchFamily="0" charset="0"/>
              </a:endParaRPr>
            </a:p>
          </p:txBody>
        </p:sp>
        <p:sp>
          <p:nvSpPr>
            <p:cNvPr id="324" name="Cloud callout"/>
            <p:cNvSpPr>
              <a:spLocks/>
            </p:cNvSpPr>
            <p:nvPr/>
          </p:nvSpPr>
          <p:spPr>
            <a:xfrm rot="0">
              <a:off x="2745494" y="5009505"/>
              <a:ext cx="2088236" cy="1157315"/>
            </a:xfrm>
            <a:prstGeom prst="cloudCallout">
              <a:avLst>
                <a:gd name="adj1" fmla="val 62004"/>
                <a:gd name="adj2" fmla="val -93305"/>
              </a:avLst>
            </a:prstGeom>
            <a:solidFill>
              <a:schemeClr val="bg1"/>
            </a:solidFill>
            <a:ln w="9525" cmpd="sng" cap="flat">
              <a:solidFill>
                <a:srgbClr val="000000"/>
              </a:solidFill>
              <a:prstDash val="solid"/>
              <a:round/>
            </a:ln>
          </p:spPr>
          <p:txBody>
            <a:bodyPr vert="horz" wrap="square" lIns="91440" tIns="45720" rIns="91440" bIns="45720" anchor="t" anchorCtr="0">
              <a:prstTxWarp prst="textNoShape"/>
            </a:bodyPr>
            <a:lstStyle/>
            <a:p>
              <a:pPr marL="0" indent="0" algn="ctr" eaLnBrk="1" hangingPunct="1">
                <a:lnSpc>
                  <a:spcPct val="100000"/>
                </a:lnSpc>
                <a:spcBef>
                  <a:spcPts val="0"/>
                </a:spcBef>
                <a:spcAft>
                  <a:spcPts val="0"/>
                </a:spcAft>
                <a:buNone/>
              </a:pPr>
              <a:r>
                <a:rPr lang="en-US" altLang="zh-CN" sz="1600" b="0" i="0" u="none" strike="noStrike" kern="1200" cap="none" spc="0" baseline="0">
                  <a:solidFill>
                    <a:schemeClr val="tx1"/>
                  </a:solidFill>
                  <a:latin typeface="Calibri" pitchFamily="0" charset="0"/>
                  <a:ea typeface="ＭＳ Ｐゴシック" pitchFamily="0" charset="-128"/>
                  <a:cs typeface="Calibri" pitchFamily="0" charset="0"/>
                </a:rPr>
                <a:t>Number of goals in a season</a:t>
              </a:r>
              <a:endParaRPr lang="zh-CN" altLang="en-US" sz="1600" b="0" i="0" u="none" strike="noStrike" kern="1200" cap="none" spc="0" baseline="0">
                <a:solidFill>
                  <a:schemeClr val="tx1"/>
                </a:solidFill>
                <a:latin typeface="Calibri" pitchFamily="0" charset="0"/>
                <a:ea typeface="ＭＳ Ｐゴシック" pitchFamily="0" charset="-128"/>
                <a:cs typeface="Calibri" pitchFamily="0" charset="0"/>
              </a:endParaRPr>
            </a:p>
          </p:txBody>
        </p:sp>
        <p:sp>
          <p:nvSpPr>
            <p:cNvPr id="325" name="Cloud callout"/>
            <p:cNvSpPr>
              <a:spLocks/>
            </p:cNvSpPr>
            <p:nvPr/>
          </p:nvSpPr>
          <p:spPr>
            <a:xfrm rot="0">
              <a:off x="7413318" y="4846450"/>
              <a:ext cx="2211074" cy="1157316"/>
            </a:xfrm>
            <a:prstGeom prst="cloudCallout">
              <a:avLst>
                <a:gd name="adj1" fmla="val -65314"/>
                <a:gd name="adj2" fmla="val -67750"/>
              </a:avLst>
            </a:prstGeom>
            <a:solidFill>
              <a:schemeClr val="bg1"/>
            </a:solidFill>
            <a:ln w="9525" cmpd="sng" cap="flat">
              <a:solidFill>
                <a:srgbClr val="000000"/>
              </a:solidFill>
              <a:prstDash val="solid"/>
              <a:round/>
            </a:ln>
          </p:spPr>
          <p:txBody>
            <a:bodyPr vert="horz" wrap="square" lIns="91440" tIns="45720" rIns="91440" bIns="45720" anchor="t" anchorCtr="0">
              <a:prstTxWarp prst="textNoShape"/>
            </a:bodyPr>
            <a:lstStyle/>
            <a:p>
              <a:pPr marL="0" indent="0" algn="ctr" eaLnBrk="1" hangingPunct="1">
                <a:lnSpc>
                  <a:spcPct val="100000"/>
                </a:lnSpc>
                <a:spcBef>
                  <a:spcPts val="0"/>
                </a:spcBef>
                <a:spcAft>
                  <a:spcPts val="0"/>
                </a:spcAft>
                <a:buNone/>
              </a:pPr>
              <a:r>
                <a:rPr lang="en-US" altLang="zh-CN" sz="1600" b="0" i="0" u="none" strike="noStrike" kern="1200" cap="none" spc="0" baseline="0">
                  <a:solidFill>
                    <a:schemeClr val="tx1"/>
                  </a:solidFill>
                  <a:latin typeface="Calibri" pitchFamily="0" charset="0"/>
                  <a:ea typeface="ＭＳ Ｐゴシック" pitchFamily="0" charset="-128"/>
                  <a:cs typeface="Calibri" pitchFamily="0" charset="0"/>
                </a:rPr>
                <a:t>Number of matches in a box</a:t>
              </a:r>
              <a:endParaRPr lang="zh-CN" altLang="en-US" sz="1600" b="0" i="0" u="none" strike="noStrike" kern="1200" cap="none" spc="0" baseline="0">
                <a:solidFill>
                  <a:schemeClr val="tx1"/>
                </a:solidFill>
                <a:latin typeface="Calibri" pitchFamily="0" charset="0"/>
                <a:ea typeface="ＭＳ Ｐゴシック" pitchFamily="0" charset="-128"/>
                <a:cs typeface="Calibri" pitchFamily="0" charset="0"/>
              </a:endParaRPr>
            </a:p>
          </p:txBody>
        </p:sp>
        <p:sp>
          <p:nvSpPr>
            <p:cNvPr id="326" name="Cloud callout"/>
            <p:cNvSpPr>
              <a:spLocks/>
            </p:cNvSpPr>
            <p:nvPr/>
          </p:nvSpPr>
          <p:spPr>
            <a:xfrm rot="0">
              <a:off x="7536155" y="3411753"/>
              <a:ext cx="2026818" cy="974581"/>
            </a:xfrm>
            <a:prstGeom prst="cloudCallout">
              <a:avLst>
                <a:gd name="adj1" fmla="val -77143"/>
                <a:gd name="adj2" fmla="val 129"/>
              </a:avLst>
            </a:prstGeom>
            <a:solidFill>
              <a:schemeClr val="bg1"/>
            </a:solidFill>
            <a:ln w="9525" cmpd="sng" cap="flat">
              <a:solidFill>
                <a:srgbClr val="000000"/>
              </a:solidFill>
              <a:prstDash val="solid"/>
              <a:round/>
            </a:ln>
          </p:spPr>
          <p:txBody>
            <a:bodyPr vert="horz" wrap="square" lIns="91440" tIns="45720" rIns="91440" bIns="45720" anchor="t" anchorCtr="0">
              <a:prstTxWarp prst="textNoShape"/>
            </a:bodyPr>
            <a:lstStyle/>
            <a:p>
              <a:pPr marL="0" indent="0" algn="ctr" eaLnBrk="1" hangingPunct="1">
                <a:lnSpc>
                  <a:spcPct val="100000"/>
                </a:lnSpc>
                <a:spcBef>
                  <a:spcPts val="0"/>
                </a:spcBef>
                <a:spcAft>
                  <a:spcPts val="0"/>
                </a:spcAft>
                <a:buNone/>
              </a:pPr>
              <a:r>
                <a:rPr lang="en-US" altLang="zh-CN" sz="1600" b="0" i="0" u="none" strike="noStrike" kern="1200" cap="none" spc="0" baseline="0">
                  <a:solidFill>
                    <a:schemeClr val="tx1"/>
                  </a:solidFill>
                  <a:latin typeface="Calibri" pitchFamily="0" charset="0"/>
                  <a:ea typeface="ＭＳ Ｐゴシック" pitchFamily="0" charset="-128"/>
                  <a:cs typeface="Calibri" pitchFamily="0" charset="0"/>
                </a:rPr>
                <a:t>Length of a crocodile</a:t>
              </a:r>
              <a:endParaRPr lang="zh-CN" altLang="en-US" sz="1600" b="0" i="0" u="none" strike="noStrike" kern="1200" cap="none" spc="0" baseline="0">
                <a:solidFill>
                  <a:schemeClr val="tx1"/>
                </a:solidFill>
                <a:latin typeface="Calibri" pitchFamily="0" charset="0"/>
                <a:ea typeface="ＭＳ Ｐゴシック" pitchFamily="0" charset="-128"/>
                <a:cs typeface="Calibri" pitchFamily="0" charset="0"/>
              </a:endParaRPr>
            </a:p>
          </p:txBody>
        </p:sp>
        <p:sp>
          <p:nvSpPr>
            <p:cNvPr id="327" name="Cloud callout"/>
            <p:cNvSpPr>
              <a:spLocks/>
            </p:cNvSpPr>
            <p:nvPr/>
          </p:nvSpPr>
          <p:spPr>
            <a:xfrm rot="0">
              <a:off x="2438400" y="3716310"/>
              <a:ext cx="2026818" cy="974581"/>
            </a:xfrm>
            <a:prstGeom prst="cloudCallout">
              <a:avLst>
                <a:gd name="adj1" fmla="val 75379"/>
                <a:gd name="adj2" fmla="val -32550"/>
              </a:avLst>
            </a:prstGeom>
            <a:solidFill>
              <a:schemeClr val="bg1"/>
            </a:solidFill>
            <a:ln w="9525" cmpd="sng" cap="flat">
              <a:solidFill>
                <a:srgbClr val="000000"/>
              </a:solidFill>
              <a:prstDash val="solid"/>
              <a:round/>
            </a:ln>
          </p:spPr>
          <p:txBody>
            <a:bodyPr vert="horz" wrap="square" lIns="91440" tIns="45720" rIns="91440" bIns="45720" anchor="t" anchorCtr="0">
              <a:prstTxWarp prst="textNoShape"/>
            </a:bodyPr>
            <a:lstStyle/>
            <a:p>
              <a:pPr marL="0" indent="0" algn="ctr" eaLnBrk="1" hangingPunct="1">
                <a:lnSpc>
                  <a:spcPct val="100000"/>
                </a:lnSpc>
                <a:spcBef>
                  <a:spcPts val="0"/>
                </a:spcBef>
                <a:spcAft>
                  <a:spcPts val="0"/>
                </a:spcAft>
                <a:buNone/>
              </a:pPr>
              <a:r>
                <a:rPr lang="en-US" altLang="zh-CN" sz="1600" b="0" i="0" u="none" strike="noStrike" kern="1200" cap="none" spc="0" baseline="0">
                  <a:solidFill>
                    <a:schemeClr val="tx1"/>
                  </a:solidFill>
                  <a:latin typeface="Calibri" pitchFamily="0" charset="0"/>
                  <a:ea typeface="ＭＳ Ｐゴシック" pitchFamily="0" charset="-128"/>
                  <a:cs typeface="Calibri" pitchFamily="0" charset="0"/>
                </a:rPr>
                <a:t>Shirt collar size</a:t>
              </a:r>
              <a:endParaRPr lang="zh-CN" altLang="en-US" sz="1600" b="0" i="0" u="none" strike="noStrike" kern="1200" cap="none" spc="0" baseline="0">
                <a:solidFill>
                  <a:schemeClr val="tx1"/>
                </a:solidFill>
                <a:latin typeface="Calibri" pitchFamily="0" charset="0"/>
                <a:ea typeface="ＭＳ Ｐゴシック" pitchFamily="0" charset="-128"/>
                <a:cs typeface="Calibri" pitchFamily="0" charset="0"/>
              </a:endParaRPr>
            </a:p>
          </p:txBody>
        </p:sp>
        <p:sp>
          <p:nvSpPr>
            <p:cNvPr id="328" name="Cloud callout"/>
            <p:cNvSpPr>
              <a:spLocks/>
            </p:cNvSpPr>
            <p:nvPr/>
          </p:nvSpPr>
          <p:spPr>
            <a:xfrm rot="0">
              <a:off x="5079405" y="1767147"/>
              <a:ext cx="2026818" cy="974581"/>
            </a:xfrm>
            <a:prstGeom prst="cloudCallout">
              <a:avLst>
                <a:gd name="adj1" fmla="val 8203"/>
                <a:gd name="adj2" fmla="val 97129"/>
              </a:avLst>
            </a:prstGeom>
            <a:solidFill>
              <a:schemeClr val="bg1"/>
            </a:solidFill>
            <a:ln w="9525" cmpd="sng" cap="flat">
              <a:solidFill>
                <a:srgbClr val="000000"/>
              </a:solidFill>
              <a:prstDash val="solid"/>
              <a:round/>
            </a:ln>
          </p:spPr>
          <p:txBody>
            <a:bodyPr vert="horz" wrap="square" lIns="91440" tIns="45720" rIns="91440" bIns="45720" anchor="t" anchorCtr="0">
              <a:prstTxWarp prst="textNoShape"/>
            </a:bodyPr>
            <a:lstStyle/>
            <a:p>
              <a:pPr marL="0" indent="0" algn="ctr" eaLnBrk="1" hangingPunct="1">
                <a:lnSpc>
                  <a:spcPct val="100000"/>
                </a:lnSpc>
                <a:spcBef>
                  <a:spcPts val="0"/>
                </a:spcBef>
                <a:spcAft>
                  <a:spcPts val="0"/>
                </a:spcAft>
                <a:buNone/>
              </a:pPr>
              <a:r>
                <a:rPr lang="en-US" altLang="zh-CN" sz="1600" b="0" i="0" u="none" strike="noStrike" kern="1200" cap="none" spc="0" baseline="0">
                  <a:solidFill>
                    <a:schemeClr val="tx1"/>
                  </a:solidFill>
                  <a:latin typeface="Calibri" pitchFamily="0" charset="0"/>
                  <a:ea typeface="ＭＳ Ｐゴシック" pitchFamily="0" charset="-128"/>
                  <a:cs typeface="Calibri" pitchFamily="0" charset="0"/>
                </a:rPr>
                <a:t> Speed of a car</a:t>
              </a:r>
              <a:endParaRPr lang="zh-CN" altLang="en-US" sz="1600" b="0" i="0" u="none" strike="noStrike" kern="1200" cap="none" spc="0" baseline="0">
                <a:solidFill>
                  <a:schemeClr val="tx1"/>
                </a:solidFill>
                <a:latin typeface="Calibri" pitchFamily="0" charset="0"/>
                <a:ea typeface="ＭＳ Ｐゴシック" pitchFamily="0" charset="-128"/>
                <a:cs typeface="Calibri" pitchFamily="0" charset="0"/>
              </a:endParaRPr>
            </a:p>
          </p:txBody>
        </p:sp>
        <p:sp>
          <p:nvSpPr>
            <p:cNvPr id="329" name="Cloud callout"/>
            <p:cNvSpPr>
              <a:spLocks/>
            </p:cNvSpPr>
            <p:nvPr/>
          </p:nvSpPr>
          <p:spPr>
            <a:xfrm rot="0">
              <a:off x="5123276" y="5441506"/>
              <a:ext cx="2290041" cy="1035493"/>
            </a:xfrm>
            <a:prstGeom prst="cloudCallout">
              <a:avLst>
                <a:gd name="adj1" fmla="val 5407"/>
                <a:gd name="adj2" fmla="val -97666"/>
              </a:avLst>
            </a:prstGeom>
            <a:solidFill>
              <a:schemeClr val="bg1"/>
            </a:solidFill>
            <a:ln w="9525" cmpd="sng" cap="flat">
              <a:solidFill>
                <a:srgbClr val="000000"/>
              </a:solidFill>
              <a:prstDash val="solid"/>
              <a:round/>
            </a:ln>
          </p:spPr>
          <p:txBody>
            <a:bodyPr vert="horz" wrap="square" lIns="91440" tIns="45720" rIns="91440" bIns="45720" anchor="t" anchorCtr="0">
              <a:prstTxWarp prst="textNoShape"/>
            </a:bodyPr>
            <a:lstStyle/>
            <a:p>
              <a:pPr marL="0" indent="0" algn="ctr" eaLnBrk="1" hangingPunct="1">
                <a:lnSpc>
                  <a:spcPct val="100000"/>
                </a:lnSpc>
                <a:spcBef>
                  <a:spcPts val="0"/>
                </a:spcBef>
                <a:spcAft>
                  <a:spcPts val="0"/>
                </a:spcAft>
                <a:buNone/>
              </a:pPr>
              <a:r>
                <a:rPr lang="en-US" altLang="zh-CN" sz="1600" b="0" i="0" u="none" strike="noStrike" kern="1200" cap="none" spc="0" baseline="0">
                  <a:solidFill>
                    <a:schemeClr val="tx1"/>
                  </a:solidFill>
                  <a:latin typeface="Calibri" pitchFamily="0" charset="0"/>
                  <a:ea typeface="ＭＳ Ｐゴシック" pitchFamily="0" charset="-128"/>
                  <a:cs typeface="Calibri" pitchFamily="0" charset="0"/>
                </a:rPr>
                <a:t>Temperature of oven </a:t>
              </a:r>
              <a:endParaRPr lang="zh-CN" altLang="en-US" sz="1600" b="0" i="0" u="none" strike="noStrike" kern="1200" cap="none" spc="0" baseline="0">
                <a:solidFill>
                  <a:schemeClr val="tx1"/>
                </a:solidFill>
                <a:latin typeface="Calibri" pitchFamily="0" charset="0"/>
                <a:ea typeface="ＭＳ Ｐゴシック" pitchFamily="0" charset="-128"/>
                <a:cs typeface="Calibri" pitchFamily="0" charset="0"/>
              </a:endParaRPr>
            </a:p>
          </p:txBody>
        </p:sp>
        <p:sp>
          <p:nvSpPr>
            <p:cNvPr id="330" name="太阳形"/>
            <p:cNvSpPr>
              <a:spLocks/>
            </p:cNvSpPr>
            <p:nvPr/>
          </p:nvSpPr>
          <p:spPr>
            <a:xfrm rot="0">
              <a:off x="4526637" y="2924462"/>
              <a:ext cx="3009518" cy="2375541"/>
            </a:xfrm>
            <a:prstGeom prst="sun">
              <a:avLst>
                <a:gd name="adj" fmla="val 25000"/>
              </a:avLst>
            </a:prstGeom>
            <a:solidFill>
              <a:srgbClr val="FFCCFF"/>
            </a:solidFill>
            <a:ln w="9525" cmpd="sng" cap="flat">
              <a:solidFill>
                <a:srgbClr val="000000"/>
              </a:solidFill>
              <a:prstDash val="solid"/>
              <a:miter/>
            </a:ln>
          </p:spPr>
        </p:sp>
        <p:sp>
          <p:nvSpPr>
            <p:cNvPr id="331" name="Rectangles"/>
            <p:cNvSpPr>
              <a:spLocks/>
            </p:cNvSpPr>
            <p:nvPr/>
          </p:nvSpPr>
          <p:spPr>
            <a:xfrm rot="0">
              <a:off x="5386499" y="3777222"/>
              <a:ext cx="1412631" cy="891540"/>
            </a:xfrm>
            <a:prstGeom prst="rect"/>
            <a:noFill/>
            <a:ln w="12700" cmpd="sng" cap="flat">
              <a:noFill/>
              <a:prstDash val="solid"/>
              <a:round/>
            </a:ln>
          </p:spPr>
          <p:txBody>
            <a:bodyPr vert="horz" wrap="square" lIns="91440" tIns="45720" rIns="91440" bIns="45720" anchor="t" anchorCtr="0">
              <a:prstTxWarp prst="textNoShape"/>
              <a:spAutoFit/>
            </a:bodyPr>
            <a:lstStyle/>
            <a:p>
              <a:pPr marL="0" indent="0" algn="l" eaLnBrk="1" hangingPunct="1">
                <a:lnSpc>
                  <a:spcPct val="100000"/>
                </a:lnSpc>
                <a:spcBef>
                  <a:spcPct val="50000"/>
                </a:spcBef>
                <a:spcAft>
                  <a:spcPts val="0"/>
                </a:spcAft>
                <a:buNone/>
              </a:pPr>
              <a:r>
                <a:rPr lang="en-US" altLang="zh-CN" sz="1800" b="0" i="0" u="none" strike="noStrike" kern="1200" cap="none" spc="0" baseline="0">
                  <a:solidFill>
                    <a:schemeClr val="tx1"/>
                  </a:solidFill>
                  <a:latin typeface="Calibri" pitchFamily="0" charset="0"/>
                  <a:ea typeface="ＭＳ Ｐゴシック" pitchFamily="0" charset="-128"/>
                  <a:cs typeface="Calibri" pitchFamily="0" charset="0"/>
                </a:rPr>
                <a:t>Discrete? Continuous?</a:t>
              </a:r>
              <a:endParaRPr lang="zh-CN" altLang="en-US" sz="1800" b="0" i="0" u="none" strike="noStrike" kern="1200" cap="none" spc="0" baseline="0">
                <a:solidFill>
                  <a:schemeClr val="tx1"/>
                </a:solidFill>
                <a:latin typeface="Calibri" pitchFamily="0" charset="0"/>
                <a:ea typeface="ＭＳ Ｐゴシック" pitchFamily="0" charset="-128"/>
                <a:cs typeface="Calibri" pitchFamily="0" charset="0"/>
              </a:endParaRPr>
            </a:p>
          </p:txBody>
        </p:sp>
        <p:sp>
          <p:nvSpPr>
            <p:cNvPr id="332" name="Rectangles"/>
            <p:cNvSpPr>
              <a:spLocks/>
            </p:cNvSpPr>
            <p:nvPr/>
          </p:nvSpPr>
          <p:spPr>
            <a:xfrm rot="0">
              <a:off x="2622656" y="1340768"/>
              <a:ext cx="7001736" cy="369332"/>
            </a:xfrm>
            <a:prstGeom prst="rect"/>
            <a:solidFill>
              <a:srgbClr val="FFCCFF"/>
            </a:solidFill>
            <a:ln w="9525" cmpd="sng" cap="flat">
              <a:solidFill>
                <a:srgbClr val="C0504D"/>
              </a:solidFill>
              <a:prstDash val="solid"/>
              <a:miter/>
            </a:ln>
          </p:spPr>
          <p:txBody>
            <a:bodyPr vert="horz" wrap="square" lIns="91440" tIns="45720" rIns="91440" bIns="45720" anchor="t" anchorCtr="0">
              <a:prstTxWarp prst="textNoShape"/>
              <a:spAutoFit/>
            </a:bodyPr>
            <a:lstStyle/>
            <a:p>
              <a:pPr marL="0" indent="0" algn="ctr" eaLnBrk="1" hangingPunct="1">
                <a:lnSpc>
                  <a:spcPct val="100000"/>
                </a:lnSpc>
                <a:spcBef>
                  <a:spcPct val="50000"/>
                </a:spcBef>
                <a:spcAft>
                  <a:spcPts val="0"/>
                </a:spcAft>
                <a:buNone/>
              </a:pPr>
              <a:r>
                <a:rPr lang="en-US" altLang="zh-CN" sz="1800" b="0" i="0" u="none" strike="noStrike" kern="1200" cap="none" spc="0" baseline="0">
                  <a:solidFill>
                    <a:schemeClr val="tx1"/>
                  </a:solidFill>
                  <a:latin typeface="Calibri" pitchFamily="0" charset="0"/>
                  <a:ea typeface="ＭＳ Ｐゴシック" pitchFamily="0" charset="-128"/>
                  <a:cs typeface="Calibri" pitchFamily="0" charset="0"/>
                </a:rPr>
                <a:t>Group the following as either discrete or continuous data.</a:t>
              </a:r>
              <a:endParaRPr lang="zh-CN" altLang="en-US" sz="1800" b="0" i="0" u="none" strike="noStrike" kern="1200" cap="none" spc="0" baseline="0">
                <a:solidFill>
                  <a:schemeClr val="tx1"/>
                </a:solidFill>
                <a:latin typeface="Calibri" pitchFamily="0" charset="0"/>
                <a:ea typeface="ＭＳ Ｐゴシック" pitchFamily="0" charset="-128"/>
                <a:cs typeface="Calibri" pitchFamily="0" charset="0"/>
              </a:endParaRPr>
            </a:p>
          </p:txBody>
        </p:sp>
      </p:grpSp>
      <p:sp>
        <p:nvSpPr>
          <p:cNvPr id="334"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Discrete &amp; Continuous Data </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spTree>
    <p:extLst>
      <p:ext uri="{BB962C8B-B14F-4D97-AF65-F5344CB8AC3E}">
        <p14:creationId xmlns:p14="http://schemas.microsoft.com/office/powerpoint/2010/main" val="236754908"/>
      </p:ext>
    </p:extLst>
  </p:cSld>
  <p:clrMapOvr>
    <a:masterClrMapping/>
  </p:clrMapOvr>
</p:sld>
</file>

<file path=ppt/slides/slide58.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35" name="Text box"/>
          <p:cNvSpPr>
            <a:spLocks noGrp="1"/>
          </p:cNvSpPr>
          <p:nvPr>
            <p:ph type="title"/>
          </p:nvPr>
        </p:nvSpPr>
        <p:spPr>
          <a:xfrm rot="0">
            <a:off x="609600" y="1219200"/>
            <a:ext cx="5181599"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4000" b="0" i="0" u="none" strike="noStrike" kern="1200" cap="none" spc="0" baseline="0">
                <a:solidFill>
                  <a:schemeClr val="tx1"/>
                </a:solidFill>
                <a:latin typeface="Calibri" pitchFamily="0" charset="0"/>
                <a:ea typeface="ＭＳ Ｐゴシック" pitchFamily="0" charset="-128"/>
                <a:cs typeface="Lucida Sans"/>
              </a:rPr>
              <a:t>Discrete &amp;</a:t>
            </a:r>
            <a:br>
              <a:rPr lang="zh-CN" altLang="en-US" sz="4000" b="0" i="0" u="none" strike="noStrike" kern="1200" cap="none" spc="0" baseline="0">
                <a:solidFill>
                  <a:schemeClr val="tx1"/>
                </a:solidFill>
                <a:latin typeface="Calibri" pitchFamily="0" charset="0"/>
                <a:ea typeface="ＭＳ Ｐゴシック" pitchFamily="0" charset="-128"/>
                <a:cs typeface="Lucida Sans"/>
              </a:rPr>
            </a:br>
            <a:r>
              <a:rPr lang="en-US" altLang="zh-CN" sz="4000" b="0" i="0" u="none" strike="noStrike" kern="1200" cap="none" spc="0" baseline="0">
                <a:solidFill>
                  <a:schemeClr val="tx1"/>
                </a:solidFill>
                <a:latin typeface="Calibri" pitchFamily="0" charset="0"/>
                <a:ea typeface="ＭＳ Ｐゴシック" pitchFamily="0" charset="-128"/>
                <a:cs typeface="Lucida Sans"/>
              </a:rPr>
              <a:t>Continuous Data</a:t>
            </a:r>
            <a:endParaRPr lang="zh-CN" altLang="en-US" sz="4000" b="0" i="0" u="none" strike="noStrike" kern="1200" cap="none" spc="0" baseline="0">
              <a:solidFill>
                <a:schemeClr val="tx1"/>
              </a:solidFill>
              <a:latin typeface="Calibri" pitchFamily="0" charset="0"/>
              <a:ea typeface="ＭＳ Ｐゴシック" pitchFamily="0" charset="-128"/>
              <a:cs typeface="Lucida Sans"/>
            </a:endParaRPr>
          </a:p>
        </p:txBody>
      </p:sp>
      <p:sp>
        <p:nvSpPr>
          <p:cNvPr id="336" name="Text box"/>
          <p:cNvSpPr>
            <a:spLocks noGrp="1"/>
          </p:cNvSpPr>
          <p:nvPr>
            <p:ph type="body" idx="1"/>
          </p:nvPr>
        </p:nvSpPr>
        <p:spPr>
          <a:xfrm rot="0">
            <a:off x="609600" y="2544762"/>
            <a:ext cx="5384800" cy="2484437"/>
          </a:xfrm>
          <a:prstGeom prst="rect"/>
          <a:noFill/>
          <a:ln w="12700" cmpd="sng" cap="flat">
            <a:noFill/>
            <a:prstDash val="solid"/>
            <a:round/>
          </a:ln>
        </p:spPr>
        <p:txBody>
          <a:bodyPr vert="horz" wrap="square" lIns="91440" tIns="45720" rIns="91440" bIns="45720" anchor="t" anchorCtr="0">
            <a:prstTxWarp prst="textNoShape"/>
          </a:bodyPr>
          <a:lstStyle/>
          <a:p>
            <a:pPr marL="342900" indent="-342900" algn="l">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How about money? Is it a discrete or continuous data?</a:t>
            </a:r>
            <a:endParaRPr lang="zh-CN" altLang="en-US" sz="2800" b="0" i="0" u="none" strike="noStrike" kern="1200" cap="none" spc="0" baseline="0">
              <a:solidFill>
                <a:schemeClr val="tx1"/>
              </a:solidFill>
              <a:latin typeface="Calibri" pitchFamily="0" charset="0"/>
              <a:ea typeface="ＭＳ Ｐゴシック" pitchFamily="0" charset="-128"/>
              <a:cs typeface="Lucida Sans"/>
            </a:endParaRPr>
          </a:p>
        </p:txBody>
      </p:sp>
      <p:pic>
        <p:nvPicPr>
          <p:cNvPr id="337" name="Images"/>
          <p:cNvPicPr>
            <a:picLocks noChangeAspect="1"/>
          </p:cNvPicPr>
          <p:nvPr/>
        </p:nvPicPr>
        <p:blipFill>
          <a:blip r:embed="rId1" cstate="print"/>
          <a:srcRect t="1078" b="1930" l="31270" r="15729"/>
          <a:stretch>
            <a:fillRect/>
          </a:stretch>
        </p:blipFill>
        <p:spPr>
          <a:xfrm rot="0">
            <a:off x="6045210" y="12915"/>
            <a:ext cx="5613389" cy="6856709"/>
          </a:xfrm>
          <a:prstGeom prst="rect"/>
          <a:noFill/>
          <a:ln w="12700" cmpd="sng" cap="flat">
            <a:noFill/>
            <a:prstDash val="solid"/>
            <a:miter/>
          </a:ln>
        </p:spPr>
      </p:pic>
      <p:sp>
        <p:nvSpPr>
          <p:cNvPr id="338" name="Text box"/>
          <p:cNvSpPr>
            <a:spLocks noGrp="1"/>
          </p:cNvSpPr>
          <p:nvPr>
            <p:ph type="sldNum"/>
          </p:nvPr>
        </p:nvSpPr>
        <p:spPr>
          <a:xfrm rot="0">
            <a:off x="8737600" y="6356351"/>
            <a:ext cx="2844799"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600"/>
              </a:spcAft>
              <a:buNone/>
            </a:pPr>
            <a:fld id="{CAD2D6BD-DE1B-4B5F-8B41-2702339687B9}" type="slidenum">
              <a:rPr lang="en-US" altLang="zh-CN" sz="1200" b="1" i="0" u="none" strike="noStrike" kern="1200" cap="none" spc="0" baseline="0">
                <a:solidFill>
                  <a:srgbClr val="898989"/>
                </a:solidFill>
                <a:latin typeface="Arial" pitchFamily="0" charset="0"/>
                <a:ea typeface="ＭＳ Ｐゴシック" pitchFamily="0" charset="-128"/>
                <a:cs typeface="Calibri" pitchFamily="0" charset="0"/>
              </a:rPr>
              <a:t>58</a:t>
            </a:fld>
            <a:endParaRPr lang="zh-CN" altLang="en-US" sz="1200" b="1" i="0" u="none" strike="noStrike" kern="1200" cap="none" spc="0" baseline="0">
              <a:solidFill>
                <a:srgbClr val="898989"/>
              </a:solidFill>
              <a:latin typeface="Arial"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853631019"/>
      </p:ext>
    </p:extLst>
  </p:cSld>
  <p:clrMapOvr>
    <a:masterClrMapping/>
  </p:clrMapOvr>
</p:sld>
</file>

<file path=ppt/slides/slide59.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39" name="Text box"/>
          <p:cNvSpPr>
            <a:spLocks noGrp="1"/>
          </p:cNvSpPr>
          <p:nvPr>
            <p:ph type="sldNum"/>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Lucida Sans"/>
              </a:rPr>
              <a:t>59</a:t>
            </a:fld>
            <a:endParaRPr lang="zh-CN" altLang="en-US" sz="1000" b="1" i="0" u="none" strike="noStrike" kern="1200" cap="none" spc="0" baseline="0">
              <a:solidFill>
                <a:schemeClr val="bg1"/>
              </a:solidFill>
              <a:latin typeface="Arial" pitchFamily="0" charset="0"/>
              <a:ea typeface="ＭＳ Ｐゴシック" pitchFamily="0" charset="-128"/>
              <a:cs typeface="Lucida Sans"/>
            </a:endParaRPr>
          </a:p>
        </p:txBody>
      </p:sp>
      <p:sp>
        <p:nvSpPr>
          <p:cNvPr id="340"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Levels of Measurement</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sp>
        <p:nvSpPr>
          <p:cNvPr id="341" name="Text box"/>
          <p:cNvSpPr>
            <a:spLocks noGrp="1"/>
          </p:cNvSpPr>
          <p:nvPr>
            <p:ph type="body" idx="1"/>
          </p:nvPr>
        </p:nvSpPr>
        <p:spPr>
          <a:xfrm rot="0">
            <a:off x="609600" y="1600201"/>
            <a:ext cx="10972800" cy="4525963"/>
          </a:xfrm>
          <a:prstGeom prst="rect"/>
          <a:noFill/>
          <a:ln w="12700" cmpd="sng" cap="flat">
            <a:noFill/>
            <a:prstDash val="solid"/>
            <a:round/>
          </a:ln>
        </p:spPr>
        <p:txBody>
          <a:bodyPr vert="horz" wrap="square" lIns="91440" tIns="45720" rIns="91440" bIns="45720" anchor="t" anchorCtr="0">
            <a:prstTxWarp prst="textNoShape"/>
          </a:bodyPr>
          <a:lstStyle/>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There are four levels of data measurement. Ranked from top to bottom in order of complexity and information content these are:</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lvl="1" marL="742950" indent="-285750" algn="just" eaLnBrk="1" hangingPunct="1">
              <a:lnSpc>
                <a:spcPct val="100000"/>
              </a:lnSpc>
              <a:spcBef>
                <a:spcPct val="20000"/>
              </a:spcBef>
              <a:spcAft>
                <a:spcPts val="0"/>
              </a:spcAft>
              <a:buFont typeface="Arial" pitchFamily="0" charset="0"/>
              <a:buChar char="–"/>
            </a:pPr>
            <a:r>
              <a:rPr lang="en-US" altLang="zh-CN" sz="2400" b="0" i="0" u="none" strike="noStrike" kern="1200" cap="none" spc="0" baseline="0">
                <a:solidFill>
                  <a:schemeClr val="tx1"/>
                </a:solidFill>
                <a:latin typeface="Calibri" pitchFamily="0" charset="0"/>
                <a:ea typeface="ＭＳ Ｐゴシック" pitchFamily="0" charset="-128"/>
                <a:cs typeface="Lucida Sans"/>
              </a:rPr>
              <a:t>Nominal scale</a:t>
            </a:r>
            <a:endParaRPr lang="en-US" altLang="zh-CN" sz="2400" b="0" i="0" u="none" strike="noStrike" kern="1200" cap="none" spc="0" baseline="0">
              <a:solidFill>
                <a:schemeClr val="tx1"/>
              </a:solidFill>
              <a:latin typeface="Calibri" pitchFamily="0" charset="0"/>
              <a:ea typeface="ＭＳ Ｐゴシック" pitchFamily="0" charset="-128"/>
              <a:cs typeface="Lucida Sans"/>
            </a:endParaRPr>
          </a:p>
          <a:p>
            <a:pPr lvl="1" marL="742950" indent="-285750" algn="just" eaLnBrk="1" hangingPunct="1">
              <a:lnSpc>
                <a:spcPct val="100000"/>
              </a:lnSpc>
              <a:spcBef>
                <a:spcPct val="20000"/>
              </a:spcBef>
              <a:spcAft>
                <a:spcPts val="0"/>
              </a:spcAft>
              <a:buFont typeface="Arial" pitchFamily="0" charset="0"/>
              <a:buChar char="–"/>
            </a:pPr>
            <a:r>
              <a:rPr lang="en-US" altLang="zh-CN" sz="2400" b="0" i="0" u="none" strike="noStrike" kern="1200" cap="none" spc="0" baseline="0">
                <a:solidFill>
                  <a:schemeClr val="tx1"/>
                </a:solidFill>
                <a:latin typeface="Calibri" pitchFamily="0" charset="0"/>
                <a:ea typeface="ＭＳ Ｐゴシック" pitchFamily="0" charset="-128"/>
                <a:cs typeface="Lucida Sans"/>
              </a:rPr>
              <a:t>Ordinal scale</a:t>
            </a:r>
            <a:endParaRPr lang="en-US" altLang="zh-CN" sz="2400" b="0" i="0" u="none" strike="noStrike" kern="1200" cap="none" spc="0" baseline="0">
              <a:solidFill>
                <a:schemeClr val="tx1"/>
              </a:solidFill>
              <a:latin typeface="Calibri" pitchFamily="0" charset="0"/>
              <a:ea typeface="ＭＳ Ｐゴシック" pitchFamily="0" charset="-128"/>
              <a:cs typeface="Lucida Sans"/>
            </a:endParaRPr>
          </a:p>
          <a:p>
            <a:pPr lvl="1" marL="742950" indent="-285750" algn="just" eaLnBrk="1" hangingPunct="1">
              <a:lnSpc>
                <a:spcPct val="100000"/>
              </a:lnSpc>
              <a:spcBef>
                <a:spcPct val="20000"/>
              </a:spcBef>
              <a:spcAft>
                <a:spcPts val="0"/>
              </a:spcAft>
              <a:buFont typeface="Arial" pitchFamily="0" charset="0"/>
              <a:buChar char="–"/>
            </a:pPr>
            <a:r>
              <a:rPr lang="en-US" altLang="zh-CN" sz="2400" b="0" i="0" u="none" strike="noStrike" kern="1200" cap="none" spc="0" baseline="0">
                <a:solidFill>
                  <a:schemeClr val="tx1"/>
                </a:solidFill>
                <a:latin typeface="Calibri" pitchFamily="0" charset="0"/>
                <a:ea typeface="ＭＳ Ｐゴシック" pitchFamily="0" charset="-128"/>
                <a:cs typeface="Lucida Sans"/>
              </a:rPr>
              <a:t>Interval scale</a:t>
            </a:r>
            <a:endParaRPr lang="en-US" altLang="zh-CN" sz="2400" b="0" i="0" u="none" strike="noStrike" kern="1200" cap="none" spc="0" baseline="0">
              <a:solidFill>
                <a:schemeClr val="tx1"/>
              </a:solidFill>
              <a:latin typeface="Calibri" pitchFamily="0" charset="0"/>
              <a:ea typeface="ＭＳ Ｐゴシック" pitchFamily="0" charset="-128"/>
              <a:cs typeface="Lucida Sans"/>
            </a:endParaRPr>
          </a:p>
          <a:p>
            <a:pPr lvl="1" marL="742950" indent="-285750" algn="just" eaLnBrk="1" hangingPunct="1">
              <a:lnSpc>
                <a:spcPct val="100000"/>
              </a:lnSpc>
              <a:spcBef>
                <a:spcPct val="20000"/>
              </a:spcBef>
              <a:spcAft>
                <a:spcPts val="0"/>
              </a:spcAft>
              <a:buFont typeface="Arial" pitchFamily="0" charset="0"/>
              <a:buChar char="–"/>
            </a:pPr>
            <a:r>
              <a:rPr lang="en-US" altLang="zh-CN" sz="2400" b="0" i="0" u="none" strike="noStrike" kern="1200" cap="none" spc="0" baseline="0">
                <a:solidFill>
                  <a:schemeClr val="tx1"/>
                </a:solidFill>
                <a:latin typeface="Calibri" pitchFamily="0" charset="0"/>
                <a:ea typeface="ＭＳ Ｐゴシック" pitchFamily="0" charset="-128"/>
                <a:cs typeface="Lucida Sans"/>
              </a:rPr>
              <a:t>Ratio scale</a:t>
            </a:r>
            <a:endParaRPr lang="en-US" altLang="zh-CN" sz="24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endParaRPr lang="zh-CN" altLang="en-US" sz="2800" b="0" i="0" u="none" strike="noStrike" kern="1200" cap="none" spc="0" baseline="0">
              <a:solidFill>
                <a:schemeClr val="tx1"/>
              </a:solidFill>
              <a:latin typeface="Calibri" pitchFamily="0" charset="0"/>
              <a:ea typeface="ＭＳ Ｐゴシック" pitchFamily="0" charset="-128"/>
              <a:cs typeface="Lucida Sans"/>
            </a:endParaRPr>
          </a:p>
        </p:txBody>
      </p:sp>
    </p:spTree>
    <p:extLst>
      <p:ext uri="{BB962C8B-B14F-4D97-AF65-F5344CB8AC3E}">
        <p14:creationId xmlns:p14="http://schemas.microsoft.com/office/powerpoint/2010/main" val="526500102"/>
      </p:ext>
    </p:extLst>
  </p:cSld>
  <p:clrMapOvr>
    <a:masterClrMapping/>
  </p:clrMapOvr>
</p:sld>
</file>

<file path=ppt/slides/slide60.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42" name="Text box"/>
          <p:cNvSpPr>
            <a:spLocks noGrp="1"/>
          </p:cNvSpPr>
          <p:nvPr>
            <p:ph type="sldNum"/>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Lucida Sans"/>
              </a:rPr>
              <a:t>60</a:t>
            </a:fld>
            <a:endParaRPr lang="zh-CN" altLang="en-US" sz="1000" b="1" i="0" u="none" strike="noStrike" kern="1200" cap="none" spc="0" baseline="0">
              <a:solidFill>
                <a:schemeClr val="bg1"/>
              </a:solidFill>
              <a:latin typeface="Arial" pitchFamily="0" charset="0"/>
              <a:ea typeface="ＭＳ Ｐゴシック" pitchFamily="0" charset="-128"/>
              <a:cs typeface="Lucida Sans"/>
            </a:endParaRPr>
          </a:p>
        </p:txBody>
      </p:sp>
      <p:sp>
        <p:nvSpPr>
          <p:cNvPr id="343"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Levels of Measurement</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sp>
        <p:nvSpPr>
          <p:cNvPr id="344" name="Text box"/>
          <p:cNvSpPr>
            <a:spLocks noGrp="1"/>
          </p:cNvSpPr>
          <p:nvPr>
            <p:ph type="body" idx="1"/>
          </p:nvPr>
        </p:nvSpPr>
        <p:spPr>
          <a:xfrm rot="0">
            <a:off x="609600" y="1600201"/>
            <a:ext cx="10972800" cy="4525963"/>
          </a:xfrm>
          <a:prstGeom prst="rect"/>
          <a:noFill/>
          <a:ln w="12700" cmpd="sng" cap="flat">
            <a:noFill/>
            <a:prstDash val="solid"/>
            <a:round/>
          </a:ln>
        </p:spPr>
        <p:txBody>
          <a:bodyPr vert="horz" wrap="square" lIns="91440" tIns="45720" rIns="91440" bIns="45720" anchor="t" anchorCtr="0">
            <a:prstTxWarp prst="textNoShape"/>
          </a:bodyPr>
          <a:lstStyle/>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Each level of measurement is characterized by its properties. </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lvl="1" marL="742950" indent="-285750" algn="just" eaLnBrk="1" hangingPunct="1">
              <a:lnSpc>
                <a:spcPct val="100000"/>
              </a:lnSpc>
              <a:spcBef>
                <a:spcPct val="20000"/>
              </a:spcBef>
              <a:spcAft>
                <a:spcPts val="0"/>
              </a:spcAft>
              <a:buFont typeface="Arial" pitchFamily="0" charset="0"/>
              <a:buChar char="–"/>
            </a:pPr>
            <a:r>
              <a:rPr lang="en-US" altLang="zh-CN" sz="2400" b="0" i="0" u="none" strike="noStrike" kern="1200" cap="none" spc="0" baseline="0">
                <a:solidFill>
                  <a:schemeClr val="tx1"/>
                </a:solidFill>
                <a:latin typeface="Calibri" pitchFamily="0" charset="0"/>
                <a:ea typeface="ＭＳ Ｐゴシック" pitchFamily="0" charset="-128"/>
                <a:cs typeface="Lucida Sans"/>
              </a:rPr>
              <a:t>Nominal measurement has just one property: CLASSIFICATION. </a:t>
            </a:r>
            <a:endParaRPr lang="en-US" altLang="zh-CN" sz="2400" b="0" i="0" u="none" strike="noStrike" kern="1200" cap="none" spc="0" baseline="0">
              <a:solidFill>
                <a:schemeClr val="tx1"/>
              </a:solidFill>
              <a:latin typeface="Calibri" pitchFamily="0" charset="0"/>
              <a:ea typeface="ＭＳ Ｐゴシック" pitchFamily="0" charset="-128"/>
              <a:cs typeface="Lucida Sans"/>
            </a:endParaRPr>
          </a:p>
          <a:p>
            <a:pPr lvl="1" marL="742950" indent="-285750" algn="just" eaLnBrk="1" hangingPunct="1">
              <a:lnSpc>
                <a:spcPct val="100000"/>
              </a:lnSpc>
              <a:spcBef>
                <a:spcPct val="20000"/>
              </a:spcBef>
              <a:spcAft>
                <a:spcPts val="0"/>
              </a:spcAft>
              <a:buFont typeface="Arial" pitchFamily="0" charset="0"/>
              <a:buChar char="–"/>
            </a:pPr>
            <a:r>
              <a:rPr lang="en-US" altLang="zh-CN" sz="2400" b="0" i="0" u="none" strike="noStrike" kern="1200" cap="none" spc="0" baseline="0">
                <a:solidFill>
                  <a:schemeClr val="tx1"/>
                </a:solidFill>
                <a:latin typeface="Calibri" pitchFamily="0" charset="0"/>
                <a:ea typeface="ＭＳ Ｐゴシック" pitchFamily="0" charset="-128"/>
                <a:cs typeface="Lucida Sans"/>
              </a:rPr>
              <a:t>Ordinal measurement has two properties: CLASSIFICATION and ORDER. </a:t>
            </a:r>
            <a:endParaRPr lang="en-US" altLang="zh-CN" sz="2400" b="0" i="0" u="none" strike="noStrike" kern="1200" cap="none" spc="0" baseline="0">
              <a:solidFill>
                <a:schemeClr val="tx1"/>
              </a:solidFill>
              <a:latin typeface="Calibri" pitchFamily="0" charset="0"/>
              <a:ea typeface="ＭＳ Ｐゴシック" pitchFamily="0" charset="-128"/>
              <a:cs typeface="Lucida Sans"/>
            </a:endParaRPr>
          </a:p>
          <a:p>
            <a:pPr lvl="1" marL="742950" indent="-285750" algn="just" eaLnBrk="1" hangingPunct="1">
              <a:lnSpc>
                <a:spcPct val="100000"/>
              </a:lnSpc>
              <a:spcBef>
                <a:spcPct val="20000"/>
              </a:spcBef>
              <a:spcAft>
                <a:spcPts val="0"/>
              </a:spcAft>
              <a:buFont typeface="Arial" pitchFamily="0" charset="0"/>
              <a:buChar char="–"/>
            </a:pPr>
            <a:r>
              <a:rPr lang="en-US" altLang="zh-CN" sz="2400" b="0" i="0" u="none" strike="noStrike" kern="1200" cap="none" spc="0" baseline="0">
                <a:solidFill>
                  <a:schemeClr val="tx1"/>
                </a:solidFill>
                <a:latin typeface="Calibri" pitchFamily="0" charset="0"/>
                <a:ea typeface="ＭＳ Ｐゴシック" pitchFamily="0" charset="-128"/>
                <a:cs typeface="Lucida Sans"/>
              </a:rPr>
              <a:t>Interval measurement has three properties: CLASSIFICATION, ORDER and EQUAL INTERVALS. </a:t>
            </a:r>
            <a:endParaRPr lang="en-US" altLang="zh-CN" sz="2400" b="0" i="0" u="none" strike="noStrike" kern="1200" cap="none" spc="0" baseline="0">
              <a:solidFill>
                <a:schemeClr val="tx1"/>
              </a:solidFill>
              <a:latin typeface="Calibri" pitchFamily="0" charset="0"/>
              <a:ea typeface="ＭＳ Ｐゴシック" pitchFamily="0" charset="-128"/>
              <a:cs typeface="Lucida Sans"/>
            </a:endParaRPr>
          </a:p>
          <a:p>
            <a:pPr lvl="1" marL="742950" indent="-285750" algn="just" eaLnBrk="1" hangingPunct="1">
              <a:lnSpc>
                <a:spcPct val="100000"/>
              </a:lnSpc>
              <a:spcBef>
                <a:spcPct val="20000"/>
              </a:spcBef>
              <a:spcAft>
                <a:spcPts val="0"/>
              </a:spcAft>
              <a:buFont typeface="Arial" pitchFamily="0" charset="0"/>
              <a:buChar char="–"/>
            </a:pPr>
            <a:r>
              <a:rPr lang="en-US" altLang="zh-CN" sz="2400" b="0" i="0" u="none" strike="noStrike" kern="1200" cap="none" spc="0" baseline="0">
                <a:solidFill>
                  <a:schemeClr val="tx1"/>
                </a:solidFill>
                <a:latin typeface="Calibri" pitchFamily="0" charset="0"/>
                <a:ea typeface="ＭＳ Ｐゴシック" pitchFamily="0" charset="-128"/>
                <a:cs typeface="Lucida Sans"/>
              </a:rPr>
              <a:t>Ratio data has four properties: CLASSIFICATION, ORDER, EQUAL INTERVALS and TRUE ZERO. </a:t>
            </a:r>
            <a:endParaRPr lang="en-US" altLang="zh-CN" sz="24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endParaRPr lang="zh-CN" altLang="en-US" sz="2800" b="0" i="0" u="none" strike="noStrike" kern="1200" cap="none" spc="0" baseline="0">
              <a:solidFill>
                <a:schemeClr val="tx1"/>
              </a:solidFill>
              <a:latin typeface="Calibri" pitchFamily="0" charset="0"/>
              <a:ea typeface="ＭＳ Ｐゴシック" pitchFamily="0" charset="-128"/>
              <a:cs typeface="Lucida Sans"/>
            </a:endParaRPr>
          </a:p>
        </p:txBody>
      </p:sp>
    </p:spTree>
    <p:extLst>
      <p:ext uri="{BB962C8B-B14F-4D97-AF65-F5344CB8AC3E}">
        <p14:creationId xmlns:p14="http://schemas.microsoft.com/office/powerpoint/2010/main" val="1647630220"/>
      </p:ext>
    </p:extLst>
  </p:cSld>
  <p:clrMapOvr>
    <a:masterClrMapping/>
  </p:clrMapOvr>
</p:sld>
</file>

<file path=ppt/slides/slide61.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45" name="Text box"/>
          <p:cNvSpPr>
            <a:spLocks noGrp="1"/>
          </p:cNvSpPr>
          <p:nvPr>
            <p:ph type="sldNum"/>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Lucida Sans"/>
              </a:rPr>
              <a:t>61</a:t>
            </a:fld>
            <a:endParaRPr lang="zh-CN" altLang="en-US" sz="1000" b="1" i="0" u="none" strike="noStrike" kern="1200" cap="none" spc="0" baseline="0">
              <a:solidFill>
                <a:schemeClr val="bg1"/>
              </a:solidFill>
              <a:latin typeface="Arial" pitchFamily="0" charset="0"/>
              <a:ea typeface="ＭＳ Ｐゴシック" pitchFamily="0" charset="-128"/>
              <a:cs typeface="Lucida Sans"/>
            </a:endParaRPr>
          </a:p>
        </p:txBody>
      </p:sp>
      <p:sp>
        <p:nvSpPr>
          <p:cNvPr id="346"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Levels of Measurement </a:t>
            </a:r>
            <a:br>
              <a:rPr lang="zh-CN" altLang="en-US" sz="4400" b="0" i="0" u="none" strike="noStrike" kern="1200" cap="none" spc="0" baseline="0">
                <a:solidFill>
                  <a:schemeClr val="tx1"/>
                </a:solidFill>
                <a:latin typeface="Calibri" pitchFamily="0" charset="0"/>
                <a:ea typeface="ＭＳ Ｐゴシック" pitchFamily="0" charset="-128"/>
                <a:cs typeface="Lucida Sans"/>
              </a:rPr>
            </a:br>
            <a:r>
              <a:rPr lang="en-US" altLang="zh-CN" sz="4400" b="0" i="0" u="none" strike="noStrike" kern="1200" cap="none" spc="0" baseline="0">
                <a:solidFill>
                  <a:schemeClr val="tx1"/>
                </a:solidFill>
                <a:latin typeface="Calibri" pitchFamily="0" charset="0"/>
                <a:ea typeface="ＭＳ Ｐゴシック" pitchFamily="0" charset="-128"/>
                <a:cs typeface="Lucida Sans"/>
              </a:rPr>
              <a:t>- Nominal Scales</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sp>
        <p:nvSpPr>
          <p:cNvPr id="347" name="Text box"/>
          <p:cNvSpPr>
            <a:spLocks noGrp="1"/>
          </p:cNvSpPr>
          <p:nvPr>
            <p:ph type="body" idx="1"/>
          </p:nvPr>
        </p:nvSpPr>
        <p:spPr>
          <a:xfrm rot="0">
            <a:off x="609600" y="1600201"/>
            <a:ext cx="10972800" cy="4525963"/>
          </a:xfrm>
          <a:prstGeom prst="rect"/>
          <a:noFill/>
          <a:ln w="12700" cmpd="sng" cap="flat">
            <a:noFill/>
            <a:prstDash val="solid"/>
            <a:round/>
          </a:ln>
        </p:spPr>
        <p:txBody>
          <a:bodyPr vert="horz" wrap="square" lIns="91440" tIns="45720" rIns="91440" bIns="45720" anchor="t" anchorCtr="0">
            <a:prstTxWarp prst="textNoShape"/>
          </a:bodyPr>
          <a:lstStyle/>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accent2"/>
                </a:solidFill>
                <a:latin typeface="Calibri" pitchFamily="0" charset="0"/>
                <a:ea typeface="ＭＳ Ｐゴシック" pitchFamily="0" charset="-128"/>
                <a:cs typeface="Lucida Sans"/>
              </a:rPr>
              <a:t>Properties:</a:t>
            </a:r>
            <a:r>
              <a:rPr lang="en-US" altLang="zh-CN" sz="2800" b="0" i="0" u="none" strike="noStrike" kern="1200" cap="none" spc="0" baseline="0">
                <a:solidFill>
                  <a:schemeClr val="tx1"/>
                </a:solidFill>
                <a:latin typeface="Calibri" pitchFamily="0" charset="0"/>
                <a:ea typeface="ＭＳ Ｐゴシック" pitchFamily="0" charset="-128"/>
                <a:cs typeface="Lucida Sans"/>
              </a:rPr>
              <a:t> classification </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accent2"/>
                </a:solidFill>
                <a:latin typeface="Calibri" pitchFamily="0" charset="0"/>
                <a:ea typeface="ＭＳ Ｐゴシック" pitchFamily="0" charset="-128"/>
                <a:cs typeface="Lucida Sans"/>
              </a:rPr>
              <a:t>Observations reflect:</a:t>
            </a:r>
            <a:r>
              <a:rPr lang="en-US" altLang="zh-CN" sz="2800" b="0" i="0" u="none" strike="noStrike" kern="1200" cap="none" spc="0" baseline="0">
                <a:solidFill>
                  <a:schemeClr val="tx1"/>
                </a:solidFill>
                <a:latin typeface="Calibri" pitchFamily="0" charset="0"/>
                <a:ea typeface="ＭＳ Ｐゴシック" pitchFamily="0" charset="-128"/>
                <a:cs typeface="Lucida Sans"/>
              </a:rPr>
              <a:t> differences in kind </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accent2"/>
                </a:solidFill>
                <a:latin typeface="Calibri" pitchFamily="0" charset="0"/>
                <a:ea typeface="ＭＳ Ｐゴシック" pitchFamily="0" charset="-128"/>
                <a:cs typeface="Lucida Sans"/>
              </a:rPr>
              <a:t>Examples</a:t>
            </a:r>
            <a:r>
              <a:rPr lang="en-US" altLang="zh-CN" sz="2800" b="0" i="0" u="none" strike="noStrike" kern="1200" cap="none" spc="0" baseline="0">
                <a:solidFill>
                  <a:schemeClr val="tx1"/>
                </a:solidFill>
                <a:latin typeface="Calibri" pitchFamily="0" charset="0"/>
                <a:ea typeface="ＭＳ Ｐゴシック" pitchFamily="0" charset="-128"/>
                <a:cs typeface="Lucida Sans"/>
              </a:rPr>
              <a:t>: gender, ethnic background, major in college</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Nominal measurement is simply concerned with sorting observations into categories. </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Because the single property of nominal data is classification it tells us nothing about differences in degree or amount. </a:t>
            </a:r>
            <a:endParaRPr lang="zh-CN" altLang="en-US" sz="2800" b="0" i="0" u="none" strike="noStrike" kern="1200" cap="none" spc="0" baseline="0">
              <a:solidFill>
                <a:schemeClr val="tx1"/>
              </a:solidFill>
              <a:latin typeface="Calibri" pitchFamily="0" charset="0"/>
              <a:ea typeface="ＭＳ Ｐゴシック" pitchFamily="0" charset="-128"/>
              <a:cs typeface="Lucida Sans"/>
            </a:endParaRPr>
          </a:p>
        </p:txBody>
      </p:sp>
    </p:spTree>
    <p:extLst>
      <p:ext uri="{BB962C8B-B14F-4D97-AF65-F5344CB8AC3E}">
        <p14:creationId xmlns:p14="http://schemas.microsoft.com/office/powerpoint/2010/main" val="402739022"/>
      </p:ext>
    </p:extLst>
  </p:cSld>
  <p:clrMapOvr>
    <a:masterClrMapping/>
  </p:clrMapOvr>
</p:sld>
</file>

<file path=ppt/slides/slide62.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48" name="Text box"/>
          <p:cNvSpPr>
            <a:spLocks noGrp="1"/>
          </p:cNvSpPr>
          <p:nvPr>
            <p:ph type="sldNum"/>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Lucida Sans"/>
              </a:rPr>
              <a:t>62</a:t>
            </a:fld>
            <a:endParaRPr lang="zh-CN" altLang="en-US" sz="1000" b="1" i="0" u="none" strike="noStrike" kern="1200" cap="none" spc="0" baseline="0">
              <a:solidFill>
                <a:schemeClr val="bg1"/>
              </a:solidFill>
              <a:latin typeface="Arial" pitchFamily="0" charset="0"/>
              <a:ea typeface="ＭＳ Ｐゴシック" pitchFamily="0" charset="-128"/>
              <a:cs typeface="Lucida Sans"/>
            </a:endParaRPr>
          </a:p>
        </p:txBody>
      </p:sp>
      <p:sp>
        <p:nvSpPr>
          <p:cNvPr id="349"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Levels of Measurement </a:t>
            </a:r>
            <a:br>
              <a:rPr lang="zh-CN" altLang="en-US" sz="4400" b="0" i="0" u="none" strike="noStrike" kern="1200" cap="none" spc="0" baseline="0">
                <a:solidFill>
                  <a:schemeClr val="tx1"/>
                </a:solidFill>
                <a:latin typeface="Calibri" pitchFamily="0" charset="0"/>
                <a:ea typeface="ＭＳ Ｐゴシック" pitchFamily="0" charset="-128"/>
                <a:cs typeface="Lucida Sans"/>
              </a:rPr>
            </a:br>
            <a:r>
              <a:rPr lang="en-US" altLang="zh-CN" sz="4400" b="0" i="0" u="none" strike="noStrike" kern="1200" cap="none" spc="0" baseline="0">
                <a:solidFill>
                  <a:schemeClr val="tx1"/>
                </a:solidFill>
                <a:latin typeface="Calibri" pitchFamily="0" charset="0"/>
                <a:ea typeface="ＭＳ Ｐゴシック" pitchFamily="0" charset="-128"/>
                <a:cs typeface="Lucida Sans"/>
              </a:rPr>
              <a:t>- Nominal Scales</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sp>
        <p:nvSpPr>
          <p:cNvPr id="350" name="Text box"/>
          <p:cNvSpPr>
            <a:spLocks noGrp="1"/>
          </p:cNvSpPr>
          <p:nvPr>
            <p:ph type="body" idx="1"/>
          </p:nvPr>
        </p:nvSpPr>
        <p:spPr>
          <a:xfrm rot="0">
            <a:off x="609600" y="1600201"/>
            <a:ext cx="10972800" cy="4525963"/>
          </a:xfrm>
          <a:prstGeom prst="rect"/>
          <a:noFill/>
          <a:ln w="12700" cmpd="sng" cap="flat">
            <a:noFill/>
            <a:prstDash val="solid"/>
            <a:round/>
          </a:ln>
        </p:spPr>
        <p:txBody>
          <a:bodyPr vert="horz" wrap="square" lIns="91440" tIns="45720" rIns="91440" bIns="45720" anchor="t" anchorCtr="0">
            <a:prstTxWarp prst="textNoShape"/>
          </a:bodyPr>
          <a:lstStyle/>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Numbers assigned to categories (as identification codes) have no numeric value (we cannot add, subtract, divide or multiply nominal data) and any ordering of categories is arbitrary. </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This is the most primitive form of measurement. The presence vs. absence of something is a form of nominal measurement (“do you smoke?” YES, NO). </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Although it is considered a form of measurement the collection of nominal data is more easily thought of as a sorting method.</a:t>
            </a:r>
            <a:endParaRPr lang="zh-CN" altLang="en-US" sz="2800" b="0" i="0" u="none" strike="noStrike" kern="1200" cap="none" spc="0" baseline="0">
              <a:solidFill>
                <a:schemeClr val="tx1"/>
              </a:solidFill>
              <a:latin typeface="Calibri" pitchFamily="0" charset="0"/>
              <a:ea typeface="ＭＳ Ｐゴシック" pitchFamily="0" charset="-128"/>
              <a:cs typeface="Lucida Sans"/>
            </a:endParaRPr>
          </a:p>
        </p:txBody>
      </p:sp>
    </p:spTree>
    <p:extLst>
      <p:ext uri="{BB962C8B-B14F-4D97-AF65-F5344CB8AC3E}">
        <p14:creationId xmlns:p14="http://schemas.microsoft.com/office/powerpoint/2010/main" val="261512722"/>
      </p:ext>
    </p:extLst>
  </p:cSld>
  <p:clrMapOvr>
    <a:masterClrMapping/>
  </p:clrMapOvr>
</p:sld>
</file>

<file path=ppt/slides/slide63.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51" name="Text box"/>
          <p:cNvSpPr>
            <a:spLocks noGrp="1"/>
          </p:cNvSpPr>
          <p:nvPr>
            <p:ph type="sldNum"/>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Lucida Sans"/>
              </a:rPr>
              <a:t>63</a:t>
            </a:fld>
            <a:endParaRPr lang="zh-CN" altLang="en-US" sz="1000" b="1" i="0" u="none" strike="noStrike" kern="1200" cap="none" spc="0" baseline="0">
              <a:solidFill>
                <a:schemeClr val="bg1"/>
              </a:solidFill>
              <a:latin typeface="Arial" pitchFamily="0" charset="0"/>
              <a:ea typeface="ＭＳ Ｐゴシック" pitchFamily="0" charset="-128"/>
              <a:cs typeface="Lucida Sans"/>
            </a:endParaRPr>
          </a:p>
        </p:txBody>
      </p:sp>
      <p:sp>
        <p:nvSpPr>
          <p:cNvPr id="352"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Levels of Measurement </a:t>
            </a:r>
            <a:br>
              <a:rPr lang="zh-CN" altLang="en-US" sz="4400" b="0" i="0" u="none" strike="noStrike" kern="1200" cap="none" spc="0" baseline="0">
                <a:solidFill>
                  <a:schemeClr val="tx1"/>
                </a:solidFill>
                <a:latin typeface="Calibri" pitchFamily="0" charset="0"/>
                <a:ea typeface="ＭＳ Ｐゴシック" pitchFamily="0" charset="-128"/>
                <a:cs typeface="Lucida Sans"/>
              </a:rPr>
            </a:br>
            <a:r>
              <a:rPr lang="en-US" altLang="zh-CN" sz="4400" b="0" i="0" u="none" strike="noStrike" kern="1200" cap="none" spc="0" baseline="0">
                <a:solidFill>
                  <a:schemeClr val="tx1"/>
                </a:solidFill>
                <a:latin typeface="Calibri" pitchFamily="0" charset="0"/>
                <a:ea typeface="ＭＳ Ｐゴシック" pitchFamily="0" charset="-128"/>
                <a:cs typeface="Lucida Sans"/>
              </a:rPr>
              <a:t>- Nominal Scales</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pic>
        <p:nvPicPr>
          <p:cNvPr id="353" name="Images" descr="nominal"/>
          <p:cNvPicPr>
            <a:picLocks noChangeAspect="1"/>
          </p:cNvPicPr>
          <p:nvPr/>
        </p:nvPicPr>
        <p:blipFill>
          <a:blip r:embed="rId1" cstate="print"/>
          <a:stretch>
            <a:fillRect/>
          </a:stretch>
        </p:blipFill>
        <p:spPr>
          <a:xfrm rot="0">
            <a:off x="444087" y="2209800"/>
            <a:ext cx="5511189" cy="2748045"/>
          </a:xfrm>
          <a:prstGeom prst="rect"/>
          <a:noFill/>
          <a:ln w="12700" cmpd="sng" cap="flat">
            <a:noFill/>
            <a:prstDash val="solid"/>
            <a:round/>
          </a:ln>
        </p:spPr>
      </p:pic>
      <p:pic>
        <p:nvPicPr>
          <p:cNvPr id="354" name="Images" descr="bar"/>
          <p:cNvPicPr>
            <a:picLocks noChangeAspect="1"/>
          </p:cNvPicPr>
          <p:nvPr/>
        </p:nvPicPr>
        <p:blipFill>
          <a:blip r:embed="rId2" cstate="print"/>
          <a:stretch>
            <a:fillRect/>
          </a:stretch>
        </p:blipFill>
        <p:spPr>
          <a:xfrm rot="0">
            <a:off x="6252223" y="1925891"/>
            <a:ext cx="5330177" cy="3922206"/>
          </a:xfrm>
          <a:prstGeom prst="rect"/>
          <a:noFill/>
          <a:ln w="12700" cmpd="sng" cap="flat">
            <a:noFill/>
            <a:prstDash val="solid"/>
            <a:round/>
          </a:ln>
        </p:spPr>
      </p:pic>
    </p:spTree>
    <p:extLst>
      <p:ext uri="{BB962C8B-B14F-4D97-AF65-F5344CB8AC3E}">
        <p14:creationId xmlns:p14="http://schemas.microsoft.com/office/powerpoint/2010/main" val="1820441312"/>
      </p:ext>
    </p:extLst>
  </p:cSld>
  <p:clrMapOvr>
    <a:masterClrMapping/>
  </p:clrMapOvr>
</p:sld>
</file>

<file path=ppt/slides/slide64.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55"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a:lnSpc>
                <a:spcPct val="90000"/>
              </a:lnSpc>
              <a:spcBef>
                <a:spcPts val="0"/>
              </a:spcBef>
              <a:spcAft>
                <a:spcPts val="0"/>
              </a:spcAft>
              <a:buNone/>
            </a:pPr>
            <a:r>
              <a:rPr lang="en-US" altLang="zh-CN" sz="3700" b="0" i="0" u="none" strike="noStrike" kern="1200" cap="none" spc="0" baseline="0">
                <a:solidFill>
                  <a:schemeClr val="tx1"/>
                </a:solidFill>
                <a:latin typeface="Calibri" pitchFamily="0" charset="0"/>
                <a:ea typeface="ＭＳ Ｐゴシック" pitchFamily="0" charset="-128"/>
                <a:cs typeface="Lucida Sans"/>
              </a:rPr>
              <a:t>Levels of Measurement </a:t>
            </a:r>
            <a:br>
              <a:rPr lang="zh-CN" altLang="en-US" sz="3700" b="0" i="0" u="none" strike="noStrike" kern="1200" cap="none" spc="0" baseline="0">
                <a:solidFill>
                  <a:schemeClr val="tx1"/>
                </a:solidFill>
                <a:latin typeface="Calibri" pitchFamily="0" charset="0"/>
                <a:ea typeface="ＭＳ Ｐゴシック" pitchFamily="0" charset="-128"/>
                <a:cs typeface="Lucida Sans"/>
              </a:rPr>
            </a:br>
            <a:r>
              <a:rPr lang="en-US" altLang="zh-CN" sz="3700" b="0" i="0" u="none" strike="noStrike" kern="1200" cap="none" spc="0" baseline="0">
                <a:solidFill>
                  <a:schemeClr val="tx1"/>
                </a:solidFill>
                <a:latin typeface="Calibri" pitchFamily="0" charset="0"/>
                <a:ea typeface="ＭＳ Ｐゴシック" pitchFamily="0" charset="-128"/>
                <a:cs typeface="Lucida Sans"/>
              </a:rPr>
              <a:t>- Nominal Scales</a:t>
            </a:r>
            <a:endParaRPr lang="zh-CN" altLang="en-US" sz="3700" b="0" i="0" u="none" strike="noStrike" kern="1200" cap="none" spc="0" baseline="0">
              <a:solidFill>
                <a:schemeClr val="tx1"/>
              </a:solidFill>
              <a:latin typeface="Calibri" pitchFamily="0" charset="0"/>
              <a:ea typeface="ＭＳ Ｐゴシック" pitchFamily="0" charset="-128"/>
              <a:cs typeface="Lucida Sans"/>
            </a:endParaRPr>
          </a:p>
        </p:txBody>
      </p:sp>
      <p:pic>
        <p:nvPicPr>
          <p:cNvPr id="356" name="Images" descr="http://images.tutorvista.com/cms/images/45/Central-Tendency-Examples1.JPG"/>
          <p:cNvPicPr>
            <a:picLocks noChangeAspect="1"/>
          </p:cNvPicPr>
          <p:nvPr/>
        </p:nvPicPr>
        <p:blipFill>
          <a:blip r:embed="rId1" cstate="print"/>
          <a:srcRect l="16871" r="11446"/>
          <a:stretch>
            <a:fillRect/>
          </a:stretch>
        </p:blipFill>
        <p:spPr>
          <a:xfrm rot="0">
            <a:off x="609600" y="1600201"/>
            <a:ext cx="5384800" cy="4525963"/>
          </a:xfrm>
          <a:prstGeom prst="rect"/>
          <a:solidFill>
            <a:srgbClr val="FFFFFF"/>
          </a:solidFill>
          <a:ln w="12700" cmpd="sng" cap="flat">
            <a:noFill/>
            <a:prstDash val="solid"/>
            <a:round/>
          </a:ln>
        </p:spPr>
      </p:pic>
      <p:pic>
        <p:nvPicPr>
          <p:cNvPr id="357" name="Images"/>
          <p:cNvPicPr>
            <a:picLocks noChangeAspect="1"/>
          </p:cNvPicPr>
          <p:nvPr/>
        </p:nvPicPr>
        <p:blipFill>
          <a:blip r:embed="rId2" cstate="print"/>
          <a:srcRect t="842" b="12284"/>
          <a:stretch>
            <a:fillRect/>
          </a:stretch>
        </p:blipFill>
        <p:spPr>
          <a:xfrm rot="0">
            <a:off x="6197600" y="1600201"/>
            <a:ext cx="5384800" cy="4525963"/>
          </a:xfrm>
          <a:prstGeom prst="rect"/>
          <a:solidFill>
            <a:srgbClr val="FFFFFF"/>
          </a:solidFill>
          <a:ln w="12700" cmpd="sng" cap="flat">
            <a:noFill/>
            <a:prstDash val="solid"/>
            <a:round/>
          </a:ln>
        </p:spPr>
      </p:pic>
      <p:sp>
        <p:nvSpPr>
          <p:cNvPr id="358" name="Text box"/>
          <p:cNvSpPr>
            <a:spLocks noGrp="1"/>
          </p:cNvSpPr>
          <p:nvPr>
            <p:ph type="sldNum"/>
          </p:nvPr>
        </p:nvSpPr>
        <p:spPr>
          <a:xfrm rot="0">
            <a:off x="8737600" y="6356351"/>
            <a:ext cx="2844799"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600"/>
              </a:spcAft>
              <a:buNone/>
            </a:pPr>
            <a:fld id="{CAD2D6BD-DE1B-4B5F-8B41-2702339687B9}" type="slidenum">
              <a:rPr lang="en-US" altLang="zh-CN" sz="1200" b="1" i="0" u="none" strike="noStrike" kern="1200" cap="none" spc="0" baseline="0">
                <a:solidFill>
                  <a:srgbClr val="898989"/>
                </a:solidFill>
                <a:latin typeface="Arial" pitchFamily="0" charset="0"/>
                <a:ea typeface="ＭＳ Ｐゴシック" pitchFamily="0" charset="-128"/>
                <a:cs typeface="Calibri" pitchFamily="0" charset="0"/>
              </a:rPr>
              <a:t>64</a:t>
            </a:fld>
            <a:endParaRPr lang="zh-CN" altLang="en-US" sz="1200" b="1" i="0" u="none" strike="noStrike" kern="1200" cap="none" spc="0" baseline="0">
              <a:solidFill>
                <a:srgbClr val="898989"/>
              </a:solidFill>
              <a:latin typeface="Arial"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328226718"/>
      </p:ext>
    </p:extLst>
  </p:cSld>
  <p:clrMapOvr>
    <a:masterClrMapping/>
  </p:clrMapOvr>
</p:sld>
</file>

<file path=ppt/slides/slide65.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59"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Levels of Measurement </a:t>
            </a:r>
            <a:br>
              <a:rPr lang="zh-CN" altLang="en-US" sz="4400" b="0" i="0" u="none" strike="noStrike" kern="1200" cap="none" spc="0" baseline="0">
                <a:solidFill>
                  <a:schemeClr val="tx1"/>
                </a:solidFill>
                <a:latin typeface="Calibri" pitchFamily="0" charset="0"/>
                <a:ea typeface="ＭＳ Ｐゴシック" pitchFamily="0" charset="-128"/>
                <a:cs typeface="Lucida Sans"/>
              </a:rPr>
            </a:br>
            <a:r>
              <a:rPr lang="en-US" altLang="zh-CN" sz="4400" b="0" i="0" u="none" strike="noStrike" kern="1200" cap="none" spc="0" baseline="0">
                <a:solidFill>
                  <a:schemeClr val="tx1"/>
                </a:solidFill>
                <a:latin typeface="Calibri" pitchFamily="0" charset="0"/>
                <a:ea typeface="ＭＳ Ｐゴシック" pitchFamily="0" charset="-128"/>
                <a:cs typeface="Lucida Sans"/>
              </a:rPr>
              <a:t>- Nominal Scales</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sp>
        <p:nvSpPr>
          <p:cNvPr id="360" name="Text box"/>
          <p:cNvSpPr>
            <a:spLocks noGrp="1"/>
          </p:cNvSpPr>
          <p:nvPr>
            <p:ph type="sldNum"/>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Lucida Sans"/>
              </a:rPr>
              <a:t>65</a:t>
            </a:fld>
            <a:endParaRPr lang="zh-CN" altLang="en-US" sz="1000" b="1" i="0" u="none" strike="noStrike" kern="1200" cap="none" spc="0" baseline="0">
              <a:solidFill>
                <a:schemeClr val="bg1"/>
              </a:solidFill>
              <a:latin typeface="Arial" pitchFamily="0" charset="0"/>
              <a:ea typeface="ＭＳ Ｐゴシック" pitchFamily="0" charset="-128"/>
              <a:cs typeface="Lucida Sans"/>
            </a:endParaRPr>
          </a:p>
        </p:txBody>
      </p:sp>
      <p:pic>
        <p:nvPicPr>
          <p:cNvPr id="361" name="Images" descr="http://www.mymarketresearchmethods.com/wp-content/uploads/2012/11/nominal-scales.png"/>
          <p:cNvPicPr>
            <a:picLocks noChangeAspect="1"/>
          </p:cNvPicPr>
          <p:nvPr/>
        </p:nvPicPr>
        <p:blipFill>
          <a:blip r:embed="rId1" cstate="print"/>
          <a:stretch>
            <a:fillRect/>
          </a:stretch>
        </p:blipFill>
        <p:spPr>
          <a:xfrm rot="0">
            <a:off x="1739900" y="1600200"/>
            <a:ext cx="8928100" cy="2133600"/>
          </a:xfrm>
          <a:prstGeom prst="rect"/>
          <a:noFill/>
          <a:ln w="12700" cmpd="sng" cap="flat">
            <a:noFill/>
            <a:prstDash val="solid"/>
            <a:round/>
          </a:ln>
        </p:spPr>
      </p:pic>
      <p:pic>
        <p:nvPicPr>
          <p:cNvPr id="362" name="Images"/>
          <p:cNvPicPr>
            <a:picLocks noChangeAspect="1"/>
          </p:cNvPicPr>
          <p:nvPr/>
        </p:nvPicPr>
        <p:blipFill>
          <a:blip r:embed="rId2" cstate="print"/>
          <a:stretch>
            <a:fillRect/>
          </a:stretch>
        </p:blipFill>
        <p:spPr>
          <a:xfrm rot="0">
            <a:off x="2286000" y="3810000"/>
            <a:ext cx="5334000" cy="2622550"/>
          </a:xfrm>
          <a:prstGeom prst="rect"/>
          <a:noFill/>
          <a:ln w="12700" cmpd="sng" cap="flat">
            <a:noFill/>
            <a:prstDash val="solid"/>
            <a:round/>
          </a:ln>
        </p:spPr>
      </p:pic>
    </p:spTree>
    <p:extLst>
      <p:ext uri="{BB962C8B-B14F-4D97-AF65-F5344CB8AC3E}">
        <p14:creationId xmlns:p14="http://schemas.microsoft.com/office/powerpoint/2010/main" val="2116570435"/>
      </p:ext>
    </p:extLst>
  </p:cSld>
  <p:clrMapOvr>
    <a:masterClrMapping/>
  </p:clrMapOvr>
</p:sld>
</file>

<file path=ppt/slides/slide66.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63" name="Text box"/>
          <p:cNvSpPr>
            <a:spLocks noGrp="1"/>
          </p:cNvSpPr>
          <p:nvPr>
            <p:ph type="sldNum"/>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Lucida Sans"/>
              </a:rPr>
              <a:t>66</a:t>
            </a:fld>
            <a:endParaRPr lang="zh-CN" altLang="en-US" sz="1000" b="1" i="0" u="none" strike="noStrike" kern="1200" cap="none" spc="0" baseline="0">
              <a:solidFill>
                <a:schemeClr val="bg1"/>
              </a:solidFill>
              <a:latin typeface="Arial" pitchFamily="0" charset="0"/>
              <a:ea typeface="ＭＳ Ｐゴシック" pitchFamily="0" charset="-128"/>
              <a:cs typeface="Lucida Sans"/>
            </a:endParaRPr>
          </a:p>
        </p:txBody>
      </p:sp>
      <p:sp>
        <p:nvSpPr>
          <p:cNvPr id="364"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Levels of Measurement </a:t>
            </a:r>
            <a:br>
              <a:rPr lang="zh-CN" altLang="en-US" sz="4400" b="0" i="0" u="none" strike="noStrike" kern="1200" cap="none" spc="0" baseline="0">
                <a:solidFill>
                  <a:schemeClr val="tx1"/>
                </a:solidFill>
                <a:latin typeface="Calibri" pitchFamily="0" charset="0"/>
                <a:ea typeface="ＭＳ Ｐゴシック" pitchFamily="0" charset="-128"/>
                <a:cs typeface="Lucida Sans"/>
              </a:rPr>
            </a:br>
            <a:r>
              <a:rPr lang="en-US" altLang="zh-CN" sz="4400" b="0" i="0" u="none" strike="noStrike" kern="1200" cap="none" spc="0" baseline="0">
                <a:solidFill>
                  <a:schemeClr val="tx1"/>
                </a:solidFill>
                <a:latin typeface="Calibri" pitchFamily="0" charset="0"/>
                <a:ea typeface="ＭＳ Ｐゴシック" pitchFamily="0" charset="-128"/>
                <a:cs typeface="Lucida Sans"/>
              </a:rPr>
              <a:t>- Ordinal Scales</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sp>
        <p:nvSpPr>
          <p:cNvPr id="365" name="Text box"/>
          <p:cNvSpPr>
            <a:spLocks noGrp="1"/>
          </p:cNvSpPr>
          <p:nvPr>
            <p:ph type="body" idx="1"/>
          </p:nvPr>
        </p:nvSpPr>
        <p:spPr>
          <a:xfrm rot="0">
            <a:off x="609600" y="1600201"/>
            <a:ext cx="10972800" cy="4525963"/>
          </a:xfrm>
          <a:prstGeom prst="rect"/>
          <a:noFill/>
          <a:ln w="12700" cmpd="sng" cap="flat">
            <a:noFill/>
            <a:prstDash val="solid"/>
            <a:round/>
          </a:ln>
        </p:spPr>
        <p:txBody>
          <a:bodyPr vert="horz" wrap="square" lIns="91440" tIns="45720" rIns="91440" bIns="45720" anchor="t" anchorCtr="0">
            <a:prstTxWarp prst="textNoShape"/>
          </a:bodyPr>
          <a:lstStyle/>
          <a:p>
            <a:pPr marL="342900" indent="-342900" algn="l"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accent2"/>
                </a:solidFill>
                <a:latin typeface="Calibri" pitchFamily="0" charset="0"/>
                <a:ea typeface="ＭＳ Ｐゴシック" pitchFamily="0" charset="-128"/>
                <a:cs typeface="Lucida Sans"/>
              </a:rPr>
              <a:t>Properties:</a:t>
            </a:r>
            <a:r>
              <a:rPr lang="en-US" altLang="zh-CN" sz="2800" b="0" i="0" u="none" strike="noStrike" kern="1200" cap="none" spc="0" baseline="0">
                <a:solidFill>
                  <a:schemeClr val="tx1"/>
                </a:solidFill>
                <a:latin typeface="Calibri" pitchFamily="0" charset="0"/>
                <a:ea typeface="ＭＳ Ｐゴシック" pitchFamily="0" charset="-128"/>
                <a:cs typeface="Lucida Sans"/>
              </a:rPr>
              <a:t> classification, order </a:t>
            </a:r>
            <a:br>
              <a:rPr lang="zh-CN" altLang="en-US" sz="2800" b="0" i="0" u="none" strike="noStrike" kern="1200" cap="none" spc="0" baseline="0">
                <a:solidFill>
                  <a:schemeClr val="tx1"/>
                </a:solidFill>
                <a:latin typeface="Calibri" pitchFamily="0" charset="0"/>
                <a:ea typeface="ＭＳ Ｐゴシック" pitchFamily="0" charset="-128"/>
                <a:cs typeface="Lucida Sans"/>
              </a:rPr>
            </a:br>
            <a:r>
              <a:rPr lang="en-US" altLang="zh-CN" sz="2800" b="0" i="0" u="none" strike="noStrike" kern="1200" cap="none" spc="0" baseline="0">
                <a:solidFill>
                  <a:schemeClr val="accent2"/>
                </a:solidFill>
                <a:latin typeface="Calibri" pitchFamily="0" charset="0"/>
                <a:ea typeface="ＭＳ Ｐゴシック" pitchFamily="0" charset="-128"/>
                <a:cs typeface="Lucida Sans"/>
              </a:rPr>
              <a:t>Observations reflect:</a:t>
            </a:r>
            <a:r>
              <a:rPr lang="en-US" altLang="zh-CN" sz="2800" b="0" i="0" u="none" strike="noStrike" kern="1200" cap="none" spc="0" baseline="0">
                <a:solidFill>
                  <a:schemeClr val="tx1"/>
                </a:solidFill>
                <a:latin typeface="Calibri" pitchFamily="0" charset="0"/>
                <a:ea typeface="ＭＳ Ｐゴシック" pitchFamily="0" charset="-128"/>
                <a:cs typeface="Lucida Sans"/>
              </a:rPr>
              <a:t> differences in degree </a:t>
            </a:r>
            <a:br>
              <a:rPr lang="zh-CN" altLang="en-US" sz="2800" b="0" i="0" u="none" strike="noStrike" kern="1200" cap="none" spc="0" baseline="0">
                <a:solidFill>
                  <a:schemeClr val="tx1"/>
                </a:solidFill>
                <a:latin typeface="Calibri" pitchFamily="0" charset="0"/>
                <a:ea typeface="ＭＳ Ｐゴシック" pitchFamily="0" charset="-128"/>
                <a:cs typeface="Lucida Sans"/>
              </a:rPr>
            </a:br>
            <a:r>
              <a:rPr lang="en-US" altLang="zh-CN" sz="2800" b="0" i="0" u="none" strike="noStrike" kern="1200" cap="none" spc="0" baseline="0">
                <a:solidFill>
                  <a:schemeClr val="accent2"/>
                </a:solidFill>
                <a:latin typeface="Calibri" pitchFamily="0" charset="0"/>
                <a:ea typeface="ＭＳ Ｐゴシック" pitchFamily="0" charset="-128"/>
                <a:cs typeface="Lucida Sans"/>
              </a:rPr>
              <a:t>Examples:</a:t>
            </a:r>
            <a:r>
              <a:rPr lang="en-US" altLang="zh-CN" sz="2800" b="0" i="0" u="none" strike="noStrike" kern="1200" cap="none" spc="0" baseline="0">
                <a:solidFill>
                  <a:schemeClr val="tx1"/>
                </a:solidFill>
                <a:latin typeface="Calibri" pitchFamily="0" charset="0"/>
                <a:ea typeface="ＭＳ Ｐゴシック" pitchFamily="0" charset="-128"/>
                <a:cs typeface="Lucida Sans"/>
              </a:rPr>
              <a:t> Likert scale categories, rankings, academic letter grade, stages in development</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The distinctive property of ordinal measurement is order. </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On a typical Likert Scale “strongly agree” represents more agreement than “agree”. However, we do not know how much more. </a:t>
            </a:r>
            <a:endParaRPr lang="zh-CN" altLang="en-US" sz="2800" b="0" i="0" u="none" strike="noStrike" kern="1200" cap="none" spc="0" baseline="0">
              <a:solidFill>
                <a:schemeClr val="tx1"/>
              </a:solidFill>
              <a:latin typeface="Calibri" pitchFamily="0" charset="0"/>
              <a:ea typeface="ＭＳ Ｐゴシック" pitchFamily="0" charset="-128"/>
              <a:cs typeface="Lucida Sans"/>
            </a:endParaRPr>
          </a:p>
        </p:txBody>
      </p:sp>
    </p:spTree>
    <p:extLst>
      <p:ext uri="{BB962C8B-B14F-4D97-AF65-F5344CB8AC3E}">
        <p14:creationId xmlns:p14="http://schemas.microsoft.com/office/powerpoint/2010/main" val="668421359"/>
      </p:ext>
    </p:extLst>
  </p:cSld>
  <p:clrMapOvr>
    <a:masterClrMapping/>
  </p:clrMapOvr>
</p:sld>
</file>

<file path=ppt/slides/slide67.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66" name="Text box"/>
          <p:cNvSpPr>
            <a:spLocks noGrp="1"/>
          </p:cNvSpPr>
          <p:nvPr>
            <p:ph type="sldNum"/>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Lucida Sans"/>
              </a:rPr>
              <a:t>67</a:t>
            </a:fld>
            <a:endParaRPr lang="zh-CN" altLang="en-US" sz="1000" b="1" i="0" u="none" strike="noStrike" kern="1200" cap="none" spc="0" baseline="0">
              <a:solidFill>
                <a:schemeClr val="bg1"/>
              </a:solidFill>
              <a:latin typeface="Arial" pitchFamily="0" charset="0"/>
              <a:ea typeface="ＭＳ Ｐゴシック" pitchFamily="0" charset="-128"/>
              <a:cs typeface="Lucida Sans"/>
            </a:endParaRPr>
          </a:p>
        </p:txBody>
      </p:sp>
      <p:sp>
        <p:nvSpPr>
          <p:cNvPr id="367"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Levels of Measurement </a:t>
            </a:r>
            <a:br>
              <a:rPr lang="zh-CN" altLang="en-US" sz="4400" b="0" i="0" u="none" strike="noStrike" kern="1200" cap="none" spc="0" baseline="0">
                <a:solidFill>
                  <a:schemeClr val="tx1"/>
                </a:solidFill>
                <a:latin typeface="Calibri" pitchFamily="0" charset="0"/>
                <a:ea typeface="ＭＳ Ｐゴシック" pitchFamily="0" charset="-128"/>
                <a:cs typeface="Lucida Sans"/>
              </a:rPr>
            </a:br>
            <a:r>
              <a:rPr lang="en-US" altLang="zh-CN" sz="4400" b="0" i="0" u="none" strike="noStrike" kern="1200" cap="none" spc="0" baseline="0">
                <a:solidFill>
                  <a:schemeClr val="tx1"/>
                </a:solidFill>
                <a:latin typeface="Calibri" pitchFamily="0" charset="0"/>
                <a:ea typeface="ＭＳ Ｐゴシック" pitchFamily="0" charset="-128"/>
                <a:cs typeface="Lucida Sans"/>
              </a:rPr>
              <a:t>- Ordinal Scales</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sp>
        <p:nvSpPr>
          <p:cNvPr id="368" name="Text box"/>
          <p:cNvSpPr>
            <a:spLocks noGrp="1"/>
          </p:cNvSpPr>
          <p:nvPr>
            <p:ph type="body" idx="1"/>
          </p:nvPr>
        </p:nvSpPr>
        <p:spPr>
          <a:xfrm rot="0">
            <a:off x="1981200" y="1772817"/>
            <a:ext cx="8229600" cy="4353347"/>
          </a:xfrm>
          <a:prstGeom prst="rect"/>
          <a:noFill/>
          <a:ln w="12700" cmpd="sng" cap="flat">
            <a:noFill/>
            <a:prstDash val="solid"/>
            <a:round/>
          </a:ln>
        </p:spPr>
        <p:txBody>
          <a:bodyPr vert="horz" wrap="square" lIns="91440" tIns="45720" rIns="91440" bIns="45720" anchor="t" anchorCtr="0">
            <a:prstTxWarp prst="textNoShape"/>
          </a:bodyPr>
          <a:lstStyle/>
          <a:p>
            <a:pPr marL="342900" indent="-342900" algn="l" eaLnBrk="1" hangingPunct="1">
              <a:lnSpc>
                <a:spcPct val="100000"/>
              </a:lnSpc>
              <a:spcBef>
                <a:spcPct val="20000"/>
              </a:spcBef>
              <a:spcAft>
                <a:spcPts val="0"/>
              </a:spcAft>
              <a:buNone/>
            </a:pPr>
            <a:r>
              <a:rPr lang="en-US" altLang="zh-CN" sz="2800" b="0" i="0" u="none" strike="noStrike" kern="1200" cap="none" spc="0" baseline="0">
                <a:solidFill>
                  <a:schemeClr val="tx1"/>
                </a:solidFill>
                <a:latin typeface="Calibri" pitchFamily="0" charset="0"/>
                <a:ea typeface="ＭＳ Ｐゴシック" pitchFamily="0" charset="-128"/>
                <a:cs typeface="Lucida Sans"/>
              </a:rPr>
              <a:t>Example: The Likert Scale</a:t>
            </a:r>
            <a:endParaRPr lang="zh-CN" altLang="en-US" sz="2800" b="0" i="0" u="none" strike="noStrike" kern="1200" cap="none" spc="0" baseline="0">
              <a:solidFill>
                <a:schemeClr val="tx1"/>
              </a:solidFill>
              <a:latin typeface="Calibri" pitchFamily="0" charset="0"/>
              <a:ea typeface="ＭＳ Ｐゴシック" pitchFamily="0" charset="-128"/>
              <a:cs typeface="Lucida Sans"/>
            </a:endParaRPr>
          </a:p>
        </p:txBody>
      </p:sp>
      <p:graphicFrame>
        <p:nvGraphicFramePr>
          <p:cNvPr id="369" name="Sheet"/>
          <p:cNvGraphicFramePr>
            <a:graphicFrameLocks noGrp="1"/>
          </p:cNvGraphicFramePr>
          <p:nvPr>
            <p:ph type="tbl"/>
            <p:extLst>
              <p:ext uri="{D42A27DB-BD31-4B8C-83A1-F6EECF244321}"/>
            </p:extLst>
          </p:nvPr>
        </p:nvGraphicFramePr>
        <p:xfrm>
          <a:off x="1775520" y="2479888"/>
          <a:ext cx="8640960" cy="2926079"/>
        </p:xfrm>
        <a:graphic>
          <a:graphicData uri="http://schemas.openxmlformats.org/drawingml/2006/table">
            <a:tbl>
              <a:tblPr bandRow="1">
                <a:noFill/>
              </a:tblPr>
              <a:tblGrid>
                <a:gridCol w="3809987"/>
                <a:gridCol w="1014514"/>
                <a:gridCol w="788327"/>
                <a:gridCol w="952804"/>
                <a:gridCol w="1053452"/>
                <a:gridCol w="1021765"/>
              </a:tblGrid>
              <a:tr h="396872">
                <a:tc>
                  <a:txBody>
                    <a:bodyPr/>
                    <a:lstStyle/>
                    <a:p>
                      <a:pPr marL="0" indent="0" algn="l" eaLnBrk="1" fontAlgn="base" latinLnBrk="0" hangingPunct="1">
                        <a:lnSpc>
                          <a:spcPct val="100000"/>
                        </a:lnSpc>
                        <a:spcBef>
                          <a:spcPct val="20000"/>
                        </a:spcBef>
                        <a:spcAft>
                          <a:spcPts val="0"/>
                        </a:spcAft>
                        <a:buNone/>
                      </a:pPr>
                      <a:endParaRPr lang="zh-CN" altLang="en-US" sz="3200" b="0" i="0" u="none" strike="noStrike" kern="1200" cap="none" spc="0" baseline="0">
                        <a:solidFill>
                          <a:schemeClr val="tx1"/>
                        </a:solidFill>
                        <a:latin typeface="Calibri" pitchFamily="0" charset="0"/>
                        <a:ea typeface="宋体" pitchFamily="0" charset="0"/>
                        <a:cs typeface="Calibri" pitchFamily="0" charset="0"/>
                      </a:endParaRPr>
                    </a:p>
                  </a:txBody>
                  <a:tcPr marL="91440" marT="45720" marR="91440" marB="45720" vert="horz">
                    <a:lnL w="9525">
                      <a:solidFill>
                        <a:srgbClr val="000000"/>
                      </a:solidFill>
                      <a:prstDash val="solid"/>
                      <a:headEnd type="none" w="med" len="med"/>
                      <a:tailEnd type="none" w="med" len="med"/>
                    </a:lnL>
                    <a:lnR w="9525">
                      <a:solidFill>
                        <a:srgbClr val="000000"/>
                      </a:solidFill>
                      <a:prstDash val="solid"/>
                      <a:headEnd type="none" w="med" len="med"/>
                      <a:tailEnd type="none" w="med" len="med"/>
                    </a:lnR>
                    <a:lnT w="9525">
                      <a:solidFill>
                        <a:srgbClr val="000000"/>
                      </a:solidFill>
                      <a:prstDash val="solid"/>
                      <a:headEnd type="none" w="med" len="med"/>
                      <a:tailEnd type="none" w="med" len="med"/>
                    </a:lnT>
                    <a:lnB w="9525">
                      <a:solidFill>
                        <a:srgbClr val="000000"/>
                      </a:solidFill>
                      <a:prstDash val="solid"/>
                      <a:headEnd type="none" w="med" len="med"/>
                      <a:tailEnd type="none" w="med" len="med"/>
                    </a:lnB>
                  </a:tcPr>
                </a:tc>
                <a:tc>
                  <a:txBody>
                    <a:bodyPr/>
                    <a:lstStyle/>
                    <a:p>
                      <a:pPr marL="0" indent="0" algn="ctr" eaLnBrk="0" fontAlgn="base" latinLnBrk="0" hangingPunct="0">
                        <a:lnSpc>
                          <a:spcPct val="100000"/>
                        </a:lnSpc>
                        <a:spcBef>
                          <a:spcPts val="0"/>
                        </a:spcBef>
                        <a:spcAft>
                          <a:spcPts val="0"/>
                        </a:spcAft>
                        <a:buNone/>
                      </a:pPr>
                      <a:r>
                        <a:rPr lang="en-US" altLang="zh-CN" sz="1800" b="1" i="0" u="none" strike="noStrike" kern="1200" cap="none" spc="0" baseline="0">
                          <a:solidFill>
                            <a:schemeClr val="tx1"/>
                          </a:solidFill>
                          <a:latin typeface="Calibri" pitchFamily="0" charset="0"/>
                          <a:ea typeface="Times New Roman" pitchFamily="18" charset="0"/>
                          <a:cs typeface="Arial" pitchFamily="0" charset="0"/>
                        </a:rPr>
                        <a:t>Strongly Agree</a:t>
                      </a:r>
                      <a:endParaRPr lang="zh-CN" altLang="en-US" sz="1800" b="1" i="0" u="none" strike="noStrike" kern="1200" cap="none" spc="0" baseline="0">
                        <a:solidFill>
                          <a:schemeClr val="tx1"/>
                        </a:solidFill>
                        <a:latin typeface="Calibri" pitchFamily="0" charset="0"/>
                        <a:ea typeface="ＭＳ Ｐゴシック" pitchFamily="0" charset="-128"/>
                        <a:cs typeface="Arial" pitchFamily="0" charset="0"/>
                      </a:endParaRPr>
                    </a:p>
                  </a:txBody>
                  <a:tcPr marL="91440" marT="45720" marR="91440" marB="45720" vert="horz">
                    <a:lnL w="9525">
                      <a:solidFill>
                        <a:srgbClr val="000000"/>
                      </a:solidFill>
                      <a:prstDash val="solid"/>
                      <a:headEnd type="none" w="med" len="med"/>
                      <a:tailEnd type="none" w="med" len="med"/>
                    </a:lnL>
                    <a:lnR w="9525">
                      <a:solidFill>
                        <a:srgbClr val="000000"/>
                      </a:solidFill>
                      <a:prstDash val="solid"/>
                      <a:headEnd type="none" w="med" len="med"/>
                      <a:tailEnd type="none" w="med" len="med"/>
                    </a:lnR>
                    <a:lnT w="9525">
                      <a:solidFill>
                        <a:srgbClr val="000000"/>
                      </a:solidFill>
                      <a:prstDash val="solid"/>
                      <a:headEnd type="none" w="med" len="med"/>
                      <a:tailEnd type="none" w="med" len="med"/>
                    </a:lnT>
                    <a:lnB w="9525">
                      <a:solidFill>
                        <a:srgbClr val="000000"/>
                      </a:solidFill>
                      <a:prstDash val="solid"/>
                      <a:headEnd type="none" w="med" len="med"/>
                      <a:tailEnd type="none" w="med" len="med"/>
                    </a:lnB>
                  </a:tcPr>
                </a:tc>
                <a:tc>
                  <a:txBody>
                    <a:bodyPr/>
                    <a:lstStyle/>
                    <a:p>
                      <a:pPr marL="0" indent="0" algn="ctr" eaLnBrk="0" fontAlgn="base" latinLnBrk="0" hangingPunct="0">
                        <a:lnSpc>
                          <a:spcPct val="100000"/>
                        </a:lnSpc>
                        <a:spcBef>
                          <a:spcPts val="0"/>
                        </a:spcBef>
                        <a:spcAft>
                          <a:spcPts val="0"/>
                        </a:spcAft>
                        <a:buNone/>
                      </a:pPr>
                      <a:r>
                        <a:rPr lang="en-US" altLang="zh-CN" sz="1800" b="1" i="0" u="none" strike="noStrike" kern="1200" cap="none" spc="0" baseline="0">
                          <a:solidFill>
                            <a:schemeClr val="tx1"/>
                          </a:solidFill>
                          <a:latin typeface="Calibri" pitchFamily="0" charset="0"/>
                          <a:ea typeface="Times New Roman" pitchFamily="18" charset="0"/>
                          <a:cs typeface="Arial" pitchFamily="0" charset="0"/>
                        </a:rPr>
                        <a:t>Agree</a:t>
                      </a:r>
                      <a:endParaRPr lang="zh-CN" altLang="en-US" sz="1800" b="1" i="0" u="none" strike="noStrike" kern="1200" cap="none" spc="0" baseline="0">
                        <a:solidFill>
                          <a:schemeClr val="tx1"/>
                        </a:solidFill>
                        <a:latin typeface="Calibri" pitchFamily="0" charset="0"/>
                        <a:ea typeface="ＭＳ Ｐゴシック" pitchFamily="0" charset="-128"/>
                        <a:cs typeface="Arial" pitchFamily="0" charset="0"/>
                      </a:endParaRPr>
                    </a:p>
                  </a:txBody>
                  <a:tcPr marL="91440" marT="45720" marR="91440" marB="45720" vert="horz">
                    <a:lnL w="9525">
                      <a:solidFill>
                        <a:srgbClr val="000000"/>
                      </a:solidFill>
                      <a:prstDash val="solid"/>
                      <a:headEnd type="none" w="med" len="med"/>
                      <a:tailEnd type="none" w="med" len="med"/>
                    </a:lnL>
                    <a:lnR w="9525">
                      <a:solidFill>
                        <a:srgbClr val="000000"/>
                      </a:solidFill>
                      <a:prstDash val="solid"/>
                      <a:headEnd type="none" w="med" len="med"/>
                      <a:tailEnd type="none" w="med" len="med"/>
                    </a:lnR>
                    <a:lnT w="9525">
                      <a:solidFill>
                        <a:srgbClr val="000000"/>
                      </a:solidFill>
                      <a:prstDash val="solid"/>
                      <a:headEnd type="none" w="med" len="med"/>
                      <a:tailEnd type="none" w="med" len="med"/>
                    </a:lnT>
                    <a:lnB w="9525">
                      <a:solidFill>
                        <a:srgbClr val="000000"/>
                      </a:solidFill>
                      <a:prstDash val="solid"/>
                      <a:headEnd type="none" w="med" len="med"/>
                      <a:tailEnd type="none" w="med" len="med"/>
                    </a:lnB>
                  </a:tcPr>
                </a:tc>
                <a:tc>
                  <a:txBody>
                    <a:bodyPr/>
                    <a:lstStyle/>
                    <a:p>
                      <a:pPr marL="0" indent="0" algn="ctr" eaLnBrk="0" fontAlgn="base" latinLnBrk="0" hangingPunct="0">
                        <a:lnSpc>
                          <a:spcPct val="100000"/>
                        </a:lnSpc>
                        <a:spcBef>
                          <a:spcPts val="0"/>
                        </a:spcBef>
                        <a:spcAft>
                          <a:spcPts val="0"/>
                        </a:spcAft>
                        <a:buNone/>
                      </a:pPr>
                      <a:r>
                        <a:rPr lang="en-US" altLang="zh-CN" sz="1800" b="1" i="0" u="none" strike="noStrike" kern="1200" cap="none" spc="0" baseline="0">
                          <a:solidFill>
                            <a:schemeClr val="tx1"/>
                          </a:solidFill>
                          <a:latin typeface="Calibri" pitchFamily="0" charset="0"/>
                          <a:ea typeface="Times New Roman" pitchFamily="18" charset="0"/>
                          <a:cs typeface="Arial" pitchFamily="0" charset="0"/>
                        </a:rPr>
                        <a:t>Neither</a:t>
                      </a:r>
                      <a:endParaRPr lang="zh-CN" altLang="en-US" sz="1800" b="1" i="0" u="none" strike="noStrike" kern="1200" cap="none" spc="0" baseline="0">
                        <a:solidFill>
                          <a:schemeClr val="tx1"/>
                        </a:solidFill>
                        <a:latin typeface="Calibri" pitchFamily="0" charset="0"/>
                        <a:ea typeface="ＭＳ Ｐゴシック" pitchFamily="0" charset="-128"/>
                        <a:cs typeface="Arial" pitchFamily="0" charset="0"/>
                      </a:endParaRPr>
                    </a:p>
                  </a:txBody>
                  <a:tcPr marL="91440" marT="45720" marR="91440" marB="45720" vert="horz">
                    <a:lnL w="9525">
                      <a:solidFill>
                        <a:srgbClr val="000000"/>
                      </a:solidFill>
                      <a:prstDash val="solid"/>
                      <a:headEnd type="none" w="med" len="med"/>
                      <a:tailEnd type="none" w="med" len="med"/>
                    </a:lnL>
                    <a:lnR w="9525">
                      <a:solidFill>
                        <a:srgbClr val="000000"/>
                      </a:solidFill>
                      <a:prstDash val="solid"/>
                      <a:headEnd type="none" w="med" len="med"/>
                      <a:tailEnd type="none" w="med" len="med"/>
                    </a:lnR>
                    <a:lnT w="9525">
                      <a:solidFill>
                        <a:srgbClr val="000000"/>
                      </a:solidFill>
                      <a:prstDash val="solid"/>
                      <a:headEnd type="none" w="med" len="med"/>
                      <a:tailEnd type="none" w="med" len="med"/>
                    </a:lnT>
                    <a:lnB w="9525">
                      <a:solidFill>
                        <a:srgbClr val="000000"/>
                      </a:solidFill>
                      <a:prstDash val="solid"/>
                      <a:headEnd type="none" w="med" len="med"/>
                      <a:tailEnd type="none" w="med" len="med"/>
                    </a:lnB>
                  </a:tcPr>
                </a:tc>
                <a:tc>
                  <a:txBody>
                    <a:bodyPr/>
                    <a:lstStyle/>
                    <a:p>
                      <a:pPr marL="0" indent="0" algn="ctr" eaLnBrk="0" fontAlgn="base" latinLnBrk="0" hangingPunct="0">
                        <a:lnSpc>
                          <a:spcPct val="100000"/>
                        </a:lnSpc>
                        <a:spcBef>
                          <a:spcPts val="0"/>
                        </a:spcBef>
                        <a:spcAft>
                          <a:spcPts val="0"/>
                        </a:spcAft>
                        <a:buNone/>
                      </a:pPr>
                      <a:r>
                        <a:rPr lang="en-US" altLang="zh-CN" sz="1800" b="1" i="0" u="none" strike="noStrike" kern="1200" cap="none" spc="0" baseline="0">
                          <a:solidFill>
                            <a:schemeClr val="tx1"/>
                          </a:solidFill>
                          <a:latin typeface="Calibri" pitchFamily="0" charset="0"/>
                          <a:ea typeface="Times New Roman" pitchFamily="18" charset="0"/>
                          <a:cs typeface="Arial" pitchFamily="0" charset="0"/>
                        </a:rPr>
                        <a:t>Disagree</a:t>
                      </a:r>
                      <a:endParaRPr lang="zh-CN" altLang="en-US" sz="1800" b="1" i="0" u="none" strike="noStrike" kern="1200" cap="none" spc="0" baseline="0">
                        <a:solidFill>
                          <a:schemeClr val="tx1"/>
                        </a:solidFill>
                        <a:latin typeface="Calibri" pitchFamily="0" charset="0"/>
                        <a:ea typeface="ＭＳ Ｐゴシック" pitchFamily="0" charset="-128"/>
                        <a:cs typeface="Arial" pitchFamily="0" charset="0"/>
                      </a:endParaRPr>
                    </a:p>
                  </a:txBody>
                  <a:tcPr marL="91440" marT="45720" marR="91440" marB="45720" vert="horz">
                    <a:lnL w="9525">
                      <a:solidFill>
                        <a:srgbClr val="000000"/>
                      </a:solidFill>
                      <a:prstDash val="solid"/>
                      <a:headEnd type="none" w="med" len="med"/>
                      <a:tailEnd type="none" w="med" len="med"/>
                    </a:lnL>
                    <a:lnR w="9525">
                      <a:solidFill>
                        <a:srgbClr val="000000"/>
                      </a:solidFill>
                      <a:prstDash val="solid"/>
                      <a:headEnd type="none" w="med" len="med"/>
                      <a:tailEnd type="none" w="med" len="med"/>
                    </a:lnR>
                    <a:lnT w="9525">
                      <a:solidFill>
                        <a:srgbClr val="000000"/>
                      </a:solidFill>
                      <a:prstDash val="solid"/>
                      <a:headEnd type="none" w="med" len="med"/>
                      <a:tailEnd type="none" w="med" len="med"/>
                    </a:lnT>
                    <a:lnB w="9525">
                      <a:solidFill>
                        <a:srgbClr val="000000"/>
                      </a:solidFill>
                      <a:prstDash val="solid"/>
                      <a:headEnd type="none" w="med" len="med"/>
                      <a:tailEnd type="none" w="med" len="med"/>
                    </a:lnB>
                  </a:tcPr>
                </a:tc>
                <a:tc>
                  <a:txBody>
                    <a:bodyPr/>
                    <a:lstStyle/>
                    <a:p>
                      <a:pPr marL="0" indent="0" algn="ctr" eaLnBrk="0" fontAlgn="base" latinLnBrk="0" hangingPunct="0">
                        <a:lnSpc>
                          <a:spcPct val="100000"/>
                        </a:lnSpc>
                        <a:spcBef>
                          <a:spcPts val="0"/>
                        </a:spcBef>
                        <a:spcAft>
                          <a:spcPts val="0"/>
                        </a:spcAft>
                        <a:buNone/>
                      </a:pPr>
                      <a:r>
                        <a:rPr lang="en-US" altLang="zh-CN" sz="1800" b="1" i="0" u="none" strike="noStrike" kern="1200" cap="none" spc="0" baseline="0">
                          <a:solidFill>
                            <a:schemeClr val="tx1"/>
                          </a:solidFill>
                          <a:latin typeface="Calibri" pitchFamily="0" charset="0"/>
                          <a:ea typeface="Times New Roman" pitchFamily="18" charset="0"/>
                          <a:cs typeface="Arial" pitchFamily="0" charset="0"/>
                        </a:rPr>
                        <a:t>Strongly Disagree</a:t>
                      </a:r>
                      <a:endParaRPr lang="zh-CN" altLang="en-US" sz="1800" b="1" i="0" u="none" strike="noStrike" kern="1200" cap="none" spc="0" baseline="0">
                        <a:solidFill>
                          <a:schemeClr val="tx1"/>
                        </a:solidFill>
                        <a:latin typeface="Calibri" pitchFamily="0" charset="0"/>
                        <a:ea typeface="ＭＳ Ｐゴシック" pitchFamily="0" charset="-128"/>
                        <a:cs typeface="Arial" pitchFamily="0" charset="0"/>
                      </a:endParaRPr>
                    </a:p>
                  </a:txBody>
                  <a:tcPr marL="91440" marT="45720" marR="91440" marB="45720" vert="horz">
                    <a:lnL w="9525">
                      <a:solidFill>
                        <a:srgbClr val="000000"/>
                      </a:solidFill>
                      <a:prstDash val="solid"/>
                      <a:headEnd type="none" w="med" len="med"/>
                      <a:tailEnd type="none" w="med" len="med"/>
                    </a:lnL>
                    <a:lnR w="9525">
                      <a:solidFill>
                        <a:srgbClr val="000000"/>
                      </a:solidFill>
                      <a:prstDash val="solid"/>
                      <a:headEnd type="none" w="med" len="med"/>
                      <a:tailEnd type="none" w="med" len="med"/>
                    </a:lnR>
                    <a:lnT w="9525">
                      <a:solidFill>
                        <a:srgbClr val="000000"/>
                      </a:solidFill>
                      <a:prstDash val="solid"/>
                      <a:headEnd type="none" w="med" len="med"/>
                      <a:tailEnd type="none" w="med" len="med"/>
                    </a:lnT>
                    <a:lnB w="9525">
                      <a:solidFill>
                        <a:srgbClr val="000000"/>
                      </a:solidFill>
                      <a:prstDash val="solid"/>
                      <a:headEnd type="none" w="med" len="med"/>
                      <a:tailEnd type="none" w="med" len="med"/>
                    </a:lnB>
                  </a:tcPr>
                </a:tc>
              </a:tr>
              <a:tr h="244474">
                <a:tc>
                  <a:txBody>
                    <a:bodyPr/>
                    <a:lstStyle/>
                    <a:p>
                      <a:pPr marL="0" indent="0" algn="l" eaLnBrk="0" fontAlgn="base" latinLnBrk="0" hangingPunct="0">
                        <a:lnSpc>
                          <a:spcPct val="100000"/>
                        </a:lnSpc>
                        <a:spcBef>
                          <a:spcPts val="0"/>
                        </a:spcBef>
                        <a:spcAft>
                          <a:spcPts val="0"/>
                        </a:spcAft>
                        <a:buNone/>
                      </a:pPr>
                      <a:r>
                        <a:rPr lang="en-US" altLang="zh-CN" sz="1200" b="1" i="0" u="none" strike="noStrike" kern="1200" cap="none" spc="0" baseline="0">
                          <a:solidFill>
                            <a:schemeClr val="tx1"/>
                          </a:solidFill>
                          <a:latin typeface="Calibri" pitchFamily="0" charset="0"/>
                          <a:ea typeface="Times New Roman" pitchFamily="18" charset="0"/>
                          <a:cs typeface="Arial" pitchFamily="0" charset="0"/>
                        </a:rPr>
                        <a:t>If the price of raw materials fell firms would reduce the price of their food products.</a:t>
                      </a:r>
                      <a:endParaRPr lang="zh-CN" altLang="en-US" sz="3600" b="1" i="0" u="none" strike="noStrike" kern="1200" cap="none" spc="0" baseline="0">
                        <a:solidFill>
                          <a:schemeClr val="tx1"/>
                        </a:solidFill>
                        <a:latin typeface="Calibri" pitchFamily="0" charset="0"/>
                        <a:ea typeface="ＭＳ Ｐゴシック" pitchFamily="0" charset="-128"/>
                        <a:cs typeface="Arial" pitchFamily="0" charset="0"/>
                      </a:endParaRPr>
                    </a:p>
                  </a:txBody>
                  <a:tcPr marL="91440" marT="45720" marR="91440" marB="45720" vert="horz">
                    <a:lnL w="9525">
                      <a:solidFill>
                        <a:srgbClr val="000000"/>
                      </a:solidFill>
                      <a:prstDash val="solid"/>
                      <a:headEnd type="none" w="med" len="med"/>
                      <a:tailEnd type="none" w="med" len="med"/>
                    </a:lnL>
                    <a:lnR w="9525">
                      <a:solidFill>
                        <a:srgbClr val="000000"/>
                      </a:solidFill>
                      <a:prstDash val="solid"/>
                      <a:headEnd type="none" w="med" len="med"/>
                      <a:tailEnd type="none" w="med" len="med"/>
                    </a:lnR>
                    <a:lnT w="9525">
                      <a:solidFill>
                        <a:srgbClr val="000000"/>
                      </a:solidFill>
                      <a:prstDash val="solid"/>
                      <a:headEnd type="none" w="med" len="med"/>
                      <a:tailEnd type="none" w="med" len="med"/>
                    </a:lnT>
                    <a:lnB w="9525">
                      <a:solidFill>
                        <a:srgbClr val="000000"/>
                      </a:solidFill>
                      <a:prstDash val="solid"/>
                      <a:headEnd type="none" w="med" len="med"/>
                      <a:tailEnd type="none" w="med" len="med"/>
                    </a:lnB>
                  </a:tcPr>
                </a:tc>
                <a:tc>
                  <a:txBody>
                    <a:bodyPr/>
                    <a:lstStyle/>
                    <a:p>
                      <a:pPr marL="0" indent="0" algn="ctr" eaLnBrk="0" fontAlgn="base" latinLnBrk="0" hangingPunct="0">
                        <a:lnSpc>
                          <a:spcPct val="100000"/>
                        </a:lnSpc>
                        <a:spcBef>
                          <a:spcPts val="0"/>
                        </a:spcBef>
                        <a:spcAft>
                          <a:spcPts val="0"/>
                        </a:spcAft>
                        <a:buNone/>
                      </a:pPr>
                      <a:r>
                        <a:rPr lang="en-US" altLang="zh-CN" sz="1200" b="1" i="0" u="none" strike="noStrike" kern="1200" cap="none" spc="0" baseline="0">
                          <a:solidFill>
                            <a:schemeClr val="tx1"/>
                          </a:solidFill>
                          <a:latin typeface="Calibri" pitchFamily="0" charset="0"/>
                          <a:ea typeface="Times New Roman" pitchFamily="18" charset="0"/>
                          <a:cs typeface="Arial" pitchFamily="0" charset="0"/>
                        </a:rPr>
                        <a:t>1</a:t>
                      </a:r>
                      <a:endParaRPr lang="zh-CN" altLang="en-US" sz="3600" b="1" i="0" u="none" strike="noStrike" kern="1200" cap="none" spc="0" baseline="0">
                        <a:solidFill>
                          <a:schemeClr val="tx1"/>
                        </a:solidFill>
                        <a:latin typeface="Calibri" pitchFamily="0" charset="0"/>
                        <a:ea typeface="ＭＳ Ｐゴシック" pitchFamily="0" charset="-128"/>
                        <a:cs typeface="Arial" pitchFamily="0" charset="0"/>
                      </a:endParaRPr>
                    </a:p>
                  </a:txBody>
                  <a:tcPr marL="91440" marT="45720" marR="91440" marB="45720" vert="horz">
                    <a:lnL w="9525">
                      <a:solidFill>
                        <a:srgbClr val="000000"/>
                      </a:solidFill>
                      <a:prstDash val="solid"/>
                      <a:headEnd type="none" w="med" len="med"/>
                      <a:tailEnd type="none" w="med" len="med"/>
                    </a:lnL>
                    <a:lnR w="9525">
                      <a:solidFill>
                        <a:srgbClr val="000000"/>
                      </a:solidFill>
                      <a:prstDash val="solid"/>
                      <a:headEnd type="none" w="med" len="med"/>
                      <a:tailEnd type="none" w="med" len="med"/>
                    </a:lnR>
                    <a:lnT w="9525">
                      <a:solidFill>
                        <a:srgbClr val="000000"/>
                      </a:solidFill>
                      <a:prstDash val="solid"/>
                      <a:headEnd type="none" w="med" len="med"/>
                      <a:tailEnd type="none" w="med" len="med"/>
                    </a:lnT>
                    <a:lnB w="9525">
                      <a:solidFill>
                        <a:srgbClr val="000000"/>
                      </a:solidFill>
                      <a:prstDash val="solid"/>
                      <a:headEnd type="none" w="med" len="med"/>
                      <a:tailEnd type="none" w="med" len="med"/>
                    </a:lnB>
                  </a:tcPr>
                </a:tc>
                <a:tc>
                  <a:txBody>
                    <a:bodyPr/>
                    <a:lstStyle/>
                    <a:p>
                      <a:pPr marL="0" indent="0" algn="ctr" eaLnBrk="0" fontAlgn="base" latinLnBrk="0" hangingPunct="0">
                        <a:lnSpc>
                          <a:spcPct val="100000"/>
                        </a:lnSpc>
                        <a:spcBef>
                          <a:spcPts val="0"/>
                        </a:spcBef>
                        <a:spcAft>
                          <a:spcPts val="0"/>
                        </a:spcAft>
                        <a:buNone/>
                      </a:pPr>
                      <a:r>
                        <a:rPr lang="en-US" altLang="zh-CN" sz="1200" b="1" i="0" u="none" strike="noStrike" kern="1200" cap="none" spc="0" baseline="0">
                          <a:solidFill>
                            <a:schemeClr val="tx1"/>
                          </a:solidFill>
                          <a:latin typeface="Calibri" pitchFamily="0" charset="0"/>
                          <a:ea typeface="Times New Roman" pitchFamily="18" charset="0"/>
                          <a:cs typeface="Arial" pitchFamily="0" charset="0"/>
                        </a:rPr>
                        <a:t>2</a:t>
                      </a:r>
                      <a:endParaRPr lang="zh-CN" altLang="en-US" sz="3600" b="1" i="0" u="none" strike="noStrike" kern="1200" cap="none" spc="0" baseline="0">
                        <a:solidFill>
                          <a:schemeClr val="tx1"/>
                        </a:solidFill>
                        <a:latin typeface="Calibri" pitchFamily="0" charset="0"/>
                        <a:ea typeface="ＭＳ Ｐゴシック" pitchFamily="0" charset="-128"/>
                        <a:cs typeface="Arial" pitchFamily="0" charset="0"/>
                      </a:endParaRPr>
                    </a:p>
                  </a:txBody>
                  <a:tcPr marL="91440" marT="45720" marR="91440" marB="45720" vert="horz">
                    <a:lnL w="9525">
                      <a:solidFill>
                        <a:srgbClr val="000000"/>
                      </a:solidFill>
                      <a:prstDash val="solid"/>
                      <a:headEnd type="none" w="med" len="med"/>
                      <a:tailEnd type="none" w="med" len="med"/>
                    </a:lnL>
                    <a:lnR w="9525">
                      <a:solidFill>
                        <a:srgbClr val="000000"/>
                      </a:solidFill>
                      <a:prstDash val="solid"/>
                      <a:headEnd type="none" w="med" len="med"/>
                      <a:tailEnd type="none" w="med" len="med"/>
                    </a:lnR>
                    <a:lnT w="9525">
                      <a:solidFill>
                        <a:srgbClr val="000000"/>
                      </a:solidFill>
                      <a:prstDash val="solid"/>
                      <a:headEnd type="none" w="med" len="med"/>
                      <a:tailEnd type="none" w="med" len="med"/>
                    </a:lnT>
                    <a:lnB w="9525">
                      <a:solidFill>
                        <a:srgbClr val="000000"/>
                      </a:solidFill>
                      <a:prstDash val="solid"/>
                      <a:headEnd type="none" w="med" len="med"/>
                      <a:tailEnd type="none" w="med" len="med"/>
                    </a:lnB>
                  </a:tcPr>
                </a:tc>
                <a:tc>
                  <a:txBody>
                    <a:bodyPr/>
                    <a:lstStyle/>
                    <a:p>
                      <a:pPr marL="0" indent="0" algn="ctr" eaLnBrk="0" fontAlgn="base" latinLnBrk="0" hangingPunct="0">
                        <a:lnSpc>
                          <a:spcPct val="100000"/>
                        </a:lnSpc>
                        <a:spcBef>
                          <a:spcPts val="0"/>
                        </a:spcBef>
                        <a:spcAft>
                          <a:spcPts val="0"/>
                        </a:spcAft>
                        <a:buNone/>
                      </a:pPr>
                      <a:r>
                        <a:rPr lang="en-US" altLang="zh-CN" sz="1200" b="1" i="0" u="none" strike="noStrike" kern="1200" cap="none" spc="0" baseline="0">
                          <a:solidFill>
                            <a:schemeClr val="tx1"/>
                          </a:solidFill>
                          <a:latin typeface="Calibri" pitchFamily="0" charset="0"/>
                          <a:ea typeface="Times New Roman" pitchFamily="18" charset="0"/>
                          <a:cs typeface="Arial" pitchFamily="0" charset="0"/>
                        </a:rPr>
                        <a:t>3</a:t>
                      </a:r>
                      <a:endParaRPr lang="zh-CN" altLang="en-US" sz="3600" b="1" i="0" u="none" strike="noStrike" kern="1200" cap="none" spc="0" baseline="0">
                        <a:solidFill>
                          <a:schemeClr val="tx1"/>
                        </a:solidFill>
                        <a:latin typeface="Calibri" pitchFamily="0" charset="0"/>
                        <a:ea typeface="ＭＳ Ｐゴシック" pitchFamily="0" charset="-128"/>
                        <a:cs typeface="Arial" pitchFamily="0" charset="0"/>
                      </a:endParaRPr>
                    </a:p>
                  </a:txBody>
                  <a:tcPr marL="91440" marT="45720" marR="91440" marB="45720" vert="horz">
                    <a:lnL w="9525">
                      <a:solidFill>
                        <a:srgbClr val="000000"/>
                      </a:solidFill>
                      <a:prstDash val="solid"/>
                      <a:headEnd type="none" w="med" len="med"/>
                      <a:tailEnd type="none" w="med" len="med"/>
                    </a:lnL>
                    <a:lnR w="9525">
                      <a:solidFill>
                        <a:srgbClr val="000000"/>
                      </a:solidFill>
                      <a:prstDash val="solid"/>
                      <a:headEnd type="none" w="med" len="med"/>
                      <a:tailEnd type="none" w="med" len="med"/>
                    </a:lnR>
                    <a:lnT w="9525">
                      <a:solidFill>
                        <a:srgbClr val="000000"/>
                      </a:solidFill>
                      <a:prstDash val="solid"/>
                      <a:headEnd type="none" w="med" len="med"/>
                      <a:tailEnd type="none" w="med" len="med"/>
                    </a:lnT>
                    <a:lnB w="9525">
                      <a:solidFill>
                        <a:srgbClr val="000000"/>
                      </a:solidFill>
                      <a:prstDash val="solid"/>
                      <a:headEnd type="none" w="med" len="med"/>
                      <a:tailEnd type="none" w="med" len="med"/>
                    </a:lnB>
                  </a:tcPr>
                </a:tc>
                <a:tc>
                  <a:txBody>
                    <a:bodyPr/>
                    <a:lstStyle/>
                    <a:p>
                      <a:pPr marL="0" indent="0" algn="ctr" eaLnBrk="0" fontAlgn="base" latinLnBrk="0" hangingPunct="0">
                        <a:lnSpc>
                          <a:spcPct val="100000"/>
                        </a:lnSpc>
                        <a:spcBef>
                          <a:spcPts val="0"/>
                        </a:spcBef>
                        <a:spcAft>
                          <a:spcPts val="0"/>
                        </a:spcAft>
                        <a:buNone/>
                      </a:pPr>
                      <a:r>
                        <a:rPr lang="en-US" altLang="zh-CN" sz="1200" b="1" i="0" u="none" strike="noStrike" kern="1200" cap="none" spc="0" baseline="0">
                          <a:solidFill>
                            <a:schemeClr val="tx1"/>
                          </a:solidFill>
                          <a:latin typeface="Calibri" pitchFamily="0" charset="0"/>
                          <a:ea typeface="Times New Roman" pitchFamily="18" charset="0"/>
                          <a:cs typeface="Arial" pitchFamily="0" charset="0"/>
                        </a:rPr>
                        <a:t>4</a:t>
                      </a:r>
                      <a:endParaRPr lang="zh-CN" altLang="en-US" sz="3600" b="1" i="0" u="none" strike="noStrike" kern="1200" cap="none" spc="0" baseline="0">
                        <a:solidFill>
                          <a:schemeClr val="tx1"/>
                        </a:solidFill>
                        <a:latin typeface="Calibri" pitchFamily="0" charset="0"/>
                        <a:ea typeface="ＭＳ Ｐゴシック" pitchFamily="0" charset="-128"/>
                        <a:cs typeface="Arial" pitchFamily="0" charset="0"/>
                      </a:endParaRPr>
                    </a:p>
                  </a:txBody>
                  <a:tcPr marL="91440" marT="45720" marR="91440" marB="45720" vert="horz">
                    <a:lnL w="9525">
                      <a:solidFill>
                        <a:srgbClr val="000000"/>
                      </a:solidFill>
                      <a:prstDash val="solid"/>
                      <a:headEnd type="none" w="med" len="med"/>
                      <a:tailEnd type="none" w="med" len="med"/>
                    </a:lnL>
                    <a:lnR w="9525">
                      <a:solidFill>
                        <a:srgbClr val="000000"/>
                      </a:solidFill>
                      <a:prstDash val="solid"/>
                      <a:headEnd type="none" w="med" len="med"/>
                      <a:tailEnd type="none" w="med" len="med"/>
                    </a:lnR>
                    <a:lnT w="9525">
                      <a:solidFill>
                        <a:srgbClr val="000000"/>
                      </a:solidFill>
                      <a:prstDash val="solid"/>
                      <a:headEnd type="none" w="med" len="med"/>
                      <a:tailEnd type="none" w="med" len="med"/>
                    </a:lnT>
                    <a:lnB w="9525">
                      <a:solidFill>
                        <a:srgbClr val="000000"/>
                      </a:solidFill>
                      <a:prstDash val="solid"/>
                      <a:headEnd type="none" w="med" len="med"/>
                      <a:tailEnd type="none" w="med" len="med"/>
                    </a:lnB>
                  </a:tcPr>
                </a:tc>
                <a:tc>
                  <a:txBody>
                    <a:bodyPr/>
                    <a:lstStyle/>
                    <a:p>
                      <a:pPr marL="0" indent="0" algn="ctr" eaLnBrk="0" fontAlgn="base" latinLnBrk="0" hangingPunct="0">
                        <a:lnSpc>
                          <a:spcPct val="100000"/>
                        </a:lnSpc>
                        <a:spcBef>
                          <a:spcPts val="0"/>
                        </a:spcBef>
                        <a:spcAft>
                          <a:spcPts val="0"/>
                        </a:spcAft>
                        <a:buNone/>
                      </a:pPr>
                      <a:r>
                        <a:rPr lang="en-US" altLang="zh-CN" sz="1200" b="1" i="0" u="none" strike="noStrike" kern="1200" cap="none" spc="0" baseline="0">
                          <a:solidFill>
                            <a:schemeClr val="tx1"/>
                          </a:solidFill>
                          <a:latin typeface="Calibri" pitchFamily="0" charset="0"/>
                          <a:ea typeface="Times New Roman" pitchFamily="18" charset="0"/>
                          <a:cs typeface="Arial" pitchFamily="0" charset="0"/>
                        </a:rPr>
                        <a:t>5</a:t>
                      </a:r>
                      <a:endParaRPr lang="zh-CN" altLang="en-US" sz="3600" b="1" i="0" u="none" strike="noStrike" kern="1200" cap="none" spc="0" baseline="0">
                        <a:solidFill>
                          <a:schemeClr val="tx1"/>
                        </a:solidFill>
                        <a:latin typeface="Calibri" pitchFamily="0" charset="0"/>
                        <a:ea typeface="ＭＳ Ｐゴシック" pitchFamily="0" charset="-128"/>
                        <a:cs typeface="Arial" pitchFamily="0" charset="0"/>
                      </a:endParaRPr>
                    </a:p>
                  </a:txBody>
                  <a:tcPr marL="91440" marT="45720" marR="91440" marB="45720" vert="horz">
                    <a:lnL w="9525">
                      <a:solidFill>
                        <a:srgbClr val="000000"/>
                      </a:solidFill>
                      <a:prstDash val="solid"/>
                      <a:headEnd type="none" w="med" len="med"/>
                      <a:tailEnd type="none" w="med" len="med"/>
                    </a:lnL>
                    <a:lnR w="9525">
                      <a:solidFill>
                        <a:srgbClr val="000000"/>
                      </a:solidFill>
                      <a:prstDash val="solid"/>
                      <a:headEnd type="none" w="med" len="med"/>
                      <a:tailEnd type="none" w="med" len="med"/>
                    </a:lnR>
                    <a:lnT w="9525">
                      <a:solidFill>
                        <a:srgbClr val="000000"/>
                      </a:solidFill>
                      <a:prstDash val="solid"/>
                      <a:headEnd type="none" w="med" len="med"/>
                      <a:tailEnd type="none" w="med" len="med"/>
                    </a:lnT>
                    <a:lnB w="9525">
                      <a:solidFill>
                        <a:srgbClr val="000000"/>
                      </a:solidFill>
                      <a:prstDash val="solid"/>
                      <a:headEnd type="none" w="med" len="med"/>
                      <a:tailEnd type="none" w="med" len="med"/>
                    </a:lnB>
                  </a:tcPr>
                </a:tc>
              </a:tr>
              <a:tr h="244474">
                <a:tc>
                  <a:txBody>
                    <a:bodyPr/>
                    <a:lstStyle/>
                    <a:p>
                      <a:pPr marL="0" indent="0" algn="l" eaLnBrk="0" fontAlgn="base" latinLnBrk="0" hangingPunct="0">
                        <a:lnSpc>
                          <a:spcPct val="100000"/>
                        </a:lnSpc>
                        <a:spcBef>
                          <a:spcPts val="0"/>
                        </a:spcBef>
                        <a:spcAft>
                          <a:spcPts val="0"/>
                        </a:spcAft>
                        <a:buNone/>
                      </a:pPr>
                      <a:r>
                        <a:rPr lang="en-US" altLang="zh-CN" sz="1200" b="1" i="0" u="none" strike="noStrike" kern="1200" cap="none" spc="0" baseline="0">
                          <a:solidFill>
                            <a:schemeClr val="tx1"/>
                          </a:solidFill>
                          <a:latin typeface="Calibri" pitchFamily="0" charset="0"/>
                          <a:ea typeface="Times New Roman" pitchFamily="18" charset="0"/>
                          <a:cs typeface="Arial" pitchFamily="0" charset="0"/>
                        </a:rPr>
                        <a:t>Without government regulation the firms would exploit the consumer.</a:t>
                      </a:r>
                      <a:endParaRPr lang="zh-CN" altLang="en-US" sz="3600" b="1" i="0" u="none" strike="noStrike" kern="1200" cap="none" spc="0" baseline="0">
                        <a:solidFill>
                          <a:schemeClr val="tx1"/>
                        </a:solidFill>
                        <a:latin typeface="Calibri" pitchFamily="0" charset="0"/>
                        <a:ea typeface="ＭＳ Ｐゴシック" pitchFamily="0" charset="-128"/>
                        <a:cs typeface="Arial" pitchFamily="0" charset="0"/>
                      </a:endParaRPr>
                    </a:p>
                  </a:txBody>
                  <a:tcPr marL="91440" marT="45720" marR="91440" marB="45720" vert="horz">
                    <a:lnL w="9525">
                      <a:solidFill>
                        <a:srgbClr val="000000"/>
                      </a:solidFill>
                      <a:prstDash val="solid"/>
                      <a:headEnd type="none" w="med" len="med"/>
                      <a:tailEnd type="none" w="med" len="med"/>
                    </a:lnL>
                    <a:lnR w="9525">
                      <a:solidFill>
                        <a:srgbClr val="000000"/>
                      </a:solidFill>
                      <a:prstDash val="solid"/>
                      <a:headEnd type="none" w="med" len="med"/>
                      <a:tailEnd type="none" w="med" len="med"/>
                    </a:lnR>
                    <a:lnT w="9525">
                      <a:solidFill>
                        <a:srgbClr val="000000"/>
                      </a:solidFill>
                      <a:prstDash val="solid"/>
                      <a:headEnd type="none" w="med" len="med"/>
                      <a:tailEnd type="none" w="med" len="med"/>
                    </a:lnT>
                    <a:lnB w="9525">
                      <a:solidFill>
                        <a:srgbClr val="000000"/>
                      </a:solidFill>
                      <a:prstDash val="solid"/>
                      <a:headEnd type="none" w="med" len="med"/>
                      <a:tailEnd type="none" w="med" len="med"/>
                    </a:lnB>
                  </a:tcPr>
                </a:tc>
                <a:tc>
                  <a:txBody>
                    <a:bodyPr/>
                    <a:lstStyle/>
                    <a:p>
                      <a:pPr marL="0" indent="0" algn="ctr" eaLnBrk="0" fontAlgn="base" latinLnBrk="0" hangingPunct="0">
                        <a:lnSpc>
                          <a:spcPct val="100000"/>
                        </a:lnSpc>
                        <a:spcBef>
                          <a:spcPts val="0"/>
                        </a:spcBef>
                        <a:spcAft>
                          <a:spcPts val="0"/>
                        </a:spcAft>
                        <a:buNone/>
                      </a:pPr>
                      <a:r>
                        <a:rPr lang="en-US" altLang="zh-CN" sz="1200" b="1" i="0" u="none" strike="noStrike" kern="1200" cap="none" spc="0" baseline="0">
                          <a:solidFill>
                            <a:schemeClr val="tx1"/>
                          </a:solidFill>
                          <a:latin typeface="Calibri" pitchFamily="0" charset="0"/>
                          <a:ea typeface="Times New Roman" pitchFamily="18" charset="0"/>
                          <a:cs typeface="Arial" pitchFamily="0" charset="0"/>
                        </a:rPr>
                        <a:t>1</a:t>
                      </a:r>
                      <a:endParaRPr lang="zh-CN" altLang="en-US" sz="3600" b="1" i="0" u="none" strike="noStrike" kern="1200" cap="none" spc="0" baseline="0">
                        <a:solidFill>
                          <a:schemeClr val="tx1"/>
                        </a:solidFill>
                        <a:latin typeface="Calibri" pitchFamily="0" charset="0"/>
                        <a:ea typeface="ＭＳ Ｐゴシック" pitchFamily="0" charset="-128"/>
                        <a:cs typeface="Arial" pitchFamily="0" charset="0"/>
                      </a:endParaRPr>
                    </a:p>
                  </a:txBody>
                  <a:tcPr marL="91440" marT="45720" marR="91440" marB="45720" vert="horz">
                    <a:lnL w="9525">
                      <a:solidFill>
                        <a:srgbClr val="000000"/>
                      </a:solidFill>
                      <a:prstDash val="solid"/>
                      <a:headEnd type="none" w="med" len="med"/>
                      <a:tailEnd type="none" w="med" len="med"/>
                    </a:lnL>
                    <a:lnR w="9525">
                      <a:solidFill>
                        <a:srgbClr val="000000"/>
                      </a:solidFill>
                      <a:prstDash val="solid"/>
                      <a:headEnd type="none" w="med" len="med"/>
                      <a:tailEnd type="none" w="med" len="med"/>
                    </a:lnR>
                    <a:lnT w="9525">
                      <a:solidFill>
                        <a:srgbClr val="000000"/>
                      </a:solidFill>
                      <a:prstDash val="solid"/>
                      <a:headEnd type="none" w="med" len="med"/>
                      <a:tailEnd type="none" w="med" len="med"/>
                    </a:lnT>
                    <a:lnB w="9525">
                      <a:solidFill>
                        <a:srgbClr val="000000"/>
                      </a:solidFill>
                      <a:prstDash val="solid"/>
                      <a:headEnd type="none" w="med" len="med"/>
                      <a:tailEnd type="none" w="med" len="med"/>
                    </a:lnB>
                  </a:tcPr>
                </a:tc>
                <a:tc>
                  <a:txBody>
                    <a:bodyPr/>
                    <a:lstStyle/>
                    <a:p>
                      <a:pPr marL="0" indent="0" algn="ctr" eaLnBrk="0" fontAlgn="base" latinLnBrk="0" hangingPunct="0">
                        <a:lnSpc>
                          <a:spcPct val="100000"/>
                        </a:lnSpc>
                        <a:spcBef>
                          <a:spcPts val="0"/>
                        </a:spcBef>
                        <a:spcAft>
                          <a:spcPts val="0"/>
                        </a:spcAft>
                        <a:buNone/>
                      </a:pPr>
                      <a:r>
                        <a:rPr lang="en-US" altLang="zh-CN" sz="1200" b="1" i="0" u="none" strike="noStrike" kern="1200" cap="none" spc="0" baseline="0">
                          <a:solidFill>
                            <a:schemeClr val="tx1"/>
                          </a:solidFill>
                          <a:latin typeface="Calibri" pitchFamily="0" charset="0"/>
                          <a:ea typeface="Times New Roman" pitchFamily="18" charset="0"/>
                          <a:cs typeface="Arial" pitchFamily="0" charset="0"/>
                        </a:rPr>
                        <a:t>2</a:t>
                      </a:r>
                      <a:endParaRPr lang="zh-CN" altLang="en-US" sz="3600" b="1" i="0" u="none" strike="noStrike" kern="1200" cap="none" spc="0" baseline="0">
                        <a:solidFill>
                          <a:schemeClr val="tx1"/>
                        </a:solidFill>
                        <a:latin typeface="Calibri" pitchFamily="0" charset="0"/>
                        <a:ea typeface="ＭＳ Ｐゴシック" pitchFamily="0" charset="-128"/>
                        <a:cs typeface="Arial" pitchFamily="0" charset="0"/>
                      </a:endParaRPr>
                    </a:p>
                  </a:txBody>
                  <a:tcPr marL="91440" marT="45720" marR="91440" marB="45720" vert="horz">
                    <a:lnL w="9525">
                      <a:solidFill>
                        <a:srgbClr val="000000"/>
                      </a:solidFill>
                      <a:prstDash val="solid"/>
                      <a:headEnd type="none" w="med" len="med"/>
                      <a:tailEnd type="none" w="med" len="med"/>
                    </a:lnL>
                    <a:lnR w="9525">
                      <a:solidFill>
                        <a:srgbClr val="000000"/>
                      </a:solidFill>
                      <a:prstDash val="solid"/>
                      <a:headEnd type="none" w="med" len="med"/>
                      <a:tailEnd type="none" w="med" len="med"/>
                    </a:lnR>
                    <a:lnT w="9525">
                      <a:solidFill>
                        <a:srgbClr val="000000"/>
                      </a:solidFill>
                      <a:prstDash val="solid"/>
                      <a:headEnd type="none" w="med" len="med"/>
                      <a:tailEnd type="none" w="med" len="med"/>
                    </a:lnT>
                    <a:lnB w="9525">
                      <a:solidFill>
                        <a:srgbClr val="000000"/>
                      </a:solidFill>
                      <a:prstDash val="solid"/>
                      <a:headEnd type="none" w="med" len="med"/>
                      <a:tailEnd type="none" w="med" len="med"/>
                    </a:lnB>
                  </a:tcPr>
                </a:tc>
                <a:tc>
                  <a:txBody>
                    <a:bodyPr/>
                    <a:lstStyle/>
                    <a:p>
                      <a:pPr marL="0" indent="0" algn="ctr" eaLnBrk="0" fontAlgn="base" latinLnBrk="0" hangingPunct="0">
                        <a:lnSpc>
                          <a:spcPct val="100000"/>
                        </a:lnSpc>
                        <a:spcBef>
                          <a:spcPts val="0"/>
                        </a:spcBef>
                        <a:spcAft>
                          <a:spcPts val="0"/>
                        </a:spcAft>
                        <a:buNone/>
                      </a:pPr>
                      <a:r>
                        <a:rPr lang="en-US" altLang="zh-CN" sz="1200" b="1" i="0" u="none" strike="noStrike" kern="1200" cap="none" spc="0" baseline="0">
                          <a:solidFill>
                            <a:schemeClr val="tx1"/>
                          </a:solidFill>
                          <a:latin typeface="Calibri" pitchFamily="0" charset="0"/>
                          <a:ea typeface="Times New Roman" pitchFamily="18" charset="0"/>
                          <a:cs typeface="Arial" pitchFamily="0" charset="0"/>
                        </a:rPr>
                        <a:t>3</a:t>
                      </a:r>
                      <a:endParaRPr lang="zh-CN" altLang="en-US" sz="3600" b="1" i="0" u="none" strike="noStrike" kern="1200" cap="none" spc="0" baseline="0">
                        <a:solidFill>
                          <a:schemeClr val="tx1"/>
                        </a:solidFill>
                        <a:latin typeface="Calibri" pitchFamily="0" charset="0"/>
                        <a:ea typeface="ＭＳ Ｐゴシック" pitchFamily="0" charset="-128"/>
                        <a:cs typeface="Arial" pitchFamily="0" charset="0"/>
                      </a:endParaRPr>
                    </a:p>
                  </a:txBody>
                  <a:tcPr marL="91440" marT="45720" marR="91440" marB="45720" vert="horz">
                    <a:lnL w="9525">
                      <a:solidFill>
                        <a:srgbClr val="000000"/>
                      </a:solidFill>
                      <a:prstDash val="solid"/>
                      <a:headEnd type="none" w="med" len="med"/>
                      <a:tailEnd type="none" w="med" len="med"/>
                    </a:lnL>
                    <a:lnR w="9525">
                      <a:solidFill>
                        <a:srgbClr val="000000"/>
                      </a:solidFill>
                      <a:prstDash val="solid"/>
                      <a:headEnd type="none" w="med" len="med"/>
                      <a:tailEnd type="none" w="med" len="med"/>
                    </a:lnR>
                    <a:lnT w="9525">
                      <a:solidFill>
                        <a:srgbClr val="000000"/>
                      </a:solidFill>
                      <a:prstDash val="solid"/>
                      <a:headEnd type="none" w="med" len="med"/>
                      <a:tailEnd type="none" w="med" len="med"/>
                    </a:lnT>
                    <a:lnB w="9525">
                      <a:solidFill>
                        <a:srgbClr val="000000"/>
                      </a:solidFill>
                      <a:prstDash val="solid"/>
                      <a:headEnd type="none" w="med" len="med"/>
                      <a:tailEnd type="none" w="med" len="med"/>
                    </a:lnB>
                  </a:tcPr>
                </a:tc>
                <a:tc>
                  <a:txBody>
                    <a:bodyPr/>
                    <a:lstStyle/>
                    <a:p>
                      <a:pPr marL="0" indent="0" algn="ctr" eaLnBrk="0" fontAlgn="base" latinLnBrk="0" hangingPunct="0">
                        <a:lnSpc>
                          <a:spcPct val="100000"/>
                        </a:lnSpc>
                        <a:spcBef>
                          <a:spcPts val="0"/>
                        </a:spcBef>
                        <a:spcAft>
                          <a:spcPts val="0"/>
                        </a:spcAft>
                        <a:buNone/>
                      </a:pPr>
                      <a:r>
                        <a:rPr lang="en-US" altLang="zh-CN" sz="1200" b="1" i="0" u="none" strike="noStrike" kern="1200" cap="none" spc="0" baseline="0">
                          <a:solidFill>
                            <a:schemeClr val="tx1"/>
                          </a:solidFill>
                          <a:latin typeface="Calibri" pitchFamily="0" charset="0"/>
                          <a:ea typeface="Times New Roman" pitchFamily="18" charset="0"/>
                          <a:cs typeface="Arial" pitchFamily="0" charset="0"/>
                        </a:rPr>
                        <a:t>4</a:t>
                      </a:r>
                      <a:endParaRPr lang="zh-CN" altLang="en-US" sz="3600" b="1" i="0" u="none" strike="noStrike" kern="1200" cap="none" spc="0" baseline="0">
                        <a:solidFill>
                          <a:schemeClr val="tx1"/>
                        </a:solidFill>
                        <a:latin typeface="Calibri" pitchFamily="0" charset="0"/>
                        <a:ea typeface="ＭＳ Ｐゴシック" pitchFamily="0" charset="-128"/>
                        <a:cs typeface="Arial" pitchFamily="0" charset="0"/>
                      </a:endParaRPr>
                    </a:p>
                  </a:txBody>
                  <a:tcPr marL="91440" marT="45720" marR="91440" marB="45720" vert="horz">
                    <a:lnL w="9525">
                      <a:solidFill>
                        <a:srgbClr val="000000"/>
                      </a:solidFill>
                      <a:prstDash val="solid"/>
                      <a:headEnd type="none" w="med" len="med"/>
                      <a:tailEnd type="none" w="med" len="med"/>
                    </a:lnL>
                    <a:lnR w="9525">
                      <a:solidFill>
                        <a:srgbClr val="000000"/>
                      </a:solidFill>
                      <a:prstDash val="solid"/>
                      <a:headEnd type="none" w="med" len="med"/>
                      <a:tailEnd type="none" w="med" len="med"/>
                    </a:lnR>
                    <a:lnT w="9525">
                      <a:solidFill>
                        <a:srgbClr val="000000"/>
                      </a:solidFill>
                      <a:prstDash val="solid"/>
                      <a:headEnd type="none" w="med" len="med"/>
                      <a:tailEnd type="none" w="med" len="med"/>
                    </a:lnT>
                    <a:lnB w="9525">
                      <a:solidFill>
                        <a:srgbClr val="000000"/>
                      </a:solidFill>
                      <a:prstDash val="solid"/>
                      <a:headEnd type="none" w="med" len="med"/>
                      <a:tailEnd type="none" w="med" len="med"/>
                    </a:lnB>
                  </a:tcPr>
                </a:tc>
                <a:tc>
                  <a:txBody>
                    <a:bodyPr/>
                    <a:lstStyle/>
                    <a:p>
                      <a:pPr marL="0" indent="0" algn="ctr" eaLnBrk="0" fontAlgn="base" latinLnBrk="0" hangingPunct="0">
                        <a:lnSpc>
                          <a:spcPct val="100000"/>
                        </a:lnSpc>
                        <a:spcBef>
                          <a:spcPts val="0"/>
                        </a:spcBef>
                        <a:spcAft>
                          <a:spcPts val="0"/>
                        </a:spcAft>
                        <a:buNone/>
                      </a:pPr>
                      <a:r>
                        <a:rPr lang="en-US" altLang="zh-CN" sz="1200" b="1" i="0" u="none" strike="noStrike" kern="1200" cap="none" spc="0" baseline="0">
                          <a:solidFill>
                            <a:schemeClr val="tx1"/>
                          </a:solidFill>
                          <a:latin typeface="Calibri" pitchFamily="0" charset="0"/>
                          <a:ea typeface="Times New Roman" pitchFamily="18" charset="0"/>
                          <a:cs typeface="Arial" pitchFamily="0" charset="0"/>
                        </a:rPr>
                        <a:t>5</a:t>
                      </a:r>
                      <a:endParaRPr lang="zh-CN" altLang="en-US" sz="3600" b="1" i="0" u="none" strike="noStrike" kern="1200" cap="none" spc="0" baseline="0">
                        <a:solidFill>
                          <a:schemeClr val="tx1"/>
                        </a:solidFill>
                        <a:latin typeface="Calibri" pitchFamily="0" charset="0"/>
                        <a:ea typeface="ＭＳ Ｐゴシック" pitchFamily="0" charset="-128"/>
                        <a:cs typeface="Arial" pitchFamily="0" charset="0"/>
                      </a:endParaRPr>
                    </a:p>
                  </a:txBody>
                  <a:tcPr marL="91440" marT="45720" marR="91440" marB="45720" vert="horz">
                    <a:lnL w="9525">
                      <a:solidFill>
                        <a:srgbClr val="000000"/>
                      </a:solidFill>
                      <a:prstDash val="solid"/>
                      <a:headEnd type="none" w="med" len="med"/>
                      <a:tailEnd type="none" w="med" len="med"/>
                    </a:lnL>
                    <a:lnR w="9525">
                      <a:solidFill>
                        <a:srgbClr val="000000"/>
                      </a:solidFill>
                      <a:prstDash val="solid"/>
                      <a:headEnd type="none" w="med" len="med"/>
                      <a:tailEnd type="none" w="med" len="med"/>
                    </a:lnR>
                    <a:lnT w="9525">
                      <a:solidFill>
                        <a:srgbClr val="000000"/>
                      </a:solidFill>
                      <a:prstDash val="solid"/>
                      <a:headEnd type="none" w="med" len="med"/>
                      <a:tailEnd type="none" w="med" len="med"/>
                    </a:lnT>
                    <a:lnB w="9525">
                      <a:solidFill>
                        <a:srgbClr val="000000"/>
                      </a:solidFill>
                      <a:prstDash val="solid"/>
                      <a:headEnd type="none" w="med" len="med"/>
                      <a:tailEnd type="none" w="med" len="med"/>
                    </a:lnB>
                  </a:tcPr>
                </a:tc>
              </a:tr>
              <a:tr h="244474">
                <a:tc>
                  <a:txBody>
                    <a:bodyPr/>
                    <a:lstStyle/>
                    <a:p>
                      <a:pPr marL="0" indent="0" algn="l" eaLnBrk="0" fontAlgn="base" latinLnBrk="0" hangingPunct="0">
                        <a:lnSpc>
                          <a:spcPct val="100000"/>
                        </a:lnSpc>
                        <a:spcBef>
                          <a:spcPts val="0"/>
                        </a:spcBef>
                        <a:spcAft>
                          <a:spcPts val="0"/>
                        </a:spcAft>
                        <a:buNone/>
                      </a:pPr>
                      <a:r>
                        <a:rPr lang="en-US" altLang="zh-CN" sz="1200" b="1" i="0" u="none" strike="noStrike" kern="1200" cap="none" spc="0" baseline="0">
                          <a:solidFill>
                            <a:schemeClr val="tx1"/>
                          </a:solidFill>
                          <a:latin typeface="Calibri" pitchFamily="0" charset="0"/>
                          <a:ea typeface="Times New Roman" pitchFamily="18" charset="0"/>
                          <a:cs typeface="Arial" pitchFamily="0" charset="0"/>
                        </a:rPr>
                        <a:t>Most food companies are so concerned about making profits they do not care about quality.</a:t>
                      </a:r>
                      <a:endParaRPr lang="zh-CN" altLang="en-US" sz="3600" b="1" i="0" u="none" strike="noStrike" kern="1200" cap="none" spc="0" baseline="0">
                        <a:solidFill>
                          <a:schemeClr val="tx1"/>
                        </a:solidFill>
                        <a:latin typeface="Calibri" pitchFamily="0" charset="0"/>
                        <a:ea typeface="ＭＳ Ｐゴシック" pitchFamily="0" charset="-128"/>
                        <a:cs typeface="Arial" pitchFamily="0" charset="0"/>
                      </a:endParaRPr>
                    </a:p>
                  </a:txBody>
                  <a:tcPr marL="91440" marT="45720" marR="91440" marB="45720" vert="horz">
                    <a:lnL w="9525">
                      <a:solidFill>
                        <a:srgbClr val="000000"/>
                      </a:solidFill>
                      <a:prstDash val="solid"/>
                      <a:headEnd type="none" w="med" len="med"/>
                      <a:tailEnd type="none" w="med" len="med"/>
                    </a:lnL>
                    <a:lnR w="9525">
                      <a:solidFill>
                        <a:srgbClr val="000000"/>
                      </a:solidFill>
                      <a:prstDash val="solid"/>
                      <a:headEnd type="none" w="med" len="med"/>
                      <a:tailEnd type="none" w="med" len="med"/>
                    </a:lnR>
                    <a:lnT w="9525">
                      <a:solidFill>
                        <a:srgbClr val="000000"/>
                      </a:solidFill>
                      <a:prstDash val="solid"/>
                      <a:headEnd type="none" w="med" len="med"/>
                      <a:tailEnd type="none" w="med" len="med"/>
                    </a:lnT>
                    <a:lnB w="9525">
                      <a:solidFill>
                        <a:srgbClr val="000000"/>
                      </a:solidFill>
                      <a:prstDash val="solid"/>
                      <a:headEnd type="none" w="med" len="med"/>
                      <a:tailEnd type="none" w="med" len="med"/>
                    </a:lnB>
                  </a:tcPr>
                </a:tc>
                <a:tc>
                  <a:txBody>
                    <a:bodyPr/>
                    <a:lstStyle/>
                    <a:p>
                      <a:pPr marL="0" indent="0" algn="ctr" eaLnBrk="0" fontAlgn="base" latinLnBrk="0" hangingPunct="0">
                        <a:lnSpc>
                          <a:spcPct val="100000"/>
                        </a:lnSpc>
                        <a:spcBef>
                          <a:spcPts val="0"/>
                        </a:spcBef>
                        <a:spcAft>
                          <a:spcPts val="0"/>
                        </a:spcAft>
                        <a:buNone/>
                      </a:pPr>
                      <a:r>
                        <a:rPr lang="en-US" altLang="zh-CN" sz="1200" b="1" i="0" u="none" strike="noStrike" kern="1200" cap="none" spc="0" baseline="0">
                          <a:solidFill>
                            <a:schemeClr val="tx1"/>
                          </a:solidFill>
                          <a:latin typeface="Calibri" pitchFamily="0" charset="0"/>
                          <a:ea typeface="Times New Roman" pitchFamily="18" charset="0"/>
                          <a:cs typeface="Arial" pitchFamily="0" charset="0"/>
                        </a:rPr>
                        <a:t>1</a:t>
                      </a:r>
                      <a:endParaRPr lang="zh-CN" altLang="en-US" sz="3600" b="1" i="0" u="none" strike="noStrike" kern="1200" cap="none" spc="0" baseline="0">
                        <a:solidFill>
                          <a:schemeClr val="tx1"/>
                        </a:solidFill>
                        <a:latin typeface="Calibri" pitchFamily="0" charset="0"/>
                        <a:ea typeface="ＭＳ Ｐゴシック" pitchFamily="0" charset="-128"/>
                        <a:cs typeface="Arial" pitchFamily="0" charset="0"/>
                      </a:endParaRPr>
                    </a:p>
                  </a:txBody>
                  <a:tcPr marL="91440" marT="45720" marR="91440" marB="45720" vert="horz">
                    <a:lnL w="9525">
                      <a:solidFill>
                        <a:srgbClr val="000000"/>
                      </a:solidFill>
                      <a:prstDash val="solid"/>
                      <a:headEnd type="none" w="med" len="med"/>
                      <a:tailEnd type="none" w="med" len="med"/>
                    </a:lnL>
                    <a:lnR w="9525">
                      <a:solidFill>
                        <a:srgbClr val="000000"/>
                      </a:solidFill>
                      <a:prstDash val="solid"/>
                      <a:headEnd type="none" w="med" len="med"/>
                      <a:tailEnd type="none" w="med" len="med"/>
                    </a:lnR>
                    <a:lnT w="9525">
                      <a:solidFill>
                        <a:srgbClr val="000000"/>
                      </a:solidFill>
                      <a:prstDash val="solid"/>
                      <a:headEnd type="none" w="med" len="med"/>
                      <a:tailEnd type="none" w="med" len="med"/>
                    </a:lnT>
                    <a:lnB w="9525">
                      <a:solidFill>
                        <a:srgbClr val="000000"/>
                      </a:solidFill>
                      <a:prstDash val="solid"/>
                      <a:headEnd type="none" w="med" len="med"/>
                      <a:tailEnd type="none" w="med" len="med"/>
                    </a:lnB>
                  </a:tcPr>
                </a:tc>
                <a:tc>
                  <a:txBody>
                    <a:bodyPr/>
                    <a:lstStyle/>
                    <a:p>
                      <a:pPr marL="0" indent="0" algn="ctr" eaLnBrk="0" fontAlgn="base" latinLnBrk="0" hangingPunct="0">
                        <a:lnSpc>
                          <a:spcPct val="100000"/>
                        </a:lnSpc>
                        <a:spcBef>
                          <a:spcPts val="0"/>
                        </a:spcBef>
                        <a:spcAft>
                          <a:spcPts val="0"/>
                        </a:spcAft>
                        <a:buNone/>
                      </a:pPr>
                      <a:r>
                        <a:rPr lang="en-US" altLang="zh-CN" sz="1200" b="1" i="0" u="none" strike="noStrike" kern="1200" cap="none" spc="0" baseline="0">
                          <a:solidFill>
                            <a:schemeClr val="tx1"/>
                          </a:solidFill>
                          <a:latin typeface="Calibri" pitchFamily="0" charset="0"/>
                          <a:ea typeface="Times New Roman" pitchFamily="18" charset="0"/>
                          <a:cs typeface="Arial" pitchFamily="0" charset="0"/>
                        </a:rPr>
                        <a:t>2</a:t>
                      </a:r>
                      <a:endParaRPr lang="zh-CN" altLang="en-US" sz="3600" b="1" i="0" u="none" strike="noStrike" kern="1200" cap="none" spc="0" baseline="0">
                        <a:solidFill>
                          <a:schemeClr val="tx1"/>
                        </a:solidFill>
                        <a:latin typeface="Calibri" pitchFamily="0" charset="0"/>
                        <a:ea typeface="ＭＳ Ｐゴシック" pitchFamily="0" charset="-128"/>
                        <a:cs typeface="Arial" pitchFamily="0" charset="0"/>
                      </a:endParaRPr>
                    </a:p>
                  </a:txBody>
                  <a:tcPr marL="91440" marT="45720" marR="91440" marB="45720" vert="horz">
                    <a:lnL w="9525">
                      <a:solidFill>
                        <a:srgbClr val="000000"/>
                      </a:solidFill>
                      <a:prstDash val="solid"/>
                      <a:headEnd type="none" w="med" len="med"/>
                      <a:tailEnd type="none" w="med" len="med"/>
                    </a:lnL>
                    <a:lnR w="9525">
                      <a:solidFill>
                        <a:srgbClr val="000000"/>
                      </a:solidFill>
                      <a:prstDash val="solid"/>
                      <a:headEnd type="none" w="med" len="med"/>
                      <a:tailEnd type="none" w="med" len="med"/>
                    </a:lnR>
                    <a:lnT w="9525">
                      <a:solidFill>
                        <a:srgbClr val="000000"/>
                      </a:solidFill>
                      <a:prstDash val="solid"/>
                      <a:headEnd type="none" w="med" len="med"/>
                      <a:tailEnd type="none" w="med" len="med"/>
                    </a:lnT>
                    <a:lnB w="9525">
                      <a:solidFill>
                        <a:srgbClr val="000000"/>
                      </a:solidFill>
                      <a:prstDash val="solid"/>
                      <a:headEnd type="none" w="med" len="med"/>
                      <a:tailEnd type="none" w="med" len="med"/>
                    </a:lnB>
                  </a:tcPr>
                </a:tc>
                <a:tc>
                  <a:txBody>
                    <a:bodyPr/>
                    <a:lstStyle/>
                    <a:p>
                      <a:pPr marL="0" indent="0" algn="ctr" eaLnBrk="0" fontAlgn="base" latinLnBrk="0" hangingPunct="0">
                        <a:lnSpc>
                          <a:spcPct val="100000"/>
                        </a:lnSpc>
                        <a:spcBef>
                          <a:spcPts val="0"/>
                        </a:spcBef>
                        <a:spcAft>
                          <a:spcPts val="0"/>
                        </a:spcAft>
                        <a:buNone/>
                      </a:pPr>
                      <a:r>
                        <a:rPr lang="en-US" altLang="zh-CN" sz="1200" b="1" i="0" u="none" strike="noStrike" kern="1200" cap="none" spc="0" baseline="0">
                          <a:solidFill>
                            <a:schemeClr val="tx1"/>
                          </a:solidFill>
                          <a:latin typeface="Calibri" pitchFamily="0" charset="0"/>
                          <a:ea typeface="Times New Roman" pitchFamily="18" charset="0"/>
                          <a:cs typeface="Arial" pitchFamily="0" charset="0"/>
                        </a:rPr>
                        <a:t>3</a:t>
                      </a:r>
                      <a:endParaRPr lang="zh-CN" altLang="en-US" sz="3600" b="1" i="0" u="none" strike="noStrike" kern="1200" cap="none" spc="0" baseline="0">
                        <a:solidFill>
                          <a:schemeClr val="tx1"/>
                        </a:solidFill>
                        <a:latin typeface="Calibri" pitchFamily="0" charset="0"/>
                        <a:ea typeface="ＭＳ Ｐゴシック" pitchFamily="0" charset="-128"/>
                        <a:cs typeface="Arial" pitchFamily="0" charset="0"/>
                      </a:endParaRPr>
                    </a:p>
                  </a:txBody>
                  <a:tcPr marL="91440" marT="45720" marR="91440" marB="45720" vert="horz">
                    <a:lnL w="9525">
                      <a:solidFill>
                        <a:srgbClr val="000000"/>
                      </a:solidFill>
                      <a:prstDash val="solid"/>
                      <a:headEnd type="none" w="med" len="med"/>
                      <a:tailEnd type="none" w="med" len="med"/>
                    </a:lnL>
                    <a:lnR w="9525">
                      <a:solidFill>
                        <a:srgbClr val="000000"/>
                      </a:solidFill>
                      <a:prstDash val="solid"/>
                      <a:headEnd type="none" w="med" len="med"/>
                      <a:tailEnd type="none" w="med" len="med"/>
                    </a:lnR>
                    <a:lnT w="9525">
                      <a:solidFill>
                        <a:srgbClr val="000000"/>
                      </a:solidFill>
                      <a:prstDash val="solid"/>
                      <a:headEnd type="none" w="med" len="med"/>
                      <a:tailEnd type="none" w="med" len="med"/>
                    </a:lnT>
                    <a:lnB w="9525">
                      <a:solidFill>
                        <a:srgbClr val="000000"/>
                      </a:solidFill>
                      <a:prstDash val="solid"/>
                      <a:headEnd type="none" w="med" len="med"/>
                      <a:tailEnd type="none" w="med" len="med"/>
                    </a:lnB>
                  </a:tcPr>
                </a:tc>
                <a:tc>
                  <a:txBody>
                    <a:bodyPr/>
                    <a:lstStyle/>
                    <a:p>
                      <a:pPr marL="0" indent="0" algn="ctr" eaLnBrk="0" fontAlgn="base" latinLnBrk="0" hangingPunct="0">
                        <a:lnSpc>
                          <a:spcPct val="100000"/>
                        </a:lnSpc>
                        <a:spcBef>
                          <a:spcPts val="0"/>
                        </a:spcBef>
                        <a:spcAft>
                          <a:spcPts val="0"/>
                        </a:spcAft>
                        <a:buNone/>
                      </a:pPr>
                      <a:r>
                        <a:rPr lang="en-US" altLang="zh-CN" sz="1200" b="1" i="0" u="none" strike="noStrike" kern="1200" cap="none" spc="0" baseline="0">
                          <a:solidFill>
                            <a:schemeClr val="tx1"/>
                          </a:solidFill>
                          <a:latin typeface="Calibri" pitchFamily="0" charset="0"/>
                          <a:ea typeface="Times New Roman" pitchFamily="18" charset="0"/>
                          <a:cs typeface="Arial" pitchFamily="0" charset="0"/>
                        </a:rPr>
                        <a:t>4</a:t>
                      </a:r>
                      <a:endParaRPr lang="zh-CN" altLang="en-US" sz="3600" b="1" i="0" u="none" strike="noStrike" kern="1200" cap="none" spc="0" baseline="0">
                        <a:solidFill>
                          <a:schemeClr val="tx1"/>
                        </a:solidFill>
                        <a:latin typeface="Calibri" pitchFamily="0" charset="0"/>
                        <a:ea typeface="ＭＳ Ｐゴシック" pitchFamily="0" charset="-128"/>
                        <a:cs typeface="Arial" pitchFamily="0" charset="0"/>
                      </a:endParaRPr>
                    </a:p>
                  </a:txBody>
                  <a:tcPr marL="91440" marT="45720" marR="91440" marB="45720" vert="horz">
                    <a:lnL w="9525">
                      <a:solidFill>
                        <a:srgbClr val="000000"/>
                      </a:solidFill>
                      <a:prstDash val="solid"/>
                      <a:headEnd type="none" w="med" len="med"/>
                      <a:tailEnd type="none" w="med" len="med"/>
                    </a:lnL>
                    <a:lnR w="9525">
                      <a:solidFill>
                        <a:srgbClr val="000000"/>
                      </a:solidFill>
                      <a:prstDash val="solid"/>
                      <a:headEnd type="none" w="med" len="med"/>
                      <a:tailEnd type="none" w="med" len="med"/>
                    </a:lnR>
                    <a:lnT w="9525">
                      <a:solidFill>
                        <a:srgbClr val="000000"/>
                      </a:solidFill>
                      <a:prstDash val="solid"/>
                      <a:headEnd type="none" w="med" len="med"/>
                      <a:tailEnd type="none" w="med" len="med"/>
                    </a:lnT>
                    <a:lnB w="9525">
                      <a:solidFill>
                        <a:srgbClr val="000000"/>
                      </a:solidFill>
                      <a:prstDash val="solid"/>
                      <a:headEnd type="none" w="med" len="med"/>
                      <a:tailEnd type="none" w="med" len="med"/>
                    </a:lnB>
                  </a:tcPr>
                </a:tc>
                <a:tc>
                  <a:txBody>
                    <a:bodyPr/>
                    <a:lstStyle/>
                    <a:p>
                      <a:pPr marL="0" indent="0" algn="ctr" eaLnBrk="0" fontAlgn="base" latinLnBrk="0" hangingPunct="0">
                        <a:lnSpc>
                          <a:spcPct val="100000"/>
                        </a:lnSpc>
                        <a:spcBef>
                          <a:spcPts val="0"/>
                        </a:spcBef>
                        <a:spcAft>
                          <a:spcPts val="0"/>
                        </a:spcAft>
                        <a:buNone/>
                      </a:pPr>
                      <a:r>
                        <a:rPr lang="en-US" altLang="zh-CN" sz="1200" b="1" i="0" u="none" strike="noStrike" kern="1200" cap="none" spc="0" baseline="0">
                          <a:solidFill>
                            <a:schemeClr val="tx1"/>
                          </a:solidFill>
                          <a:latin typeface="Calibri" pitchFamily="0" charset="0"/>
                          <a:ea typeface="Times New Roman" pitchFamily="18" charset="0"/>
                          <a:cs typeface="Arial" pitchFamily="0" charset="0"/>
                        </a:rPr>
                        <a:t>5</a:t>
                      </a:r>
                      <a:endParaRPr lang="zh-CN" altLang="en-US" sz="3600" b="1" i="0" u="none" strike="noStrike" kern="1200" cap="none" spc="0" baseline="0">
                        <a:solidFill>
                          <a:schemeClr val="tx1"/>
                        </a:solidFill>
                        <a:latin typeface="Calibri" pitchFamily="0" charset="0"/>
                        <a:ea typeface="ＭＳ Ｐゴシック" pitchFamily="0" charset="-128"/>
                        <a:cs typeface="Arial" pitchFamily="0" charset="0"/>
                      </a:endParaRPr>
                    </a:p>
                  </a:txBody>
                  <a:tcPr marL="91440" marT="45720" marR="91440" marB="45720" vert="horz">
                    <a:lnL w="9525">
                      <a:solidFill>
                        <a:srgbClr val="000000"/>
                      </a:solidFill>
                      <a:prstDash val="solid"/>
                      <a:headEnd type="none" w="med" len="med"/>
                      <a:tailEnd type="none" w="med" len="med"/>
                    </a:lnL>
                    <a:lnR w="9525">
                      <a:solidFill>
                        <a:srgbClr val="000000"/>
                      </a:solidFill>
                      <a:prstDash val="solid"/>
                      <a:headEnd type="none" w="med" len="med"/>
                      <a:tailEnd type="none" w="med" len="med"/>
                    </a:lnR>
                    <a:lnT w="9525">
                      <a:solidFill>
                        <a:srgbClr val="000000"/>
                      </a:solidFill>
                      <a:prstDash val="solid"/>
                      <a:headEnd type="none" w="med" len="med"/>
                      <a:tailEnd type="none" w="med" len="med"/>
                    </a:lnT>
                    <a:lnB w="9525">
                      <a:solidFill>
                        <a:srgbClr val="000000"/>
                      </a:solidFill>
                      <a:prstDash val="solid"/>
                      <a:headEnd type="none" w="med" len="med"/>
                      <a:tailEnd type="none" w="med" len="med"/>
                    </a:lnB>
                  </a:tcPr>
                </a:tc>
              </a:tr>
              <a:tr h="244474">
                <a:tc>
                  <a:txBody>
                    <a:bodyPr/>
                    <a:lstStyle/>
                    <a:p>
                      <a:pPr marL="0" indent="0" algn="l" eaLnBrk="0" fontAlgn="base" latinLnBrk="0" hangingPunct="0">
                        <a:lnSpc>
                          <a:spcPct val="100000"/>
                        </a:lnSpc>
                        <a:spcBef>
                          <a:spcPts val="0"/>
                        </a:spcBef>
                        <a:spcAft>
                          <a:spcPts val="0"/>
                        </a:spcAft>
                        <a:buNone/>
                      </a:pPr>
                      <a:r>
                        <a:rPr lang="en-US" altLang="zh-CN" sz="1200" b="1" i="0" u="none" strike="noStrike" kern="1200" cap="none" spc="0" baseline="0">
                          <a:solidFill>
                            <a:schemeClr val="tx1"/>
                          </a:solidFill>
                          <a:latin typeface="Calibri" pitchFamily="0" charset="0"/>
                          <a:ea typeface="Times New Roman" pitchFamily="18" charset="0"/>
                          <a:cs typeface="Arial" pitchFamily="0" charset="0"/>
                        </a:rPr>
                        <a:t>The food industry spends a great deal of money making sure that its manufacturing is hygienic.</a:t>
                      </a:r>
                      <a:endParaRPr lang="zh-CN" altLang="en-US" sz="3600" b="1" i="0" u="none" strike="noStrike" kern="1200" cap="none" spc="0" baseline="0">
                        <a:solidFill>
                          <a:schemeClr val="tx1"/>
                        </a:solidFill>
                        <a:latin typeface="Calibri" pitchFamily="0" charset="0"/>
                        <a:ea typeface="ＭＳ Ｐゴシック" pitchFamily="0" charset="-128"/>
                        <a:cs typeface="Arial" pitchFamily="0" charset="0"/>
                      </a:endParaRPr>
                    </a:p>
                  </a:txBody>
                  <a:tcPr marL="91440" marT="45720" marR="91440" marB="45720" vert="horz">
                    <a:lnL w="9525">
                      <a:solidFill>
                        <a:srgbClr val="000000"/>
                      </a:solidFill>
                      <a:prstDash val="solid"/>
                      <a:headEnd type="none" w="med" len="med"/>
                      <a:tailEnd type="none" w="med" len="med"/>
                    </a:lnL>
                    <a:lnR w="9525">
                      <a:solidFill>
                        <a:srgbClr val="000000"/>
                      </a:solidFill>
                      <a:prstDash val="solid"/>
                      <a:headEnd type="none" w="med" len="med"/>
                      <a:tailEnd type="none" w="med" len="med"/>
                    </a:lnR>
                    <a:lnT w="9525">
                      <a:solidFill>
                        <a:srgbClr val="000000"/>
                      </a:solidFill>
                      <a:prstDash val="solid"/>
                      <a:headEnd type="none" w="med" len="med"/>
                      <a:tailEnd type="none" w="med" len="med"/>
                    </a:lnT>
                    <a:lnB w="9525">
                      <a:solidFill>
                        <a:srgbClr val="000000"/>
                      </a:solidFill>
                      <a:prstDash val="solid"/>
                      <a:headEnd type="none" w="med" len="med"/>
                      <a:tailEnd type="none" w="med" len="med"/>
                    </a:lnB>
                  </a:tcPr>
                </a:tc>
                <a:tc>
                  <a:txBody>
                    <a:bodyPr/>
                    <a:lstStyle/>
                    <a:p>
                      <a:pPr marL="0" indent="0" algn="ctr" eaLnBrk="0" fontAlgn="base" latinLnBrk="0" hangingPunct="0">
                        <a:lnSpc>
                          <a:spcPct val="100000"/>
                        </a:lnSpc>
                        <a:spcBef>
                          <a:spcPts val="0"/>
                        </a:spcBef>
                        <a:spcAft>
                          <a:spcPts val="0"/>
                        </a:spcAft>
                        <a:buNone/>
                      </a:pPr>
                      <a:r>
                        <a:rPr lang="en-US" altLang="zh-CN" sz="1200" b="1" i="0" u="none" strike="noStrike" kern="1200" cap="none" spc="0" baseline="0">
                          <a:solidFill>
                            <a:schemeClr val="tx1"/>
                          </a:solidFill>
                          <a:latin typeface="Calibri" pitchFamily="0" charset="0"/>
                          <a:ea typeface="Times New Roman" pitchFamily="18" charset="0"/>
                          <a:cs typeface="Arial" pitchFamily="0" charset="0"/>
                        </a:rPr>
                        <a:t>1</a:t>
                      </a:r>
                      <a:endParaRPr lang="zh-CN" altLang="en-US" sz="3600" b="1" i="0" u="none" strike="noStrike" kern="1200" cap="none" spc="0" baseline="0">
                        <a:solidFill>
                          <a:schemeClr val="tx1"/>
                        </a:solidFill>
                        <a:latin typeface="Calibri" pitchFamily="0" charset="0"/>
                        <a:ea typeface="ＭＳ Ｐゴシック" pitchFamily="0" charset="-128"/>
                        <a:cs typeface="Arial" pitchFamily="0" charset="0"/>
                      </a:endParaRPr>
                    </a:p>
                  </a:txBody>
                  <a:tcPr marL="91440" marT="45720" marR="91440" marB="45720" vert="horz">
                    <a:lnL w="9525">
                      <a:solidFill>
                        <a:srgbClr val="000000"/>
                      </a:solidFill>
                      <a:prstDash val="solid"/>
                      <a:headEnd type="none" w="med" len="med"/>
                      <a:tailEnd type="none" w="med" len="med"/>
                    </a:lnL>
                    <a:lnR w="9525">
                      <a:solidFill>
                        <a:srgbClr val="000000"/>
                      </a:solidFill>
                      <a:prstDash val="solid"/>
                      <a:headEnd type="none" w="med" len="med"/>
                      <a:tailEnd type="none" w="med" len="med"/>
                    </a:lnR>
                    <a:lnT w="9525">
                      <a:solidFill>
                        <a:srgbClr val="000000"/>
                      </a:solidFill>
                      <a:prstDash val="solid"/>
                      <a:headEnd type="none" w="med" len="med"/>
                      <a:tailEnd type="none" w="med" len="med"/>
                    </a:lnT>
                    <a:lnB w="9525">
                      <a:solidFill>
                        <a:srgbClr val="000000"/>
                      </a:solidFill>
                      <a:prstDash val="solid"/>
                      <a:headEnd type="none" w="med" len="med"/>
                      <a:tailEnd type="none" w="med" len="med"/>
                    </a:lnB>
                  </a:tcPr>
                </a:tc>
                <a:tc>
                  <a:txBody>
                    <a:bodyPr/>
                    <a:lstStyle/>
                    <a:p>
                      <a:pPr marL="0" indent="0" algn="ctr" eaLnBrk="0" fontAlgn="base" latinLnBrk="0" hangingPunct="0">
                        <a:lnSpc>
                          <a:spcPct val="100000"/>
                        </a:lnSpc>
                        <a:spcBef>
                          <a:spcPts val="0"/>
                        </a:spcBef>
                        <a:spcAft>
                          <a:spcPts val="0"/>
                        </a:spcAft>
                        <a:buNone/>
                      </a:pPr>
                      <a:r>
                        <a:rPr lang="en-US" altLang="zh-CN" sz="1200" b="1" i="0" u="none" strike="noStrike" kern="1200" cap="none" spc="0" baseline="0">
                          <a:solidFill>
                            <a:schemeClr val="tx1"/>
                          </a:solidFill>
                          <a:latin typeface="Calibri" pitchFamily="0" charset="0"/>
                          <a:ea typeface="Times New Roman" pitchFamily="18" charset="0"/>
                          <a:cs typeface="Arial" pitchFamily="0" charset="0"/>
                        </a:rPr>
                        <a:t>2</a:t>
                      </a:r>
                      <a:endParaRPr lang="zh-CN" altLang="en-US" sz="3600" b="1" i="0" u="none" strike="noStrike" kern="1200" cap="none" spc="0" baseline="0">
                        <a:solidFill>
                          <a:schemeClr val="tx1"/>
                        </a:solidFill>
                        <a:latin typeface="Calibri" pitchFamily="0" charset="0"/>
                        <a:ea typeface="ＭＳ Ｐゴシック" pitchFamily="0" charset="-128"/>
                        <a:cs typeface="Arial" pitchFamily="0" charset="0"/>
                      </a:endParaRPr>
                    </a:p>
                  </a:txBody>
                  <a:tcPr marL="91440" marT="45720" marR="91440" marB="45720" vert="horz">
                    <a:lnL w="9525">
                      <a:solidFill>
                        <a:srgbClr val="000000"/>
                      </a:solidFill>
                      <a:prstDash val="solid"/>
                      <a:headEnd type="none" w="med" len="med"/>
                      <a:tailEnd type="none" w="med" len="med"/>
                    </a:lnL>
                    <a:lnR w="9525">
                      <a:solidFill>
                        <a:srgbClr val="000000"/>
                      </a:solidFill>
                      <a:prstDash val="solid"/>
                      <a:headEnd type="none" w="med" len="med"/>
                      <a:tailEnd type="none" w="med" len="med"/>
                    </a:lnR>
                    <a:lnT w="9525">
                      <a:solidFill>
                        <a:srgbClr val="000000"/>
                      </a:solidFill>
                      <a:prstDash val="solid"/>
                      <a:headEnd type="none" w="med" len="med"/>
                      <a:tailEnd type="none" w="med" len="med"/>
                    </a:lnT>
                    <a:lnB w="9525">
                      <a:solidFill>
                        <a:srgbClr val="000000"/>
                      </a:solidFill>
                      <a:prstDash val="solid"/>
                      <a:headEnd type="none" w="med" len="med"/>
                      <a:tailEnd type="none" w="med" len="med"/>
                    </a:lnB>
                  </a:tcPr>
                </a:tc>
                <a:tc>
                  <a:txBody>
                    <a:bodyPr/>
                    <a:lstStyle/>
                    <a:p>
                      <a:pPr marL="0" indent="0" algn="ctr" eaLnBrk="0" fontAlgn="base" latinLnBrk="0" hangingPunct="0">
                        <a:lnSpc>
                          <a:spcPct val="100000"/>
                        </a:lnSpc>
                        <a:spcBef>
                          <a:spcPts val="0"/>
                        </a:spcBef>
                        <a:spcAft>
                          <a:spcPts val="0"/>
                        </a:spcAft>
                        <a:buNone/>
                      </a:pPr>
                      <a:r>
                        <a:rPr lang="en-US" altLang="zh-CN" sz="1200" b="1" i="0" u="none" strike="noStrike" kern="1200" cap="none" spc="0" baseline="0">
                          <a:solidFill>
                            <a:schemeClr val="tx1"/>
                          </a:solidFill>
                          <a:latin typeface="Calibri" pitchFamily="0" charset="0"/>
                          <a:ea typeface="Times New Roman" pitchFamily="18" charset="0"/>
                          <a:cs typeface="Arial" pitchFamily="0" charset="0"/>
                        </a:rPr>
                        <a:t>3</a:t>
                      </a:r>
                      <a:endParaRPr lang="zh-CN" altLang="en-US" sz="3600" b="1" i="0" u="none" strike="noStrike" kern="1200" cap="none" spc="0" baseline="0">
                        <a:solidFill>
                          <a:schemeClr val="tx1"/>
                        </a:solidFill>
                        <a:latin typeface="Calibri" pitchFamily="0" charset="0"/>
                        <a:ea typeface="ＭＳ Ｐゴシック" pitchFamily="0" charset="-128"/>
                        <a:cs typeface="Arial" pitchFamily="0" charset="0"/>
                      </a:endParaRPr>
                    </a:p>
                  </a:txBody>
                  <a:tcPr marL="91440" marT="45720" marR="91440" marB="45720" vert="horz">
                    <a:lnL w="9525">
                      <a:solidFill>
                        <a:srgbClr val="000000"/>
                      </a:solidFill>
                      <a:prstDash val="solid"/>
                      <a:headEnd type="none" w="med" len="med"/>
                      <a:tailEnd type="none" w="med" len="med"/>
                    </a:lnL>
                    <a:lnR w="9525">
                      <a:solidFill>
                        <a:srgbClr val="000000"/>
                      </a:solidFill>
                      <a:prstDash val="solid"/>
                      <a:headEnd type="none" w="med" len="med"/>
                      <a:tailEnd type="none" w="med" len="med"/>
                    </a:lnR>
                    <a:lnT w="9525">
                      <a:solidFill>
                        <a:srgbClr val="000000"/>
                      </a:solidFill>
                      <a:prstDash val="solid"/>
                      <a:headEnd type="none" w="med" len="med"/>
                      <a:tailEnd type="none" w="med" len="med"/>
                    </a:lnT>
                    <a:lnB w="9525">
                      <a:solidFill>
                        <a:srgbClr val="000000"/>
                      </a:solidFill>
                      <a:prstDash val="solid"/>
                      <a:headEnd type="none" w="med" len="med"/>
                      <a:tailEnd type="none" w="med" len="med"/>
                    </a:lnB>
                  </a:tcPr>
                </a:tc>
                <a:tc>
                  <a:txBody>
                    <a:bodyPr/>
                    <a:lstStyle/>
                    <a:p>
                      <a:pPr marL="0" indent="0" algn="ctr" eaLnBrk="0" fontAlgn="base" latinLnBrk="0" hangingPunct="0">
                        <a:lnSpc>
                          <a:spcPct val="100000"/>
                        </a:lnSpc>
                        <a:spcBef>
                          <a:spcPts val="0"/>
                        </a:spcBef>
                        <a:spcAft>
                          <a:spcPts val="0"/>
                        </a:spcAft>
                        <a:buNone/>
                      </a:pPr>
                      <a:r>
                        <a:rPr lang="en-US" altLang="zh-CN" sz="1200" b="1" i="0" u="none" strike="noStrike" kern="1200" cap="none" spc="0" baseline="0">
                          <a:solidFill>
                            <a:schemeClr val="tx1"/>
                          </a:solidFill>
                          <a:latin typeface="Calibri" pitchFamily="0" charset="0"/>
                          <a:ea typeface="Times New Roman" pitchFamily="18" charset="0"/>
                          <a:cs typeface="Arial" pitchFamily="0" charset="0"/>
                        </a:rPr>
                        <a:t>4</a:t>
                      </a:r>
                      <a:endParaRPr lang="zh-CN" altLang="en-US" sz="3600" b="1" i="0" u="none" strike="noStrike" kern="1200" cap="none" spc="0" baseline="0">
                        <a:solidFill>
                          <a:schemeClr val="tx1"/>
                        </a:solidFill>
                        <a:latin typeface="Calibri" pitchFamily="0" charset="0"/>
                        <a:ea typeface="ＭＳ Ｐゴシック" pitchFamily="0" charset="-128"/>
                        <a:cs typeface="Arial" pitchFamily="0" charset="0"/>
                      </a:endParaRPr>
                    </a:p>
                  </a:txBody>
                  <a:tcPr marL="91440" marT="45720" marR="91440" marB="45720" vert="horz">
                    <a:lnL w="9525">
                      <a:solidFill>
                        <a:srgbClr val="000000"/>
                      </a:solidFill>
                      <a:prstDash val="solid"/>
                      <a:headEnd type="none" w="med" len="med"/>
                      <a:tailEnd type="none" w="med" len="med"/>
                    </a:lnL>
                    <a:lnR w="9525">
                      <a:solidFill>
                        <a:srgbClr val="000000"/>
                      </a:solidFill>
                      <a:prstDash val="solid"/>
                      <a:headEnd type="none" w="med" len="med"/>
                      <a:tailEnd type="none" w="med" len="med"/>
                    </a:lnR>
                    <a:lnT w="9525">
                      <a:solidFill>
                        <a:srgbClr val="000000"/>
                      </a:solidFill>
                      <a:prstDash val="solid"/>
                      <a:headEnd type="none" w="med" len="med"/>
                      <a:tailEnd type="none" w="med" len="med"/>
                    </a:lnT>
                    <a:lnB w="9525">
                      <a:solidFill>
                        <a:srgbClr val="000000"/>
                      </a:solidFill>
                      <a:prstDash val="solid"/>
                      <a:headEnd type="none" w="med" len="med"/>
                      <a:tailEnd type="none" w="med" len="med"/>
                    </a:lnB>
                  </a:tcPr>
                </a:tc>
                <a:tc>
                  <a:txBody>
                    <a:bodyPr/>
                    <a:lstStyle/>
                    <a:p>
                      <a:pPr marL="0" indent="0" algn="ctr" eaLnBrk="0" fontAlgn="base" latinLnBrk="0" hangingPunct="0">
                        <a:lnSpc>
                          <a:spcPct val="100000"/>
                        </a:lnSpc>
                        <a:spcBef>
                          <a:spcPts val="0"/>
                        </a:spcBef>
                        <a:spcAft>
                          <a:spcPts val="0"/>
                        </a:spcAft>
                        <a:buNone/>
                      </a:pPr>
                      <a:r>
                        <a:rPr lang="en-US" altLang="zh-CN" sz="1200" b="1" i="0" u="none" strike="noStrike" kern="1200" cap="none" spc="0" baseline="0">
                          <a:solidFill>
                            <a:schemeClr val="tx1"/>
                          </a:solidFill>
                          <a:latin typeface="Calibri" pitchFamily="0" charset="0"/>
                          <a:ea typeface="Times New Roman" pitchFamily="18" charset="0"/>
                          <a:cs typeface="Arial" pitchFamily="0" charset="0"/>
                        </a:rPr>
                        <a:t>5</a:t>
                      </a:r>
                      <a:endParaRPr lang="zh-CN" altLang="en-US" sz="3600" b="1" i="0" u="none" strike="noStrike" kern="1200" cap="none" spc="0" baseline="0">
                        <a:solidFill>
                          <a:schemeClr val="tx1"/>
                        </a:solidFill>
                        <a:latin typeface="Calibri" pitchFamily="0" charset="0"/>
                        <a:ea typeface="ＭＳ Ｐゴシック" pitchFamily="0" charset="-128"/>
                        <a:cs typeface="Arial" pitchFamily="0" charset="0"/>
                      </a:endParaRPr>
                    </a:p>
                  </a:txBody>
                  <a:tcPr marL="91440" marT="45720" marR="91440" marB="45720" vert="horz">
                    <a:lnL w="9525">
                      <a:solidFill>
                        <a:srgbClr val="000000"/>
                      </a:solidFill>
                      <a:prstDash val="solid"/>
                      <a:headEnd type="none" w="med" len="med"/>
                      <a:tailEnd type="none" w="med" len="med"/>
                    </a:lnL>
                    <a:lnR w="9525">
                      <a:solidFill>
                        <a:srgbClr val="000000"/>
                      </a:solidFill>
                      <a:prstDash val="solid"/>
                      <a:headEnd type="none" w="med" len="med"/>
                      <a:tailEnd type="none" w="med" len="med"/>
                    </a:lnR>
                    <a:lnT w="9525">
                      <a:solidFill>
                        <a:srgbClr val="000000"/>
                      </a:solidFill>
                      <a:prstDash val="solid"/>
                      <a:headEnd type="none" w="med" len="med"/>
                      <a:tailEnd type="none" w="med" len="med"/>
                    </a:lnT>
                    <a:lnB w="9525">
                      <a:solidFill>
                        <a:srgbClr val="000000"/>
                      </a:solidFill>
                      <a:prstDash val="solid"/>
                      <a:headEnd type="none" w="med" len="med"/>
                      <a:tailEnd type="none" w="med" len="med"/>
                    </a:lnB>
                  </a:tcPr>
                </a:tc>
              </a:tr>
              <a:tr h="244474">
                <a:tc>
                  <a:txBody>
                    <a:bodyPr/>
                    <a:lstStyle/>
                    <a:p>
                      <a:pPr marL="0" indent="0" algn="l" eaLnBrk="0" fontAlgn="base" latinLnBrk="0" hangingPunct="0">
                        <a:lnSpc>
                          <a:spcPct val="100000"/>
                        </a:lnSpc>
                        <a:spcBef>
                          <a:spcPts val="0"/>
                        </a:spcBef>
                        <a:spcAft>
                          <a:spcPts val="0"/>
                        </a:spcAft>
                        <a:buNone/>
                      </a:pPr>
                      <a:r>
                        <a:rPr lang="en-US" altLang="zh-CN" sz="1200" b="1" i="0" u="none" strike="noStrike" kern="1200" cap="none" spc="0" baseline="0">
                          <a:solidFill>
                            <a:schemeClr val="tx1"/>
                          </a:solidFill>
                          <a:latin typeface="Calibri" pitchFamily="0" charset="0"/>
                          <a:ea typeface="Times New Roman" pitchFamily="18" charset="0"/>
                          <a:cs typeface="Arial" pitchFamily="0" charset="0"/>
                        </a:rPr>
                        <a:t>Food companies should charge the same price for their products throughout the country</a:t>
                      </a:r>
                      <a:endParaRPr lang="zh-CN" altLang="en-US" sz="3600" b="1" i="0" u="none" strike="noStrike" kern="1200" cap="none" spc="0" baseline="0">
                        <a:solidFill>
                          <a:schemeClr val="tx1"/>
                        </a:solidFill>
                        <a:latin typeface="Calibri" pitchFamily="0" charset="0"/>
                        <a:ea typeface="ＭＳ Ｐゴシック" pitchFamily="0" charset="-128"/>
                        <a:cs typeface="Arial" pitchFamily="0" charset="0"/>
                      </a:endParaRPr>
                    </a:p>
                  </a:txBody>
                  <a:tcPr marL="91440" marT="45720" marR="91440" marB="45720" vert="horz">
                    <a:lnL w="9525">
                      <a:solidFill>
                        <a:srgbClr val="000000"/>
                      </a:solidFill>
                      <a:prstDash val="solid"/>
                      <a:headEnd type="none" w="med" len="med"/>
                      <a:tailEnd type="none" w="med" len="med"/>
                    </a:lnL>
                    <a:lnR w="9525">
                      <a:solidFill>
                        <a:srgbClr val="000000"/>
                      </a:solidFill>
                      <a:prstDash val="solid"/>
                      <a:headEnd type="none" w="med" len="med"/>
                      <a:tailEnd type="none" w="med" len="med"/>
                    </a:lnR>
                    <a:lnT w="9525">
                      <a:solidFill>
                        <a:srgbClr val="000000"/>
                      </a:solidFill>
                      <a:prstDash val="solid"/>
                      <a:headEnd type="none" w="med" len="med"/>
                      <a:tailEnd type="none" w="med" len="med"/>
                    </a:lnT>
                    <a:lnB w="9525">
                      <a:solidFill>
                        <a:srgbClr val="000000"/>
                      </a:solidFill>
                      <a:prstDash val="solid"/>
                      <a:headEnd type="none" w="med" len="med"/>
                      <a:tailEnd type="none" w="med" len="med"/>
                    </a:lnB>
                  </a:tcPr>
                </a:tc>
                <a:tc>
                  <a:txBody>
                    <a:bodyPr/>
                    <a:lstStyle/>
                    <a:p>
                      <a:pPr marL="0" indent="0" algn="ctr" eaLnBrk="0" fontAlgn="base" latinLnBrk="0" hangingPunct="0">
                        <a:lnSpc>
                          <a:spcPct val="100000"/>
                        </a:lnSpc>
                        <a:spcBef>
                          <a:spcPts val="0"/>
                        </a:spcBef>
                        <a:spcAft>
                          <a:spcPts val="0"/>
                        </a:spcAft>
                        <a:buNone/>
                      </a:pPr>
                      <a:r>
                        <a:rPr lang="en-US" altLang="zh-CN" sz="1200" b="1" i="0" u="none" strike="noStrike" kern="1200" cap="none" spc="0" baseline="0">
                          <a:solidFill>
                            <a:schemeClr val="tx1"/>
                          </a:solidFill>
                          <a:latin typeface="Calibri" pitchFamily="0" charset="0"/>
                          <a:ea typeface="Times New Roman" pitchFamily="18" charset="0"/>
                          <a:cs typeface="Arial" pitchFamily="0" charset="0"/>
                        </a:rPr>
                        <a:t>1</a:t>
                      </a:r>
                      <a:endParaRPr lang="zh-CN" altLang="en-US" sz="3600" b="1" i="0" u="none" strike="noStrike" kern="1200" cap="none" spc="0" baseline="0">
                        <a:solidFill>
                          <a:schemeClr val="tx1"/>
                        </a:solidFill>
                        <a:latin typeface="Calibri" pitchFamily="0" charset="0"/>
                        <a:ea typeface="ＭＳ Ｐゴシック" pitchFamily="0" charset="-128"/>
                        <a:cs typeface="Arial" pitchFamily="0" charset="0"/>
                      </a:endParaRPr>
                    </a:p>
                  </a:txBody>
                  <a:tcPr marL="91440" marT="45720" marR="91440" marB="45720" vert="horz">
                    <a:lnL w="9525">
                      <a:solidFill>
                        <a:srgbClr val="000000"/>
                      </a:solidFill>
                      <a:prstDash val="solid"/>
                      <a:headEnd type="none" w="med" len="med"/>
                      <a:tailEnd type="none" w="med" len="med"/>
                    </a:lnL>
                    <a:lnR w="9525">
                      <a:solidFill>
                        <a:srgbClr val="000000"/>
                      </a:solidFill>
                      <a:prstDash val="solid"/>
                      <a:headEnd type="none" w="med" len="med"/>
                      <a:tailEnd type="none" w="med" len="med"/>
                    </a:lnR>
                    <a:lnT w="9525">
                      <a:solidFill>
                        <a:srgbClr val="000000"/>
                      </a:solidFill>
                      <a:prstDash val="solid"/>
                      <a:headEnd type="none" w="med" len="med"/>
                      <a:tailEnd type="none" w="med" len="med"/>
                    </a:lnT>
                    <a:lnB w="9525">
                      <a:solidFill>
                        <a:srgbClr val="000000"/>
                      </a:solidFill>
                      <a:prstDash val="solid"/>
                      <a:headEnd type="none" w="med" len="med"/>
                      <a:tailEnd type="none" w="med" len="med"/>
                    </a:lnB>
                  </a:tcPr>
                </a:tc>
                <a:tc>
                  <a:txBody>
                    <a:bodyPr/>
                    <a:lstStyle/>
                    <a:p>
                      <a:pPr marL="0" indent="0" algn="ctr" eaLnBrk="0" fontAlgn="base" latinLnBrk="0" hangingPunct="0">
                        <a:lnSpc>
                          <a:spcPct val="100000"/>
                        </a:lnSpc>
                        <a:spcBef>
                          <a:spcPts val="0"/>
                        </a:spcBef>
                        <a:spcAft>
                          <a:spcPts val="0"/>
                        </a:spcAft>
                        <a:buNone/>
                      </a:pPr>
                      <a:r>
                        <a:rPr lang="en-US" altLang="zh-CN" sz="1200" b="1" i="0" u="none" strike="noStrike" kern="1200" cap="none" spc="0" baseline="0">
                          <a:solidFill>
                            <a:schemeClr val="tx1"/>
                          </a:solidFill>
                          <a:latin typeface="Calibri" pitchFamily="0" charset="0"/>
                          <a:ea typeface="Times New Roman" pitchFamily="18" charset="0"/>
                          <a:cs typeface="Arial" pitchFamily="0" charset="0"/>
                        </a:rPr>
                        <a:t>2</a:t>
                      </a:r>
                      <a:endParaRPr lang="zh-CN" altLang="en-US" sz="3600" b="1" i="0" u="none" strike="noStrike" kern="1200" cap="none" spc="0" baseline="0">
                        <a:solidFill>
                          <a:schemeClr val="tx1"/>
                        </a:solidFill>
                        <a:latin typeface="Calibri" pitchFamily="0" charset="0"/>
                        <a:ea typeface="ＭＳ Ｐゴシック" pitchFamily="0" charset="-128"/>
                        <a:cs typeface="Arial" pitchFamily="0" charset="0"/>
                      </a:endParaRPr>
                    </a:p>
                  </a:txBody>
                  <a:tcPr marL="91440" marT="45720" marR="91440" marB="45720" vert="horz">
                    <a:lnL w="9525">
                      <a:solidFill>
                        <a:srgbClr val="000000"/>
                      </a:solidFill>
                      <a:prstDash val="solid"/>
                      <a:headEnd type="none" w="med" len="med"/>
                      <a:tailEnd type="none" w="med" len="med"/>
                    </a:lnL>
                    <a:lnR w="9525">
                      <a:solidFill>
                        <a:srgbClr val="000000"/>
                      </a:solidFill>
                      <a:prstDash val="solid"/>
                      <a:headEnd type="none" w="med" len="med"/>
                      <a:tailEnd type="none" w="med" len="med"/>
                    </a:lnR>
                    <a:lnT w="9525">
                      <a:solidFill>
                        <a:srgbClr val="000000"/>
                      </a:solidFill>
                      <a:prstDash val="solid"/>
                      <a:headEnd type="none" w="med" len="med"/>
                      <a:tailEnd type="none" w="med" len="med"/>
                    </a:lnT>
                    <a:lnB w="9525">
                      <a:solidFill>
                        <a:srgbClr val="000000"/>
                      </a:solidFill>
                      <a:prstDash val="solid"/>
                      <a:headEnd type="none" w="med" len="med"/>
                      <a:tailEnd type="none" w="med" len="med"/>
                    </a:lnB>
                  </a:tcPr>
                </a:tc>
                <a:tc>
                  <a:txBody>
                    <a:bodyPr/>
                    <a:lstStyle/>
                    <a:p>
                      <a:pPr marL="0" indent="0" algn="ctr" eaLnBrk="0" fontAlgn="base" latinLnBrk="0" hangingPunct="0">
                        <a:lnSpc>
                          <a:spcPct val="100000"/>
                        </a:lnSpc>
                        <a:spcBef>
                          <a:spcPts val="0"/>
                        </a:spcBef>
                        <a:spcAft>
                          <a:spcPts val="0"/>
                        </a:spcAft>
                        <a:buNone/>
                      </a:pPr>
                      <a:r>
                        <a:rPr lang="en-US" altLang="zh-CN" sz="1200" b="1" i="0" u="none" strike="noStrike" kern="1200" cap="none" spc="0" baseline="0">
                          <a:solidFill>
                            <a:schemeClr val="tx1"/>
                          </a:solidFill>
                          <a:latin typeface="Calibri" pitchFamily="0" charset="0"/>
                          <a:ea typeface="Times New Roman" pitchFamily="18" charset="0"/>
                          <a:cs typeface="Arial" pitchFamily="0" charset="0"/>
                        </a:rPr>
                        <a:t>3</a:t>
                      </a:r>
                      <a:endParaRPr lang="zh-CN" altLang="en-US" sz="3600" b="1" i="0" u="none" strike="noStrike" kern="1200" cap="none" spc="0" baseline="0">
                        <a:solidFill>
                          <a:schemeClr val="tx1"/>
                        </a:solidFill>
                        <a:latin typeface="Calibri" pitchFamily="0" charset="0"/>
                        <a:ea typeface="ＭＳ Ｐゴシック" pitchFamily="0" charset="-128"/>
                        <a:cs typeface="Arial" pitchFamily="0" charset="0"/>
                      </a:endParaRPr>
                    </a:p>
                  </a:txBody>
                  <a:tcPr marL="91440" marT="45720" marR="91440" marB="45720" vert="horz">
                    <a:lnL w="9525">
                      <a:solidFill>
                        <a:srgbClr val="000000"/>
                      </a:solidFill>
                      <a:prstDash val="solid"/>
                      <a:headEnd type="none" w="med" len="med"/>
                      <a:tailEnd type="none" w="med" len="med"/>
                    </a:lnL>
                    <a:lnR w="9525">
                      <a:solidFill>
                        <a:srgbClr val="000000"/>
                      </a:solidFill>
                      <a:prstDash val="solid"/>
                      <a:headEnd type="none" w="med" len="med"/>
                      <a:tailEnd type="none" w="med" len="med"/>
                    </a:lnR>
                    <a:lnT w="9525">
                      <a:solidFill>
                        <a:srgbClr val="000000"/>
                      </a:solidFill>
                      <a:prstDash val="solid"/>
                      <a:headEnd type="none" w="med" len="med"/>
                      <a:tailEnd type="none" w="med" len="med"/>
                    </a:lnT>
                    <a:lnB w="9525">
                      <a:solidFill>
                        <a:srgbClr val="000000"/>
                      </a:solidFill>
                      <a:prstDash val="solid"/>
                      <a:headEnd type="none" w="med" len="med"/>
                      <a:tailEnd type="none" w="med" len="med"/>
                    </a:lnB>
                  </a:tcPr>
                </a:tc>
                <a:tc>
                  <a:txBody>
                    <a:bodyPr/>
                    <a:lstStyle/>
                    <a:p>
                      <a:pPr marL="0" indent="0" algn="ctr" eaLnBrk="0" fontAlgn="base" latinLnBrk="0" hangingPunct="0">
                        <a:lnSpc>
                          <a:spcPct val="100000"/>
                        </a:lnSpc>
                        <a:spcBef>
                          <a:spcPts val="0"/>
                        </a:spcBef>
                        <a:spcAft>
                          <a:spcPts val="0"/>
                        </a:spcAft>
                        <a:buNone/>
                      </a:pPr>
                      <a:r>
                        <a:rPr lang="en-US" altLang="zh-CN" sz="1200" b="1" i="0" u="none" strike="noStrike" kern="1200" cap="none" spc="0" baseline="0">
                          <a:solidFill>
                            <a:schemeClr val="tx1"/>
                          </a:solidFill>
                          <a:latin typeface="Calibri" pitchFamily="0" charset="0"/>
                          <a:ea typeface="Times New Roman" pitchFamily="18" charset="0"/>
                          <a:cs typeface="Arial" pitchFamily="0" charset="0"/>
                        </a:rPr>
                        <a:t>4</a:t>
                      </a:r>
                      <a:endParaRPr lang="zh-CN" altLang="en-US" sz="3600" b="1" i="0" u="none" strike="noStrike" kern="1200" cap="none" spc="0" baseline="0">
                        <a:solidFill>
                          <a:schemeClr val="tx1"/>
                        </a:solidFill>
                        <a:latin typeface="Calibri" pitchFamily="0" charset="0"/>
                        <a:ea typeface="ＭＳ Ｐゴシック" pitchFamily="0" charset="-128"/>
                        <a:cs typeface="Arial" pitchFamily="0" charset="0"/>
                      </a:endParaRPr>
                    </a:p>
                  </a:txBody>
                  <a:tcPr marL="91440" marT="45720" marR="91440" marB="45720" vert="horz">
                    <a:lnL w="9525">
                      <a:solidFill>
                        <a:srgbClr val="000000"/>
                      </a:solidFill>
                      <a:prstDash val="solid"/>
                      <a:headEnd type="none" w="med" len="med"/>
                      <a:tailEnd type="none" w="med" len="med"/>
                    </a:lnL>
                    <a:lnR w="9525">
                      <a:solidFill>
                        <a:srgbClr val="000000"/>
                      </a:solidFill>
                      <a:prstDash val="solid"/>
                      <a:headEnd type="none" w="med" len="med"/>
                      <a:tailEnd type="none" w="med" len="med"/>
                    </a:lnR>
                    <a:lnT w="9525">
                      <a:solidFill>
                        <a:srgbClr val="000000"/>
                      </a:solidFill>
                      <a:prstDash val="solid"/>
                      <a:headEnd type="none" w="med" len="med"/>
                      <a:tailEnd type="none" w="med" len="med"/>
                    </a:lnT>
                    <a:lnB w="9525">
                      <a:solidFill>
                        <a:srgbClr val="000000"/>
                      </a:solidFill>
                      <a:prstDash val="solid"/>
                      <a:headEnd type="none" w="med" len="med"/>
                      <a:tailEnd type="none" w="med" len="med"/>
                    </a:lnB>
                  </a:tcPr>
                </a:tc>
                <a:tc>
                  <a:txBody>
                    <a:bodyPr/>
                    <a:lstStyle/>
                    <a:p>
                      <a:pPr marL="0" indent="0" algn="ctr" eaLnBrk="0" fontAlgn="base" latinLnBrk="0" hangingPunct="0">
                        <a:lnSpc>
                          <a:spcPct val="100000"/>
                        </a:lnSpc>
                        <a:spcBef>
                          <a:spcPts val="0"/>
                        </a:spcBef>
                        <a:spcAft>
                          <a:spcPts val="0"/>
                        </a:spcAft>
                        <a:buNone/>
                      </a:pPr>
                      <a:r>
                        <a:rPr lang="en-US" altLang="zh-CN" sz="1200" b="1" i="0" u="none" strike="noStrike" kern="1200" cap="none" spc="0" baseline="0">
                          <a:solidFill>
                            <a:schemeClr val="tx1"/>
                          </a:solidFill>
                          <a:latin typeface="Calibri" pitchFamily="0" charset="0"/>
                          <a:ea typeface="Times New Roman" pitchFamily="18" charset="0"/>
                          <a:cs typeface="Arial" pitchFamily="0" charset="0"/>
                        </a:rPr>
                        <a:t>5</a:t>
                      </a:r>
                      <a:endParaRPr lang="zh-CN" altLang="en-US" sz="3600" b="1" i="0" u="none" strike="noStrike" kern="1200" cap="none" spc="0" baseline="0">
                        <a:solidFill>
                          <a:schemeClr val="tx1"/>
                        </a:solidFill>
                        <a:latin typeface="Calibri" pitchFamily="0" charset="0"/>
                        <a:ea typeface="ＭＳ Ｐゴシック" pitchFamily="0" charset="-128"/>
                        <a:cs typeface="Arial" pitchFamily="0" charset="0"/>
                      </a:endParaRPr>
                    </a:p>
                  </a:txBody>
                  <a:tcPr marL="91440" marT="45720" marR="91440" marB="45720" vert="horz">
                    <a:lnL w="9525">
                      <a:solidFill>
                        <a:srgbClr val="000000"/>
                      </a:solidFill>
                      <a:prstDash val="solid"/>
                      <a:headEnd type="none" w="med" len="med"/>
                      <a:tailEnd type="none" w="med" len="med"/>
                    </a:lnL>
                    <a:lnR w="9525">
                      <a:solidFill>
                        <a:srgbClr val="000000"/>
                      </a:solidFill>
                      <a:prstDash val="solid"/>
                      <a:headEnd type="none" w="med" len="med"/>
                      <a:tailEnd type="none" w="med" len="med"/>
                    </a:lnR>
                    <a:lnT w="9525">
                      <a:solidFill>
                        <a:srgbClr val="000000"/>
                      </a:solidFill>
                      <a:prstDash val="solid"/>
                      <a:headEnd type="none" w="med" len="med"/>
                      <a:tailEnd type="none" w="med" len="med"/>
                    </a:lnT>
                    <a:lnB w="9525">
                      <a:solidFill>
                        <a:srgbClr val="000000"/>
                      </a:solidFill>
                      <a:prstDash val="solid"/>
                      <a:headEnd type="none" w="med" len="med"/>
                      <a:tailEnd type="none" w="med" len="med"/>
                    </a:lnB>
                  </a:tcPr>
                </a:tc>
              </a:tr>
            </a:tbl>
          </a:graphicData>
        </a:graphic>
      </p:graphicFrame>
    </p:spTree>
    <p:extLst>
      <p:ext uri="{BB962C8B-B14F-4D97-AF65-F5344CB8AC3E}">
        <p14:creationId xmlns:p14="http://schemas.microsoft.com/office/powerpoint/2010/main" val="576232283"/>
      </p:ext>
    </p:extLst>
  </p:cSld>
  <p:clrMapOvr>
    <a:masterClrMapping/>
  </p:clrMapOvr>
</p:sld>
</file>

<file path=ppt/slides/slide68.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70"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Levels of Measurement </a:t>
            </a:r>
            <a:br>
              <a:rPr lang="zh-CN" altLang="en-US" sz="4400" b="0" i="0" u="none" strike="noStrike" kern="1200" cap="none" spc="0" baseline="0">
                <a:solidFill>
                  <a:schemeClr val="tx1"/>
                </a:solidFill>
                <a:latin typeface="Calibri" pitchFamily="0" charset="0"/>
                <a:ea typeface="ＭＳ Ｐゴシック" pitchFamily="0" charset="-128"/>
                <a:cs typeface="Lucida Sans"/>
              </a:rPr>
            </a:br>
            <a:r>
              <a:rPr lang="en-US" altLang="zh-CN" sz="4400" b="0" i="0" u="none" strike="noStrike" kern="1200" cap="none" spc="0" baseline="0">
                <a:solidFill>
                  <a:schemeClr val="tx1"/>
                </a:solidFill>
                <a:latin typeface="Calibri" pitchFamily="0" charset="0"/>
                <a:ea typeface="ＭＳ Ｐゴシック" pitchFamily="0" charset="-128"/>
                <a:cs typeface="Lucida Sans"/>
              </a:rPr>
              <a:t>- Ordinal Scales</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sp>
        <p:nvSpPr>
          <p:cNvPr id="371" name="Text box"/>
          <p:cNvSpPr>
            <a:spLocks noGrp="1"/>
          </p:cNvSpPr>
          <p:nvPr>
            <p:ph type="body" idx="1"/>
          </p:nvPr>
        </p:nvSpPr>
        <p:spPr>
          <a:xfrm rot="0">
            <a:off x="1775520" y="1855366"/>
            <a:ext cx="8229600" cy="4525963"/>
          </a:xfrm>
          <a:prstGeom prst="rect"/>
          <a:noFill/>
          <a:ln w="12700" cmpd="sng" cap="flat">
            <a:noFill/>
            <a:prstDash val="solid"/>
            <a:round/>
          </a:ln>
        </p:spPr>
        <p:txBody>
          <a:bodyPr vert="horz" wrap="square" lIns="91440" tIns="45720" rIns="91440" bIns="45720" anchor="t" anchorCtr="0">
            <a:prstTxWarp prst="textNoShape"/>
          </a:bodyPr>
          <a:lstStyle/>
          <a:p>
            <a:pPr marL="342900" indent="-342900" algn="just" eaLnBrk="1" hangingPunct="1">
              <a:lnSpc>
                <a:spcPct val="100000"/>
              </a:lnSpc>
              <a:spcBef>
                <a:spcPct val="20000"/>
              </a:spcBef>
              <a:spcAft>
                <a:spcPts val="0"/>
              </a:spcAft>
              <a:buFont typeface="Arial" pitchFamily="0" charset="0"/>
              <a:buChar char="•"/>
            </a:pPr>
            <a:r>
              <a:rPr lang="en-US" altLang="zh-CN" sz="2400" b="0" i="0" u="none" strike="noStrike" kern="1200" cap="none" spc="0" baseline="0">
                <a:solidFill>
                  <a:schemeClr val="tx1"/>
                </a:solidFill>
                <a:latin typeface="Calibri" pitchFamily="0" charset="0"/>
                <a:ea typeface="ＭＳ Ｐゴシック" pitchFamily="0" charset="-128"/>
                <a:cs typeface="Lucida Sans"/>
              </a:rPr>
              <a:t>Similarly if Comedian A is ranked 1</a:t>
            </a:r>
            <a:r>
              <a:rPr lang="en-US" altLang="zh-CN" sz="2400" b="0" i="0" u="none" strike="noStrike" kern="1200" cap="none" spc="0" baseline="30000">
                <a:solidFill>
                  <a:schemeClr val="tx1"/>
                </a:solidFill>
                <a:latin typeface="Calibri" pitchFamily="0" charset="0"/>
                <a:ea typeface="ＭＳ Ｐゴシック" pitchFamily="0" charset="-128"/>
                <a:cs typeface="Lucida Sans"/>
              </a:rPr>
              <a:t>st</a:t>
            </a:r>
            <a:r>
              <a:rPr lang="en-US" altLang="zh-CN" sz="2400" b="0" i="0" u="none" strike="noStrike" kern="1200" cap="none" spc="0" baseline="0">
                <a:solidFill>
                  <a:schemeClr val="tx1"/>
                </a:solidFill>
                <a:latin typeface="Calibri" pitchFamily="0" charset="0"/>
                <a:ea typeface="ＭＳ Ｐゴシック" pitchFamily="0" charset="-128"/>
                <a:cs typeface="Lucida Sans"/>
              </a:rPr>
              <a:t> for funniness, and Comedian B is ranked 4</a:t>
            </a:r>
            <a:r>
              <a:rPr lang="en-US" altLang="zh-CN" sz="2400" b="0" i="0" u="none" strike="noStrike" kern="1200" cap="none" spc="0" baseline="30000">
                <a:solidFill>
                  <a:schemeClr val="tx1"/>
                </a:solidFill>
                <a:latin typeface="Calibri" pitchFamily="0" charset="0"/>
                <a:ea typeface="ＭＳ Ｐゴシック" pitchFamily="0" charset="-128"/>
                <a:cs typeface="Lucida Sans"/>
              </a:rPr>
              <a:t>th</a:t>
            </a:r>
            <a:r>
              <a:rPr lang="en-US" altLang="zh-CN" sz="2400" b="0" i="0" u="none" strike="noStrike" kern="1200" cap="none" spc="0" baseline="0">
                <a:solidFill>
                  <a:schemeClr val="tx1"/>
                </a:solidFill>
                <a:latin typeface="Calibri" pitchFamily="0" charset="0"/>
                <a:ea typeface="ＭＳ Ｐゴシック" pitchFamily="0" charset="-128"/>
                <a:cs typeface="Lucida Sans"/>
              </a:rPr>
              <a:t> we have no way of knowing how much funnier Comedian A is than Comedian B. </a:t>
            </a:r>
            <a:endParaRPr lang="en-US" altLang="zh-CN" sz="24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r>
              <a:rPr lang="en-US" altLang="zh-CN" sz="2400" b="0" i="0" u="none" strike="noStrike" kern="1200" cap="none" spc="0" baseline="0">
                <a:solidFill>
                  <a:schemeClr val="tx1"/>
                </a:solidFill>
                <a:latin typeface="Calibri" pitchFamily="0" charset="0"/>
                <a:ea typeface="ＭＳ Ｐゴシック" pitchFamily="0" charset="-128"/>
                <a:cs typeface="Lucida Sans"/>
              </a:rPr>
              <a:t>We cannot assume that they are four times funnier. </a:t>
            </a:r>
            <a:endParaRPr lang="en-US" altLang="zh-CN" sz="24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r>
              <a:rPr lang="en-US" altLang="zh-CN" sz="2400" b="0" i="0" u="none" strike="noStrike" kern="1200" cap="none" spc="0" baseline="0">
                <a:solidFill>
                  <a:schemeClr val="tx1"/>
                </a:solidFill>
                <a:latin typeface="Calibri" pitchFamily="0" charset="0"/>
                <a:ea typeface="ＭＳ Ｐゴシック" pitchFamily="0" charset="-128"/>
                <a:cs typeface="Lucida Sans"/>
              </a:rPr>
              <a:t>They may be more or less than four times funnier. </a:t>
            </a:r>
            <a:endParaRPr lang="en-US" altLang="zh-CN" sz="24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r>
              <a:rPr lang="en-US" altLang="zh-CN" sz="2400" b="0" i="0" u="none" strike="noStrike" kern="1200" cap="none" spc="0" baseline="0">
                <a:solidFill>
                  <a:schemeClr val="tx1"/>
                </a:solidFill>
                <a:latin typeface="Calibri" pitchFamily="0" charset="0"/>
                <a:ea typeface="ＭＳ Ｐゴシック" pitchFamily="0" charset="-128"/>
                <a:cs typeface="Lucida Sans"/>
              </a:rPr>
              <a:t>But we do know that they are more funny than Comedian B, and more funny than the comedians ranked 2</a:t>
            </a:r>
            <a:r>
              <a:rPr lang="en-US" altLang="zh-CN" sz="2400" b="0" i="0" u="none" strike="noStrike" kern="1200" cap="none" spc="0" baseline="30000">
                <a:solidFill>
                  <a:schemeClr val="tx1"/>
                </a:solidFill>
                <a:latin typeface="Calibri" pitchFamily="0" charset="0"/>
                <a:ea typeface="ＭＳ Ｐゴシック" pitchFamily="0" charset="-128"/>
                <a:cs typeface="Lucida Sans"/>
              </a:rPr>
              <a:t>nd</a:t>
            </a:r>
            <a:r>
              <a:rPr lang="en-US" altLang="zh-CN" sz="2400" b="0" i="0" u="none" strike="noStrike" kern="1200" cap="none" spc="0" baseline="0">
                <a:solidFill>
                  <a:schemeClr val="tx1"/>
                </a:solidFill>
                <a:latin typeface="Calibri" pitchFamily="0" charset="0"/>
                <a:ea typeface="ＭＳ Ｐゴシック" pitchFamily="0" charset="-128"/>
                <a:cs typeface="Lucida Sans"/>
              </a:rPr>
              <a:t> and 3</a:t>
            </a:r>
            <a:r>
              <a:rPr lang="en-US" altLang="zh-CN" sz="2400" b="0" i="0" u="none" strike="noStrike" kern="1200" cap="none" spc="0" baseline="30000">
                <a:solidFill>
                  <a:schemeClr val="tx1"/>
                </a:solidFill>
                <a:latin typeface="Calibri" pitchFamily="0" charset="0"/>
                <a:ea typeface="ＭＳ Ｐゴシック" pitchFamily="0" charset="-128"/>
                <a:cs typeface="Lucida Sans"/>
              </a:rPr>
              <a:t>rd</a:t>
            </a:r>
            <a:r>
              <a:rPr lang="en-US" altLang="zh-CN" sz="2400" b="0" i="0" u="none" strike="noStrike" kern="1200" cap="none" spc="0" baseline="0">
                <a:solidFill>
                  <a:schemeClr val="tx1"/>
                </a:solidFill>
                <a:latin typeface="Calibri" pitchFamily="0" charset="0"/>
                <a:ea typeface="ＭＳ Ｐゴシック" pitchFamily="0" charset="-128"/>
                <a:cs typeface="Lucida Sans"/>
              </a:rPr>
              <a:t> places as well. </a:t>
            </a:r>
            <a:endParaRPr lang="en-US" altLang="zh-CN" sz="24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r>
              <a:rPr lang="en-US" altLang="zh-CN" sz="2400" b="0" i="0" u="none" strike="noStrike" kern="1200" cap="none" spc="0" baseline="0">
                <a:solidFill>
                  <a:schemeClr val="tx1"/>
                </a:solidFill>
                <a:latin typeface="Calibri" pitchFamily="0" charset="0"/>
                <a:ea typeface="ＭＳ Ｐゴシック" pitchFamily="0" charset="-128"/>
                <a:cs typeface="Lucida Sans"/>
              </a:rPr>
              <a:t>We know about order but we have no information about the size of the interval between points. </a:t>
            </a:r>
            <a:endParaRPr lang="zh-CN" altLang="en-US" sz="2400" b="0" i="0" u="none" strike="noStrike" kern="1200" cap="none" spc="0" baseline="0">
              <a:solidFill>
                <a:schemeClr val="tx1"/>
              </a:solidFill>
              <a:latin typeface="Calibri" pitchFamily="0" charset="0"/>
              <a:ea typeface="ＭＳ Ｐゴシック" pitchFamily="0" charset="-128"/>
              <a:cs typeface="Lucida Sans"/>
            </a:endParaRPr>
          </a:p>
        </p:txBody>
      </p:sp>
      <p:sp>
        <p:nvSpPr>
          <p:cNvPr id="372" name="Text box"/>
          <p:cNvSpPr>
            <a:spLocks noGrp="1"/>
          </p:cNvSpPr>
          <p:nvPr>
            <p:ph type="sldNum"/>
          </p:nvPr>
        </p:nvSpPr>
        <p:spPr>
          <a:xfrm rot="0">
            <a:off x="8737600" y="6356351"/>
            <a:ext cx="2844799"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Calibri" pitchFamily="0" charset="0"/>
              </a:rPr>
              <a:t>68</a:t>
            </a:fld>
            <a:endParaRPr lang="zh-CN" altLang="en-US" sz="1000" b="1" i="0" u="none" strike="noStrike" kern="1200" cap="none" spc="0" baseline="0">
              <a:solidFill>
                <a:schemeClr val="bg1"/>
              </a:solidFill>
              <a:latin typeface="Arial"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436791000"/>
      </p:ext>
    </p:extLst>
  </p:cSld>
  <p:clrMapOvr>
    <a:masterClrMapping/>
  </p:clrMapOvr>
</p:sld>
</file>

<file path=ppt/slides/slide69.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73" name="Text box"/>
          <p:cNvSpPr>
            <a:spLocks noGrp="1"/>
          </p:cNvSpPr>
          <p:nvPr>
            <p:ph type="sldNum"/>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Lucida Sans"/>
              </a:rPr>
              <a:t>69</a:t>
            </a:fld>
            <a:endParaRPr lang="zh-CN" altLang="en-US" sz="1000" b="1" i="0" u="none" strike="noStrike" kern="1200" cap="none" spc="0" baseline="0">
              <a:solidFill>
                <a:schemeClr val="bg1"/>
              </a:solidFill>
              <a:latin typeface="Arial" pitchFamily="0" charset="0"/>
              <a:ea typeface="ＭＳ Ｐゴシック" pitchFamily="0" charset="-128"/>
              <a:cs typeface="Lucida Sans"/>
            </a:endParaRPr>
          </a:p>
        </p:txBody>
      </p:sp>
      <p:sp>
        <p:nvSpPr>
          <p:cNvPr id="374"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Levels of Measurement -Ordinal Scales</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pic>
        <p:nvPicPr>
          <p:cNvPr id="375" name="Images" descr="ordinal"/>
          <p:cNvPicPr>
            <a:picLocks noChangeAspect="1"/>
          </p:cNvPicPr>
          <p:nvPr/>
        </p:nvPicPr>
        <p:blipFill>
          <a:blip r:embed="rId1" cstate="print"/>
          <a:stretch>
            <a:fillRect/>
          </a:stretch>
        </p:blipFill>
        <p:spPr>
          <a:xfrm rot="0">
            <a:off x="4114800" y="2061974"/>
            <a:ext cx="4789512" cy="4319355"/>
          </a:xfrm>
          <a:prstGeom prst="rect"/>
          <a:noFill/>
          <a:ln w="12700" cmpd="sng" cap="flat">
            <a:noFill/>
            <a:prstDash val="solid"/>
            <a:round/>
          </a:ln>
        </p:spPr>
      </p:pic>
      <p:sp>
        <p:nvSpPr>
          <p:cNvPr id="376" name="Rectangles"/>
          <p:cNvSpPr>
            <a:spLocks/>
          </p:cNvSpPr>
          <p:nvPr/>
        </p:nvSpPr>
        <p:spPr>
          <a:xfrm rot="0">
            <a:off x="2362201" y="1676400"/>
            <a:ext cx="1629028" cy="520065"/>
          </a:xfrm>
          <a:prstGeom prst="rect"/>
          <a:noFill/>
          <a:ln w="12700" cmpd="sng" cap="flat">
            <a:noFill/>
            <a:prstDash val="solid"/>
            <a:round/>
          </a:ln>
        </p:spPr>
        <p:txBody>
          <a:bodyPr vert="horz" wrap="non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2800" b="0" i="0" u="none" strike="noStrike" kern="1200" cap="none" spc="0" baseline="0">
                <a:solidFill>
                  <a:schemeClr val="tx1"/>
                </a:solidFill>
                <a:latin typeface="Calibri" pitchFamily="0" charset="0"/>
                <a:ea typeface="ＭＳ Ｐゴシック" pitchFamily="0" charset="-128"/>
                <a:cs typeface="Calibri" pitchFamily="0" charset="0"/>
              </a:rPr>
              <a:t>Example</a:t>
            </a:r>
            <a:endParaRPr lang="zh-CN" altLang="en-US" sz="2800" b="0" i="0" u="none" strike="noStrike" kern="1200" cap="none" spc="0" baseline="0">
              <a:solidFill>
                <a:schemeClr val="tx1"/>
              </a:solidFill>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743888421"/>
      </p:ext>
    </p:extLst>
  </p:cSld>
  <p:clrMapOvr>
    <a:masterClrMapping/>
  </p:clrMapOvr>
</p:sld>
</file>

<file path=ppt/slides/slide70.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77" name="Text box"/>
          <p:cNvSpPr>
            <a:spLocks noGrp="1"/>
          </p:cNvSpPr>
          <p:nvPr>
            <p:ph type="sldNum"/>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Lucida Sans"/>
              </a:rPr>
              <a:t>70</a:t>
            </a:fld>
            <a:endParaRPr lang="zh-CN" altLang="en-US" sz="1000" b="1" i="0" u="none" strike="noStrike" kern="1200" cap="none" spc="0" baseline="0">
              <a:solidFill>
                <a:schemeClr val="bg1"/>
              </a:solidFill>
              <a:latin typeface="Arial" pitchFamily="0" charset="0"/>
              <a:ea typeface="ＭＳ Ｐゴシック" pitchFamily="0" charset="-128"/>
              <a:cs typeface="Lucida Sans"/>
            </a:endParaRPr>
          </a:p>
        </p:txBody>
      </p:sp>
      <p:sp>
        <p:nvSpPr>
          <p:cNvPr id="378"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Levels of Measurement </a:t>
            </a:r>
            <a:br>
              <a:rPr lang="zh-CN" altLang="en-US" sz="4400" b="0" i="0" u="none" strike="noStrike" kern="1200" cap="none" spc="0" baseline="0">
                <a:solidFill>
                  <a:schemeClr val="tx1"/>
                </a:solidFill>
                <a:latin typeface="Calibri" pitchFamily="0" charset="0"/>
                <a:ea typeface="ＭＳ Ｐゴシック" pitchFamily="0" charset="-128"/>
                <a:cs typeface="Lucida Sans"/>
              </a:rPr>
            </a:br>
            <a:r>
              <a:rPr lang="en-US" altLang="zh-CN" sz="4400" b="0" i="0" u="none" strike="noStrike" kern="1200" cap="none" spc="0" baseline="0">
                <a:solidFill>
                  <a:schemeClr val="tx1"/>
                </a:solidFill>
                <a:latin typeface="Calibri" pitchFamily="0" charset="0"/>
                <a:ea typeface="ＭＳ Ｐゴシック" pitchFamily="0" charset="-128"/>
                <a:cs typeface="Lucida Sans"/>
              </a:rPr>
              <a:t>- Ordinal Scales</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pic>
        <p:nvPicPr>
          <p:cNvPr id="379" name="Images" descr="ordinal_data"/>
          <p:cNvPicPr>
            <a:picLocks noChangeAspect="1"/>
          </p:cNvPicPr>
          <p:nvPr/>
        </p:nvPicPr>
        <p:blipFill>
          <a:blip r:embed="rId1" cstate="print"/>
          <a:stretch>
            <a:fillRect/>
          </a:stretch>
        </p:blipFill>
        <p:spPr>
          <a:xfrm rot="0">
            <a:off x="4419600" y="1828800"/>
            <a:ext cx="4749799" cy="4419600"/>
          </a:xfrm>
          <a:prstGeom prst="rect"/>
          <a:noFill/>
          <a:ln w="12700" cmpd="sng" cap="flat">
            <a:noFill/>
            <a:prstDash val="solid"/>
            <a:round/>
          </a:ln>
        </p:spPr>
      </p:pic>
      <p:sp>
        <p:nvSpPr>
          <p:cNvPr id="380" name="Rectangles"/>
          <p:cNvSpPr>
            <a:spLocks/>
          </p:cNvSpPr>
          <p:nvPr/>
        </p:nvSpPr>
        <p:spPr>
          <a:xfrm rot="0">
            <a:off x="2362201" y="1676400"/>
            <a:ext cx="1629028" cy="520065"/>
          </a:xfrm>
          <a:prstGeom prst="rect"/>
          <a:noFill/>
          <a:ln w="12700" cmpd="sng" cap="flat">
            <a:noFill/>
            <a:prstDash val="solid"/>
            <a:round/>
          </a:ln>
        </p:spPr>
        <p:txBody>
          <a:bodyPr vert="horz" wrap="non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2800" b="0" i="0" u="none" strike="noStrike" kern="1200" cap="none" spc="0" baseline="0">
                <a:solidFill>
                  <a:schemeClr val="tx1"/>
                </a:solidFill>
                <a:latin typeface="Calibri" pitchFamily="0" charset="0"/>
                <a:ea typeface="ＭＳ Ｐゴシック" pitchFamily="0" charset="-128"/>
                <a:cs typeface="Calibri" pitchFamily="0" charset="0"/>
              </a:rPr>
              <a:t>Example</a:t>
            </a:r>
            <a:endParaRPr lang="zh-CN" altLang="en-US" sz="2800" b="0" i="0" u="none" strike="noStrike" kern="1200" cap="none" spc="0" baseline="0">
              <a:solidFill>
                <a:schemeClr val="tx1"/>
              </a:solidFill>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408148473"/>
      </p:ext>
    </p:extLst>
  </p:cSld>
  <p:clrMapOvr>
    <a:masterClrMapping/>
  </p:clrMapOvr>
</p:sld>
</file>

<file path=ppt/slides/slide71.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81" name="Text box"/>
          <p:cNvSpPr>
            <a:spLocks noGrp="1"/>
          </p:cNvSpPr>
          <p:nvPr>
            <p:ph type="sldNum"/>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Lucida Sans"/>
              </a:rPr>
              <a:t>71</a:t>
            </a:fld>
            <a:endParaRPr lang="zh-CN" altLang="en-US" sz="1000" b="1" i="0" u="none" strike="noStrike" kern="1200" cap="none" spc="0" baseline="0">
              <a:solidFill>
                <a:schemeClr val="bg1"/>
              </a:solidFill>
              <a:latin typeface="Arial" pitchFamily="0" charset="0"/>
              <a:ea typeface="ＭＳ Ｐゴシック" pitchFamily="0" charset="-128"/>
              <a:cs typeface="Lucida Sans"/>
            </a:endParaRPr>
          </a:p>
        </p:txBody>
      </p:sp>
      <p:sp>
        <p:nvSpPr>
          <p:cNvPr id="382"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Levels of Measurement </a:t>
            </a:r>
            <a:br>
              <a:rPr lang="zh-CN" altLang="en-US" sz="4400" b="0" i="0" u="none" strike="noStrike" kern="1200" cap="none" spc="0" baseline="0">
                <a:solidFill>
                  <a:schemeClr val="tx1"/>
                </a:solidFill>
                <a:latin typeface="Calibri" pitchFamily="0" charset="0"/>
                <a:ea typeface="ＭＳ Ｐゴシック" pitchFamily="0" charset="-128"/>
                <a:cs typeface="Lucida Sans"/>
              </a:rPr>
            </a:br>
            <a:r>
              <a:rPr lang="en-US" altLang="zh-CN" sz="4400" b="0" i="0" u="none" strike="noStrike" kern="1200" cap="none" spc="0" baseline="0">
                <a:solidFill>
                  <a:schemeClr val="tx1"/>
                </a:solidFill>
                <a:latin typeface="Calibri" pitchFamily="0" charset="0"/>
                <a:ea typeface="ＭＳ Ｐゴシック" pitchFamily="0" charset="-128"/>
                <a:cs typeface="Lucida Sans"/>
              </a:rPr>
              <a:t>- Ordinal Scales</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pic>
        <p:nvPicPr>
          <p:cNvPr id="383" name="Images" descr="hotscale"/>
          <p:cNvPicPr>
            <a:picLocks noChangeAspect="1"/>
          </p:cNvPicPr>
          <p:nvPr/>
        </p:nvPicPr>
        <p:blipFill>
          <a:blip r:embed="rId1" cstate="print"/>
          <a:stretch>
            <a:fillRect/>
          </a:stretch>
        </p:blipFill>
        <p:spPr>
          <a:xfrm rot="0">
            <a:off x="3321050" y="2097088"/>
            <a:ext cx="5181599" cy="3573462"/>
          </a:xfrm>
          <a:prstGeom prst="rect"/>
          <a:noFill/>
          <a:ln w="12700" cmpd="sng" cap="flat">
            <a:noFill/>
            <a:prstDash val="solid"/>
            <a:round/>
          </a:ln>
        </p:spPr>
      </p:pic>
      <p:sp>
        <p:nvSpPr>
          <p:cNvPr id="384" name="Rectangles"/>
          <p:cNvSpPr>
            <a:spLocks/>
          </p:cNvSpPr>
          <p:nvPr/>
        </p:nvSpPr>
        <p:spPr>
          <a:xfrm rot="0">
            <a:off x="2574926" y="1868488"/>
            <a:ext cx="1629028" cy="520065"/>
          </a:xfrm>
          <a:prstGeom prst="rect"/>
          <a:noFill/>
          <a:ln w="12700" cmpd="sng" cap="flat">
            <a:noFill/>
            <a:prstDash val="solid"/>
            <a:round/>
          </a:ln>
        </p:spPr>
        <p:txBody>
          <a:bodyPr vert="horz" wrap="non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2800" b="0" i="0" u="none" strike="noStrike" kern="1200" cap="none" spc="0" baseline="0">
                <a:solidFill>
                  <a:schemeClr val="tx1"/>
                </a:solidFill>
                <a:latin typeface="Calibri" pitchFamily="0" charset="0"/>
                <a:ea typeface="ＭＳ Ｐゴシック" pitchFamily="0" charset="-128"/>
                <a:cs typeface="Calibri" pitchFamily="0" charset="0"/>
              </a:rPr>
              <a:t>Example</a:t>
            </a:r>
            <a:endParaRPr lang="zh-CN" altLang="en-US" sz="2800" b="0" i="0" u="none" strike="noStrike" kern="1200" cap="none" spc="0" baseline="0">
              <a:solidFill>
                <a:schemeClr val="tx1"/>
              </a:solidFill>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625469952"/>
      </p:ext>
    </p:extLst>
  </p:cSld>
  <p:clrMapOvr>
    <a:masterClrMapping/>
  </p:clrMapOvr>
</p:sld>
</file>

<file path=ppt/slides/slide72.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85" name="Text box"/>
          <p:cNvSpPr>
            <a:spLocks noGrp="1"/>
          </p:cNvSpPr>
          <p:nvPr>
            <p:ph type="sldNum"/>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Lucida Sans"/>
              </a:rPr>
              <a:t>72</a:t>
            </a:fld>
            <a:endParaRPr lang="zh-CN" altLang="en-US" sz="1000" b="1" i="0" u="none" strike="noStrike" kern="1200" cap="none" spc="0" baseline="0">
              <a:solidFill>
                <a:schemeClr val="bg1"/>
              </a:solidFill>
              <a:latin typeface="Arial" pitchFamily="0" charset="0"/>
              <a:ea typeface="ＭＳ Ｐゴシック" pitchFamily="0" charset="-128"/>
              <a:cs typeface="Lucida Sans"/>
            </a:endParaRPr>
          </a:p>
        </p:txBody>
      </p:sp>
      <p:sp>
        <p:nvSpPr>
          <p:cNvPr id="386"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Levels of Measurement </a:t>
            </a:r>
            <a:br>
              <a:rPr lang="zh-CN" altLang="en-US" sz="4400" b="0" i="0" u="none" strike="noStrike" kern="1200" cap="none" spc="0" baseline="0">
                <a:solidFill>
                  <a:schemeClr val="tx1"/>
                </a:solidFill>
                <a:latin typeface="Calibri" pitchFamily="0" charset="0"/>
                <a:ea typeface="ＭＳ Ｐゴシック" pitchFamily="0" charset="-128"/>
                <a:cs typeface="Lucida Sans"/>
              </a:rPr>
            </a:br>
            <a:r>
              <a:rPr lang="en-US" altLang="zh-CN" sz="4400" b="0" i="0" u="none" strike="noStrike" kern="1200" cap="none" spc="0" baseline="0">
                <a:solidFill>
                  <a:schemeClr val="tx1"/>
                </a:solidFill>
                <a:latin typeface="Calibri" pitchFamily="0" charset="0"/>
                <a:ea typeface="ＭＳ Ｐゴシック" pitchFamily="0" charset="-128"/>
                <a:cs typeface="Lucida Sans"/>
              </a:rPr>
              <a:t>- Interval Scales </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sp>
        <p:nvSpPr>
          <p:cNvPr id="387" name="Text box"/>
          <p:cNvSpPr>
            <a:spLocks noGrp="1"/>
          </p:cNvSpPr>
          <p:nvPr>
            <p:ph type="body" idx="1"/>
          </p:nvPr>
        </p:nvSpPr>
        <p:spPr>
          <a:xfrm rot="0">
            <a:off x="609600" y="1600201"/>
            <a:ext cx="10972800" cy="4525963"/>
          </a:xfrm>
          <a:prstGeom prst="rect"/>
          <a:noFill/>
          <a:ln w="12700" cmpd="sng" cap="flat">
            <a:noFill/>
            <a:prstDash val="solid"/>
            <a:round/>
          </a:ln>
        </p:spPr>
        <p:txBody>
          <a:bodyPr vert="horz" wrap="square" lIns="91440" tIns="45720" rIns="91440" bIns="45720" anchor="t" anchorCtr="0">
            <a:prstTxWarp prst="textNoShape"/>
          </a:bodyPr>
          <a:lstStyle/>
          <a:p>
            <a:pPr marL="342900" indent="-342900" algn="l" eaLnBrk="1" hangingPunct="1">
              <a:lnSpc>
                <a:spcPct val="90000"/>
              </a:lnSpc>
              <a:spcBef>
                <a:spcPct val="20000"/>
              </a:spcBef>
              <a:spcAft>
                <a:spcPts val="0"/>
              </a:spcAft>
              <a:buFont typeface="Arial" pitchFamily="0" charset="0"/>
              <a:buChar char="•"/>
            </a:pPr>
            <a:r>
              <a:rPr lang="en-US" altLang="zh-CN" sz="2800" b="0" i="0" u="none" strike="noStrike" kern="1200" cap="none" spc="0" baseline="0">
                <a:solidFill>
                  <a:schemeClr val="accent2"/>
                </a:solidFill>
                <a:latin typeface="Calibri" pitchFamily="0" charset="0"/>
                <a:ea typeface="ＭＳ Ｐゴシック" pitchFamily="0" charset="-128"/>
                <a:cs typeface="Lucida Sans"/>
              </a:rPr>
              <a:t>Properties</a:t>
            </a:r>
            <a:r>
              <a:rPr lang="en-US" altLang="zh-CN" sz="2800" b="0" i="0" u="none" strike="noStrike" kern="1200" cap="none" spc="0" baseline="0">
                <a:solidFill>
                  <a:schemeClr val="tx1"/>
                </a:solidFill>
                <a:latin typeface="Calibri" pitchFamily="0" charset="0"/>
                <a:ea typeface="ＭＳ Ｐゴシック" pitchFamily="0" charset="-128"/>
                <a:cs typeface="Lucida Sans"/>
              </a:rPr>
              <a:t>: classification, order, equal intervals </a:t>
            </a:r>
            <a:br>
              <a:rPr lang="zh-CN" altLang="en-US" sz="2800" b="0" i="0" u="none" strike="noStrike" kern="1200" cap="none" spc="0" baseline="0">
                <a:solidFill>
                  <a:schemeClr val="tx1"/>
                </a:solidFill>
                <a:latin typeface="Calibri" pitchFamily="0" charset="0"/>
                <a:ea typeface="ＭＳ Ｐゴシック" pitchFamily="0" charset="-128"/>
                <a:cs typeface="Lucida Sans"/>
              </a:rPr>
            </a:br>
            <a:r>
              <a:rPr lang="en-US" altLang="zh-CN" sz="2800" b="0" i="0" u="none" strike="noStrike" kern="1200" cap="none" spc="0" baseline="0">
                <a:solidFill>
                  <a:schemeClr val="accent2"/>
                </a:solidFill>
                <a:latin typeface="Calibri" pitchFamily="0" charset="0"/>
                <a:ea typeface="ＭＳ Ｐゴシック" pitchFamily="0" charset="-128"/>
                <a:cs typeface="Lucida Sans"/>
              </a:rPr>
              <a:t>Observations reflect:</a:t>
            </a:r>
            <a:r>
              <a:rPr lang="en-US" altLang="zh-CN" sz="2800" b="0" i="0" u="none" strike="noStrike" kern="1200" cap="none" spc="0" baseline="0">
                <a:solidFill>
                  <a:schemeClr val="tx1"/>
                </a:solidFill>
                <a:latin typeface="Calibri" pitchFamily="0" charset="0"/>
                <a:ea typeface="ＭＳ Ｐゴシック" pitchFamily="0" charset="-128"/>
                <a:cs typeface="Lucida Sans"/>
              </a:rPr>
              <a:t> measurable differences in amount </a:t>
            </a:r>
            <a:br>
              <a:rPr lang="zh-CN" altLang="en-US" sz="2800" b="0" i="0" u="none" strike="noStrike" kern="1200" cap="none" spc="0" baseline="0">
                <a:solidFill>
                  <a:schemeClr val="tx1"/>
                </a:solidFill>
                <a:latin typeface="Calibri" pitchFamily="0" charset="0"/>
                <a:ea typeface="ＭＳ Ｐゴシック" pitchFamily="0" charset="-128"/>
                <a:cs typeface="Lucida Sans"/>
              </a:rPr>
            </a:br>
            <a:r>
              <a:rPr lang="en-US" altLang="zh-CN" sz="2800" b="0" i="0" u="none" strike="noStrike" kern="1200" cap="none" spc="0" baseline="0">
                <a:solidFill>
                  <a:schemeClr val="accent2"/>
                </a:solidFill>
                <a:latin typeface="Calibri" pitchFamily="0" charset="0"/>
                <a:ea typeface="ＭＳ Ｐゴシック" pitchFamily="0" charset="-128"/>
                <a:cs typeface="Lucida Sans"/>
              </a:rPr>
              <a:t>Examples:</a:t>
            </a:r>
            <a:r>
              <a:rPr lang="en-US" altLang="zh-CN" sz="2800" b="0" i="0" u="none" strike="noStrike" kern="1200" cap="none" spc="0" baseline="0">
                <a:solidFill>
                  <a:schemeClr val="tx1"/>
                </a:solidFill>
                <a:latin typeface="Calibri" pitchFamily="0" charset="0"/>
                <a:ea typeface="ＭＳ Ｐゴシック" pitchFamily="0" charset="-128"/>
                <a:cs typeface="Lucida Sans"/>
              </a:rPr>
              <a:t> IQ scores, degrees of temperature, </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9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Essentially, interval data are ordinal, but they have an extra property - the ability to meaningfully add and subtract measurements.</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9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In interval-scaled data, the gaps between the numbers are comparable, unlike with ordinal data. </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9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Any interval has the same meaning regardless of its location on the scale. "X is five inches longer than Y" has meaning regardless of the values of X and Y. </a:t>
            </a:r>
            <a:endParaRPr lang="zh-CN" altLang="en-US" sz="2800" b="0" i="0" u="none" strike="noStrike" kern="1200" cap="none" spc="0" baseline="0">
              <a:solidFill>
                <a:schemeClr val="tx1"/>
              </a:solidFill>
              <a:latin typeface="Calibri" pitchFamily="0" charset="0"/>
              <a:ea typeface="ＭＳ Ｐゴシック" pitchFamily="0" charset="-128"/>
              <a:cs typeface="Lucida Sans"/>
            </a:endParaRPr>
          </a:p>
        </p:txBody>
      </p:sp>
    </p:spTree>
    <p:extLst>
      <p:ext uri="{BB962C8B-B14F-4D97-AF65-F5344CB8AC3E}">
        <p14:creationId xmlns:p14="http://schemas.microsoft.com/office/powerpoint/2010/main" val="542243620"/>
      </p:ext>
    </p:extLst>
  </p:cSld>
  <p:clrMapOvr>
    <a:masterClrMapping/>
  </p:clrMapOvr>
</p:sld>
</file>

<file path=ppt/slides/slide73.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88" name="Text box"/>
          <p:cNvSpPr>
            <a:spLocks noGrp="1"/>
          </p:cNvSpPr>
          <p:nvPr>
            <p:ph type="sldNum"/>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Lucida Sans"/>
              </a:rPr>
              <a:t>73</a:t>
            </a:fld>
            <a:endParaRPr lang="zh-CN" altLang="en-US" sz="1000" b="1" i="0" u="none" strike="noStrike" kern="1200" cap="none" spc="0" baseline="0">
              <a:solidFill>
                <a:schemeClr val="bg1"/>
              </a:solidFill>
              <a:latin typeface="Arial" pitchFamily="0" charset="0"/>
              <a:ea typeface="ＭＳ Ｐゴシック" pitchFamily="0" charset="-128"/>
              <a:cs typeface="Lucida Sans"/>
            </a:endParaRPr>
          </a:p>
        </p:txBody>
      </p:sp>
      <p:sp>
        <p:nvSpPr>
          <p:cNvPr id="389"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Levels of Measurement </a:t>
            </a:r>
            <a:br>
              <a:rPr lang="zh-CN" altLang="en-US" sz="4400" b="0" i="0" u="none" strike="noStrike" kern="1200" cap="none" spc="0" baseline="0">
                <a:solidFill>
                  <a:schemeClr val="tx1"/>
                </a:solidFill>
                <a:latin typeface="Calibri" pitchFamily="0" charset="0"/>
                <a:ea typeface="ＭＳ Ｐゴシック" pitchFamily="0" charset="-128"/>
                <a:cs typeface="Lucida Sans"/>
              </a:rPr>
            </a:br>
            <a:r>
              <a:rPr lang="en-US" altLang="zh-CN" sz="4400" b="0" i="0" u="none" strike="noStrike" kern="1200" cap="none" spc="0" baseline="0">
                <a:solidFill>
                  <a:schemeClr val="tx1"/>
                </a:solidFill>
                <a:latin typeface="Calibri" pitchFamily="0" charset="0"/>
                <a:ea typeface="ＭＳ Ｐゴシック" pitchFamily="0" charset="-128"/>
                <a:cs typeface="Lucida Sans"/>
              </a:rPr>
              <a:t>- Interval Scales </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sp>
        <p:nvSpPr>
          <p:cNvPr id="390" name="Text box"/>
          <p:cNvSpPr>
            <a:spLocks noGrp="1"/>
          </p:cNvSpPr>
          <p:nvPr>
            <p:ph type="body" idx="1"/>
          </p:nvPr>
        </p:nvSpPr>
        <p:spPr>
          <a:xfrm rot="0">
            <a:off x="609600" y="1600201"/>
            <a:ext cx="10972800" cy="4525963"/>
          </a:xfrm>
          <a:prstGeom prst="rect"/>
          <a:noFill/>
          <a:ln w="12700" cmpd="sng" cap="flat">
            <a:noFill/>
            <a:prstDash val="solid"/>
            <a:round/>
          </a:ln>
        </p:spPr>
        <p:txBody>
          <a:bodyPr vert="horz" wrap="square" lIns="91440" tIns="45720" rIns="91440" bIns="45720" anchor="t" anchorCtr="0">
            <a:prstTxWarp prst="textNoShape"/>
          </a:bodyPr>
          <a:lstStyle/>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However, ratios are meaningless on an interval scale because an interval scale has no true zero. </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Temperature scales are an example of this, so are decibel scales. </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Zero degrees Fahrenheit does not mean the total absence of temperature. </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Zero decibels does not mean there is no sound. </a:t>
            </a:r>
            <a:endParaRPr lang="zh-CN" altLang="en-US" sz="2800" b="0" i="0" u="none" strike="noStrike" kern="1200" cap="none" spc="0" baseline="0">
              <a:solidFill>
                <a:schemeClr val="tx1"/>
              </a:solidFill>
              <a:latin typeface="Calibri" pitchFamily="0" charset="0"/>
              <a:ea typeface="ＭＳ Ｐゴシック" pitchFamily="0" charset="-128"/>
              <a:cs typeface="Lucida Sans"/>
            </a:endParaRPr>
          </a:p>
        </p:txBody>
      </p:sp>
    </p:spTree>
    <p:extLst>
      <p:ext uri="{BB962C8B-B14F-4D97-AF65-F5344CB8AC3E}">
        <p14:creationId xmlns:p14="http://schemas.microsoft.com/office/powerpoint/2010/main" val="1653567910"/>
      </p:ext>
    </p:extLst>
  </p:cSld>
  <p:clrMapOvr>
    <a:masterClrMapping/>
  </p:clrMapOvr>
</p:sld>
</file>

<file path=ppt/slides/slide74.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91" name="Text box"/>
          <p:cNvSpPr>
            <a:spLocks noGrp="1"/>
          </p:cNvSpPr>
          <p:nvPr>
            <p:ph type="sldNum"/>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Lucida Sans"/>
              </a:rPr>
              <a:t>74</a:t>
            </a:fld>
            <a:endParaRPr lang="zh-CN" altLang="en-US" sz="1000" b="1" i="0" u="none" strike="noStrike" kern="1200" cap="none" spc="0" baseline="0">
              <a:solidFill>
                <a:schemeClr val="bg1"/>
              </a:solidFill>
              <a:latin typeface="Arial" pitchFamily="0" charset="0"/>
              <a:ea typeface="ＭＳ Ｐゴシック" pitchFamily="0" charset="-128"/>
              <a:cs typeface="Lucida Sans"/>
            </a:endParaRPr>
          </a:p>
        </p:txBody>
      </p:sp>
      <p:sp>
        <p:nvSpPr>
          <p:cNvPr id="392"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Levels of Measurement </a:t>
            </a:r>
            <a:br>
              <a:rPr lang="zh-CN" altLang="en-US" sz="4400" b="0" i="0" u="none" strike="noStrike" kern="1200" cap="none" spc="0" baseline="0">
                <a:solidFill>
                  <a:schemeClr val="tx1"/>
                </a:solidFill>
                <a:latin typeface="Calibri" pitchFamily="0" charset="0"/>
                <a:ea typeface="ＭＳ Ｐゴシック" pitchFamily="0" charset="-128"/>
                <a:cs typeface="Lucida Sans"/>
              </a:rPr>
            </a:br>
            <a:r>
              <a:rPr lang="en-US" altLang="zh-CN" sz="4400" b="0" i="0" u="none" strike="noStrike" kern="1200" cap="none" spc="0" baseline="0">
                <a:solidFill>
                  <a:schemeClr val="tx1"/>
                </a:solidFill>
                <a:latin typeface="Calibri" pitchFamily="0" charset="0"/>
                <a:ea typeface="ＭＳ Ｐゴシック" pitchFamily="0" charset="-128"/>
                <a:cs typeface="Lucida Sans"/>
              </a:rPr>
              <a:t>- Interval Scales </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sp>
        <p:nvSpPr>
          <p:cNvPr id="393" name="Text box"/>
          <p:cNvSpPr>
            <a:spLocks noGrp="1"/>
          </p:cNvSpPr>
          <p:nvPr>
            <p:ph type="body" idx="1"/>
          </p:nvPr>
        </p:nvSpPr>
        <p:spPr>
          <a:xfrm rot="0">
            <a:off x="609600" y="1600201"/>
            <a:ext cx="10972800" cy="4525963"/>
          </a:xfrm>
          <a:prstGeom prst="rect"/>
          <a:noFill/>
          <a:ln w="12700" cmpd="sng" cap="flat">
            <a:noFill/>
            <a:prstDash val="solid"/>
            <a:round/>
          </a:ln>
        </p:spPr>
        <p:txBody>
          <a:bodyPr vert="horz" wrap="square" lIns="91440" tIns="45720" rIns="91440" bIns="45720" anchor="t" anchorCtr="0">
            <a:prstTxWarp prst="textNoShape"/>
          </a:bodyPr>
          <a:lstStyle/>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Furthermore, if it is 80 degrees outside today and it was only 40 degrees outside yesterday we cannot say that today is twice as hot as yesterday. </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Similarly a sound level of 80 dB is not twice as loud as a sound level of 40 </a:t>
            </a:r>
            <a:r>
              <a:rPr lang="en-US" altLang="zh-CN" sz="2800" b="0" i="0" u="none" strike="noStrike" kern="1200" cap="none" spc="0" baseline="0">
                <a:solidFill>
                  <a:schemeClr val="tx1"/>
                </a:solidFill>
                <a:latin typeface="Calibri" pitchFamily="0" charset="0"/>
                <a:ea typeface="ＭＳ Ｐゴシック" pitchFamily="0" charset="-128"/>
                <a:cs typeface="Lucida Sans"/>
              </a:rPr>
              <a:t>dB.</a:t>
            </a:r>
            <a:r>
              <a:rPr lang="en-US" altLang="zh-CN" sz="2800" b="0" i="0" u="none" strike="noStrike" kern="1200" cap="none" spc="0" baseline="0">
                <a:solidFill>
                  <a:schemeClr val="tx1"/>
                </a:solidFill>
                <a:latin typeface="Calibri" pitchFamily="0" charset="0"/>
                <a:ea typeface="ＭＳ Ｐゴシック" pitchFamily="0" charset="-128"/>
                <a:cs typeface="Lucida Sans"/>
              </a:rPr>
              <a:t> </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In short, if the data can be ordered and the arithmetic difference is meaningful, then the data are at least interval data. </a:t>
            </a:r>
            <a:endParaRPr lang="zh-CN" altLang="en-US" sz="2800" b="0" i="0" u="none" strike="noStrike" kern="1200" cap="none" spc="0" baseline="0">
              <a:solidFill>
                <a:schemeClr val="tx1"/>
              </a:solidFill>
              <a:latin typeface="Calibri" pitchFamily="0" charset="0"/>
              <a:ea typeface="ＭＳ Ｐゴシック" pitchFamily="0" charset="-128"/>
              <a:cs typeface="Lucida Sans"/>
            </a:endParaRPr>
          </a:p>
        </p:txBody>
      </p:sp>
    </p:spTree>
    <p:extLst>
      <p:ext uri="{BB962C8B-B14F-4D97-AF65-F5344CB8AC3E}">
        <p14:creationId xmlns:p14="http://schemas.microsoft.com/office/powerpoint/2010/main" val="411804694"/>
      </p:ext>
    </p:extLst>
  </p:cSld>
  <p:clrMapOvr>
    <a:masterClrMapping/>
  </p:clrMapOvr>
</p:sld>
</file>

<file path=ppt/slides/slide75.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94" name="Text box"/>
          <p:cNvSpPr>
            <a:spLocks noGrp="1"/>
          </p:cNvSpPr>
          <p:nvPr>
            <p:ph type="sldNum"/>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Lucida Sans"/>
              </a:rPr>
              <a:t>75</a:t>
            </a:fld>
            <a:endParaRPr lang="zh-CN" altLang="en-US" sz="1000" b="1" i="0" u="none" strike="noStrike" kern="1200" cap="none" spc="0" baseline="0">
              <a:solidFill>
                <a:schemeClr val="bg1"/>
              </a:solidFill>
              <a:latin typeface="Arial" pitchFamily="0" charset="0"/>
              <a:ea typeface="ＭＳ Ｐゴシック" pitchFamily="0" charset="-128"/>
              <a:cs typeface="Lucida Sans"/>
            </a:endParaRPr>
          </a:p>
        </p:txBody>
      </p:sp>
      <p:sp>
        <p:nvSpPr>
          <p:cNvPr id="395"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Levels of Measurement </a:t>
            </a:r>
            <a:br>
              <a:rPr lang="zh-CN" altLang="en-US" sz="4400" b="0" i="0" u="none" strike="noStrike" kern="1200" cap="none" spc="0" baseline="0">
                <a:solidFill>
                  <a:schemeClr val="tx1"/>
                </a:solidFill>
                <a:latin typeface="Calibri" pitchFamily="0" charset="0"/>
                <a:ea typeface="ＭＳ Ｐゴシック" pitchFamily="0" charset="-128"/>
                <a:cs typeface="Lucida Sans"/>
              </a:rPr>
            </a:br>
            <a:r>
              <a:rPr lang="en-US" altLang="zh-CN" sz="4400" b="0" i="0" u="none" strike="noStrike" kern="1200" cap="none" spc="0" baseline="0">
                <a:solidFill>
                  <a:schemeClr val="tx1"/>
                </a:solidFill>
                <a:latin typeface="Calibri" pitchFamily="0" charset="0"/>
                <a:ea typeface="ＭＳ Ｐゴシック" pitchFamily="0" charset="-128"/>
                <a:cs typeface="Lucida Sans"/>
              </a:rPr>
              <a:t>- Ratio Scales</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sp>
        <p:nvSpPr>
          <p:cNvPr id="396" name="Text box"/>
          <p:cNvSpPr>
            <a:spLocks noGrp="1"/>
          </p:cNvSpPr>
          <p:nvPr>
            <p:ph type="body" idx="1"/>
          </p:nvPr>
        </p:nvSpPr>
        <p:spPr>
          <a:xfrm rot="0">
            <a:off x="1919536" y="1600201"/>
            <a:ext cx="8424935" cy="4525963"/>
          </a:xfrm>
          <a:prstGeom prst="rect"/>
          <a:noFill/>
          <a:ln w="12700" cmpd="sng" cap="flat">
            <a:noFill/>
            <a:prstDash val="solid"/>
            <a:round/>
          </a:ln>
        </p:spPr>
        <p:txBody>
          <a:bodyPr vert="horz" wrap="square" lIns="91440" tIns="45720" rIns="91440" bIns="45720" anchor="t" anchorCtr="0">
            <a:prstTxWarp prst="textNoShape"/>
          </a:bodyPr>
          <a:lstStyle/>
          <a:p>
            <a:pPr marL="342900" indent="-342900" algn="l"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accent2"/>
                </a:solidFill>
                <a:latin typeface="Calibri" pitchFamily="0" charset="0"/>
                <a:ea typeface="ＭＳ Ｐゴシック" pitchFamily="0" charset="-128"/>
                <a:cs typeface="Lucida Sans"/>
              </a:rPr>
              <a:t>Properties</a:t>
            </a:r>
            <a:r>
              <a:rPr lang="en-US" altLang="zh-CN" sz="2800" b="0" i="0" u="none" strike="noStrike" kern="1200" cap="none" spc="0" baseline="0">
                <a:solidFill>
                  <a:schemeClr val="tx1"/>
                </a:solidFill>
                <a:latin typeface="Calibri" pitchFamily="0" charset="0"/>
                <a:ea typeface="ＭＳ Ｐゴシック" pitchFamily="0" charset="-128"/>
                <a:cs typeface="Lucida Sans"/>
              </a:rPr>
              <a:t>: classification, order, equal intervals, true zero </a:t>
            </a:r>
            <a:br>
              <a:rPr lang="zh-CN" altLang="en-US" sz="2800" b="0" i="0" u="none" strike="noStrike" kern="1200" cap="none" spc="0" baseline="0">
                <a:solidFill>
                  <a:schemeClr val="tx1"/>
                </a:solidFill>
                <a:latin typeface="Calibri" pitchFamily="0" charset="0"/>
                <a:ea typeface="ＭＳ Ｐゴシック" pitchFamily="0" charset="-128"/>
                <a:cs typeface="Lucida Sans"/>
              </a:rPr>
            </a:br>
            <a:r>
              <a:rPr lang="en-US" altLang="zh-CN" sz="2800" b="0" i="0" u="none" strike="noStrike" kern="1200" cap="none" spc="0" baseline="0">
                <a:solidFill>
                  <a:schemeClr val="accent2"/>
                </a:solidFill>
                <a:latin typeface="Calibri" pitchFamily="0" charset="0"/>
                <a:ea typeface="ＭＳ Ｐゴシック" pitchFamily="0" charset="-128"/>
                <a:cs typeface="Lucida Sans"/>
              </a:rPr>
              <a:t>Observations reflect</a:t>
            </a:r>
            <a:r>
              <a:rPr lang="en-US" altLang="zh-CN" sz="2800" b="0" i="0" u="none" strike="noStrike" kern="1200" cap="none" spc="0" baseline="0">
                <a:solidFill>
                  <a:schemeClr val="tx1"/>
                </a:solidFill>
                <a:latin typeface="Calibri" pitchFamily="0" charset="0"/>
                <a:ea typeface="ＭＳ Ｐゴシック" pitchFamily="0" charset="-128"/>
                <a:cs typeface="Lucida Sans"/>
              </a:rPr>
              <a:t>: measurable differences in total amount </a:t>
            </a:r>
            <a:br>
              <a:rPr lang="zh-CN" altLang="en-US" sz="2800" b="0" i="0" u="none" strike="noStrike" kern="1200" cap="none" spc="0" baseline="0">
                <a:solidFill>
                  <a:schemeClr val="tx1"/>
                </a:solidFill>
                <a:latin typeface="Calibri" pitchFamily="0" charset="0"/>
                <a:ea typeface="ＭＳ Ｐゴシック" pitchFamily="0" charset="-128"/>
                <a:cs typeface="Lucida Sans"/>
              </a:rPr>
            </a:br>
            <a:r>
              <a:rPr lang="en-US" altLang="zh-CN" sz="2800" b="0" i="0" u="none" strike="noStrike" kern="1200" cap="none" spc="0" baseline="0">
                <a:solidFill>
                  <a:schemeClr val="accent2"/>
                </a:solidFill>
                <a:latin typeface="Calibri" pitchFamily="0" charset="0"/>
                <a:ea typeface="ＭＳ Ｐゴシック" pitchFamily="0" charset="-128"/>
                <a:cs typeface="Lucida Sans"/>
              </a:rPr>
              <a:t>Examples:</a:t>
            </a:r>
            <a:r>
              <a:rPr lang="en-US" altLang="zh-CN" sz="2800" b="0" i="0" u="none" strike="noStrike" kern="1200" cap="none" spc="0" baseline="0">
                <a:solidFill>
                  <a:schemeClr val="tx1"/>
                </a:solidFill>
                <a:latin typeface="Calibri" pitchFamily="0" charset="0"/>
                <a:ea typeface="ＭＳ Ｐゴシック" pitchFamily="0" charset="-128"/>
                <a:cs typeface="Lucida Sans"/>
              </a:rPr>
              <a:t> weight, income, family size, number of cows in a field</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Ratio data are the highest form of data measurement and the form we are most familiar with. </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For ratio data both differences and ratios are interpretable. </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Ratio data have a natural zero. </a:t>
            </a:r>
            <a:endParaRPr lang="zh-CN" altLang="en-US" sz="2800" b="0" i="0" u="none" strike="noStrike" kern="1200" cap="none" spc="0" baseline="0">
              <a:solidFill>
                <a:schemeClr val="tx1"/>
              </a:solidFill>
              <a:latin typeface="Calibri" pitchFamily="0" charset="0"/>
              <a:ea typeface="ＭＳ Ｐゴシック" pitchFamily="0" charset="-128"/>
              <a:cs typeface="Lucida Sans"/>
            </a:endParaRPr>
          </a:p>
        </p:txBody>
      </p:sp>
    </p:spTree>
    <p:extLst>
      <p:ext uri="{BB962C8B-B14F-4D97-AF65-F5344CB8AC3E}">
        <p14:creationId xmlns:p14="http://schemas.microsoft.com/office/powerpoint/2010/main" val="866105546"/>
      </p:ext>
    </p:extLst>
  </p:cSld>
  <p:clrMapOvr>
    <a:masterClrMapping/>
  </p:clrMapOvr>
</p:sld>
</file>

<file path=ppt/slides/slide76.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97" name="Text box"/>
          <p:cNvSpPr>
            <a:spLocks noGrp="1"/>
          </p:cNvSpPr>
          <p:nvPr>
            <p:ph type="sldNum"/>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Lucida Sans"/>
              </a:rPr>
              <a:t>76</a:t>
            </a:fld>
            <a:endParaRPr lang="zh-CN" altLang="en-US" sz="1000" b="1" i="0" u="none" strike="noStrike" kern="1200" cap="none" spc="0" baseline="0">
              <a:solidFill>
                <a:schemeClr val="bg1"/>
              </a:solidFill>
              <a:latin typeface="Arial" pitchFamily="0" charset="0"/>
              <a:ea typeface="ＭＳ Ｐゴシック" pitchFamily="0" charset="-128"/>
              <a:cs typeface="Lucida Sans"/>
            </a:endParaRPr>
          </a:p>
        </p:txBody>
      </p:sp>
      <p:sp>
        <p:nvSpPr>
          <p:cNvPr id="398"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Levels of Measurement </a:t>
            </a:r>
            <a:br>
              <a:rPr lang="zh-CN" altLang="en-US" sz="4400" b="0" i="0" u="none" strike="noStrike" kern="1200" cap="none" spc="0" baseline="0">
                <a:solidFill>
                  <a:schemeClr val="tx1"/>
                </a:solidFill>
                <a:latin typeface="Calibri" pitchFamily="0" charset="0"/>
                <a:ea typeface="ＭＳ Ｐゴシック" pitchFamily="0" charset="-128"/>
                <a:cs typeface="Lucida Sans"/>
              </a:rPr>
            </a:br>
            <a:r>
              <a:rPr lang="en-US" altLang="zh-CN" sz="4400" b="0" i="0" u="none" strike="noStrike" kern="1200" cap="none" spc="0" baseline="0">
                <a:solidFill>
                  <a:schemeClr val="tx1"/>
                </a:solidFill>
                <a:latin typeface="Calibri" pitchFamily="0" charset="0"/>
                <a:ea typeface="ＭＳ Ｐゴシック" pitchFamily="0" charset="-128"/>
                <a:cs typeface="Lucida Sans"/>
              </a:rPr>
              <a:t>- Ratio Scales</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sp>
        <p:nvSpPr>
          <p:cNvPr id="399" name="Text box"/>
          <p:cNvSpPr>
            <a:spLocks noGrp="1"/>
          </p:cNvSpPr>
          <p:nvPr>
            <p:ph type="body" idx="1"/>
          </p:nvPr>
        </p:nvSpPr>
        <p:spPr>
          <a:xfrm rot="0">
            <a:off x="609600" y="1600201"/>
            <a:ext cx="10972800" cy="4525963"/>
          </a:xfrm>
          <a:prstGeom prst="rect"/>
          <a:noFill/>
          <a:ln w="12700" cmpd="sng" cap="flat">
            <a:noFill/>
            <a:prstDash val="solid"/>
            <a:round/>
          </a:ln>
        </p:spPr>
        <p:txBody>
          <a:bodyPr vert="horz" wrap="square" lIns="91440" tIns="45720" rIns="91440" bIns="45720" anchor="t" anchorCtr="0">
            <a:prstTxWarp prst="textNoShape"/>
          </a:bodyPr>
          <a:lstStyle/>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Examples of ratio scale data are number of computers you own, weight, height, a bank balance, number of people watching a movie, goals scored by Brazil in the World Cup, etc. </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Ratio data look a lot like interval data. </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However, the zero point has a special meaning in ratio-scaled data: it indicates the absence of whatever property is being measured. </a:t>
            </a:r>
            <a:endParaRPr lang="zh-CN" altLang="en-US" sz="2800" b="0" i="0" u="none" strike="noStrike" kern="1200" cap="none" spc="0" baseline="0">
              <a:solidFill>
                <a:schemeClr val="tx1"/>
              </a:solidFill>
              <a:latin typeface="Calibri" pitchFamily="0" charset="0"/>
              <a:ea typeface="ＭＳ Ｐゴシック" pitchFamily="0" charset="-128"/>
              <a:cs typeface="Lucida Sans"/>
            </a:endParaRPr>
          </a:p>
        </p:txBody>
      </p:sp>
    </p:spTree>
    <p:extLst>
      <p:ext uri="{BB962C8B-B14F-4D97-AF65-F5344CB8AC3E}">
        <p14:creationId xmlns:p14="http://schemas.microsoft.com/office/powerpoint/2010/main" val="1800259907"/>
      </p:ext>
    </p:extLst>
  </p:cSld>
  <p:clrMapOvr>
    <a:masterClrMapping/>
  </p:clrMapOvr>
</p:sld>
</file>

<file path=ppt/slides/slide77.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400"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Levels of Measurement </a:t>
            </a:r>
            <a:br>
              <a:rPr lang="zh-CN" altLang="en-US" sz="4400" b="0" i="0" u="none" strike="noStrike" kern="1200" cap="none" spc="0" baseline="0">
                <a:solidFill>
                  <a:schemeClr val="tx1"/>
                </a:solidFill>
                <a:latin typeface="Calibri" pitchFamily="0" charset="0"/>
                <a:ea typeface="ＭＳ Ｐゴシック" pitchFamily="0" charset="-128"/>
                <a:cs typeface="Lucida Sans"/>
              </a:rPr>
            </a:br>
            <a:r>
              <a:rPr lang="en-US" altLang="zh-CN" sz="4400" b="0" i="0" u="none" strike="noStrike" kern="1200" cap="none" spc="0" baseline="0">
                <a:solidFill>
                  <a:schemeClr val="tx1"/>
                </a:solidFill>
                <a:latin typeface="Calibri" pitchFamily="0" charset="0"/>
                <a:ea typeface="ＭＳ Ｐゴシック" pitchFamily="0" charset="-128"/>
                <a:cs typeface="Lucida Sans"/>
              </a:rPr>
              <a:t>- Ratio Scales</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sp>
        <p:nvSpPr>
          <p:cNvPr id="401" name="Text box"/>
          <p:cNvSpPr>
            <a:spLocks noGrp="1"/>
          </p:cNvSpPr>
          <p:nvPr>
            <p:ph type="body" idx="1"/>
          </p:nvPr>
        </p:nvSpPr>
        <p:spPr>
          <a:xfrm rot="0">
            <a:off x="609600" y="1600201"/>
            <a:ext cx="10972800" cy="4525963"/>
          </a:xfrm>
          <a:prstGeom prst="rect"/>
          <a:noFill/>
          <a:ln w="12700" cmpd="sng" cap="flat">
            <a:noFill/>
            <a:prstDash val="solid"/>
            <a:round/>
          </a:ln>
        </p:spPr>
        <p:txBody>
          <a:bodyPr vert="horz" wrap="square" lIns="91440" tIns="45720" rIns="91440" bIns="45720" anchor="t" anchorCtr="0">
            <a:prstTxWarp prst="textNoShape"/>
          </a:bodyPr>
          <a:lstStyle/>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Ratio data always have the flavor of counting: when you measure the amount of money that you have, you are counting up coins and bills. </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When you are measuring your height, you are counting the number of inches off the ground to the top of your head. </a:t>
            </a:r>
            <a:endParaRPr lang="en-US" altLang="zh-CN" sz="2800" b="0" i="0" u="none" strike="noStrike" kern="1200" cap="none" spc="0" baseline="0">
              <a:solidFill>
                <a:schemeClr val="tx1"/>
              </a:solidFill>
              <a:latin typeface="Calibri" pitchFamily="0" charset="0"/>
              <a:ea typeface="ＭＳ Ｐゴシック" pitchFamily="0" charset="-128"/>
              <a:cs typeface="Lucida Sans"/>
            </a:endParaRPr>
          </a:p>
          <a:p>
            <a:pPr marL="342900" indent="-342900" algn="just" eaLnBrk="1" hangingPunct="1">
              <a:lnSpc>
                <a:spcPct val="100000"/>
              </a:lnSpc>
              <a:spcBef>
                <a:spcPct val="20000"/>
              </a:spcBef>
              <a:spcAft>
                <a:spcPts val="0"/>
              </a:spcAft>
              <a:buFont typeface="Arial" pitchFamily="0" charset="0"/>
              <a:buChar char="•"/>
            </a:pPr>
            <a:r>
              <a:rPr lang="en-US" altLang="zh-CN" sz="2800" b="0" i="0" u="none" strike="noStrike" kern="1200" cap="none" spc="0" baseline="0">
                <a:solidFill>
                  <a:schemeClr val="tx1"/>
                </a:solidFill>
                <a:latin typeface="Calibri" pitchFamily="0" charset="0"/>
                <a:ea typeface="ＭＳ Ｐゴシック" pitchFamily="0" charset="-128"/>
                <a:cs typeface="Lucida Sans"/>
              </a:rPr>
              <a:t>Both ratio and interval data make use of a wide range of statistical analysis tools. </a:t>
            </a:r>
            <a:endParaRPr lang="zh-CN" altLang="en-US" sz="2800" b="0" i="0" u="none" strike="noStrike" kern="1200" cap="none" spc="0" baseline="0">
              <a:solidFill>
                <a:schemeClr val="tx1"/>
              </a:solidFill>
              <a:latin typeface="Calibri" pitchFamily="0" charset="0"/>
              <a:ea typeface="ＭＳ Ｐゴシック" pitchFamily="0" charset="-128"/>
              <a:cs typeface="Lucida Sans"/>
            </a:endParaRPr>
          </a:p>
        </p:txBody>
      </p:sp>
      <p:sp>
        <p:nvSpPr>
          <p:cNvPr id="402" name="Text box"/>
          <p:cNvSpPr>
            <a:spLocks noGrp="1"/>
          </p:cNvSpPr>
          <p:nvPr>
            <p:ph type="sldNum"/>
          </p:nvPr>
        </p:nvSpPr>
        <p:spPr>
          <a:xfrm rot="0">
            <a:off x="8737600" y="6356351"/>
            <a:ext cx="2844799"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Calibri" pitchFamily="0" charset="0"/>
              </a:rPr>
              <a:t>77</a:t>
            </a:fld>
            <a:endParaRPr lang="zh-CN" altLang="en-US" sz="1000" b="1" i="0" u="none" strike="noStrike" kern="1200" cap="none" spc="0" baseline="0">
              <a:solidFill>
                <a:schemeClr val="bg1"/>
              </a:solidFill>
              <a:latin typeface="Arial"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188915905"/>
      </p:ext>
    </p:extLst>
  </p:cSld>
  <p:clrMapOvr>
    <a:masterClrMapping/>
  </p:clrMapOvr>
</p:sld>
</file>

<file path=ppt/slides/slide78.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403" name="Text box"/>
          <p:cNvSpPr>
            <a:spLocks noGrp="1"/>
          </p:cNvSpPr>
          <p:nvPr>
            <p:ph type="sldNum"/>
          </p:nvPr>
        </p:nvSpPr>
        <p:spPr>
          <a:xfrm rot="0">
            <a:off x="8737600" y="6356351"/>
            <a:ext cx="2844799"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Calibri" pitchFamily="0" charset="0"/>
              </a:rPr>
              <a:t>78</a:t>
            </a:fld>
            <a:endParaRPr lang="zh-CN" altLang="en-US" sz="1000" b="1" i="0" u="none" strike="noStrike" kern="1200" cap="none" spc="0" baseline="0">
              <a:solidFill>
                <a:schemeClr val="bg1"/>
              </a:solidFill>
              <a:latin typeface="Arial" pitchFamily="0" charset="0"/>
              <a:ea typeface="ＭＳ Ｐゴシック" pitchFamily="0" charset="-128"/>
              <a:cs typeface="Calibri" pitchFamily="0" charset="0"/>
            </a:endParaRPr>
          </a:p>
        </p:txBody>
      </p:sp>
      <p:pic>
        <p:nvPicPr>
          <p:cNvPr id="404" name="Images" descr="http://2.bp.blogspot.com/-9NkGnwFWDc8/UDCJeRDedZI/AAAAAAAAASU/UZveEnXt8YM/s1600/STATS+LEVEL+CALCS+CHART"/>
          <p:cNvPicPr>
            <a:picLocks noChangeAspect="1"/>
          </p:cNvPicPr>
          <p:nvPr/>
        </p:nvPicPr>
        <p:blipFill>
          <a:blip r:embed="rId1" cstate="print"/>
          <a:stretch>
            <a:fillRect/>
          </a:stretch>
        </p:blipFill>
        <p:spPr>
          <a:xfrm rot="0">
            <a:off x="533400" y="3989388"/>
            <a:ext cx="5267325" cy="2257425"/>
          </a:xfrm>
          <a:prstGeom prst="rect"/>
          <a:noFill/>
          <a:ln w="12700" cmpd="sng" cap="flat">
            <a:noFill/>
            <a:prstDash val="solid"/>
            <a:round/>
          </a:ln>
        </p:spPr>
      </p:pic>
      <p:sp>
        <p:nvSpPr>
          <p:cNvPr id="405" name="Rectangles"/>
          <p:cNvSpPr>
            <a:spLocks/>
          </p:cNvSpPr>
          <p:nvPr/>
        </p:nvSpPr>
        <p:spPr>
          <a:xfrm rot="0">
            <a:off x="762000" y="4270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fontAlgn="base" hangingPunct="1">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ＭＳ Ｐゴシック" pitchFamily="0" charset="-128"/>
              </a:rPr>
              <a:t>Levels of Measurement </a:t>
            </a:r>
            <a:br>
              <a:rPr lang="zh-CN" altLang="en-US" sz="4400" b="0" i="0" u="none" strike="noStrike" kern="1200" cap="none" spc="0" baseline="0">
                <a:solidFill>
                  <a:schemeClr val="tx1"/>
                </a:solidFill>
                <a:latin typeface="Calibri" pitchFamily="0" charset="0"/>
                <a:ea typeface="ＭＳ Ｐゴシック" pitchFamily="0" charset="-128"/>
                <a:cs typeface="ＭＳ Ｐゴシック" pitchFamily="0" charset="-128"/>
              </a:rPr>
            </a:br>
            <a:r>
              <a:rPr lang="en-US" altLang="zh-CN" sz="4400" b="0" i="0" u="none" strike="noStrike" kern="1200" cap="none" spc="0" baseline="0">
                <a:solidFill>
                  <a:schemeClr val="bg1"/>
                </a:solidFill>
                <a:latin typeface="Calibri" pitchFamily="0" charset="0"/>
                <a:ea typeface="ＭＳ Ｐゴシック" pitchFamily="0" charset="-128"/>
                <a:cs typeface="ＭＳ Ｐゴシック" pitchFamily="0" charset="-128"/>
              </a:rPr>
              <a:t>-</a:t>
            </a:r>
            <a:endParaRPr lang="zh-CN" altLang="en-US" sz="4400" b="0" i="0" u="none" strike="noStrike" kern="1200" cap="none" spc="0" baseline="0">
              <a:solidFill>
                <a:schemeClr val="bg1"/>
              </a:solidFill>
              <a:latin typeface="Calibri" pitchFamily="0" charset="0"/>
              <a:ea typeface="ＭＳ Ｐゴシック" pitchFamily="0" charset="-128"/>
              <a:cs typeface="ＭＳ Ｐゴシック" pitchFamily="0" charset="-128"/>
            </a:endParaRPr>
          </a:p>
        </p:txBody>
      </p:sp>
      <p:pic>
        <p:nvPicPr>
          <p:cNvPr id="406" name="Images" descr="Image result for levels of measurement statistics"/>
          <p:cNvPicPr>
            <a:picLocks noChangeAspect="1"/>
          </p:cNvPicPr>
          <p:nvPr/>
        </p:nvPicPr>
        <p:blipFill>
          <a:blip r:embed="rId2" cstate="print"/>
          <a:stretch>
            <a:fillRect/>
          </a:stretch>
        </p:blipFill>
        <p:spPr>
          <a:xfrm rot="0">
            <a:off x="5596274" y="1454944"/>
            <a:ext cx="5783262" cy="2508250"/>
          </a:xfrm>
          <a:prstGeom prst="rect"/>
          <a:noFill/>
          <a:ln w="12700" cmpd="sng" cap="flat">
            <a:noFill/>
            <a:prstDash val="solid"/>
            <a:round/>
          </a:ln>
        </p:spPr>
      </p:pic>
    </p:spTree>
    <p:extLst>
      <p:ext uri="{BB962C8B-B14F-4D97-AF65-F5344CB8AC3E}">
        <p14:creationId xmlns:p14="http://schemas.microsoft.com/office/powerpoint/2010/main" val="1089770185"/>
      </p:ext>
    </p:extLst>
  </p:cSld>
  <p:clrMapOvr>
    <a:masterClrMapping/>
  </p:clrMapOvr>
</p:sld>
</file>

<file path=ppt/slides/slide79.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417" name="Text box"/>
          <p:cNvSpPr>
            <a:spLocks noGrp="1"/>
          </p:cNvSpPr>
          <p:nvPr>
            <p:ph type="sldNum"/>
          </p:nvPr>
        </p:nvSpPr>
        <p:spPr>
          <a:xfrm rot="0">
            <a:off x="8737600" y="6356351"/>
            <a:ext cx="2844799"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Calibri" pitchFamily="0" charset="0"/>
              </a:rPr>
              <a:t>79</a:t>
            </a:fld>
            <a:endParaRPr lang="zh-CN" altLang="en-US" sz="1000" b="1" i="0" u="none" strike="noStrike" kern="1200" cap="none" spc="0" baseline="0">
              <a:solidFill>
                <a:schemeClr val="bg1"/>
              </a:solidFill>
              <a:latin typeface="Arial" pitchFamily="0" charset="0"/>
              <a:ea typeface="ＭＳ Ｐゴシック" pitchFamily="0" charset="-128"/>
              <a:cs typeface="Calibri" pitchFamily="0" charset="0"/>
            </a:endParaRPr>
          </a:p>
        </p:txBody>
      </p:sp>
      <p:pic>
        <p:nvPicPr>
          <p:cNvPr id="418" name="Images"/>
          <p:cNvPicPr>
            <a:picLocks noChangeAspect="1"/>
          </p:cNvPicPr>
          <p:nvPr/>
        </p:nvPicPr>
        <p:blipFill>
          <a:blip r:embed="rId1" cstate="print"/>
          <a:srcRect b="1078"/>
          <a:stretch>
            <a:fillRect/>
          </a:stretch>
        </p:blipFill>
        <p:spPr>
          <a:xfrm rot="0">
            <a:off x="1741466" y="964439"/>
            <a:ext cx="8421581" cy="5410200"/>
          </a:xfrm>
          <a:prstGeom prst="rect"/>
          <a:noFill/>
          <a:ln w="12700" cmpd="sng" cap="flat">
            <a:noFill/>
            <a:prstDash val="solid"/>
            <a:round/>
          </a:ln>
        </p:spPr>
      </p:pic>
    </p:spTree>
    <p:extLst>
      <p:ext uri="{BB962C8B-B14F-4D97-AF65-F5344CB8AC3E}">
        <p14:creationId xmlns:p14="http://schemas.microsoft.com/office/powerpoint/2010/main" val="674381222"/>
      </p:ext>
    </p:extLst>
  </p:cSld>
  <p:clrMapOvr>
    <a:masterClrMapping/>
  </p:clrMapOvr>
</p:sld>
</file>

<file path=ppt/slides/slide80.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419"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Levels of Measurement</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sp>
        <p:nvSpPr>
          <p:cNvPr id="420" name="Text box"/>
          <p:cNvSpPr>
            <a:spLocks noGrp="1"/>
          </p:cNvSpPr>
          <p:nvPr>
            <p:ph type="sldNum"/>
          </p:nvPr>
        </p:nvSpPr>
        <p:spPr>
          <a:xfrm rot="0">
            <a:off x="8737600" y="6356351"/>
            <a:ext cx="2844799" cy="365125"/>
          </a:xfrm>
          <a:prstGeom prst="rect"/>
          <a:noFill/>
          <a:ln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Calibri" pitchFamily="0" charset="0"/>
              </a:rPr>
              <a:t>80</a:t>
            </a:fld>
            <a:endParaRPr lang="zh-CN" altLang="en-US" sz="1000" b="1" i="0" u="none" strike="noStrike" kern="1200" cap="none" spc="0" baseline="0">
              <a:solidFill>
                <a:schemeClr val="bg1"/>
              </a:solidFill>
              <a:latin typeface="Arial" pitchFamily="0" charset="0"/>
              <a:ea typeface="ＭＳ Ｐゴシック" pitchFamily="0" charset="-128"/>
              <a:cs typeface="Calibri" pitchFamily="0" charset="0"/>
            </a:endParaRPr>
          </a:p>
        </p:txBody>
      </p:sp>
      <p:pic>
        <p:nvPicPr>
          <p:cNvPr id="421" name="Images"/>
          <p:cNvPicPr>
            <a:picLocks noChangeAspect="1"/>
          </p:cNvPicPr>
          <p:nvPr/>
        </p:nvPicPr>
        <p:blipFill>
          <a:blip r:embed="rId1" cstate="print"/>
          <a:stretch>
            <a:fillRect/>
          </a:stretch>
        </p:blipFill>
        <p:spPr>
          <a:xfrm rot="0">
            <a:off x="1919536" y="1700808"/>
            <a:ext cx="8411736" cy="4292408"/>
          </a:xfrm>
          <a:prstGeom prst="rect"/>
          <a:noFill/>
          <a:ln w="12700" cmpd="sng" cap="flat">
            <a:noFill/>
            <a:prstDash val="solid"/>
            <a:round/>
          </a:ln>
        </p:spPr>
      </p:pic>
    </p:spTree>
    <p:extLst>
      <p:ext uri="{BB962C8B-B14F-4D97-AF65-F5344CB8AC3E}">
        <p14:creationId xmlns:p14="http://schemas.microsoft.com/office/powerpoint/2010/main" val="346658953"/>
      </p:ext>
    </p:extLst>
  </p:cSld>
  <p:clrMapOvr>
    <a:masterClrMapping/>
  </p:clrMapOvr>
</p:sld>
</file>

<file path=ppt/slides/slide81.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422" name="Text box"/>
          <p:cNvSpPr>
            <a:spLocks noGrp="1"/>
          </p:cNvSpPr>
          <p:nvPr>
            <p:ph type="sldNum"/>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Lucida Sans"/>
              </a:rPr>
              <a:t>81</a:t>
            </a:fld>
            <a:endParaRPr lang="zh-CN" altLang="en-US" sz="1000" b="1" i="0" u="none" strike="noStrike" kern="1200" cap="none" spc="0" baseline="0">
              <a:solidFill>
                <a:schemeClr val="bg1"/>
              </a:solidFill>
              <a:latin typeface="Arial" pitchFamily="0" charset="0"/>
              <a:ea typeface="ＭＳ Ｐゴシック" pitchFamily="0" charset="-128"/>
              <a:cs typeface="Lucida Sans"/>
            </a:endParaRPr>
          </a:p>
        </p:txBody>
      </p:sp>
      <p:sp>
        <p:nvSpPr>
          <p:cNvPr id="423"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Levels of Measurement</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sp>
        <p:nvSpPr>
          <p:cNvPr id="424" name="Text box"/>
          <p:cNvSpPr>
            <a:spLocks noGrp="1"/>
          </p:cNvSpPr>
          <p:nvPr>
            <p:ph type="body" idx="1"/>
          </p:nvPr>
        </p:nvSpPr>
        <p:spPr>
          <a:xfrm rot="0">
            <a:off x="1828800" y="5105400"/>
            <a:ext cx="8610600" cy="1066800"/>
          </a:xfrm>
          <a:prstGeom prst="rect"/>
          <a:noFill/>
          <a:ln w="12700" cmpd="sng" cap="flat">
            <a:noFill/>
            <a:prstDash val="solid"/>
            <a:round/>
          </a:ln>
        </p:spPr>
        <p:txBody>
          <a:bodyPr vert="horz" wrap="square" lIns="91440" tIns="45720" rIns="91440" bIns="45720" anchor="t" anchorCtr="0">
            <a:prstTxWarp prst="textNoShape"/>
          </a:bodyPr>
          <a:lstStyle/>
          <a:p>
            <a:pPr marL="342900" indent="-342900" algn="ctr" eaLnBrk="1" hangingPunct="1">
              <a:lnSpc>
                <a:spcPct val="100000"/>
              </a:lnSpc>
              <a:spcBef>
                <a:spcPct val="20000"/>
              </a:spcBef>
              <a:spcAft>
                <a:spcPts val="0"/>
              </a:spcAft>
              <a:buNone/>
            </a:pPr>
            <a:r>
              <a:rPr lang="en-US" altLang="zh-CN" sz="2800" b="0" i="0" u="none" strike="noStrike" kern="1200" cap="none" spc="0" baseline="0">
                <a:solidFill>
                  <a:schemeClr val="tx1"/>
                </a:solidFill>
                <a:latin typeface="Calibri" pitchFamily="0" charset="0"/>
                <a:ea typeface="ＭＳ Ｐゴシック" pitchFamily="0" charset="-128"/>
                <a:cs typeface="Lucida Sans"/>
              </a:rPr>
              <a:t>"</a:t>
            </a:r>
            <a:r>
              <a:rPr lang="en-US" altLang="zh-CN" sz="2800" b="1" i="0" u="none" strike="noStrike" kern="1200" cap="none" spc="0" baseline="0">
                <a:solidFill>
                  <a:schemeClr val="tx1"/>
                </a:solidFill>
                <a:latin typeface="Calibri" pitchFamily="0" charset="0"/>
                <a:ea typeface="ＭＳ Ｐゴシック" pitchFamily="0" charset="-128"/>
                <a:cs typeface="Lucida Sans"/>
              </a:rPr>
              <a:t>You can have data without information, but you cannot have information without data</a:t>
            </a:r>
            <a:r>
              <a:rPr lang="en-US" altLang="zh-CN" sz="2800" b="0" i="0" u="none" strike="noStrike" kern="1200" cap="none" spc="0" baseline="0">
                <a:solidFill>
                  <a:schemeClr val="tx1"/>
                </a:solidFill>
                <a:latin typeface="Calibri" pitchFamily="0" charset="0"/>
                <a:ea typeface="ＭＳ Ｐゴシック" pitchFamily="0" charset="-128"/>
                <a:cs typeface="Lucida Sans"/>
              </a:rPr>
              <a:t>." —Daniel K. Moran </a:t>
            </a:r>
            <a:endParaRPr lang="zh-CN" altLang="en-US" sz="2800" b="0" i="0" u="none" strike="noStrike" kern="1200" cap="none" spc="0" baseline="0">
              <a:solidFill>
                <a:schemeClr val="tx1"/>
              </a:solidFill>
              <a:latin typeface="Calibri" pitchFamily="0" charset="0"/>
              <a:ea typeface="ＭＳ Ｐゴシック" pitchFamily="0" charset="-128"/>
              <a:cs typeface="Lucida Sans"/>
            </a:endParaRPr>
          </a:p>
        </p:txBody>
      </p:sp>
      <p:pic>
        <p:nvPicPr>
          <p:cNvPr id="425" name="Images"/>
          <p:cNvPicPr>
            <a:picLocks noChangeAspect="1"/>
          </p:cNvPicPr>
          <p:nvPr/>
        </p:nvPicPr>
        <p:blipFill>
          <a:blip r:embed="rId1" cstate="print"/>
          <a:stretch>
            <a:fillRect/>
          </a:stretch>
        </p:blipFill>
        <p:spPr>
          <a:xfrm rot="0">
            <a:off x="3821114" y="1306858"/>
            <a:ext cx="5443238" cy="3646143"/>
          </a:xfrm>
          <a:prstGeom prst="rect"/>
          <a:noFill/>
          <a:ln w="12700" cmpd="sng" cap="flat">
            <a:noFill/>
            <a:prstDash val="solid"/>
            <a:round/>
          </a:ln>
        </p:spPr>
      </p:pic>
    </p:spTree>
    <p:extLst>
      <p:ext uri="{BB962C8B-B14F-4D97-AF65-F5344CB8AC3E}">
        <p14:creationId xmlns:p14="http://schemas.microsoft.com/office/powerpoint/2010/main" val="2122241738"/>
      </p:ext>
    </p:extLst>
  </p:cSld>
  <p:clrMapOvr>
    <a:masterClrMapping/>
  </p:clrMapOvr>
</p:sld>
</file>

<file path=ppt/slides/slide82.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426" name="Text box"/>
          <p:cNvSpPr>
            <a:spLocks noGrp="1"/>
          </p:cNvSpPr>
          <p:nvPr>
            <p:ph type="sldNum"/>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Lucida Sans"/>
              </a:rPr>
              <a:t>82</a:t>
            </a:fld>
            <a:endParaRPr lang="zh-CN" altLang="en-US" sz="1000" b="1" i="0" u="none" strike="noStrike" kern="1200" cap="none" spc="0" baseline="0">
              <a:solidFill>
                <a:schemeClr val="bg1"/>
              </a:solidFill>
              <a:latin typeface="Arial" pitchFamily="0" charset="0"/>
              <a:ea typeface="ＭＳ Ｐゴシック" pitchFamily="0" charset="-128"/>
              <a:cs typeface="Lucida Sans"/>
            </a:endParaRPr>
          </a:p>
        </p:txBody>
      </p:sp>
      <p:sp>
        <p:nvSpPr>
          <p:cNvPr id="427"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Example</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pic>
        <p:nvPicPr>
          <p:cNvPr id="428" name="Images"/>
          <p:cNvPicPr>
            <a:picLocks noChangeAspect="1"/>
          </p:cNvPicPr>
          <p:nvPr/>
        </p:nvPicPr>
        <p:blipFill>
          <a:blip r:embed="rId1" cstate="print"/>
          <a:srcRect b="14836"/>
          <a:stretch>
            <a:fillRect/>
          </a:stretch>
        </p:blipFill>
        <p:spPr>
          <a:xfrm rot="0">
            <a:off x="2209800" y="2895600"/>
            <a:ext cx="8000999" cy="2286000"/>
          </a:xfrm>
          <a:prstGeom prst="rect"/>
          <a:noFill/>
          <a:ln w="12700" cmpd="sng" cap="flat">
            <a:noFill/>
            <a:prstDash val="solid"/>
            <a:round/>
          </a:ln>
        </p:spPr>
      </p:pic>
      <p:pic>
        <p:nvPicPr>
          <p:cNvPr id="429" name="Images"/>
          <p:cNvPicPr>
            <a:picLocks noChangeAspect="1"/>
          </p:cNvPicPr>
          <p:nvPr/>
        </p:nvPicPr>
        <p:blipFill>
          <a:blip r:embed="rId2" cstate="print"/>
          <a:stretch>
            <a:fillRect/>
          </a:stretch>
        </p:blipFill>
        <p:spPr>
          <a:xfrm rot="0">
            <a:off x="2819400" y="2119095"/>
            <a:ext cx="6687580" cy="474881"/>
          </a:xfrm>
          <a:prstGeom prst="rect"/>
          <a:noFill/>
          <a:ln w="12700" cmpd="sng" cap="flat">
            <a:noFill/>
            <a:prstDash val="solid"/>
            <a:round/>
          </a:ln>
        </p:spPr>
      </p:pic>
    </p:spTree>
    <p:extLst>
      <p:ext uri="{BB962C8B-B14F-4D97-AF65-F5344CB8AC3E}">
        <p14:creationId xmlns:p14="http://schemas.microsoft.com/office/powerpoint/2010/main" val="1982322276"/>
      </p:ext>
    </p:extLst>
  </p:cSld>
  <p:clrMapOvr>
    <a:masterClrMapping/>
  </p:clrMapOvr>
</p:sld>
</file>

<file path=ppt/slides/slide83.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430" name="Text box"/>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4400" b="0" i="0" u="none" strike="noStrike" kern="1200" cap="none" spc="0" baseline="0">
                <a:solidFill>
                  <a:schemeClr val="tx1"/>
                </a:solidFill>
                <a:latin typeface="Calibri" pitchFamily="0" charset="0"/>
                <a:ea typeface="ＭＳ Ｐゴシック" pitchFamily="0" charset="-128"/>
                <a:cs typeface="Lucida Sans"/>
              </a:rPr>
              <a:t>Exercise</a:t>
            </a: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sp>
        <p:nvSpPr>
          <p:cNvPr id="431" name="Text box"/>
          <p:cNvSpPr>
            <a:spLocks noGrp="1"/>
          </p:cNvSpPr>
          <p:nvPr>
            <p:ph type="sldNum"/>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fld id="{CAD2D6BD-DE1B-4B5F-8B41-2702339687B9}" type="slidenum">
              <a:rPr lang="en-US" altLang="zh-CN" sz="1800" b="0" i="0" u="none" strike="noStrike" kern="1200" cap="none" spc="0" baseline="0">
                <a:solidFill>
                  <a:schemeClr val="tx1"/>
                </a:solidFill>
                <a:latin typeface="Calibri" pitchFamily="0" charset="0"/>
                <a:ea typeface="ＭＳ Ｐゴシック" pitchFamily="0" charset="-128"/>
                <a:cs typeface="Lucida Sans"/>
              </a:rPr>
              <a:t>83</a:t>
            </a:fld>
            <a:endParaRPr lang="zh-CN" altLang="en-US" sz="1800" b="0" i="0" u="none" strike="noStrike" kern="1200" cap="none" spc="0" baseline="0">
              <a:solidFill>
                <a:schemeClr val="tx1"/>
              </a:solidFill>
              <a:latin typeface="Calibri" pitchFamily="0" charset="0"/>
              <a:ea typeface="ＭＳ Ｐゴシック" pitchFamily="0" charset="-128"/>
              <a:cs typeface="Lucida Sans"/>
            </a:endParaRPr>
          </a:p>
        </p:txBody>
      </p:sp>
      <p:sp>
        <p:nvSpPr>
          <p:cNvPr id="432" name="Rectangles"/>
          <p:cNvSpPr>
            <a:spLocks/>
          </p:cNvSpPr>
          <p:nvPr/>
        </p:nvSpPr>
        <p:spPr>
          <a:xfrm rot="0">
            <a:off x="1676400" y="1219200"/>
            <a:ext cx="8991600" cy="5849302"/>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just">
              <a:lnSpc>
                <a:spcPct val="150000"/>
              </a:lnSpc>
              <a:spcBef>
                <a:spcPts val="0"/>
              </a:spcBef>
              <a:spcAft>
                <a:spcPts val="0"/>
              </a:spcAft>
              <a:buNone/>
            </a:pPr>
            <a:r>
              <a:rPr lang="en-US" altLang="zh-CN" sz="2000" b="0" i="0" u="none" strike="noStrike" kern="1200" cap="none" spc="0" baseline="0">
                <a:solidFill>
                  <a:schemeClr val="tx1"/>
                </a:solidFill>
                <a:latin typeface="Calibri" pitchFamily="0" charset="0"/>
                <a:ea typeface="ＭＳ Ｐゴシック" pitchFamily="0" charset="-128"/>
                <a:cs typeface="Calibri" pitchFamily="0" charset="0"/>
              </a:rPr>
              <a:t>Identify the following as nominal level, ordinal level, interval level, or ratio level data. </a:t>
            </a:r>
            <a:endParaRPr lang="en-US" altLang="zh-CN" sz="2000" b="0" i="0" u="none" strike="noStrike" kern="1200" cap="none" spc="0" baseline="0">
              <a:solidFill>
                <a:schemeClr val="tx1"/>
              </a:solidFill>
              <a:latin typeface="Calibri" pitchFamily="0" charset="0"/>
              <a:ea typeface="ＭＳ Ｐゴシック" pitchFamily="0" charset="-128"/>
              <a:cs typeface="Calibri" pitchFamily="0" charset="0"/>
            </a:endParaRPr>
          </a:p>
          <a:p>
            <a:pPr marL="0" indent="0" algn="just">
              <a:lnSpc>
                <a:spcPct val="150000"/>
              </a:lnSpc>
              <a:spcBef>
                <a:spcPts val="0"/>
              </a:spcBef>
              <a:spcAft>
                <a:spcPts val="0"/>
              </a:spcAft>
              <a:buNone/>
            </a:pPr>
            <a:r>
              <a:rPr lang="en-US" altLang="zh-CN" sz="2000" b="0" i="0" u="none" strike="noStrike" kern="1200" cap="none" spc="0" baseline="0">
                <a:solidFill>
                  <a:schemeClr val="tx1"/>
                </a:solidFill>
                <a:latin typeface="Calibri" pitchFamily="0" charset="0"/>
                <a:ea typeface="ＭＳ Ｐゴシック" pitchFamily="0" charset="-128"/>
                <a:cs typeface="Calibri" pitchFamily="0" charset="0"/>
              </a:rPr>
              <a:t>1.   Flavours of frozen yogurt  </a:t>
            </a:r>
            <a:endParaRPr lang="en-US" altLang="zh-CN" sz="2000" b="0" i="0" u="none" strike="noStrike" kern="1200" cap="none" spc="0" baseline="0">
              <a:solidFill>
                <a:schemeClr val="tx1"/>
              </a:solidFill>
              <a:latin typeface="Calibri" pitchFamily="0" charset="0"/>
              <a:ea typeface="ＭＳ Ｐゴシック" pitchFamily="0" charset="-128"/>
              <a:cs typeface="Calibri" pitchFamily="0" charset="0"/>
            </a:endParaRPr>
          </a:p>
          <a:p>
            <a:pPr marL="0" indent="0" algn="just">
              <a:lnSpc>
                <a:spcPct val="150000"/>
              </a:lnSpc>
              <a:spcBef>
                <a:spcPts val="0"/>
              </a:spcBef>
              <a:spcAft>
                <a:spcPts val="0"/>
              </a:spcAft>
              <a:buNone/>
            </a:pPr>
            <a:r>
              <a:rPr lang="en-US" altLang="zh-CN" sz="2000" b="0" i="0" u="none" strike="noStrike" kern="1200" cap="none" spc="0" baseline="0">
                <a:solidFill>
                  <a:schemeClr val="tx1"/>
                </a:solidFill>
                <a:latin typeface="Calibri" pitchFamily="0" charset="0"/>
                <a:ea typeface="ＭＳ Ｐゴシック" pitchFamily="0" charset="-128"/>
                <a:cs typeface="Calibri" pitchFamily="0" charset="0"/>
              </a:rPr>
              <a:t>2.   Amount of money in savings accounts</a:t>
            </a:r>
            <a:endParaRPr lang="en-US" altLang="zh-CN" sz="2000" b="0" i="0" u="none" strike="noStrike" kern="1200" cap="none" spc="0" baseline="0">
              <a:solidFill>
                <a:schemeClr val="tx1"/>
              </a:solidFill>
              <a:latin typeface="Calibri" pitchFamily="0" charset="0"/>
              <a:ea typeface="ＭＳ Ｐゴシック" pitchFamily="0" charset="-128"/>
              <a:cs typeface="Calibri" pitchFamily="0" charset="0"/>
            </a:endParaRPr>
          </a:p>
          <a:p>
            <a:pPr marL="0" indent="0" algn="l">
              <a:lnSpc>
                <a:spcPct val="150000"/>
              </a:lnSpc>
              <a:spcBef>
                <a:spcPts val="0"/>
              </a:spcBef>
              <a:spcAft>
                <a:spcPts val="0"/>
              </a:spcAft>
              <a:buNone/>
            </a:pPr>
            <a:r>
              <a:rPr lang="en-US" altLang="zh-CN" sz="2000" b="0" i="0" u="none" strike="noStrike" kern="1200" cap="none" spc="0" baseline="0">
                <a:solidFill>
                  <a:schemeClr val="tx1"/>
                </a:solidFill>
                <a:latin typeface="Calibri" pitchFamily="0" charset="0"/>
                <a:ea typeface="ＭＳ Ｐゴシック" pitchFamily="0" charset="-128"/>
                <a:cs typeface="Calibri" pitchFamily="0" charset="0"/>
              </a:rPr>
              <a:t>3.  Students classified by their reading ability: Above average, Below average, Normal</a:t>
            </a:r>
            <a:endParaRPr lang="en-US" altLang="zh-CN" sz="2000" b="0" i="0" u="none" strike="noStrike" kern="1200" cap="none" spc="0" baseline="0">
              <a:solidFill>
                <a:schemeClr val="tx1"/>
              </a:solidFill>
              <a:latin typeface="Calibri" pitchFamily="0" charset="0"/>
              <a:ea typeface="ＭＳ Ｐゴシック" pitchFamily="0" charset="-128"/>
              <a:cs typeface="Calibri" pitchFamily="0" charset="0"/>
            </a:endParaRPr>
          </a:p>
          <a:p>
            <a:pPr marL="0" indent="0" algn="just">
              <a:lnSpc>
                <a:spcPct val="150000"/>
              </a:lnSpc>
              <a:spcBef>
                <a:spcPts val="0"/>
              </a:spcBef>
              <a:spcAft>
                <a:spcPts val="0"/>
              </a:spcAft>
              <a:buNone/>
            </a:pPr>
            <a:r>
              <a:rPr lang="en-US" altLang="zh-CN" sz="2000" b="0" i="0" u="none" strike="noStrike" kern="1200" cap="none" spc="0" baseline="0">
                <a:solidFill>
                  <a:schemeClr val="tx1"/>
                </a:solidFill>
                <a:latin typeface="Calibri" pitchFamily="0" charset="0"/>
                <a:ea typeface="ＭＳ Ｐゴシック" pitchFamily="0" charset="-128"/>
                <a:cs typeface="Calibri" pitchFamily="0" charset="0"/>
              </a:rPr>
              <a:t>4.   Letter grades on an English essay</a:t>
            </a:r>
            <a:endParaRPr lang="en-US" altLang="zh-CN" sz="2000" b="0" i="0" u="none" strike="noStrike" kern="1200" cap="none" spc="0" baseline="0">
              <a:solidFill>
                <a:schemeClr val="tx1"/>
              </a:solidFill>
              <a:latin typeface="Calibri" pitchFamily="0" charset="0"/>
              <a:ea typeface="ＭＳ Ｐゴシック" pitchFamily="0" charset="-128"/>
              <a:cs typeface="Calibri" pitchFamily="0" charset="0"/>
            </a:endParaRPr>
          </a:p>
          <a:p>
            <a:pPr marL="0" indent="0" algn="just">
              <a:lnSpc>
                <a:spcPct val="150000"/>
              </a:lnSpc>
              <a:spcBef>
                <a:spcPts val="0"/>
              </a:spcBef>
              <a:spcAft>
                <a:spcPts val="0"/>
              </a:spcAft>
              <a:buNone/>
            </a:pPr>
            <a:r>
              <a:rPr lang="en-US" altLang="zh-CN" sz="2000" b="0" i="0" u="none" strike="noStrike" kern="1200" cap="none" spc="0" baseline="0">
                <a:solidFill>
                  <a:schemeClr val="tx1"/>
                </a:solidFill>
                <a:latin typeface="Calibri" pitchFamily="0" charset="0"/>
                <a:ea typeface="ＭＳ Ｐゴシック" pitchFamily="0" charset="-128"/>
                <a:cs typeface="Calibri" pitchFamily="0" charset="0"/>
              </a:rPr>
              <a:t>5.   Religions </a:t>
            </a:r>
            <a:endParaRPr lang="en-US" altLang="zh-CN" sz="2000" b="0" i="0" u="none" strike="noStrike" kern="1200" cap="none" spc="0" baseline="0">
              <a:solidFill>
                <a:schemeClr val="tx1"/>
              </a:solidFill>
              <a:latin typeface="Calibri" pitchFamily="0" charset="0"/>
              <a:ea typeface="ＭＳ Ｐゴシック" pitchFamily="0" charset="-128"/>
              <a:cs typeface="Calibri" pitchFamily="0" charset="0"/>
            </a:endParaRPr>
          </a:p>
          <a:p>
            <a:pPr marL="0" indent="0" algn="just">
              <a:lnSpc>
                <a:spcPct val="150000"/>
              </a:lnSpc>
              <a:spcBef>
                <a:spcPts val="0"/>
              </a:spcBef>
              <a:spcAft>
                <a:spcPts val="0"/>
              </a:spcAft>
              <a:buNone/>
            </a:pPr>
            <a:r>
              <a:rPr lang="en-US" altLang="zh-CN" sz="2000" b="0" i="0" u="none" strike="noStrike" kern="1200" cap="none" spc="0" baseline="0">
                <a:solidFill>
                  <a:schemeClr val="tx1"/>
                </a:solidFill>
                <a:latin typeface="Calibri" pitchFamily="0" charset="0"/>
                <a:ea typeface="ＭＳ Ｐゴシック" pitchFamily="0" charset="-128"/>
                <a:cs typeface="Calibri" pitchFamily="0" charset="0"/>
              </a:rPr>
              <a:t>6.   Commuting times to work</a:t>
            </a:r>
            <a:endParaRPr lang="en-US" altLang="zh-CN" sz="2000" b="0" i="0" u="none" strike="noStrike" kern="1200" cap="none" spc="0" baseline="0">
              <a:solidFill>
                <a:schemeClr val="tx1"/>
              </a:solidFill>
              <a:latin typeface="Calibri" pitchFamily="0" charset="0"/>
              <a:ea typeface="ＭＳ Ｐゴシック" pitchFamily="0" charset="-128"/>
              <a:cs typeface="Calibri" pitchFamily="0" charset="0"/>
            </a:endParaRPr>
          </a:p>
          <a:p>
            <a:pPr marL="0" indent="0" algn="just">
              <a:lnSpc>
                <a:spcPct val="150000"/>
              </a:lnSpc>
              <a:spcBef>
                <a:spcPts val="0"/>
              </a:spcBef>
              <a:spcAft>
                <a:spcPts val="0"/>
              </a:spcAft>
              <a:buNone/>
            </a:pPr>
            <a:r>
              <a:rPr lang="en-US" altLang="zh-CN" sz="2000" b="0" i="0" u="none" strike="noStrike" kern="1200" cap="none" spc="0" baseline="0">
                <a:solidFill>
                  <a:schemeClr val="tx1"/>
                </a:solidFill>
                <a:latin typeface="Calibri" pitchFamily="0" charset="0"/>
                <a:ea typeface="ＭＳ Ｐゴシック" pitchFamily="0" charset="-128"/>
                <a:cs typeface="Calibri" pitchFamily="0" charset="0"/>
              </a:rPr>
              <a:t>7.   Ages (in years) of art students</a:t>
            </a:r>
            <a:endParaRPr lang="en-US" altLang="zh-CN" sz="2000" b="0" i="0" u="none" strike="noStrike" kern="1200" cap="none" spc="0" baseline="0">
              <a:solidFill>
                <a:schemeClr val="tx1"/>
              </a:solidFill>
              <a:latin typeface="Calibri" pitchFamily="0" charset="0"/>
              <a:ea typeface="ＭＳ Ｐゴシック" pitchFamily="0" charset="-128"/>
              <a:cs typeface="Calibri" pitchFamily="0" charset="0"/>
            </a:endParaRPr>
          </a:p>
          <a:p>
            <a:pPr marL="0" indent="0" algn="just">
              <a:lnSpc>
                <a:spcPct val="150000"/>
              </a:lnSpc>
              <a:spcBef>
                <a:spcPts val="0"/>
              </a:spcBef>
              <a:spcAft>
                <a:spcPts val="0"/>
              </a:spcAft>
              <a:buNone/>
            </a:pPr>
            <a:r>
              <a:rPr lang="en-US" altLang="zh-CN" sz="2000" b="0" i="0" u="none" strike="noStrike" kern="1200" cap="none" spc="0" baseline="0">
                <a:solidFill>
                  <a:schemeClr val="tx1"/>
                </a:solidFill>
                <a:latin typeface="Calibri" pitchFamily="0" charset="0"/>
                <a:ea typeface="ＭＳ Ｐゴシック" pitchFamily="0" charset="-128"/>
                <a:cs typeface="Calibri" pitchFamily="0" charset="0"/>
              </a:rPr>
              <a:t>8.   Ice cream flavour preference</a:t>
            </a:r>
            <a:endParaRPr lang="en-US" altLang="zh-CN" sz="2000" b="0" i="0" u="none" strike="noStrike" kern="1200" cap="none" spc="0" baseline="0">
              <a:solidFill>
                <a:schemeClr val="tx1"/>
              </a:solidFill>
              <a:latin typeface="Calibri" pitchFamily="0" charset="0"/>
              <a:ea typeface="ＭＳ Ｐゴシック" pitchFamily="0" charset="-128"/>
              <a:cs typeface="Calibri" pitchFamily="0" charset="0"/>
            </a:endParaRPr>
          </a:p>
          <a:p>
            <a:pPr marL="0" indent="0" algn="just">
              <a:lnSpc>
                <a:spcPct val="150000"/>
              </a:lnSpc>
              <a:spcBef>
                <a:spcPts val="0"/>
              </a:spcBef>
              <a:spcAft>
                <a:spcPts val="0"/>
              </a:spcAft>
              <a:buNone/>
            </a:pPr>
            <a:r>
              <a:rPr lang="en-US" altLang="zh-CN" sz="2000" b="0" i="0" u="none" strike="noStrike" kern="1200" cap="none" spc="0" baseline="0">
                <a:solidFill>
                  <a:schemeClr val="tx1"/>
                </a:solidFill>
                <a:latin typeface="Calibri" pitchFamily="0" charset="0"/>
                <a:ea typeface="ＭＳ Ｐゴシック" pitchFamily="0" charset="-128"/>
                <a:cs typeface="Calibri" pitchFamily="0" charset="0"/>
              </a:rPr>
              <a:t>9.   Years of important historical events</a:t>
            </a:r>
            <a:endParaRPr lang="en-US" altLang="zh-CN" sz="2000" b="0" i="0" u="none" strike="noStrike" kern="1200" cap="none" spc="0" baseline="0">
              <a:solidFill>
                <a:schemeClr val="tx1"/>
              </a:solidFill>
              <a:latin typeface="Calibri" pitchFamily="0" charset="0"/>
              <a:ea typeface="ＭＳ Ｐゴシック" pitchFamily="0" charset="-128"/>
              <a:cs typeface="Calibri" pitchFamily="0" charset="0"/>
            </a:endParaRPr>
          </a:p>
          <a:p>
            <a:pPr marL="0" indent="0" algn="just">
              <a:lnSpc>
                <a:spcPct val="150000"/>
              </a:lnSpc>
              <a:spcBef>
                <a:spcPts val="0"/>
              </a:spcBef>
              <a:spcAft>
                <a:spcPts val="0"/>
              </a:spcAft>
              <a:buNone/>
            </a:pPr>
            <a:r>
              <a:rPr lang="en-US" altLang="zh-CN" sz="2000" b="0" i="0" u="none" strike="noStrike" kern="1200" cap="none" spc="0" baseline="0">
                <a:solidFill>
                  <a:schemeClr val="tx1"/>
                </a:solidFill>
                <a:latin typeface="Calibri" pitchFamily="0" charset="0"/>
                <a:ea typeface="ＭＳ Ｐゴシック" pitchFamily="0" charset="-128"/>
                <a:cs typeface="Calibri" pitchFamily="0" charset="0"/>
              </a:rPr>
              <a:t>10. Instructors classified as: Easy, Difficult or Impossible</a:t>
            </a:r>
            <a:endParaRPr lang="zh-CN" altLang="en-US" sz="2000" b="0" i="0" u="none" strike="noStrike" kern="1200" cap="none" spc="0" baseline="0">
              <a:solidFill>
                <a:schemeClr val="tx1"/>
              </a:solidFill>
              <a:latin typeface="Calibri" pitchFamily="0" charset="0"/>
              <a:ea typeface="ＭＳ Ｐゴシック" pitchFamily="0" charset="-128"/>
              <a:cs typeface="Calibri" pitchFamily="0" charset="0"/>
            </a:endParaRPr>
          </a:p>
        </p:txBody>
      </p:sp>
    </p:spTree>
    <p:extLst>
      <p:ext uri="{BB962C8B-B14F-4D97-AF65-F5344CB8AC3E}">
        <p14:creationId xmlns:p14="http://schemas.microsoft.com/office/powerpoint/2010/main" val="135705967"/>
      </p:ext>
    </p:extLst>
  </p:cSld>
  <p:clrMapOvr>
    <a:masterClrMapping/>
  </p:clrMapOvr>
</p:sld>
</file>

<file path=ppt/slides/slide84.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433" name="Text box"/>
          <p:cNvSpPr>
            <a:spLocks noGrp="1"/>
          </p:cNvSpPr>
          <p:nvPr>
            <p:ph type="sldNum"/>
          </p:nvPr>
        </p:nvSpPr>
        <p:spPr>
          <a:xfrm rot="0">
            <a:off x="0" y="0"/>
            <a:ext cx="0" cy="0"/>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fld id="{CAD2D6BD-DE1B-4B5F-8B41-2702339687B9}" type="slidenum">
              <a:rPr lang="en-US" altLang="zh-CN" sz="1000" b="1" i="0" u="none" strike="noStrike" kern="1200" cap="none" spc="0" baseline="0">
                <a:solidFill>
                  <a:schemeClr val="bg1"/>
                </a:solidFill>
                <a:latin typeface="Arial" pitchFamily="0" charset="0"/>
                <a:ea typeface="ＭＳ Ｐゴシック" pitchFamily="0" charset="-128"/>
                <a:cs typeface="Lucida Sans"/>
              </a:rPr>
              <a:t>84</a:t>
            </a:fld>
            <a:endParaRPr lang="zh-CN" altLang="en-US" sz="1000" b="1" i="0" u="none" strike="noStrike" kern="1200" cap="none" spc="0" baseline="0">
              <a:solidFill>
                <a:schemeClr val="bg1"/>
              </a:solidFill>
              <a:latin typeface="Arial" pitchFamily="0" charset="0"/>
              <a:ea typeface="ＭＳ Ｐゴシック" pitchFamily="0" charset="-128"/>
              <a:cs typeface="Lucida Sans"/>
            </a:endParaRPr>
          </a:p>
        </p:txBody>
      </p:sp>
      <p:sp>
        <p:nvSpPr>
          <p:cNvPr id="434" name="Text box" descr="Double tap to add title&#13;"/>
          <p:cNvSpPr>
            <a:spLocks noGrp="1"/>
          </p:cNvSpPr>
          <p:nvPr>
            <p:ph type="title"/>
          </p:nvPr>
        </p:nvSpPr>
        <p:spPr>
          <a:xfrm rot="0">
            <a:off x="609600" y="274638"/>
            <a:ext cx="10972800" cy="1143000"/>
          </a:xfrm>
          <a:prstGeom prst="rect"/>
          <a:noFill/>
          <a:ln w="12700" cmpd="sng" cap="flat">
            <a:noFill/>
            <a:prstDash val="solid"/>
            <a:round/>
          </a:ln>
        </p:spPr>
        <p:txBody>
          <a:bodyPr vert="horz" wrap="square" lIns="91440" tIns="45720" rIns="91440" bIns="45720" anchor="ctr" anchorCtr="0">
            <a:prstTxWarp prst="textNoShape"/>
          </a:bodyPr>
          <a:lstStyle/>
          <a:p>
            <a:pPr marL="0" indent="0" algn="ctr" eaLnBrk="1" hangingPunct="1">
              <a:lnSpc>
                <a:spcPct val="100000"/>
              </a:lnSpc>
              <a:spcBef>
                <a:spcPts val="0"/>
              </a:spcBef>
              <a:spcAft>
                <a:spcPts val="0"/>
              </a:spcAft>
              <a:buNone/>
            </a:pPr>
            <a:endParaRPr lang="zh-CN" altLang="en-US" sz="4400" b="0" i="0" u="none" strike="noStrike" kern="1200" cap="none" spc="0" baseline="0">
              <a:solidFill>
                <a:schemeClr val="tx1"/>
              </a:solidFill>
              <a:latin typeface="Calibri" pitchFamily="0" charset="0"/>
              <a:ea typeface="ＭＳ Ｐゴシック" pitchFamily="0" charset="-128"/>
              <a:cs typeface="Lucida Sans"/>
            </a:endParaRPr>
          </a:p>
        </p:txBody>
      </p:sp>
      <p:pic>
        <p:nvPicPr>
          <p:cNvPr id="435" name="Images"/>
          <p:cNvPicPr>
            <a:picLocks noChangeAspect="1"/>
          </p:cNvPicPr>
          <p:nvPr/>
        </p:nvPicPr>
        <p:blipFill>
          <a:blip r:embed="rId1" cstate="print"/>
          <a:stretch>
            <a:fillRect/>
          </a:stretch>
        </p:blipFill>
        <p:spPr>
          <a:xfrm rot="0">
            <a:off x="4386264" y="1371601"/>
            <a:ext cx="3919537" cy="4716462"/>
          </a:xfrm>
          <a:prstGeom prst="rect"/>
          <a:noFill/>
          <a:ln w="12700" cmpd="sng" cap="flat">
            <a:noFill/>
            <a:prstDash val="solid"/>
            <a:round/>
          </a:ln>
        </p:spPr>
      </p:pic>
    </p:spTree>
    <p:extLst>
      <p:ext uri="{BB962C8B-B14F-4D97-AF65-F5344CB8AC3E}">
        <p14:creationId xmlns:p14="http://schemas.microsoft.com/office/powerpoint/2010/main" val="1712594125"/>
      </p:ext>
    </p:extLst>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Theme">
      <a:majorFont>
        <a:latin typeface=""/>
        <a:ea typeface=""/>
        <a:cs typeface=""/>
      </a:majorFont>
      <a:minorFont>
        <a:latin typeface=""/>
        <a:ea typeface=""/>
        <a:cs typeface=""/>
      </a:minorFont>
    </a:fontScheme>
    <a:fmtScheme name="Office Theme">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theme>
</file>

<file path=ppt/theme/theme2.xml><?xml version="1.0" encoding="utf-8"?>
<a:theme xmlns:a="http://schemas.openxmlformats.org/drawingml/2006/main" name="notesMaster1">
  <a:themeElements>
    <a:clrScheme name="notesMaster1">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notesMaster1">
      <a:majorFont>
        <a:latin typeface=""/>
        <a:ea typeface=""/>
        <a:cs typeface=""/>
      </a:majorFont>
      <a:minorFont>
        <a:latin typeface=""/>
        <a:ea typeface=""/>
        <a:cs typeface=""/>
      </a:minorFont>
    </a:fontScheme>
    <a:fmtScheme name="notesMaster1">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theme>
</file>

<file path=ppt/theme/theme3.xml><?xml version="1.0" encoding="utf-8"?>
<a:theme xmlns:a="http://schemas.openxmlformats.org/drawingml/2006/main" name="handoutMaster1">
  <a:themeElements>
    <a:clrScheme name="handoutMaster1">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handoutMaster1">
      <a:majorFont>
        <a:latin typeface=""/>
        <a:ea typeface=""/>
        <a:cs typeface=""/>
      </a:majorFont>
      <a:minorFont>
        <a:latin typeface=""/>
        <a:ea typeface=""/>
        <a:cs typeface=""/>
      </a:minorFont>
    </a:fontScheme>
    <a:fmtScheme name="handoutMaster1">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theme>
</file>

<file path=docProps/app.xml><?xml version="1.0" encoding="utf-8"?>
<Properties xmlns="http://schemas.openxmlformats.org/officeDocument/2006/extended-properties">
  <Template>Normal.eit</Template>
  <TotalTime>241</TotalTime>
  <Application>Honor_Office</Application>
</Properties>
</file>

<file path=docProps/core.xml><?xml version="1.0" encoding="utf-8"?>
<cp:coreProperties xmlns:cp="http://schemas.openxmlformats.org/package/2006/metadata/core-properties" xmlns:dc="http://purl.org/dc/elements/1.1/" xmlns:dcterms="http://purl.org/dc/terms/" xmlns:xsi="http://www.w3.org/2001/XMLSchema-instance">
  <dc:title>PowerPoint Presentation</dc:title>
  <dc:creator>Microsoft Office User</dc:creator>
  <cp:lastModifiedBy>HONOR Docs</cp:lastModifiedBy>
  <cp:revision>26</cp:revision>
  <cp:lastPrinted>2019-01-24T05:25:58Z</cp:lastPrinted>
  <dcterms:created xsi:type="dcterms:W3CDTF">2019-01-24T05:12:11Z</dcterms:created>
  <dcterms:modified xsi:type="dcterms:W3CDTF">2026-03-16T05:52:13Z</dcterms:modified>
</cp:coreProperties>
</file>